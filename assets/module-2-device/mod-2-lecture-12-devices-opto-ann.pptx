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notesSlides/notesSlide2.xml" ContentType="application/vnd.openxmlformats-officedocument.presentationml.notesSlide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ppt/ink/ink2301.xml" ContentType="application/inkml+xml"/>
  <Override PartName="/ppt/ink/ink2302.xml" ContentType="application/inkml+xml"/>
  <Override PartName="/ppt/ink/ink2303.xml" ContentType="application/inkml+xml"/>
  <Override PartName="/ppt/ink/ink2304.xml" ContentType="application/inkml+xml"/>
  <Override PartName="/ppt/ink/ink2305.xml" ContentType="application/inkml+xml"/>
  <Override PartName="/ppt/ink/ink2306.xml" ContentType="application/inkml+xml"/>
  <Override PartName="/ppt/ink/ink2307.xml" ContentType="application/inkml+xml"/>
  <Override PartName="/ppt/ink/ink2308.xml" ContentType="application/inkml+xml"/>
  <Override PartName="/ppt/ink/ink2309.xml" ContentType="application/inkml+xml"/>
  <Override PartName="/ppt/ink/ink2310.xml" ContentType="application/inkml+xml"/>
  <Override PartName="/ppt/ink/ink2311.xml" ContentType="application/inkml+xml"/>
  <Override PartName="/ppt/ink/ink2312.xml" ContentType="application/inkml+xml"/>
  <Override PartName="/ppt/ink/ink2313.xml" ContentType="application/inkml+xml"/>
  <Override PartName="/ppt/ink/ink2314.xml" ContentType="application/inkml+xml"/>
  <Override PartName="/ppt/ink/ink2315.xml" ContentType="application/inkml+xml"/>
  <Override PartName="/ppt/ink/ink2316.xml" ContentType="application/inkml+xml"/>
  <Override PartName="/ppt/ink/ink2317.xml" ContentType="application/inkml+xml"/>
  <Override PartName="/ppt/ink/ink2318.xml" ContentType="application/inkml+xml"/>
  <Override PartName="/ppt/ink/ink2319.xml" ContentType="application/inkml+xml"/>
  <Override PartName="/ppt/ink/ink2320.xml" ContentType="application/inkml+xml"/>
  <Override PartName="/ppt/ink/ink2321.xml" ContentType="application/inkml+xml"/>
  <Override PartName="/ppt/ink/ink2322.xml" ContentType="application/inkml+xml"/>
  <Override PartName="/ppt/ink/ink2323.xml" ContentType="application/inkml+xml"/>
  <Override PartName="/ppt/ink/ink2324.xml" ContentType="application/inkml+xml"/>
  <Override PartName="/ppt/ink/ink2325.xml" ContentType="application/inkml+xml"/>
  <Override PartName="/ppt/ink/ink2326.xml" ContentType="application/inkml+xml"/>
  <Override PartName="/ppt/ink/ink2327.xml" ContentType="application/inkml+xml"/>
  <Override PartName="/ppt/ink/ink2328.xml" ContentType="application/inkml+xml"/>
  <Override PartName="/ppt/ink/ink2329.xml" ContentType="application/inkml+xml"/>
  <Override PartName="/ppt/ink/ink2330.xml" ContentType="application/inkml+xml"/>
  <Override PartName="/ppt/ink/ink2331.xml" ContentType="application/inkml+xml"/>
  <Override PartName="/ppt/ink/ink2332.xml" ContentType="application/inkml+xml"/>
  <Override PartName="/ppt/ink/ink2333.xml" ContentType="application/inkml+xml"/>
  <Override PartName="/ppt/ink/ink2334.xml" ContentType="application/inkml+xml"/>
  <Override PartName="/ppt/ink/ink2335.xml" ContentType="application/inkml+xml"/>
  <Override PartName="/ppt/ink/ink2336.xml" ContentType="application/inkml+xml"/>
  <Override PartName="/ppt/ink/ink2337.xml" ContentType="application/inkml+xml"/>
  <Override PartName="/ppt/ink/ink2338.xml" ContentType="application/inkml+xml"/>
  <Override PartName="/ppt/ink/ink2339.xml" ContentType="application/inkml+xml"/>
  <Override PartName="/ppt/ink/ink2340.xml" ContentType="application/inkml+xml"/>
  <Override PartName="/ppt/ink/ink2341.xml" ContentType="application/inkml+xml"/>
  <Override PartName="/ppt/ink/ink2342.xml" ContentType="application/inkml+xml"/>
  <Override PartName="/ppt/ink/ink2343.xml" ContentType="application/inkml+xml"/>
  <Override PartName="/ppt/ink/ink2344.xml" ContentType="application/inkml+xml"/>
  <Override PartName="/ppt/ink/ink2345.xml" ContentType="application/inkml+xml"/>
  <Override PartName="/ppt/ink/ink2346.xml" ContentType="application/inkml+xml"/>
  <Override PartName="/ppt/ink/ink2347.xml" ContentType="application/inkml+xml"/>
  <Override PartName="/ppt/ink/ink2348.xml" ContentType="application/inkml+xml"/>
  <Override PartName="/ppt/ink/ink2349.xml" ContentType="application/inkml+xml"/>
  <Override PartName="/ppt/ink/ink2350.xml" ContentType="application/inkml+xml"/>
  <Override PartName="/ppt/ink/ink2351.xml" ContentType="application/inkml+xml"/>
  <Override PartName="/ppt/ink/ink2352.xml" ContentType="application/inkml+xml"/>
  <Override PartName="/ppt/ink/ink2353.xml" ContentType="application/inkml+xml"/>
  <Override PartName="/ppt/ink/ink2354.xml" ContentType="application/inkml+xml"/>
  <Override PartName="/ppt/ink/ink2355.xml" ContentType="application/inkml+xml"/>
  <Override PartName="/ppt/ink/ink2356.xml" ContentType="application/inkml+xml"/>
  <Override PartName="/ppt/ink/ink2357.xml" ContentType="application/inkml+xml"/>
  <Override PartName="/ppt/ink/ink2358.xml" ContentType="application/inkml+xml"/>
  <Override PartName="/ppt/ink/ink2359.xml" ContentType="application/inkml+xml"/>
  <Override PartName="/ppt/ink/ink2360.xml" ContentType="application/inkml+xml"/>
  <Override PartName="/ppt/ink/ink2361.xml" ContentType="application/inkml+xml"/>
  <Override PartName="/ppt/ink/ink2362.xml" ContentType="application/inkml+xml"/>
  <Override PartName="/ppt/ink/ink2363.xml" ContentType="application/inkml+xml"/>
  <Override PartName="/ppt/ink/ink2364.xml" ContentType="application/inkml+xml"/>
  <Override PartName="/ppt/ink/ink2365.xml" ContentType="application/inkml+xml"/>
  <Override PartName="/ppt/ink/ink2366.xml" ContentType="application/inkml+xml"/>
  <Override PartName="/ppt/ink/ink2367.xml" ContentType="application/inkml+xml"/>
  <Override PartName="/ppt/ink/ink2368.xml" ContentType="application/inkml+xml"/>
  <Override PartName="/ppt/ink/ink2369.xml" ContentType="application/inkml+xml"/>
  <Override PartName="/ppt/ink/ink2370.xml" ContentType="application/inkml+xml"/>
  <Override PartName="/ppt/ink/ink2371.xml" ContentType="application/inkml+xml"/>
  <Override PartName="/ppt/ink/ink2372.xml" ContentType="application/inkml+xml"/>
  <Override PartName="/ppt/ink/ink2373.xml" ContentType="application/inkml+xml"/>
  <Override PartName="/ppt/ink/ink2374.xml" ContentType="application/inkml+xml"/>
  <Override PartName="/ppt/ink/ink2375.xml" ContentType="application/inkml+xml"/>
  <Override PartName="/ppt/ink/ink2376.xml" ContentType="application/inkml+xml"/>
  <Override PartName="/ppt/ink/ink2377.xml" ContentType="application/inkml+xml"/>
  <Override PartName="/ppt/ink/ink2378.xml" ContentType="application/inkml+xml"/>
  <Override PartName="/ppt/ink/ink2379.xml" ContentType="application/inkml+xml"/>
  <Override PartName="/ppt/ink/ink2380.xml" ContentType="application/inkml+xml"/>
  <Override PartName="/ppt/ink/ink2381.xml" ContentType="application/inkml+xml"/>
  <Override PartName="/ppt/ink/ink2382.xml" ContentType="application/inkml+xml"/>
  <Override PartName="/ppt/ink/ink2383.xml" ContentType="application/inkml+xml"/>
  <Override PartName="/ppt/ink/ink2384.xml" ContentType="application/inkml+xml"/>
  <Override PartName="/ppt/ink/ink2385.xml" ContentType="application/inkml+xml"/>
  <Override PartName="/ppt/ink/ink2386.xml" ContentType="application/inkml+xml"/>
  <Override PartName="/ppt/ink/ink2387.xml" ContentType="application/inkml+xml"/>
  <Override PartName="/ppt/ink/ink2388.xml" ContentType="application/inkml+xml"/>
  <Override PartName="/ppt/ink/ink2389.xml" ContentType="application/inkml+xml"/>
  <Override PartName="/ppt/ink/ink2390.xml" ContentType="application/inkml+xml"/>
  <Override PartName="/ppt/ink/ink2391.xml" ContentType="application/inkml+xml"/>
  <Override PartName="/ppt/ink/ink2392.xml" ContentType="application/inkml+xml"/>
  <Override PartName="/ppt/ink/ink2393.xml" ContentType="application/inkml+xml"/>
  <Override PartName="/ppt/ink/ink2394.xml" ContentType="application/inkml+xml"/>
  <Override PartName="/ppt/ink/ink2395.xml" ContentType="application/inkml+xml"/>
  <Override PartName="/ppt/ink/ink2396.xml" ContentType="application/inkml+xml"/>
  <Override PartName="/ppt/ink/ink2397.xml" ContentType="application/inkml+xml"/>
  <Override PartName="/ppt/ink/ink2398.xml" ContentType="application/inkml+xml"/>
  <Override PartName="/ppt/ink/ink2399.xml" ContentType="application/inkml+xml"/>
  <Override PartName="/ppt/ink/ink2400.xml" ContentType="application/inkml+xml"/>
  <Override PartName="/ppt/ink/ink2401.xml" ContentType="application/inkml+xml"/>
  <Override PartName="/ppt/ink/ink2402.xml" ContentType="application/inkml+xml"/>
  <Override PartName="/ppt/ink/ink2403.xml" ContentType="application/inkml+xml"/>
  <Override PartName="/ppt/ink/ink2404.xml" ContentType="application/inkml+xml"/>
  <Override PartName="/ppt/ink/ink2405.xml" ContentType="application/inkml+xml"/>
  <Override PartName="/ppt/ink/ink2406.xml" ContentType="application/inkml+xml"/>
  <Override PartName="/ppt/ink/ink2407.xml" ContentType="application/inkml+xml"/>
  <Override PartName="/ppt/ink/ink2408.xml" ContentType="application/inkml+xml"/>
  <Override PartName="/ppt/ink/ink2409.xml" ContentType="application/inkml+xml"/>
  <Override PartName="/ppt/ink/ink2410.xml" ContentType="application/inkml+xml"/>
  <Override PartName="/ppt/ink/ink2411.xml" ContentType="application/inkml+xml"/>
  <Override PartName="/ppt/ink/ink2412.xml" ContentType="application/inkml+xml"/>
  <Override PartName="/ppt/ink/ink2413.xml" ContentType="application/inkml+xml"/>
  <Override PartName="/ppt/ink/ink2414.xml" ContentType="application/inkml+xml"/>
  <Override PartName="/ppt/ink/ink2415.xml" ContentType="application/inkml+xml"/>
  <Override PartName="/ppt/ink/ink2416.xml" ContentType="application/inkml+xml"/>
  <Override PartName="/ppt/ink/ink2417.xml" ContentType="application/inkml+xml"/>
  <Override PartName="/ppt/ink/ink2418.xml" ContentType="application/inkml+xml"/>
  <Override PartName="/ppt/ink/ink2419.xml" ContentType="application/inkml+xml"/>
  <Override PartName="/ppt/ink/ink2420.xml" ContentType="application/inkml+xml"/>
  <Override PartName="/ppt/ink/ink2421.xml" ContentType="application/inkml+xml"/>
  <Override PartName="/ppt/ink/ink2422.xml" ContentType="application/inkml+xml"/>
  <Override PartName="/ppt/ink/ink2423.xml" ContentType="application/inkml+xml"/>
  <Override PartName="/ppt/ink/ink2424.xml" ContentType="application/inkml+xml"/>
  <Override PartName="/ppt/ink/ink2425.xml" ContentType="application/inkml+xml"/>
  <Override PartName="/ppt/ink/ink2426.xml" ContentType="application/inkml+xml"/>
  <Override PartName="/ppt/ink/ink2427.xml" ContentType="application/inkml+xml"/>
  <Override PartName="/ppt/ink/ink2428.xml" ContentType="application/inkml+xml"/>
  <Override PartName="/ppt/ink/ink2429.xml" ContentType="application/inkml+xml"/>
  <Override PartName="/ppt/ink/ink2430.xml" ContentType="application/inkml+xml"/>
  <Override PartName="/ppt/ink/ink2431.xml" ContentType="application/inkml+xml"/>
  <Override PartName="/ppt/ink/ink2432.xml" ContentType="application/inkml+xml"/>
  <Override PartName="/ppt/ink/ink2433.xml" ContentType="application/inkml+xml"/>
  <Override PartName="/ppt/ink/ink2434.xml" ContentType="application/inkml+xml"/>
  <Override PartName="/ppt/ink/ink2435.xml" ContentType="application/inkml+xml"/>
  <Override PartName="/ppt/ink/ink2436.xml" ContentType="application/inkml+xml"/>
  <Override PartName="/ppt/ink/ink2437.xml" ContentType="application/inkml+xml"/>
  <Override PartName="/ppt/ink/ink2438.xml" ContentType="application/inkml+xml"/>
  <Override PartName="/ppt/ink/ink2439.xml" ContentType="application/inkml+xml"/>
  <Override PartName="/ppt/ink/ink2440.xml" ContentType="application/inkml+xml"/>
  <Override PartName="/ppt/ink/ink2441.xml" ContentType="application/inkml+xml"/>
  <Override PartName="/ppt/ink/ink2442.xml" ContentType="application/inkml+xml"/>
  <Override PartName="/ppt/ink/ink2443.xml" ContentType="application/inkml+xml"/>
  <Override PartName="/ppt/ink/ink2444.xml" ContentType="application/inkml+xml"/>
  <Override PartName="/ppt/ink/ink2445.xml" ContentType="application/inkml+xml"/>
  <Override PartName="/ppt/ink/ink2446.xml" ContentType="application/inkml+xml"/>
  <Override PartName="/ppt/ink/ink2447.xml" ContentType="application/inkml+xml"/>
  <Override PartName="/ppt/ink/ink2448.xml" ContentType="application/inkml+xml"/>
  <Override PartName="/ppt/ink/ink2449.xml" ContentType="application/inkml+xml"/>
  <Override PartName="/ppt/ink/ink2450.xml" ContentType="application/inkml+xml"/>
  <Override PartName="/ppt/ink/ink2451.xml" ContentType="application/inkml+xml"/>
  <Override PartName="/ppt/ink/ink2452.xml" ContentType="application/inkml+xml"/>
  <Override PartName="/ppt/ink/ink2453.xml" ContentType="application/inkml+xml"/>
  <Override PartName="/ppt/ink/ink2454.xml" ContentType="application/inkml+xml"/>
  <Override PartName="/ppt/ink/ink2455.xml" ContentType="application/inkml+xml"/>
  <Override PartName="/ppt/ink/ink2456.xml" ContentType="application/inkml+xml"/>
  <Override PartName="/ppt/ink/ink2457.xml" ContentType="application/inkml+xml"/>
  <Override PartName="/ppt/ink/ink2458.xml" ContentType="application/inkml+xml"/>
  <Override PartName="/ppt/ink/ink2459.xml" ContentType="application/inkml+xml"/>
  <Override PartName="/ppt/ink/ink2460.xml" ContentType="application/inkml+xml"/>
  <Override PartName="/ppt/ink/ink2461.xml" ContentType="application/inkml+xml"/>
  <Override PartName="/ppt/ink/ink2462.xml" ContentType="application/inkml+xml"/>
  <Override PartName="/ppt/ink/ink2463.xml" ContentType="application/inkml+xml"/>
  <Override PartName="/ppt/ink/ink2464.xml" ContentType="application/inkml+xml"/>
  <Override PartName="/ppt/ink/ink2465.xml" ContentType="application/inkml+xml"/>
  <Override PartName="/ppt/ink/ink2466.xml" ContentType="application/inkml+xml"/>
  <Override PartName="/ppt/ink/ink2467.xml" ContentType="application/inkml+xml"/>
  <Override PartName="/ppt/ink/ink2468.xml" ContentType="application/inkml+xml"/>
  <Override PartName="/ppt/ink/ink2469.xml" ContentType="application/inkml+xml"/>
  <Override PartName="/ppt/ink/ink2470.xml" ContentType="application/inkml+xml"/>
  <Override PartName="/ppt/ink/ink2471.xml" ContentType="application/inkml+xml"/>
  <Override PartName="/ppt/ink/ink2472.xml" ContentType="application/inkml+xml"/>
  <Override PartName="/ppt/ink/ink2473.xml" ContentType="application/inkml+xml"/>
  <Override PartName="/ppt/ink/ink2474.xml" ContentType="application/inkml+xml"/>
  <Override PartName="/ppt/ink/ink2475.xml" ContentType="application/inkml+xml"/>
  <Override PartName="/ppt/ink/ink2476.xml" ContentType="application/inkml+xml"/>
  <Override PartName="/ppt/ink/ink2477.xml" ContentType="application/inkml+xml"/>
  <Override PartName="/ppt/ink/ink2478.xml" ContentType="application/inkml+xml"/>
  <Override PartName="/ppt/ink/ink2479.xml" ContentType="application/inkml+xml"/>
  <Override PartName="/ppt/ink/ink2480.xml" ContentType="application/inkml+xml"/>
  <Override PartName="/ppt/ink/ink2481.xml" ContentType="application/inkml+xml"/>
  <Override PartName="/ppt/ink/ink2482.xml" ContentType="application/inkml+xml"/>
  <Override PartName="/ppt/ink/ink2483.xml" ContentType="application/inkml+xml"/>
  <Override PartName="/ppt/ink/ink2484.xml" ContentType="application/inkml+xml"/>
  <Override PartName="/ppt/ink/ink2485.xml" ContentType="application/inkml+xml"/>
  <Override PartName="/ppt/ink/ink2486.xml" ContentType="application/inkml+xml"/>
  <Override PartName="/ppt/ink/ink2487.xml" ContentType="application/inkml+xml"/>
  <Override PartName="/ppt/ink/ink2488.xml" ContentType="application/inkml+xml"/>
  <Override PartName="/ppt/ink/ink2489.xml" ContentType="application/inkml+xml"/>
  <Override PartName="/ppt/ink/ink2490.xml" ContentType="application/inkml+xml"/>
  <Override PartName="/ppt/ink/ink2491.xml" ContentType="application/inkml+xml"/>
  <Override PartName="/ppt/ink/ink2492.xml" ContentType="application/inkml+xml"/>
  <Override PartName="/ppt/ink/ink2493.xml" ContentType="application/inkml+xml"/>
  <Override PartName="/ppt/ink/ink2494.xml" ContentType="application/inkml+xml"/>
  <Override PartName="/ppt/ink/ink2495.xml" ContentType="application/inkml+xml"/>
  <Override PartName="/ppt/ink/ink2496.xml" ContentType="application/inkml+xml"/>
  <Override PartName="/ppt/ink/ink2497.xml" ContentType="application/inkml+xml"/>
  <Override PartName="/ppt/ink/ink2498.xml" ContentType="application/inkml+xml"/>
  <Override PartName="/ppt/ink/ink2499.xml" ContentType="application/inkml+xml"/>
  <Override PartName="/ppt/ink/ink2500.xml" ContentType="application/inkml+xml"/>
  <Override PartName="/ppt/ink/ink2501.xml" ContentType="application/inkml+xml"/>
  <Override PartName="/ppt/ink/ink2502.xml" ContentType="application/inkml+xml"/>
  <Override PartName="/ppt/ink/ink2503.xml" ContentType="application/inkml+xml"/>
  <Override PartName="/ppt/ink/ink2504.xml" ContentType="application/inkml+xml"/>
  <Override PartName="/ppt/ink/ink2505.xml" ContentType="application/inkml+xml"/>
  <Override PartName="/ppt/ink/ink2506.xml" ContentType="application/inkml+xml"/>
  <Override PartName="/ppt/ink/ink2507.xml" ContentType="application/inkml+xml"/>
  <Override PartName="/ppt/ink/ink2508.xml" ContentType="application/inkml+xml"/>
  <Override PartName="/ppt/ink/ink2509.xml" ContentType="application/inkml+xml"/>
  <Override PartName="/ppt/ink/ink2510.xml" ContentType="application/inkml+xml"/>
  <Override PartName="/ppt/ink/ink2511.xml" ContentType="application/inkml+xml"/>
  <Override PartName="/ppt/ink/ink2512.xml" ContentType="application/inkml+xml"/>
  <Override PartName="/ppt/ink/ink2513.xml" ContentType="application/inkml+xml"/>
  <Override PartName="/ppt/ink/ink2514.xml" ContentType="application/inkml+xml"/>
  <Override PartName="/ppt/ink/ink2515.xml" ContentType="application/inkml+xml"/>
  <Override PartName="/ppt/ink/ink2516.xml" ContentType="application/inkml+xml"/>
  <Override PartName="/ppt/ink/ink2517.xml" ContentType="application/inkml+xml"/>
  <Override PartName="/ppt/ink/ink2518.xml" ContentType="application/inkml+xml"/>
  <Override PartName="/ppt/ink/ink2519.xml" ContentType="application/inkml+xml"/>
  <Override PartName="/ppt/ink/ink2520.xml" ContentType="application/inkml+xml"/>
  <Override PartName="/ppt/ink/ink2521.xml" ContentType="application/inkml+xml"/>
  <Override PartName="/ppt/ink/ink2522.xml" ContentType="application/inkml+xml"/>
  <Override PartName="/ppt/ink/ink2523.xml" ContentType="application/inkml+xml"/>
  <Override PartName="/ppt/ink/ink2524.xml" ContentType="application/inkml+xml"/>
  <Override PartName="/ppt/ink/ink2525.xml" ContentType="application/inkml+xml"/>
  <Override PartName="/ppt/ink/ink2526.xml" ContentType="application/inkml+xml"/>
  <Override PartName="/ppt/ink/ink2527.xml" ContentType="application/inkml+xml"/>
  <Override PartName="/ppt/ink/ink2528.xml" ContentType="application/inkml+xml"/>
  <Override PartName="/ppt/ink/ink2529.xml" ContentType="application/inkml+xml"/>
  <Override PartName="/ppt/ink/ink2530.xml" ContentType="application/inkml+xml"/>
  <Override PartName="/ppt/ink/ink2531.xml" ContentType="application/inkml+xml"/>
  <Override PartName="/ppt/ink/ink2532.xml" ContentType="application/inkml+xml"/>
  <Override PartName="/ppt/ink/ink2533.xml" ContentType="application/inkml+xml"/>
  <Override PartName="/ppt/ink/ink2534.xml" ContentType="application/inkml+xml"/>
  <Override PartName="/ppt/ink/ink2535.xml" ContentType="application/inkml+xml"/>
  <Override PartName="/ppt/ink/ink2536.xml" ContentType="application/inkml+xml"/>
  <Override PartName="/ppt/ink/ink2537.xml" ContentType="application/inkml+xml"/>
  <Override PartName="/ppt/ink/ink2538.xml" ContentType="application/inkml+xml"/>
  <Override PartName="/ppt/ink/ink2539.xml" ContentType="application/inkml+xml"/>
  <Override PartName="/ppt/ink/ink2540.xml" ContentType="application/inkml+xml"/>
  <Override PartName="/ppt/ink/ink2541.xml" ContentType="application/inkml+xml"/>
  <Override PartName="/ppt/ink/ink2542.xml" ContentType="application/inkml+xml"/>
  <Override PartName="/ppt/ink/ink2543.xml" ContentType="application/inkml+xml"/>
  <Override PartName="/ppt/ink/ink2544.xml" ContentType="application/inkml+xml"/>
  <Override PartName="/ppt/ink/ink2545.xml" ContentType="application/inkml+xml"/>
  <Override PartName="/ppt/ink/ink2546.xml" ContentType="application/inkml+xml"/>
  <Override PartName="/ppt/ink/ink2547.xml" ContentType="application/inkml+xml"/>
  <Override PartName="/ppt/ink/ink2548.xml" ContentType="application/inkml+xml"/>
  <Override PartName="/ppt/ink/ink2549.xml" ContentType="application/inkml+xml"/>
  <Override PartName="/ppt/ink/ink2550.xml" ContentType="application/inkml+xml"/>
  <Override PartName="/ppt/ink/ink2551.xml" ContentType="application/inkml+xml"/>
  <Override PartName="/ppt/ink/ink2552.xml" ContentType="application/inkml+xml"/>
  <Override PartName="/ppt/ink/ink2553.xml" ContentType="application/inkml+xml"/>
  <Override PartName="/ppt/ink/ink2554.xml" ContentType="application/inkml+xml"/>
  <Override PartName="/ppt/ink/ink2555.xml" ContentType="application/inkml+xml"/>
  <Override PartName="/ppt/ink/ink2556.xml" ContentType="application/inkml+xml"/>
  <Override PartName="/ppt/ink/ink2557.xml" ContentType="application/inkml+xml"/>
  <Override PartName="/ppt/ink/ink2558.xml" ContentType="application/inkml+xml"/>
  <Override PartName="/ppt/ink/ink2559.xml" ContentType="application/inkml+xml"/>
  <Override PartName="/ppt/ink/ink2560.xml" ContentType="application/inkml+xml"/>
  <Override PartName="/ppt/ink/ink2561.xml" ContentType="application/inkml+xml"/>
  <Override PartName="/ppt/ink/ink2562.xml" ContentType="application/inkml+xml"/>
  <Override PartName="/ppt/ink/ink2563.xml" ContentType="application/inkml+xml"/>
  <Override PartName="/ppt/ink/ink2564.xml" ContentType="application/inkml+xml"/>
  <Override PartName="/ppt/ink/ink2565.xml" ContentType="application/inkml+xml"/>
  <Override PartName="/ppt/ink/ink2566.xml" ContentType="application/inkml+xml"/>
  <Override PartName="/ppt/ink/ink2567.xml" ContentType="application/inkml+xml"/>
  <Override PartName="/ppt/ink/ink2568.xml" ContentType="application/inkml+xml"/>
  <Override PartName="/ppt/ink/ink2569.xml" ContentType="application/inkml+xml"/>
  <Override PartName="/ppt/ink/ink2570.xml" ContentType="application/inkml+xml"/>
  <Override PartName="/ppt/ink/ink2571.xml" ContentType="application/inkml+xml"/>
  <Override PartName="/ppt/ink/ink2572.xml" ContentType="application/inkml+xml"/>
  <Override PartName="/ppt/ink/ink2573.xml" ContentType="application/inkml+xml"/>
  <Override PartName="/ppt/ink/ink2574.xml" ContentType="application/inkml+xml"/>
  <Override PartName="/ppt/ink/ink2575.xml" ContentType="application/inkml+xml"/>
  <Override PartName="/ppt/ink/ink2576.xml" ContentType="application/inkml+xml"/>
  <Override PartName="/ppt/ink/ink2577.xml" ContentType="application/inkml+xml"/>
  <Override PartName="/ppt/ink/ink2578.xml" ContentType="application/inkml+xml"/>
  <Override PartName="/ppt/ink/ink2579.xml" ContentType="application/inkml+xml"/>
  <Override PartName="/ppt/ink/ink2580.xml" ContentType="application/inkml+xml"/>
  <Override PartName="/ppt/ink/ink2581.xml" ContentType="application/inkml+xml"/>
  <Override PartName="/ppt/ink/ink2582.xml" ContentType="application/inkml+xml"/>
  <Override PartName="/ppt/ink/ink2583.xml" ContentType="application/inkml+xml"/>
  <Override PartName="/ppt/ink/ink2584.xml" ContentType="application/inkml+xml"/>
  <Override PartName="/ppt/ink/ink2585.xml" ContentType="application/inkml+xml"/>
  <Override PartName="/ppt/ink/ink2586.xml" ContentType="application/inkml+xml"/>
  <Override PartName="/ppt/ink/ink2587.xml" ContentType="application/inkml+xml"/>
  <Override PartName="/ppt/ink/ink2588.xml" ContentType="application/inkml+xml"/>
  <Override PartName="/ppt/ink/ink2589.xml" ContentType="application/inkml+xml"/>
  <Override PartName="/ppt/ink/ink2590.xml" ContentType="application/inkml+xml"/>
  <Override PartName="/ppt/ink/ink2591.xml" ContentType="application/inkml+xml"/>
  <Override PartName="/ppt/ink/ink2592.xml" ContentType="application/inkml+xml"/>
  <Override PartName="/ppt/ink/ink2593.xml" ContentType="application/inkml+xml"/>
  <Override PartName="/ppt/ink/ink2594.xml" ContentType="application/inkml+xml"/>
  <Override PartName="/ppt/ink/ink2595.xml" ContentType="application/inkml+xml"/>
  <Override PartName="/ppt/ink/ink2596.xml" ContentType="application/inkml+xml"/>
  <Override PartName="/ppt/ink/ink2597.xml" ContentType="application/inkml+xml"/>
  <Override PartName="/ppt/ink/ink2598.xml" ContentType="application/inkml+xml"/>
  <Override PartName="/ppt/ink/ink2599.xml" ContentType="application/inkml+xml"/>
  <Override PartName="/ppt/ink/ink2600.xml" ContentType="application/inkml+xml"/>
  <Override PartName="/ppt/ink/ink2601.xml" ContentType="application/inkml+xml"/>
  <Override PartName="/ppt/ink/ink2602.xml" ContentType="application/inkml+xml"/>
  <Override PartName="/ppt/ink/ink2603.xml" ContentType="application/inkml+xml"/>
  <Override PartName="/ppt/ink/ink2604.xml" ContentType="application/inkml+xml"/>
  <Override PartName="/ppt/ink/ink2605.xml" ContentType="application/inkml+xml"/>
  <Override PartName="/ppt/ink/ink2606.xml" ContentType="application/inkml+xml"/>
  <Override PartName="/ppt/ink/ink2607.xml" ContentType="application/inkml+xml"/>
  <Override PartName="/ppt/ink/ink2608.xml" ContentType="application/inkml+xml"/>
  <Override PartName="/ppt/ink/ink2609.xml" ContentType="application/inkml+xml"/>
  <Override PartName="/ppt/ink/ink2610.xml" ContentType="application/inkml+xml"/>
  <Override PartName="/ppt/ink/ink2611.xml" ContentType="application/inkml+xml"/>
  <Override PartName="/ppt/ink/ink2612.xml" ContentType="application/inkml+xml"/>
  <Override PartName="/ppt/ink/ink2613.xml" ContentType="application/inkml+xml"/>
  <Override PartName="/ppt/ink/ink2614.xml" ContentType="application/inkml+xml"/>
  <Override PartName="/ppt/ink/ink2615.xml" ContentType="application/inkml+xml"/>
  <Override PartName="/ppt/ink/ink2616.xml" ContentType="application/inkml+xml"/>
  <Override PartName="/ppt/ink/ink2617.xml" ContentType="application/inkml+xml"/>
  <Override PartName="/ppt/ink/ink2618.xml" ContentType="application/inkml+xml"/>
  <Override PartName="/ppt/ink/ink2619.xml" ContentType="application/inkml+xml"/>
  <Override PartName="/ppt/ink/ink2620.xml" ContentType="application/inkml+xml"/>
  <Override PartName="/ppt/ink/ink2621.xml" ContentType="application/inkml+xml"/>
  <Override PartName="/ppt/ink/ink2622.xml" ContentType="application/inkml+xml"/>
  <Override PartName="/ppt/ink/ink2623.xml" ContentType="application/inkml+xml"/>
  <Override PartName="/ppt/ink/ink2624.xml" ContentType="application/inkml+xml"/>
  <Override PartName="/ppt/ink/ink2625.xml" ContentType="application/inkml+xml"/>
  <Override PartName="/ppt/ink/ink2626.xml" ContentType="application/inkml+xml"/>
  <Override PartName="/ppt/ink/ink2627.xml" ContentType="application/inkml+xml"/>
  <Override PartName="/ppt/ink/ink2628.xml" ContentType="application/inkml+xml"/>
  <Override PartName="/ppt/ink/ink2629.xml" ContentType="application/inkml+xml"/>
  <Override PartName="/ppt/ink/ink2630.xml" ContentType="application/inkml+xml"/>
  <Override PartName="/ppt/ink/ink2631.xml" ContentType="application/inkml+xml"/>
  <Override PartName="/ppt/ink/ink2632.xml" ContentType="application/inkml+xml"/>
  <Override PartName="/ppt/ink/ink2633.xml" ContentType="application/inkml+xml"/>
  <Override PartName="/ppt/ink/ink2634.xml" ContentType="application/inkml+xml"/>
  <Override PartName="/ppt/ink/ink2635.xml" ContentType="application/inkml+xml"/>
  <Override PartName="/ppt/ink/ink2636.xml" ContentType="application/inkml+xml"/>
  <Override PartName="/ppt/ink/ink2637.xml" ContentType="application/inkml+xml"/>
  <Override PartName="/ppt/ink/ink2638.xml" ContentType="application/inkml+xml"/>
  <Override PartName="/ppt/ink/ink2639.xml" ContentType="application/inkml+xml"/>
  <Override PartName="/ppt/ink/ink2640.xml" ContentType="application/inkml+xml"/>
  <Override PartName="/ppt/ink/ink2641.xml" ContentType="application/inkml+xml"/>
  <Override PartName="/ppt/ink/ink2642.xml" ContentType="application/inkml+xml"/>
  <Override PartName="/ppt/ink/ink2643.xml" ContentType="application/inkml+xml"/>
  <Override PartName="/ppt/ink/ink2644.xml" ContentType="application/inkml+xml"/>
  <Override PartName="/ppt/ink/ink2645.xml" ContentType="application/inkml+xml"/>
  <Override PartName="/ppt/ink/ink2646.xml" ContentType="application/inkml+xml"/>
  <Override PartName="/ppt/ink/ink2647.xml" ContentType="application/inkml+xml"/>
  <Override PartName="/ppt/ink/ink2648.xml" ContentType="application/inkml+xml"/>
  <Override PartName="/ppt/ink/ink2649.xml" ContentType="application/inkml+xml"/>
  <Override PartName="/ppt/ink/ink2650.xml" ContentType="application/inkml+xml"/>
  <Override PartName="/ppt/ink/ink2651.xml" ContentType="application/inkml+xml"/>
  <Override PartName="/ppt/ink/ink2652.xml" ContentType="application/inkml+xml"/>
  <Override PartName="/ppt/ink/ink2653.xml" ContentType="application/inkml+xml"/>
  <Override PartName="/ppt/ink/ink2654.xml" ContentType="application/inkml+xml"/>
  <Override PartName="/ppt/ink/ink2655.xml" ContentType="application/inkml+xml"/>
  <Override PartName="/ppt/ink/ink2656.xml" ContentType="application/inkml+xml"/>
  <Override PartName="/ppt/ink/ink2657.xml" ContentType="application/inkml+xml"/>
  <Override PartName="/ppt/ink/ink2658.xml" ContentType="application/inkml+xml"/>
  <Override PartName="/ppt/ink/ink2659.xml" ContentType="application/inkml+xml"/>
  <Override PartName="/ppt/ink/ink2660.xml" ContentType="application/inkml+xml"/>
  <Override PartName="/ppt/ink/ink2661.xml" ContentType="application/inkml+xml"/>
  <Override PartName="/ppt/ink/ink2662.xml" ContentType="application/inkml+xml"/>
  <Override PartName="/ppt/ink/ink2663.xml" ContentType="application/inkml+xml"/>
  <Override PartName="/ppt/ink/ink2664.xml" ContentType="application/inkml+xml"/>
  <Override PartName="/ppt/ink/ink2665.xml" ContentType="application/inkml+xml"/>
  <Override PartName="/ppt/ink/ink2666.xml" ContentType="application/inkml+xml"/>
  <Override PartName="/ppt/ink/ink2667.xml" ContentType="application/inkml+xml"/>
  <Override PartName="/ppt/ink/ink2668.xml" ContentType="application/inkml+xml"/>
  <Override PartName="/ppt/ink/ink2669.xml" ContentType="application/inkml+xml"/>
  <Override PartName="/ppt/ink/ink2670.xml" ContentType="application/inkml+xml"/>
  <Override PartName="/ppt/ink/ink2671.xml" ContentType="application/inkml+xml"/>
  <Override PartName="/ppt/ink/ink2672.xml" ContentType="application/inkml+xml"/>
  <Override PartName="/ppt/ink/ink2673.xml" ContentType="application/inkml+xml"/>
  <Override PartName="/ppt/ink/ink2674.xml" ContentType="application/inkml+xml"/>
  <Override PartName="/ppt/ink/ink2675.xml" ContentType="application/inkml+xml"/>
  <Override PartName="/ppt/ink/ink2676.xml" ContentType="application/inkml+xml"/>
  <Override PartName="/ppt/ink/ink2677.xml" ContentType="application/inkml+xml"/>
  <Override PartName="/ppt/ink/ink2678.xml" ContentType="application/inkml+xml"/>
  <Override PartName="/ppt/ink/ink2679.xml" ContentType="application/inkml+xml"/>
  <Override PartName="/ppt/ink/ink2680.xml" ContentType="application/inkml+xml"/>
  <Override PartName="/ppt/ink/ink2681.xml" ContentType="application/inkml+xml"/>
  <Override PartName="/ppt/ink/ink2682.xml" ContentType="application/inkml+xml"/>
  <Override PartName="/ppt/ink/ink2683.xml" ContentType="application/inkml+xml"/>
  <Override PartName="/ppt/ink/ink2684.xml" ContentType="application/inkml+xml"/>
  <Override PartName="/ppt/ink/ink2685.xml" ContentType="application/inkml+xml"/>
  <Override PartName="/ppt/ink/ink2686.xml" ContentType="application/inkml+xml"/>
  <Override PartName="/ppt/ink/ink2687.xml" ContentType="application/inkml+xml"/>
  <Override PartName="/ppt/ink/ink2688.xml" ContentType="application/inkml+xml"/>
  <Override PartName="/ppt/ink/ink2689.xml" ContentType="application/inkml+xml"/>
  <Override PartName="/ppt/ink/ink2690.xml" ContentType="application/inkml+xml"/>
  <Override PartName="/ppt/ink/ink2691.xml" ContentType="application/inkml+xml"/>
  <Override PartName="/ppt/ink/ink2692.xml" ContentType="application/inkml+xml"/>
  <Override PartName="/ppt/ink/ink2693.xml" ContentType="application/inkml+xml"/>
  <Override PartName="/ppt/ink/ink2694.xml" ContentType="application/inkml+xml"/>
  <Override PartName="/ppt/ink/ink2695.xml" ContentType="application/inkml+xml"/>
  <Override PartName="/ppt/ink/ink2696.xml" ContentType="application/inkml+xml"/>
  <Override PartName="/ppt/ink/ink2697.xml" ContentType="application/inkml+xml"/>
  <Override PartName="/ppt/ink/ink2698.xml" ContentType="application/inkml+xml"/>
  <Override PartName="/ppt/ink/ink2699.xml" ContentType="application/inkml+xml"/>
  <Override PartName="/ppt/ink/ink2700.xml" ContentType="application/inkml+xml"/>
  <Override PartName="/ppt/ink/ink2701.xml" ContentType="application/inkml+xml"/>
  <Override PartName="/ppt/ink/ink2702.xml" ContentType="application/inkml+xml"/>
  <Override PartName="/ppt/ink/ink2703.xml" ContentType="application/inkml+xml"/>
  <Override PartName="/ppt/ink/ink2704.xml" ContentType="application/inkml+xml"/>
  <Override PartName="/ppt/ink/ink2705.xml" ContentType="application/inkml+xml"/>
  <Override PartName="/ppt/ink/ink2706.xml" ContentType="application/inkml+xml"/>
  <Override PartName="/ppt/ink/ink2707.xml" ContentType="application/inkml+xml"/>
  <Override PartName="/ppt/ink/ink2708.xml" ContentType="application/inkml+xml"/>
  <Override PartName="/ppt/ink/ink2709.xml" ContentType="application/inkml+xml"/>
  <Override PartName="/ppt/ink/ink2710.xml" ContentType="application/inkml+xml"/>
  <Override PartName="/ppt/ink/ink2711.xml" ContentType="application/inkml+xml"/>
  <Override PartName="/ppt/ink/ink2712.xml" ContentType="application/inkml+xml"/>
  <Override PartName="/ppt/ink/ink2713.xml" ContentType="application/inkml+xml"/>
  <Override PartName="/ppt/ink/ink2714.xml" ContentType="application/inkml+xml"/>
  <Override PartName="/ppt/ink/ink2715.xml" ContentType="application/inkml+xml"/>
  <Override PartName="/ppt/ink/ink2716.xml" ContentType="application/inkml+xml"/>
  <Override PartName="/ppt/ink/ink2717.xml" ContentType="application/inkml+xml"/>
  <Override PartName="/ppt/ink/ink2718.xml" ContentType="application/inkml+xml"/>
  <Override PartName="/ppt/ink/ink2719.xml" ContentType="application/inkml+xml"/>
  <Override PartName="/ppt/ink/ink2720.xml" ContentType="application/inkml+xml"/>
  <Override PartName="/ppt/ink/ink2721.xml" ContentType="application/inkml+xml"/>
  <Override PartName="/ppt/ink/ink2722.xml" ContentType="application/inkml+xml"/>
  <Override PartName="/ppt/ink/ink2723.xml" ContentType="application/inkml+xml"/>
  <Override PartName="/ppt/ink/ink2724.xml" ContentType="application/inkml+xml"/>
  <Override PartName="/ppt/ink/ink2725.xml" ContentType="application/inkml+xml"/>
  <Override PartName="/ppt/ink/ink2726.xml" ContentType="application/inkml+xml"/>
  <Override PartName="/ppt/ink/ink2727.xml" ContentType="application/inkml+xml"/>
  <Override PartName="/ppt/ink/ink2728.xml" ContentType="application/inkml+xml"/>
  <Override PartName="/ppt/ink/ink2729.xml" ContentType="application/inkml+xml"/>
  <Override PartName="/ppt/ink/ink2730.xml" ContentType="application/inkml+xml"/>
  <Override PartName="/ppt/ink/ink2731.xml" ContentType="application/inkml+xml"/>
  <Override PartName="/ppt/ink/ink2732.xml" ContentType="application/inkml+xml"/>
  <Override PartName="/ppt/ink/ink2733.xml" ContentType="application/inkml+xml"/>
  <Override PartName="/ppt/ink/ink2734.xml" ContentType="application/inkml+xml"/>
  <Override PartName="/ppt/ink/ink2735.xml" ContentType="application/inkml+xml"/>
  <Override PartName="/ppt/ink/ink2736.xml" ContentType="application/inkml+xml"/>
  <Override PartName="/ppt/ink/ink2737.xml" ContentType="application/inkml+xml"/>
  <Override PartName="/ppt/ink/ink2738.xml" ContentType="application/inkml+xml"/>
  <Override PartName="/ppt/ink/ink2739.xml" ContentType="application/inkml+xml"/>
  <Override PartName="/ppt/ink/ink2740.xml" ContentType="application/inkml+xml"/>
  <Override PartName="/ppt/ink/ink2741.xml" ContentType="application/inkml+xml"/>
  <Override PartName="/ppt/ink/ink2742.xml" ContentType="application/inkml+xml"/>
  <Override PartName="/ppt/ink/ink2743.xml" ContentType="application/inkml+xml"/>
  <Override PartName="/ppt/ink/ink2744.xml" ContentType="application/inkml+xml"/>
  <Override PartName="/ppt/ink/ink2745.xml" ContentType="application/inkml+xml"/>
  <Override PartName="/ppt/ink/ink2746.xml" ContentType="application/inkml+xml"/>
  <Override PartName="/ppt/ink/ink2747.xml" ContentType="application/inkml+xml"/>
  <Override PartName="/ppt/ink/ink2748.xml" ContentType="application/inkml+xml"/>
  <Override PartName="/ppt/ink/ink2749.xml" ContentType="application/inkml+xml"/>
  <Override PartName="/ppt/ink/ink2750.xml" ContentType="application/inkml+xml"/>
  <Override PartName="/ppt/ink/ink2751.xml" ContentType="application/inkml+xml"/>
  <Override PartName="/ppt/ink/ink2752.xml" ContentType="application/inkml+xml"/>
  <Override PartName="/ppt/ink/ink2753.xml" ContentType="application/inkml+xml"/>
  <Override PartName="/ppt/ink/ink2754.xml" ContentType="application/inkml+xml"/>
  <Override PartName="/ppt/ink/ink2755.xml" ContentType="application/inkml+xml"/>
  <Override PartName="/ppt/ink/ink2756.xml" ContentType="application/inkml+xml"/>
  <Override PartName="/ppt/ink/ink2757.xml" ContentType="application/inkml+xml"/>
  <Override PartName="/ppt/ink/ink2758.xml" ContentType="application/inkml+xml"/>
  <Override PartName="/ppt/ink/ink2759.xml" ContentType="application/inkml+xml"/>
  <Override PartName="/ppt/ink/ink2760.xml" ContentType="application/inkml+xml"/>
  <Override PartName="/ppt/ink/ink2761.xml" ContentType="application/inkml+xml"/>
  <Override PartName="/ppt/ink/ink2762.xml" ContentType="application/inkml+xml"/>
  <Override PartName="/ppt/ink/ink2763.xml" ContentType="application/inkml+xml"/>
  <Override PartName="/ppt/ink/ink2764.xml" ContentType="application/inkml+xml"/>
  <Override PartName="/ppt/ink/ink2765.xml" ContentType="application/inkml+xml"/>
  <Override PartName="/ppt/ink/ink2766.xml" ContentType="application/inkml+xml"/>
  <Override PartName="/ppt/ink/ink2767.xml" ContentType="application/inkml+xml"/>
  <Override PartName="/ppt/ink/ink2768.xml" ContentType="application/inkml+xml"/>
  <Override PartName="/ppt/ink/ink2769.xml" ContentType="application/inkml+xml"/>
  <Override PartName="/ppt/ink/ink2770.xml" ContentType="application/inkml+xml"/>
  <Override PartName="/ppt/ink/ink2771.xml" ContentType="application/inkml+xml"/>
  <Override PartName="/ppt/ink/ink2772.xml" ContentType="application/inkml+xml"/>
  <Override PartName="/ppt/ink/ink2773.xml" ContentType="application/inkml+xml"/>
  <Override PartName="/ppt/ink/ink2774.xml" ContentType="application/inkml+xml"/>
  <Override PartName="/ppt/ink/ink2775.xml" ContentType="application/inkml+xml"/>
  <Override PartName="/ppt/ink/ink2776.xml" ContentType="application/inkml+xml"/>
  <Override PartName="/ppt/ink/ink2777.xml" ContentType="application/inkml+xml"/>
  <Override PartName="/ppt/ink/ink2778.xml" ContentType="application/inkml+xml"/>
  <Override PartName="/ppt/ink/ink2779.xml" ContentType="application/inkml+xml"/>
  <Override PartName="/ppt/ink/ink2780.xml" ContentType="application/inkml+xml"/>
  <Override PartName="/ppt/ink/ink2781.xml" ContentType="application/inkml+xml"/>
  <Override PartName="/ppt/ink/ink2782.xml" ContentType="application/inkml+xml"/>
  <Override PartName="/ppt/ink/ink2783.xml" ContentType="application/inkml+xml"/>
  <Override PartName="/ppt/ink/ink2784.xml" ContentType="application/inkml+xml"/>
  <Override PartName="/ppt/ink/ink2785.xml" ContentType="application/inkml+xml"/>
  <Override PartName="/ppt/ink/ink2786.xml" ContentType="application/inkml+xml"/>
  <Override PartName="/ppt/ink/ink2787.xml" ContentType="application/inkml+xml"/>
  <Override PartName="/ppt/ink/ink2788.xml" ContentType="application/inkml+xml"/>
  <Override PartName="/ppt/ink/ink2789.xml" ContentType="application/inkml+xml"/>
  <Override PartName="/ppt/ink/ink2790.xml" ContentType="application/inkml+xml"/>
  <Override PartName="/ppt/ink/ink2791.xml" ContentType="application/inkml+xml"/>
  <Override PartName="/ppt/ink/ink2792.xml" ContentType="application/inkml+xml"/>
  <Override PartName="/ppt/ink/ink2793.xml" ContentType="application/inkml+xml"/>
  <Override PartName="/ppt/ink/ink2794.xml" ContentType="application/inkml+xml"/>
  <Override PartName="/ppt/ink/ink2795.xml" ContentType="application/inkml+xml"/>
  <Override PartName="/ppt/ink/ink2796.xml" ContentType="application/inkml+xml"/>
  <Override PartName="/ppt/ink/ink2797.xml" ContentType="application/inkml+xml"/>
  <Override PartName="/ppt/ink/ink2798.xml" ContentType="application/inkml+xml"/>
  <Override PartName="/ppt/ink/ink2799.xml" ContentType="application/inkml+xml"/>
  <Override PartName="/ppt/ink/ink2800.xml" ContentType="application/inkml+xml"/>
  <Override PartName="/ppt/ink/ink2801.xml" ContentType="application/inkml+xml"/>
  <Override PartName="/ppt/ink/ink2802.xml" ContentType="application/inkml+xml"/>
  <Override PartName="/ppt/ink/ink2803.xml" ContentType="application/inkml+xml"/>
  <Override PartName="/ppt/ink/ink2804.xml" ContentType="application/inkml+xml"/>
  <Override PartName="/ppt/ink/ink2805.xml" ContentType="application/inkml+xml"/>
  <Override PartName="/ppt/ink/ink2806.xml" ContentType="application/inkml+xml"/>
  <Override PartName="/ppt/ink/ink2807.xml" ContentType="application/inkml+xml"/>
  <Override PartName="/ppt/ink/ink2808.xml" ContentType="application/inkml+xml"/>
  <Override PartName="/ppt/ink/ink2809.xml" ContentType="application/inkml+xml"/>
  <Override PartName="/ppt/ink/ink2810.xml" ContentType="application/inkml+xml"/>
  <Override PartName="/ppt/ink/ink2811.xml" ContentType="application/inkml+xml"/>
  <Override PartName="/ppt/ink/ink2812.xml" ContentType="application/inkml+xml"/>
  <Override PartName="/ppt/ink/ink2813.xml" ContentType="application/inkml+xml"/>
  <Override PartName="/ppt/ink/ink2814.xml" ContentType="application/inkml+xml"/>
  <Override PartName="/ppt/ink/ink2815.xml" ContentType="application/inkml+xml"/>
  <Override PartName="/ppt/ink/ink2816.xml" ContentType="application/inkml+xml"/>
  <Override PartName="/ppt/ink/ink2817.xml" ContentType="application/inkml+xml"/>
  <Override PartName="/ppt/ink/ink2818.xml" ContentType="application/inkml+xml"/>
  <Override PartName="/ppt/ink/ink2819.xml" ContentType="application/inkml+xml"/>
  <Override PartName="/ppt/ink/ink2820.xml" ContentType="application/inkml+xml"/>
  <Override PartName="/ppt/ink/ink2821.xml" ContentType="application/inkml+xml"/>
  <Override PartName="/ppt/ink/ink2822.xml" ContentType="application/inkml+xml"/>
  <Override PartName="/ppt/ink/ink2823.xml" ContentType="application/inkml+xml"/>
  <Override PartName="/ppt/ink/ink2824.xml" ContentType="application/inkml+xml"/>
  <Override PartName="/ppt/ink/ink2825.xml" ContentType="application/inkml+xml"/>
  <Override PartName="/ppt/ink/ink2826.xml" ContentType="application/inkml+xml"/>
  <Override PartName="/ppt/ink/ink2827.xml" ContentType="application/inkml+xml"/>
  <Override PartName="/ppt/ink/ink2828.xml" ContentType="application/inkml+xml"/>
  <Override PartName="/ppt/ink/ink2829.xml" ContentType="application/inkml+xml"/>
  <Override PartName="/ppt/ink/ink2830.xml" ContentType="application/inkml+xml"/>
  <Override PartName="/ppt/ink/ink2831.xml" ContentType="application/inkml+xml"/>
  <Override PartName="/ppt/ink/ink2832.xml" ContentType="application/inkml+xml"/>
  <Override PartName="/ppt/ink/ink2833.xml" ContentType="application/inkml+xml"/>
  <Override PartName="/ppt/ink/ink2834.xml" ContentType="application/inkml+xml"/>
  <Override PartName="/ppt/ink/ink2835.xml" ContentType="application/inkml+xml"/>
  <Override PartName="/ppt/ink/ink2836.xml" ContentType="application/inkml+xml"/>
  <Override PartName="/ppt/ink/ink2837.xml" ContentType="application/inkml+xml"/>
  <Override PartName="/ppt/ink/ink2838.xml" ContentType="application/inkml+xml"/>
  <Override PartName="/ppt/ink/ink2839.xml" ContentType="application/inkml+xml"/>
  <Override PartName="/ppt/ink/ink2840.xml" ContentType="application/inkml+xml"/>
  <Override PartName="/ppt/ink/ink2841.xml" ContentType="application/inkml+xml"/>
  <Override PartName="/ppt/ink/ink2842.xml" ContentType="application/inkml+xml"/>
  <Override PartName="/ppt/ink/ink2843.xml" ContentType="application/inkml+xml"/>
  <Override PartName="/ppt/ink/ink2844.xml" ContentType="application/inkml+xml"/>
  <Override PartName="/ppt/ink/ink2845.xml" ContentType="application/inkml+xml"/>
  <Override PartName="/ppt/ink/ink2846.xml" ContentType="application/inkml+xml"/>
  <Override PartName="/ppt/ink/ink2847.xml" ContentType="application/inkml+xml"/>
  <Override PartName="/ppt/ink/ink2848.xml" ContentType="application/inkml+xml"/>
  <Override PartName="/ppt/ink/ink2849.xml" ContentType="application/inkml+xml"/>
  <Override PartName="/ppt/ink/ink2850.xml" ContentType="application/inkml+xml"/>
  <Override PartName="/ppt/ink/ink2851.xml" ContentType="application/inkml+xml"/>
  <Override PartName="/ppt/ink/ink2852.xml" ContentType="application/inkml+xml"/>
  <Override PartName="/ppt/ink/ink2853.xml" ContentType="application/inkml+xml"/>
  <Override PartName="/ppt/ink/ink2854.xml" ContentType="application/inkml+xml"/>
  <Override PartName="/ppt/ink/ink2855.xml" ContentType="application/inkml+xml"/>
  <Override PartName="/ppt/ink/ink2856.xml" ContentType="application/inkml+xml"/>
  <Override PartName="/ppt/ink/ink2857.xml" ContentType="application/inkml+xml"/>
  <Override PartName="/ppt/ink/ink2858.xml" ContentType="application/inkml+xml"/>
  <Override PartName="/ppt/ink/ink2859.xml" ContentType="application/inkml+xml"/>
  <Override PartName="/ppt/ink/ink2860.xml" ContentType="application/inkml+xml"/>
  <Override PartName="/ppt/ink/ink2861.xml" ContentType="application/inkml+xml"/>
  <Override PartName="/ppt/ink/ink2862.xml" ContentType="application/inkml+xml"/>
  <Override PartName="/ppt/ink/ink2863.xml" ContentType="application/inkml+xml"/>
  <Override PartName="/ppt/ink/ink2864.xml" ContentType="application/inkml+xml"/>
  <Override PartName="/ppt/ink/ink2865.xml" ContentType="application/inkml+xml"/>
  <Override PartName="/ppt/ink/ink2866.xml" ContentType="application/inkml+xml"/>
  <Override PartName="/ppt/ink/ink2867.xml" ContentType="application/inkml+xml"/>
  <Override PartName="/ppt/ink/ink2868.xml" ContentType="application/inkml+xml"/>
  <Override PartName="/ppt/ink/ink2869.xml" ContentType="application/inkml+xml"/>
  <Override PartName="/ppt/ink/ink2870.xml" ContentType="application/inkml+xml"/>
  <Override PartName="/ppt/ink/ink2871.xml" ContentType="application/inkml+xml"/>
  <Override PartName="/ppt/ink/ink2872.xml" ContentType="application/inkml+xml"/>
  <Override PartName="/ppt/ink/ink2873.xml" ContentType="application/inkml+xml"/>
  <Override PartName="/ppt/ink/ink2874.xml" ContentType="application/inkml+xml"/>
  <Override PartName="/ppt/ink/ink2875.xml" ContentType="application/inkml+xml"/>
  <Override PartName="/ppt/ink/ink2876.xml" ContentType="application/inkml+xml"/>
  <Override PartName="/ppt/ink/ink2877.xml" ContentType="application/inkml+xml"/>
  <Override PartName="/ppt/ink/ink2878.xml" ContentType="application/inkml+xml"/>
  <Override PartName="/ppt/ink/ink2879.xml" ContentType="application/inkml+xml"/>
  <Override PartName="/ppt/ink/ink2880.xml" ContentType="application/inkml+xml"/>
  <Override PartName="/ppt/ink/ink2881.xml" ContentType="application/inkml+xml"/>
  <Override PartName="/ppt/ink/ink2882.xml" ContentType="application/inkml+xml"/>
  <Override PartName="/ppt/ink/ink2883.xml" ContentType="application/inkml+xml"/>
  <Override PartName="/ppt/ink/ink2884.xml" ContentType="application/inkml+xml"/>
  <Override PartName="/ppt/ink/ink2885.xml" ContentType="application/inkml+xml"/>
  <Override PartName="/ppt/ink/ink2886.xml" ContentType="application/inkml+xml"/>
  <Override PartName="/ppt/ink/ink2887.xml" ContentType="application/inkml+xml"/>
  <Override PartName="/ppt/ink/ink2888.xml" ContentType="application/inkml+xml"/>
  <Override PartName="/ppt/ink/ink2889.xml" ContentType="application/inkml+xml"/>
  <Override PartName="/ppt/ink/ink2890.xml" ContentType="application/inkml+xml"/>
  <Override PartName="/ppt/ink/ink2891.xml" ContentType="application/inkml+xml"/>
  <Override PartName="/ppt/ink/ink2892.xml" ContentType="application/inkml+xml"/>
  <Override PartName="/ppt/ink/ink2893.xml" ContentType="application/inkml+xml"/>
  <Override PartName="/ppt/ink/ink2894.xml" ContentType="application/inkml+xml"/>
  <Override PartName="/ppt/ink/ink2895.xml" ContentType="application/inkml+xml"/>
  <Override PartName="/ppt/ink/ink2896.xml" ContentType="application/inkml+xml"/>
  <Override PartName="/ppt/ink/ink2897.xml" ContentType="application/inkml+xml"/>
  <Override PartName="/ppt/ink/ink2898.xml" ContentType="application/inkml+xml"/>
  <Override PartName="/ppt/ink/ink2899.xml" ContentType="application/inkml+xml"/>
  <Override PartName="/ppt/ink/ink2900.xml" ContentType="application/inkml+xml"/>
  <Override PartName="/ppt/ink/ink2901.xml" ContentType="application/inkml+xml"/>
  <Override PartName="/ppt/ink/ink2902.xml" ContentType="application/inkml+xml"/>
  <Override PartName="/ppt/ink/ink2903.xml" ContentType="application/inkml+xml"/>
  <Override PartName="/ppt/ink/ink290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794" r:id="rId2"/>
    <p:sldId id="340" r:id="rId3"/>
    <p:sldId id="802" r:id="rId4"/>
    <p:sldId id="834" r:id="rId5"/>
    <p:sldId id="835" r:id="rId6"/>
    <p:sldId id="359" r:id="rId7"/>
    <p:sldId id="366" r:id="rId8"/>
    <p:sldId id="362" r:id="rId9"/>
    <p:sldId id="367" r:id="rId10"/>
    <p:sldId id="377" r:id="rId11"/>
    <p:sldId id="378" r:id="rId12"/>
    <p:sldId id="797" r:id="rId13"/>
    <p:sldId id="795" r:id="rId14"/>
    <p:sldId id="796" r:id="rId15"/>
    <p:sldId id="799" r:id="rId16"/>
    <p:sldId id="808" r:id="rId17"/>
    <p:sldId id="806" r:id="rId18"/>
    <p:sldId id="798" r:id="rId19"/>
    <p:sldId id="805" r:id="rId20"/>
    <p:sldId id="832" r:id="rId21"/>
    <p:sldId id="803" r:id="rId22"/>
    <p:sldId id="804" r:id="rId23"/>
    <p:sldId id="814" r:id="rId24"/>
    <p:sldId id="828" r:id="rId25"/>
    <p:sldId id="831" r:id="rId26"/>
    <p:sldId id="829" r:id="rId27"/>
    <p:sldId id="830" r:id="rId28"/>
    <p:sldId id="815" r:id="rId29"/>
    <p:sldId id="816" r:id="rId30"/>
    <p:sldId id="817" r:id="rId31"/>
    <p:sldId id="819" r:id="rId32"/>
    <p:sldId id="833" r:id="rId33"/>
    <p:sldId id="820" r:id="rId34"/>
    <p:sldId id="826" r:id="rId35"/>
    <p:sldId id="827" r:id="rId36"/>
    <p:sldId id="810" r:id="rId37"/>
    <p:sldId id="823" r:id="rId38"/>
    <p:sldId id="824" r:id="rId39"/>
    <p:sldId id="825" r:id="rId40"/>
    <p:sldId id="801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sser Khan" initials="Y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1B1E"/>
    <a:srgbClr val="8C1515"/>
    <a:srgbClr val="AFEBFF"/>
    <a:srgbClr val="FFAAAA"/>
    <a:srgbClr val="E3B7F1"/>
    <a:srgbClr val="C6D4FF"/>
    <a:srgbClr val="C5FFC5"/>
    <a:srgbClr val="05274E"/>
    <a:srgbClr val="B0C3FF"/>
    <a:srgbClr val="FFFF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64" autoAdjust="0"/>
    <p:restoredTop sz="95213" autoAdjust="0"/>
  </p:normalViewPr>
  <p:slideViewPr>
    <p:cSldViewPr snapToGrid="0">
      <p:cViewPr varScale="1">
        <p:scale>
          <a:sx n="132" d="100"/>
          <a:sy n="132" d="100"/>
        </p:scale>
        <p:origin x="202" y="10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2856"/>
    </p:cViewPr>
  </p:sorterViewPr>
  <p:notesViewPr>
    <p:cSldViewPr snapToGrid="0">
      <p:cViewPr varScale="1">
        <p:scale>
          <a:sx n="65" d="100"/>
          <a:sy n="65" d="100"/>
        </p:scale>
        <p:origin x="2578" y="5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9E6E90-D057-4D0D-B992-091951C9891F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CD6554-DBE6-4CB7-8C9A-72353E7B6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987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6.5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12443 0 0,'0'0'957'0'0,"20"14"-799"0"0,1 9 626 0 0,0 1 0 0 0,-2 1 1 0 0,24 40-1 0 0,40 89 1046 0 0,-59-108-1480 0 0,11 22 180 0 0,-4-5-199 0 0,3-1 1 0 0,70 96 0 0 0,-64-108-1417 0 0,-22-27-90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6.7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70 78 4145 0 0,'-21'-31'1359'0'0,"18"26"-449"0"0,0-1 0 0 0,-1 1 0 0 0,1 0 0 0 0,-1 1 1 0 0,0-1-1 0 0,0 1 0 0 0,-8-6 0 0 0,12 9-863 0 0,0 1-1 0 0,0 0 1 0 0,0 0-1 0 0,-1 0 1 0 0,1 0 0 0 0,0-1-1 0 0,0 1 1 0 0,-1 0-1 0 0,1 0 1 0 0,0 0-1 0 0,0 0 1 0 0,-1 0-1 0 0,1 0 1 0 0,0 0-1 0 0,0 0 1 0 0,-1 0-1 0 0,1 0 1 0 0,0 0-1 0 0,-1 0 1 0 0,1 0-1 0 0,0 0 1 0 0,0 0-1 0 0,-1 0 1 0 0,1 0 0 0 0,0 0-1 0 0,-1 0 1 0 0,1 0-1 0 0,0 0 1 0 0,0 0-1 0 0,-1 0 1 0 0,1 0-1 0 0,0 1 1 0 0,0-1-1 0 0,-1 0 1 0 0,1 0-1 0 0,-3 12 1094 0 0,6 16 77 0 0,10 37-823 0 0,4-1 1 0 0,2 0-1 0 0,2-2 1 0 0,52 104-1 0 0,-43-112-2536 0 0,1-2-1 0 0,71 90 0 0 0,-88-125-2568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7.0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16 393 7978 0 0,'-16'-8'830'0'0,"25"16"888"0"0,13 11-305 0 0,-4 1-1031 0 0,2-1 0 0 0,0-1 1 0 0,1 0-1 0 0,1-2 1 0 0,0 0-1 0 0,29 14 1 0 0,-34-21-306 0 0,1-1 0 0 0,-1-1 0 0 0,1 0 0 0 0,0-2 0 0 0,1 0 0 0 0,-1-1 0 0 0,1 0 0 0 0,0-2 0 0 0,31 1 0 0 0,-45-3 38 0 0,-1 0 1 0 0,0-1-1 0 0,1 1 1 0 0,-1-1-1 0 0,1 0 0 0 0,-1 0 1 0 0,0 0-1 0 0,0-1 1 0 0,0 1-1 0 0,1-1 1 0 0,6-4-1 0 0,-9 4-7 0 0,-1 1 0 0 0,1-1 0 0 0,-1 0 0 0 0,1 0 0 0 0,-1 1 0 0 0,1-1 0 0 0,-1 0-1 0 0,0 0 1 0 0,0 0 0 0 0,0-1 0 0 0,0 1 0 0 0,-1 0 0 0 0,1 0 0 0 0,0 0 0 0 0,-1-1 0 0 0,0 1 0 0 0,1 0 0 0 0,-1-1 0 0 0,0 1 0 0 0,0 0 0 0 0,0-1 0 0 0,-1 1 0 0 0,0-4-1 0 0,-7-31 763 0 0,-2 1-1 0 0,-1 0 0 0 0,-30-64 0 0 0,8 23-694 0 0,18 39-682 0 0,-26-71 1333 0 0,18 34-7610 0 0,18 51-330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8.3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144 182 456 0 0,'0'-6'363'0'0,"0"0"1"0"0,0-1-1 0 0,-1 1 1 0 0,0 0-1 0 0,0 0 0 0 0,-1 0 1 0 0,0-1-1 0 0,0 2 1 0 0,0-1-1 0 0,-1 0 0 0 0,-4-8 1 0 0,-5-15 2054 0 0,9 22-1493 0 0,0-1 0 0 0,-1 0 0 0 0,0 1 0 0 0,0 0 0 0 0,0 0 0 0 0,-7-8 0 0 0,10 14-747 0 0,0 0 0 0 0,0 0 0 0 0,0 0 0 0 0,0 0 0 0 0,0 0 0 0 0,0 0 0 0 0,-1 0 0 0 0,1 0 0 0 0,0 1 0 0 0,0-1 0 0 0,0 1 0 0 0,-1-1 0 0 0,1 1 0 0 0,0-1 0 0 0,-1 1 0 0 0,1 0 0 0 0,-1-1 0 0 0,-1 1 0 0 0,1 0-91 0 0,1 1 0 0 0,-1-1 1 0 0,1 1-1 0 0,-1 0 0 0 0,1-1 0 0 0,0 1 0 0 0,-1 0 1 0 0,1 0-1 0 0,0 0 0 0 0,-1 0 0 0 0,1 0 0 0 0,0 0 0 0 0,0 0 1 0 0,0 1-1 0 0,0-1 0 0 0,0 0 0 0 0,0 1 0 0 0,1-1 0 0 0,-1 0 1 0 0,-1 3-1 0 0,-3 8 4 0 0,0-1 1 0 0,1 1-1 0 0,1 0 1 0 0,0 0-1 0 0,1 0 1 0 0,0 1-1 0 0,0-1 1 0 0,1 0-1 0 0,1 1 1 0 0,1 15-1 0 0,3 7-98 0 0,1 0 0 0 0,12 48 0 0 0,-8-52 15 0 0,1 1 0 0 0,1-1 0 0 0,2-1 1 0 0,31 55-1 0 0,-38-74-47 0 0,1 0 0 0 0,1 0 0 0 0,0-1-1 0 0,0 0 1 0 0,1 0 0 0 0,1-1 0 0 0,-1 0 0 0 0,1-1 0 0 0,1 0 0 0 0,0-1 0 0 0,0 0 0 0 0,0 0 0 0 0,1-1 0 0 0,0-1 0 0 0,16 6 0 0 0,-21-9-32 0 0,0 0 0 0 0,0-1-1 0 0,0 0 1 0 0,0 0 0 0 0,0-1 0 0 0,0 0 0 0 0,0 0-1 0 0,0-1 1 0 0,0 0 0 0 0,0 0 0 0 0,0 0-1 0 0,0-1 1 0 0,0 0 0 0 0,0 0 0 0 0,-1-1-1 0 0,1 0 1 0 0,-1 0 0 0 0,0-1 0 0 0,0 1-1 0 0,0-1 1 0 0,0-1 0 0 0,8-8 0 0 0,-7 6 112 0 0,-1 0-1 0 0,0-1 1 0 0,-1 0 0 0 0,0 0 0 0 0,0 0 0 0 0,0-1 0 0 0,-1 0-1 0 0,-1 0 1 0 0,1 0 0 0 0,-2 0 0 0 0,1 0 0 0 0,-1-1 0 0 0,0 1-1 0 0,-1-1 1 0 0,0 1 0 0 0,-1-14 0 0 0,-2-1 213 0 0,0-1 0 0 0,-2 0 0 0 0,-1 1 0 0 0,-1 0 0 0 0,-1 0 0 0 0,-1 0 0 0 0,-1 1 0 0 0,-1 0 0 0 0,-1 1 0 0 0,0 0 0 0 0,-2 1 0 0 0,-1 0 0 0 0,-1 1 0 0 0,0 1-1 0 0,-24-24 1 0 0,31 36-230 0 0,0 0-1 0 0,-1 1 0 0 0,0 0 0 0 0,1 0 1 0 0,-2 0-1 0 0,-16-6 0 0 0,22 10-105 0 0,0 1 0 0 0,0-1 0 0 0,0 1 0 0 0,0 0 1 0 0,0 0-1 0 0,0 1 0 0 0,0-1 0 0 0,-1 1 0 0 0,1 0 0 0 0,0 0 0 0 0,0 1 0 0 0,0-1 1 0 0,0 1-1 0 0,0 0 0 0 0,0 0 0 0 0,0 0 0 0 0,0 0 0 0 0,0 1 0 0 0,-7 3 0 0 0,1 4-1863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8.8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26 223 3681 0 0,'-1'-2'-581'0'0,"-18"-18"8221"0"0,14 33-4258 0 0,5-3-2971 0 0,0-1 1 0 0,1 1 0 0 0,-1 0-1 0 0,2 0 1 0 0,-1-1 0 0 0,2 1-1 0 0,-1-1 1 0 0,1 1 0 0 0,1-1-1 0 0,4 10 1 0 0,0-3-308 0 0,0-1 1 0 0,1 0-1 0 0,1 0 1 0 0,21 25-1 0 0,-26-34-56 0 0,1-1-1 0 0,0 1 1 0 0,0-1 0 0 0,0-1 0 0 0,1 1-1 0 0,0-1 1 0 0,0 0 0 0 0,14 6-1 0 0,-19-9-42 0 0,0-1-1 0 0,0 1 0 0 0,0 0 0 0 0,0-1 0 0 0,0 1 1 0 0,1-1-1 0 0,-1 0 0 0 0,0 0 0 0 0,0 0 1 0 0,0 0-1 0 0,1 0 0 0 0,-1 0 0 0 0,0-1 1 0 0,0 1-1 0 0,0-1 0 0 0,1 1 0 0 0,-1-1 0 0 0,0 0 1 0 0,0 0-1 0 0,0 0 0 0 0,0 0 0 0 0,0 0 1 0 0,-1-1-1 0 0,1 1 0 0 0,0 0 0 0 0,-1-1 1 0 0,1 1-1 0 0,0-1 0 0 0,-1 0 0 0 0,0 0 0 0 0,1 1 1 0 0,-1-1-1 0 0,0 0 0 0 0,0 0 0 0 0,1-3 1 0 0,5-11-34 0 0,-1-1 0 0 0,0 0 1 0 0,-1 0-1 0 0,-1-1 0 0 0,-1 1 1 0 0,0-1-1 0 0,-1 0 0 0 0,-1 0 1 0 0,-1-18-1 0 0,-5-20 456 0 0,-16-84 0 0 0,10 78 841 0 0,40 130-196 0 0,-16-34-1037 0 0,1-1 1 0 0,2 0-1 0 0,1-1 1 0 0,2 0 0 0 0,1-2-1 0 0,2 0 1 0 0,30 33-1 0 0,-29-40-878 0 0,0-1 0 0 0,39 29 0 0 0,-42-37-481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9.0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72 71 7834 0 0,'-21'-47'1425'0'0,"3"27"1430"0"0,17 19-2676 0 0,1 1 0 0 0,-1 0 0 0 0,0-1 0 0 0,0 1 0 0 0,1 0 1 0 0,-1-1-1 0 0,0 1 0 0 0,0 0 0 0 0,0 0 0 0 0,0 0 0 0 0,1 0 0 0 0,-1 0 1 0 0,0 0-1 0 0,0 0 0 0 0,0 0 0 0 0,0 0 0 0 0,1 0 0 0 0,-1 0 1 0 0,0 0-1 0 0,0 1 0 0 0,0-1 0 0 0,1 0 0 0 0,-1 0 0 0 0,0 1 0 0 0,-1 0 1 0 0,1 0-16 0 0,0 0 1 0 0,1 0-1 0 0,-1 0 1 0 0,0 0-1 0 0,0 0 1 0 0,0 0-1 0 0,1 0 1 0 0,-1 0-1 0 0,0 1 1 0 0,1-1 0 0 0,-1 0-1 0 0,1 0 1 0 0,-1 1-1 0 0,1-1 1 0 0,0 0-1 0 0,0 1 1 0 0,0-1-1 0 0,-1 0 1 0 0,1 1-1 0 0,0-1 1 0 0,1 2-1 0 0,4 33 300 0 0,-4-28-156 0 0,13 54-88 0 0,2 0-1 0 0,3-1 1 0 0,3-1-1 0 0,2 0 1 0 0,3-2-1 0 0,3-1 1 0 0,37 54 0 0 0,-36-67-245 0 0,2-1 1 0 0,50 50 0 0 0,29 13-3116 0 0,-97-94 1485 0 0,-3-3-298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9.2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110 122 1376 0 0,'-19'1'492'0'0,"9"-2"1536"0"0,-1 1 0 0 0,1-1 1 0 0,0-1-1 0 0,-12-3 1 0 0,1-4-956 0 0,20 9-1004 0 0,1 0 1 0 0,-1-1-1 0 0,1 1 1 0 0,-1-1-1 0 0,1 1 1 0 0,-1 0-1 0 0,1-1 0 0 0,0 1 1 0 0,-1-1-1 0 0,1 1 1 0 0,0-1-1 0 0,-1 1 1 0 0,1-1-1 0 0,0 0 1 0 0,0 1-1 0 0,0-1 1 0 0,-1 1-1 0 0,1-1 0 0 0,0 1 1 0 0,0-1-1 0 0,0 0 1 0 0,0 1-1 0 0,0-1 1 0 0,0 1-1 0 0,0-1 1 0 0,0 0-1 0 0,0 1 1 0 0,0-1-1 0 0,1 1 0 0 0,-1-1 1 0 0,0 1-1 0 0,0-1 1 0 0,1 0-1 0 0,-1 1 1 0 0,0-1-1 0 0,0 1 1 0 0,1-1-1 0 0,-1 1 1 0 0,1-1-1 0 0,-1 1 1 0 0,0 0-1 0 0,1-1 0 0 0,0 0 1 0 0,22-21 710 0 0,-20 19-747 0 0,31-23-709 0 0,-11 10-3393 0 0,-2 2-1185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9.4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0 12443 0 0,'9'6'544'0'0,"-5"-4"128"0"0,-1 1-544 0 0,-1-1-128 0 0,0-1 0 0 0,-4 2 872 0 0,0-1 152 0 0,-1 3 25 0 0,-1-1 7 0 0,0 0-520 0 0,-1-4-104 0 0,1-2-16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0.2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243 186 5065 0 0,'5'-21'735'0'0,"-1"0"0"0"0,0-1 0 0 0,-2 1 0 0 0,-1-1 0 0 0,-2-43 0 0 0,-3 53 1996 0 0,-2 11-897 0 0,-10 21-110 0 0,-10 40-791 0 0,-9 61 371 0 0,-25 153 0 0 0,36-156-853 0 0,-12 83 99 0 0,-14 299 0 0 0,51 207 167 0 0,35-151 69 0 0,-10-187-381 0 0,-12 65-70 0 0,20 232 131 0 0,53-88 199 0 0,18 156-175 0 0,-27-60 546 0 0,-58-503-839 0 0,21 237-48 0 0,-40-385-733 0 0,5 60 1057 0 0,0-28-8211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1.3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167 741 4609 0 0,'-100'5'-1703'0'0,"98"-5"1709"0"0,1 0 0 0 0,-1-1 0 0 0,0 1 0 0 0,1 0 0 0 0,-1 0 0 0 0,0-1 1 0 0,1 1-1 0 0,-1-1 0 0 0,1 1 0 0 0,-1-1 0 0 0,1 0 0 0 0,-1 1 0 0 0,1-1 0 0 0,-1 0 0 0 0,1 0 0 0 0,0 0 0 0 0,-1 0 0 0 0,1-1 0 0 0,0 1 1 0 0,-1-1-1 0 0,-14-31 953 0 0,15 29-337 0 0,-1 0-1 0 0,1 0 0 0 0,-1 0 1 0 0,0 0-1 0 0,0 0 1 0 0,0 1-1 0 0,-5-6 1 0 0,19 8 3930 0 0,13-4-4361 0 0,-23 4 8 0 0,371-53 2786 0 0,188-28-1273 0 0,-225 28-947 0 0,608-59 372 0 0,-476 61-727 0 0,764-49 223 0 0,-883 92-633 0 0,-170 6 0 0 0,362-1 64 0 0,585-36 2 0 0,-980 33-56 0 0,427-22 156 0 0,615-16 140 0 0,-958 44-258 0 0,935-16 38 0 0,-77-27 384 0 0,-617 49-281 0 0,-270 14-6934 0 0,-166-14-222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2.6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 1 6449 0 0,'0'0'110'0'0,"0"0"-1"0"0,-1 0 0 0 0,1 0 1 0 0,0 0-1 0 0,-1 0 0 0 0,1 1 0 0 0,0-1 1 0 0,-1 0-1 0 0,1 0 0 0 0,0 1 0 0 0,-1-1 1 0 0,1 0-1 0 0,0 0 0 0 0,0 1 1 0 0,-1-1-1 0 0,1 0 0 0 0,0 1 0 0 0,0-1 1 0 0,0 0-1 0 0,-1 1 0 0 0,1-1 1 0 0,0 0-1 0 0,0 1 0 0 0,0-1 0 0 0,0 1 1 0 0,0-1-1 0 0,0 0 0 0 0,0 1 1 0 0,0-1-1 0 0,0 1 0 0 0,0-1 0 0 0,0 0 1 0 0,0 1-1 0 0,0-1 0 0 0,0 1 0 0 0,0-1 1 0 0,0 1-1 0 0,-2 20 1053 0 0,-2 300 4079 0 0,5-84-4212 0 0,9-79-4300 0 0,-9-129-2146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2.9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1 10594 0 0,'-1'1'34'0'0,"1"-1"-1"0"0,-1 1 0 0 0,1 0 0 0 0,-1 0 1 0 0,1 0-1 0 0,0-1 0 0 0,-1 1 1 0 0,1 0-1 0 0,0 0 0 0 0,0 0 0 0 0,-1 0 1 0 0,1 0-1 0 0,0 0 0 0 0,0 0 1 0 0,0 0-1 0 0,0-1 0 0 0,0 1 0 0 0,0 0 1 0 0,1 0-1 0 0,-1 2 0 0 0,3 30 1745 0 0,-2-24-1338 0 0,3 119 1100 0 0,3 33-441 0 0,-4-140-1970 0 0,0 1 0 0 0,2-1 0 0 0,0 0 0 0 0,1 0 0 0 0,12 26 0 0 0,-10-31-3828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3.2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8 274 10594 0 0,'-7'-6'579'0'0,"12"24"1140"0"0,1-3-1574 0 0,1-1-1 0 0,0 1 0 0 0,0-2 1 0 0,2 1-1 0 0,0-1 1 0 0,0 0-1 0 0,1-1 0 0 0,1 0 1 0 0,0 0-1 0 0,1-1 1 0 0,0-1-1 0 0,0 0 1 0 0,1-1-1 0 0,0 0 0 0 0,1-1 1 0 0,15 7-1 0 0,2 0 415 0 0,0-1-1 0 0,36 11 1 0 0,-56-22-379 0 0,0 1-1 0 0,1-2 1 0 0,-1 0 0 0 0,1 0 0 0 0,-1-1-1 0 0,1 0 1 0 0,0-1 0 0 0,-1-1-1 0 0,22-3 1 0 0,-30 3-104 0 0,1 0 1 0 0,0-1-1 0 0,-1 1 0 0 0,0-1 0 0 0,1 0 1 0 0,-1 0-1 0 0,0 0 0 0 0,0-1 0 0 0,0 1 1 0 0,0-1-1 0 0,-1 0 0 0 0,1 0 1 0 0,-1 1-1 0 0,0-2 0 0 0,1 1 0 0 0,-1 0 1 0 0,0 0-1 0 0,-1-1 0 0 0,1 1 0 0 0,-1-1 1 0 0,0 1-1 0 0,1-1 0 0 0,-2 0 0 0 0,2-4 1 0 0,1-11 341 0 0,0-1 1 0 0,-1 1-1 0 0,-2-29 0 0 0,0 38-269 0 0,-6-130 315 0 0,2 78-722 0 0,5-87 0 0 0,1 134-1464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3.9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201 126 2761 0 0,'-19'-33'495'0'0,"14"25"608"0"0,0 0 0 0 0,-1 1 0 0 0,0-1-1 0 0,-14-11 1 0 0,19 17-943 0 0,-1 1 0 0 0,1-1 0 0 0,-1 1 0 0 0,1 0 0 0 0,-1-1 0 0 0,0 1 0 0 0,0 0 0 0 0,0 0 0 0 0,0 0 0 0 0,0 0 0 0 0,0 0 0 0 0,0 1 0 0 0,0-1 0 0 0,0 1 0 0 0,0-1 0 0 0,0 1 0 0 0,0 0 0 0 0,0 0 0 0 0,0 0 0 0 0,-1 0 0 0 0,1 0-1 0 0,0 0 1 0 0,0 0 0 0 0,0 1 0 0 0,0-1 0 0 0,0 1 0 0 0,0 0 0 0 0,0-1 0 0 0,0 1 0 0 0,0 0 0 0 0,0 0 0 0 0,0 0 0 0 0,0 1 0 0 0,1-1 0 0 0,-1 0 0 0 0,0 1 0 0 0,1-1 0 0 0,-1 1 0 0 0,1-1 0 0 0,0 1 0 0 0,-1 0 0 0 0,1-1 0 0 0,0 1 0 0 0,-2 3 0 0 0,-5 10 54 0 0,0 1 1 0 0,1-1-1 0 0,0 1 1 0 0,1 1-1 0 0,1-1 1 0 0,1 1-1 0 0,0 0 1 0 0,1 0-1 0 0,1 0 1 0 0,0 33-1 0 0,2-35-219 0 0,1 1 0 0 0,0-1-1 0 0,2 1 1 0 0,-1-1 0 0 0,2 1 0 0 0,0-1-1 0 0,1-1 1 0 0,0 1 0 0 0,1-1 0 0 0,1 1-1 0 0,0-2 1 0 0,12 17 0 0 0,-14-23-1 0 0,0-1 0 0 0,1 1 1 0 0,0-1-1 0 0,0 0 0 0 0,1-1 0 0 0,0 1 1 0 0,0-1-1 0 0,0-1 0 0 0,0 1 0 0 0,1-1 1 0 0,0 0-1 0 0,0-1 0 0 0,0 0 0 0 0,0 0 1 0 0,10 1-1 0 0,-11-2 16 0 0,0-2-1 0 0,1 1 1 0 0,-1-1 0 0 0,0 0 0 0 0,0-1-1 0 0,0 1 1 0 0,0-1 0 0 0,0-1 0 0 0,0 0-1 0 0,0 0 1 0 0,0 0 0 0 0,0 0 0 0 0,-1-1-1 0 0,1 0 1 0 0,-1-1 0 0 0,0 0 0 0 0,0 0-1 0 0,9-8 1 0 0,-6 4 63 0 0,0 0 0 0 0,0-1 0 0 0,-1 0-1 0 0,-1 0 1 0 0,0-1 0 0 0,0 0 0 0 0,-1-1 0 0 0,0 1-1 0 0,0-1 1 0 0,-2 0 0 0 0,1 0 0 0 0,-1-1 0 0 0,-1 1-1 0 0,0-1 1 0 0,-1 0 0 0 0,0 0 0 0 0,0 0-1 0 0,-1-16 1 0 0,-2 14 9 0 0,0 0 0 0 0,-1 1-1 0 0,0 0 1 0 0,-1-1 0 0 0,-1 1-1 0 0,0 0 1 0 0,0 0 0 0 0,-2 1-1 0 0,1-1 1 0 0,-2 1 0 0 0,1 0-1 0 0,-2 1 1 0 0,1 0 0 0 0,-2 0-1 0 0,0 0 1 0 0,-10-9 0 0 0,8 10-65 0 0,0 0 1 0 0,0 1 0 0 0,-1 0 0 0 0,-1 1 0 0 0,-21-11-1 0 0,28 16-237 0 0,-1 1-1 0 0,1 0 1 0 0,-1 0 0 0 0,0 0-1 0 0,0 1 1 0 0,-7-1-1 0 0,10 1-332 0 0,-1 1 0 0 0,1 0 0 0 0,0 1 0 0 0,-1-1 0 0 0,1 1 0 0 0,0 0 0 0 0,0 0 1 0 0,0 0-1 0 0,0 0 0 0 0,-7 4 0 0 0,-6 6-5315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4.3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4609 0 0,'1'1'141'0'0,"-1"-1"0"0"0,1 1 0 0 0,-1-1 1 0 0,1 1-1 0 0,-1-1 0 0 0,1 0 0 0 0,-1 1 0 0 0,0 0 0 0 0,1-1 1 0 0,-1 1-1 0 0,0-1 0 0 0,1 1 0 0 0,-1-1 0 0 0,0 1 0 0 0,0 0 1 0 0,1-1-1 0 0,-1 1 0 0 0,0 0 0 0 0,0-1 0 0 0,0 1 0 0 0,0-1 1 0 0,0 1-1 0 0,0 0 0 0 0,0-1 0 0 0,0 1 0 0 0,-1 1 0 0 0,0 23 1726 0 0,1-21-1374 0 0,-3 21 138 0 0,2 0 1 0 0,1 1 0 0 0,1-1 0 0 0,7 36 0 0 0,-6-50-453 0 0,1-1-1 0 0,0 1 1 0 0,1-1 0 0 0,0 0 0 0 0,0 0 0 0 0,1-1 0 0 0,0 1 0 0 0,1-1 0 0 0,0 0 0 0 0,1-1 0 0 0,0 1 0 0 0,0-1 0 0 0,9 7 0 0 0,-9-9-269 0 0,0 0 0 0 0,0 0 1 0 0,1-1-1 0 0,0 0 1 0 0,0 0-1 0 0,0-1 1 0 0,1 0-1 0 0,-1-1 1 0 0,13 4-1 0 0,-17-6 54 0 0,0-1-1 0 0,0 1 0 0 0,0-1 0 0 0,1 1 1 0 0,-1-1-1 0 0,0 0 0 0 0,0-1 0 0 0,1 1 1 0 0,-1-1-1 0 0,0 0 0 0 0,0 0 0 0 0,0 0 1 0 0,0-1-1 0 0,0 1 0 0 0,0-1 0 0 0,-1 0 1 0 0,1 0-1 0 0,0 0 0 0 0,-1-1 0 0 0,0 1 1 0 0,1-1-1 0 0,4-5 0 0 0,4-6 183 0 0,-1 0 1 0 0,0 0-1 0 0,-1-1 0 0 0,-1 0 0 0 0,9-20 0 0 0,31-85 789 0 0,-5 9 731 0 0,-44 110-1600 0 0,1 0 0 0 0,-1 0 0 0 0,0 0 0 0 0,1 0 0 0 0,-1 0 0 0 0,1 0 0 0 0,0 0 0 0 0,-1 0 0 0 0,1 0-1 0 0,0 1 1 0 0,0-1 0 0 0,-1 0 0 0 0,1 0 0 0 0,0 1 0 0 0,0-1 0 0 0,0 0 0 0 0,0 1 0 0 0,1-1 0 0 0,-1 1-30 0 0,-1 0-1 0 0,1 0 1 0 0,-1 0 0 0 0,1 0 0 0 0,0 0 0 0 0,-1 0-1 0 0,1 1 1 0 0,-1-1 0 0 0,1 0 0 0 0,-1 0 0 0 0,1 1 0 0 0,-1-1-1 0 0,0 0 1 0 0,1 1 0 0 0,-1-1 0 0 0,1 1 0 0 0,-1-1 0 0 0,0 0-1 0 0,1 1 1 0 0,-1-1 0 0 0,0 1 0 0 0,1-1 0 0 0,-1 1-1 0 0,0-1 1 0 0,1 1 0 0 0,14 47 890 0 0,-13-38-884 0 0,5 12 25 0 0,0 1 0 0 0,2-1 1 0 0,1 0-1 0 0,0-1 1 0 0,21 31-1 0 0,23 19-2067 0 0,8-5-4705 0 0,-42-45 1075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4.6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 2 9674 0 0,'0'0'50'0'0,"-1"0"-1"0"0,1 0 1 0 0,0-1-1 0 0,-1 1 1 0 0,1 0-1 0 0,0 0 1 0 0,-1 0-1 0 0,1 0 1 0 0,0-1-1 0 0,-1 1 1 0 0,1 0 0 0 0,-1 0-1 0 0,1 0 1 0 0,0 0-1 0 0,-1 0 1 0 0,1 0-1 0 0,-1 0 1 0 0,1 0-1 0 0,0 0 1 0 0,-1 0-1 0 0,1 1 1 0 0,0-1-1 0 0,-1 0 1 0 0,1 0-1 0 0,-1 0 1 0 0,1 0 0 0 0,0 0-1 0 0,-1 1 1 0 0,1-1-1 0 0,0 0 1 0 0,-1 0-1 0 0,1 1 1 0 0,0-1-1 0 0,0 0 1 0 0,-1 0-1 0 0,1 1 1 0 0,-1 0-1 0 0,-7 20 1653 0 0,3 24 755 0 0,6-11-1201 0 0,2-1-1 0 0,14 66 0 0 0,27 64-407 0 0,-20-78-338 0 0,64 211-577 0 0,-61-208-1217 0 0,-14-45-80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4.8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64 116 9218 0 0,'-6'-2'567'0'0,"0"0"-1"0"0,0-1 1 0 0,1 1 0 0 0,-1-1-1 0 0,1 0 1 0 0,-1 0 0 0 0,1-1-1 0 0,0 0 1 0 0,-6-6 0 0 0,10 10-524 0 0,1-1 0 0 0,0 1 1 0 0,0-1-1 0 0,0 1 1 0 0,-1-1-1 0 0,1 0 0 0 0,0 1 1 0 0,0-1-1 0 0,0 1 1 0 0,0-1-1 0 0,0 1 0 0 0,0-1 1 0 0,0 1-1 0 0,0-1 1 0 0,0 1-1 0 0,0-1 0 0 0,0 0 1 0 0,0 1-1 0 0,1-1 1 0 0,-1 1-1 0 0,0-1 1 0 0,0 1-1 0 0,1-1 0 0 0,-1 1 1 0 0,0-1-1 0 0,0 1 1 0 0,1 0-1 0 0,-1-1 0 0 0,1 1 1 0 0,-1-1-1 0 0,0 1 1 0 0,1 0-1 0 0,-1-1 0 0 0,1 1 1 0 0,-1 0-1 0 0,1-1 1 0 0,-1 1-1 0 0,1 0 0 0 0,-1 0 1 0 0,1 0-1 0 0,-1-1 1 0 0,1 1-1 0 0,27-12 147 0 0,-24 10-198 0 0,27-8-1221 0 0,-1 2 1 0 0,1 0-1 0 0,47-4 1 0 0,-52 9-1198 0 0,14-3-1734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5.0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 0 5985 0 0,'-1'6'536'0'0,"-1"-2"-432"0"0,1 0-104 0 0,0 3 1897 0 0,-1-5-841 0 0,1 3 8 0 0,-2 1 249 0 0,-1 3 55 0 0,1-1 8 0 0,0 2 0 0 0,1-3-911 0 0,2-3-177 0 0,1 0-40 0 0,2 0-8 0 0,4 0-240 0 0,1-1 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0.4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8 102 6913 0 0,'-8'-101'8889'0'0,"23"358"-8231"0"0,-10-119-410 0 0,70 506 881 0 0,50-6-512 0 0,8 48 436 0 0,-105-511-49 0 0,9 312 0 0 0,2 630 179 0 0,-26-959-1036 0 0,27 280 493 0 0,-31-376-2141 0 0,16 64 0 0 0,-19-101-5883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1.2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8290 0 0,'1'1'222'0'0,"1"-1"0"0"0,0 1 1 0 0,0 0-1 0 0,-1 0 0 0 0,1 0 1 0 0,0 0-1 0 0,-1 0 1 0 0,1 0-1 0 0,-1 0 0 0 0,1 1 1 0 0,-1-1-1 0 0,0 0 0 0 0,1 1 1 0 0,-1-1-1 0 0,0 1 0 0 0,0 0 1 0 0,0-1-1 0 0,0 1 0 0 0,0 2 1 0 0,17 35 2051 0 0,-8-6-1623 0 0,-2 0-1 0 0,-1 1 1 0 0,-1 0-1 0 0,1 67 1 0 0,-5-68-395 0 0,8 296 655 0 0,-3-46-326 0 0,-3-176-3433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1.9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232 450 3225 0 0,'-39'6'562'0'0,"1"-3"1"0"0,-1-1 0 0 0,-56-4 0 0 0,74 0 1732 0 0,32 0-1280 0 0,405-13 680 0 0,-58 3-606 0 0,504-56 59 0 0,183-10 405 0 0,-221 29-1869 0 0,-305 15 97 0 0,-70 5 170 0 0,362-17 838 0 0,1153-19 954 0 0,-1390 39-1638 0 0,228-7 255 0 0,0 51 2 0 0,-653-8 174 0 0,122 10 680 0 0,-186-9-1018 0 0,98 24 1 0 0,-165-32-2395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2.7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22 1376 0 0,'0'-1'275'0'0,"0"0"-1"0"0,1 0 1 0 0,-1 0-1 0 0,0 0 0 0 0,1 0 1 0 0,-1 0-1 0 0,1 0 1 0 0,-1 0-1 0 0,1 0 0 0 0,-1 0 1 0 0,1 0-1 0 0,0 0 1 0 0,-1 1-1 0 0,1-1 0 0 0,0 0 1 0 0,-1 0-1 0 0,1 1 1 0 0,0-1-1 0 0,0 1 0 0 0,0-1 1 0 0,0 1-1 0 0,0-1 1 0 0,0 1-1 0 0,0-1 1 0 0,1 0-1 0 0,1 1-15 0 0,0 0 0 0 0,-1-1 0 0 0,1 1 0 0 0,0 0 0 0 0,0 1 0 0 0,-1-1-1 0 0,1 0 1 0 0,0 1 0 0 0,-1-1 0 0 0,4 2 0 0 0,0 0 36 0 0,0 0-1 0 0,0 1 0 0 0,0 0 1 0 0,0 0-1 0 0,-1 0 0 0 0,1 0 1 0 0,-1 1-1 0 0,8 8 0 0 0,-7-5-151 0 0,0 1-1 0 0,-1 0 0 0 0,0 0 0 0 0,0 0 1 0 0,-1 1-1 0 0,0 0 0 0 0,-1 0 0 0 0,0 0 1 0 0,3 18-1 0 0,0 9 44 0 0,2 48 1 0 0,-1-11-76 0 0,47 272 216 0 0,-16-115-298 0 0,11 262-1 0 0,-50 45-28 0 0,-2-339 0 0 0,17 693 1569 0 0,68-262-1402 0 0,-9-107 651 0 0,14 214 2142 0 0,-84-677-7120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3.9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83 296 920 0 0,'-37'4'63'0'0,"-1"1"4829"0"0,31-5-2651 0 0,16-4-1203 0 0,92-18-933 0 0,167-17 0 0 0,-25 6-104 0 0,111-10-52 0 0,-201 28 62 0 0,280-7 151 0 0,2 30 3 0 0,-71 1-143 0 0,856-33 743 0 0,-444 3 716 0 0,944-32 1377 0 0,-455 8-2341 0 0,0 55-291 0 0,-13 94 339 0 0,-727-13 305 0 0,-490-83-675 0 0,48 18 0 0 0,-71-22-59 0 0,0 2-1 0 0,0-1 1 0 0,0 1 0 0 0,-1 1 0 0 0,0 0 0 0 0,0 1 0 0 0,12 11 0 0 0,-22-19-158 0 0,-1 1 0 0 0,1 0-1 0 0,0-1 1 0 0,-1 1 0 0 0,1 0-1 0 0,-1 0 1 0 0,1-1 0 0 0,-1 1-1 0 0,1 0 1 0 0,-1 0 0 0 0,0 0-1 0 0,1-1 1 0 0,-1 1 0 0 0,0 0-1 0 0,1 0 1 0 0,-1 0 0 0 0,0 0-1 0 0,0 0 1 0 0,0 0 0 0 0,0 0-1 0 0,0 0 1 0 0,0-1 0 0 0,0 1-1 0 0,0 0 1 0 0,-1 0 0 0 0,1 0-1 0 0,0 0 1 0 0,0 0 0 0 0,-1 0 0 0 0,0 0-1 0 0,0 1-509 0 0,0 0 0 0 0,-1 0-1 0 0,0 0 1 0 0,1 0 0 0 0,-1 0 0 0 0,0-1 0 0 0,0 1-1 0 0,0-1 1 0 0,0 1 0 0 0,-2 0 0 0 0,-12 7-4594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4.2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 4609 0 0,'2'0'112'0'0,"-1"-1"-1"0"0,1 1 1 0 0,0-1 0 0 0,0 1-1 0 0,-1 0 1 0 0,1-1 0 0 0,0 1 0 0 0,-1 0-1 0 0,1 0 1 0 0,0 0 0 0 0,0 1-1 0 0,-1-1 1 0 0,1 0 0 0 0,0 1 0 0 0,-1-1-1 0 0,1 1 1 0 0,0-1 0 0 0,-1 1-1 0 0,1 0 1 0 0,-1 0 0 0 0,1 0-1 0 0,-1 0 1 0 0,1 0 0 0 0,-1 0 0 0 0,0 0-1 0 0,0 0 1 0 0,1 1 0 0 0,-1-1-1 0 0,0 0 1 0 0,0 1 0 0 0,0-1-1 0 0,0 1 1 0 0,0-1 0 0 0,0 3 0 0 0,4 4 318 0 0,-1 0 0 0 0,0 0-1 0 0,-1 1 1 0 0,1 0 0 0 0,1 10 0 0 0,12 72 1211 0 0,9 163-1 0 0,-11-68-1208 0 0,4-69-347 0 0,39 133-1 0 0,-11-59-70 0 0,-28-76 73 0 0,-6 0-1 0 0,0 139 1 0 0,-3-34-1223 0 0,-7-182 325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5.1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 5065 0 0,'0'-1'31'0'0,"0"1"-1"0"0,0 0 1 0 0,1 0-1 0 0,-1 0 1 0 0,0 0-1 0 0,0 0 1 0 0,0 0-1 0 0,0-1 1 0 0,1 1-1 0 0,-1 0 1 0 0,0 0 0 0 0,0 0-1 0 0,0 0 1 0 0,1 0-1 0 0,-1 0 1 0 0,0 0-1 0 0,0 0 1 0 0,1 0-1 0 0,-1 0 1 0 0,0 0-1 0 0,0 0 1 0 0,0 0-1 0 0,1 0 1 0 0,-1 0-1 0 0,0 0 1 0 0,0 0 0 0 0,0 0-1 0 0,1 0 1 0 0,-1 0-1 0 0,0 0 1 0 0,0 1-1 0 0,0-1 1 0 0,0 0-1 0 0,1 0 1 0 0,-1 0-1 0 0,0 0 1 0 0,0 0-1 0 0,0 0 1 0 0,0 1 0 0 0,1-1-1 0 0,-1 0 1 0 0,7 13 699 0 0,0 13 110 0 0,7 155 500 0 0,-7-61-596 0 0,22 569 1219 0 0,-24-463-1645 0 0,37 330 422 0 0,-21-287-168 0 0,-21-255-5445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6.4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199 738 5065 0 0,'-55'21'802'0'0,"40"-14"-238"0"0,-1 0 1 0 0,-1-1-1 0 0,1-1 1 0 0,-1-1-1 0 0,0 0 1 0 0,-22 1-1 0 0,38-4-560 0 0,1-1 0 0 0,0 0 0 0 0,0 0 0 0 0,0 0 0 0 0,0 0 0 0 0,0 0 0 0 0,0 0 0 0 0,-1 0 0 0 0,1 0-1 0 0,0 0 1 0 0,0 0 0 0 0,0 0 0 0 0,0 0 0 0 0,0 0 0 0 0,-1 0 0 0 0,1 0 0 0 0,0 0 0 0 0,0 0 0 0 0,0 0 0 0 0,0 0 0 0 0,0 0 0 0 0,-1 0 0 0 0,1 0 0 0 0,0 0 0 0 0,0 0 0 0 0,0 0-1 0 0,0 0 1 0 0,0 0 0 0 0,0 0 0 0 0,-1 0 0 0 0,1 0 0 0 0,0 0 0 0 0,0 0 0 0 0,0-1 0 0 0,0 1 0 0 0,0 0 0 0 0,0 0 0 0 0,0 0 0 0 0,-1 0 0 0 0,1 0 0 0 0,0 0 0 0 0,0 0-1 0 0,0-1 1 0 0,0 1 0 0 0,0 0 0 0 0,0 0 0 0 0,0 0 0 0 0,0 0 0 0 0,0 0 0 0 0,0-1 0 0 0,0 1 0 0 0,0 0 0 0 0,0 0 0 0 0,0 0 0 0 0,0 0 0 0 0,0 0 0 0 0,0-1 0 0 0,0 1 0 0 0,0 0-1 0 0,0 0 1 0 0,11-8 374 0 0,16-7 124 0 0,46-11 449 0 0,105-25 0 0 0,-89 28-535 0 0,71-13-688 0 0,202-19 0 0 0,-210 35 505 0 0,447-56 1409 0 0,-300 36-906 0 0,1 14 0 0 0,448 18-1 0 0,-654 12-631 0 0,422 17-37 0 0,0-30-202 0 0,9-59-327 0 0,-55 5-389 0 0,-420 59 772 0 0,430-33-132 0 0,76-8 211 0 0,-11 7 0 0 0,45-2-152 0 0,93-12 1 0 0,24-2 176 0 0,0 30-1030 0 0,-265 49 4776 0 0,-387-20-3498 0 0,-29-3-625 0 0,56 7 875 0 0,-32 6-6075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7.3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85 451 6913 0 0,'-34'-66'1223'0'0,"25"52"-435"0"0,1-1 0 0 0,1 1 0 0 0,0-1 1 0 0,1-1-1 0 0,-6-21 0 0 0,12 36-740 0 0,0 1 0 0 0,0 0 0 0 0,-1 0 0 0 0,1 0 0 0 0,0-1 0 0 0,0 1-1 0 0,0 0 1 0 0,0 0 0 0 0,0 0 0 0 0,0-1 0 0 0,0 1 0 0 0,0 0 0 0 0,0 0 0 0 0,0 0-1 0 0,0-1 1 0 0,0 1 0 0 0,0 0 0 0 0,0 0 0 0 0,0 0 0 0 0,0-1 0 0 0,0 1-1 0 0,0 0 1 0 0,0 0 0 0 0,0 0 0 0 0,1-1 0 0 0,-1 1 0 0 0,0 0 0 0 0,0 0 0 0 0,0 0-1 0 0,0 0 1 0 0,0-1 0 0 0,0 1 0 0 0,1 0 0 0 0,-1 0 0 0 0,0 0 0 0 0,0 0-1 0 0,0 0 1 0 0,0 0 0 0 0,1-1 0 0 0,-1 1 0 0 0,0 0 0 0 0,0 0 0 0 0,0 0 0 0 0,1 0-1 0 0,-1 0 1 0 0,0 0 0 0 0,0 0 0 0 0,0 0 0 0 0,1 0 0 0 0,-1 0 0 0 0,0 0-1 0 0,0 0 1 0 0,0 0 0 0 0,1 0 0 0 0,-1 0 0 0 0,17 9 974 0 0,14 16-308 0 0,2 13-165 0 0,-2 2 0 0 0,27 45 0 0 0,37 48-202 0 0,-58-89-311 0 0,55 51 0 0 0,-80-84 6 0 0,1 0 1 0 0,0-1-1 0 0,1-1 1 0 0,0 0-1 0 0,0 0 1 0 0,1-2-1 0 0,0 0 0 0 0,0 0 1 0 0,22 5-1 0 0,-36-12 3 0 0,1 1 0 0 0,-1-1-1 0 0,1 0 1 0 0,-1 0 0 0 0,1 1 0 0 0,-1-1-1 0 0,1 0 1 0 0,-1-1 0 0 0,1 1 0 0 0,-1 0-1 0 0,1 0 1 0 0,-1-1 0 0 0,1 1 0 0 0,-1-1-1 0 0,1 1 1 0 0,-1-1 0 0 0,0 1 0 0 0,1-1-1 0 0,-1 0 1 0 0,0 0 0 0 0,0 0 0 0 0,1 0-1 0 0,-1 0 1 0 0,0 0 0 0 0,0 0 0 0 0,0 0-1 0 0,0 0 1 0 0,0 0 0 0 0,0-1 0 0 0,-1 1-1 0 0,1 0 1 0 0,0-1 0 0 0,-1 1 0 0 0,1 0-1 0 0,-1-1 1 0 0,1 1 0 0 0,-1-3 0 0 0,3-6 116 0 0,-1-1 0 0 0,-1 0 0 0 0,0 1 0 0 0,0-16 1 0 0,-1 10-87 0 0,4-87 46 0 0,13-180 383 0 0,-10 226-1548 0 0,2 1 1 0 0,31-106-1 0 0,-38 156 559 0 0,-1 1-1 0 0,1 0 1 0 0,0 0-1 0 0,0 1 0 0 0,1-1 1 0 0,0 0-1 0 0,-1 1 1 0 0,2-1-1 0 0,4-5 1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7.6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7 8754 0 0,'1'-1'59'0'0,"-1"1"1"0"0,0 0 0 0 0,0-1-1 0 0,0 1 1 0 0,1 0-1 0 0,-1-1 1 0 0,0 1 0 0 0,0 0-1 0 0,1 0 1 0 0,-1-1-1 0 0,0 1 1 0 0,1 0-1 0 0,-1 0 1 0 0,0-1 0 0 0,1 1-1 0 0,-1 0 1 0 0,0 0-1 0 0,1 0 1 0 0,-1-1 0 0 0,0 1-1 0 0,1 0 1 0 0,-1 0-1 0 0,1 0 1 0 0,-1 0-1 0 0,0 0 1 0 0,1 0 0 0 0,-1 0-1 0 0,1 0 1 0 0,-1 0-1 0 0,0 0 1 0 0,1 0 0 0 0,-1 0-1 0 0,1 0 1 0 0,0 1-1 0 0,14 10 1684 0 0,9 19 816 0 0,-15-9-2037 0 0,-1 1 0 0 0,-2 0 0 0 0,0 0 0 0 0,-1 0 0 0 0,-1 0 0 0 0,1 29 0 0 0,11 52-2305 0 0,-12-86-2413 0 0,0-2-1322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7.9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47 6913 0 0,'0'-2'-4'0'0,"1"1"0"0"0,-1-1-1 0 0,1 1 1 0 0,-1-1-1 0 0,1 1 1 0 0,0-1 0 0 0,0 1-1 0 0,0 0 1 0 0,-1-1-1 0 0,1 1 1 0 0,0 0-1 0 0,1 0 1 0 0,-1 0 0 0 0,0 0-1 0 0,0 0 1 0 0,0 0-1 0 0,1 0 1 0 0,-1 0-1 0 0,0 0 1 0 0,1 1 0 0 0,-1-1-1 0 0,3 0 1 0 0,36-14-642 0 0,-37 15 873 0 0,5-2 42 0 0,1 1 0 0 0,0 0 0 0 0,-1 0-1 0 0,1 1 1 0 0,0 1 0 0 0,-1-1-1 0 0,1 1 1 0 0,0 1 0 0 0,-1-1 0 0 0,1 2-1 0 0,-1-1 1 0 0,0 1 0 0 0,0 0-1 0 0,0 1 1 0 0,0 0 0 0 0,0 0 0 0 0,-1 1-1 0 0,0 0 1 0 0,0 0 0 0 0,11 11-1 0 0,-11-10-189 0 0,0 0 0 0 0,0 1 0 0 0,-1 0-1 0 0,0 0 1 0 0,0 1 0 0 0,-1-1-1 0 0,0 1 1 0 0,-1 1 0 0 0,1-1 0 0 0,-2 0-1 0 0,1 1 1 0 0,-1 0 0 0 0,0 0 0 0 0,-1 0-1 0 0,0 0 1 0 0,-1 0 0 0 0,1 0-1 0 0,-2 1 1 0 0,0 11 0 0 0,-1-12-40 0 0,0-1 0 0 0,-1 1-1 0 0,-1-1 1 0 0,1 1 0 0 0,-1-1 0 0 0,-1 0 0 0 0,0 0 0 0 0,0 0 0 0 0,0-1 0 0 0,-1 1-1 0 0,-6 7 1 0 0,2-5-643 0 0,0-1-1 0 0,-1 1 1 0 0,0-1-1 0 0,0-1 1 0 0,-1 0 0 0 0,-19 10-1 0 0,11-7-3632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8.1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1376 0 0,'2'1'276'0'0,"0"-1"0"0"0,1 1 0 0 0,-1-1 0 0 0,0 1 0 0 0,0 0 0 0 0,1 0 0 0 0,-1 0 0 0 0,0 0 0 0 0,0 0 0 0 0,0 0 0 0 0,-1 1-1 0 0,1-1 1 0 0,0 1 0 0 0,0-1 0 0 0,-1 1 0 0 0,1 0 0 0 0,-1 0 0 0 0,1 0 0 0 0,-1-1 0 0 0,1 4 0 0 0,25 46 2828 0 0,-23-40-2507 0 0,18 37 1249 0 0,0 4-513 0 0,59 98-1 0 0,-64-118-6225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8.4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80 6913 0 0,'0'0'15'0'0,"0"-1"-1"0"0,-1 1 0 0 0,1 0 0 0 0,0-1 0 0 0,0 1 1 0 0,0-1-1 0 0,-1 1 0 0 0,1 0 0 0 0,0-1 0 0 0,0 1 0 0 0,0-1 1 0 0,0 1-1 0 0,0-1 0 0 0,0 1 0 0 0,0 0 0 0 0,0-1 0 0 0,0 1 1 0 0,0-1-1 0 0,0 1 0 0 0,0-1 0 0 0,0 1 0 0 0,0 0 0 0 0,1-1 1 0 0,-1 1-1 0 0,0-1 0 0 0,0 1 0 0 0,0 0 0 0 0,1-1 0 0 0,-1 1 1 0 0,0-1-1 0 0,14-15 33 0 0,19-7 1290 0 0,-26 19-985 0 0,1 0 1 0 0,-1 0 0 0 0,1 1 0 0 0,0 0 0 0 0,0 1 0 0 0,0 0 0 0 0,0 0 0 0 0,0 1 0 0 0,0-1 0 0 0,0 2 0 0 0,1-1 0 0 0,8 2 0 0 0,-13-1-288 0 0,-1 1 0 0 0,1 0 1 0 0,0 0-1 0 0,0 0 0 0 0,-1 0 1 0 0,1 1-1 0 0,-1-1 0 0 0,1 1 1 0 0,-1 0-1 0 0,0 0 0 0 0,0 0 1 0 0,0 1-1 0 0,0-1 0 0 0,0 1 1 0 0,0-1-1 0 0,-1 1 0 0 0,1 0 1 0 0,-1 0-1 0 0,0 0 0 0 0,0 1 1 0 0,0-1-1 0 0,0 0 0 0 0,0 1 1 0 0,-1-1-1 0 0,0 1 0 0 0,1 0 1 0 0,0 7-1 0 0,0 0-34 0 0,-1 1 1 0 0,0-1-1 0 0,0 1 1 0 0,-1 0-1 0 0,-1-1 1 0 0,0 1-1 0 0,-1-1 0 0 0,0 1 1 0 0,0-1-1 0 0,-1 0 1 0 0,-1 1-1 0 0,0-2 1 0 0,-1 1-1 0 0,0 0 0 0 0,0-1 1 0 0,-9 12-1 0 0,4-6-189 0 0,-2 0 0 0 0,0-1 0 0 0,-1 0 0 0 0,0-1 0 0 0,-1 0 0 0 0,-1-1 0 0 0,0-1 0 0 0,-31 20 0 0 0,28-22-5002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9.2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158 79 10018 0 0,'-3'-1'72'0'0,"1"1"0"0"0,-1 0 0 0 0,0 0 0 0 0,0-1 0 0 0,1 2 0 0 0,-1-1-1 0 0,0 0 1 0 0,0 0 0 0 0,1 1 0 0 0,-1 0 0 0 0,0-1 0 0 0,1 1 0 0 0,-1 0 0 0 0,0 0 0 0 0,1 1 0 0 0,-1-1 0 0 0,1 0-1 0 0,-3 3 1 0 0,-2 0 74 0 0,1 1 0 0 0,-1 0-1 0 0,1 0 1 0 0,0 1 0 0 0,-6 7 0 0 0,4-1-22 0 0,0 1 0 0 0,1-1 0 0 0,1 1 1 0 0,0 0-1 0 0,1 1 0 0 0,0-1 0 0 0,1 1 0 0 0,1 0 1 0 0,0 0-1 0 0,1 0 0 0 0,-1 28 0 0 0,2 0-38 0 0,2 0-1 0 0,12 74 1 0 0,-10-97-117 0 0,1-1 0 0 0,1 0 0 0 0,0-1 0 0 0,1 1 0 0 0,1-1 0 0 0,0 0 0 0 0,2-1 0 0 0,0 0 0 0 0,0 0 0 0 0,2-1 0 0 0,18 21 0 0 0,-21-27-16 0 0,0-1 1 0 0,1-1 0 0 0,0 1-1 0 0,0-2 1 0 0,0 1 0 0 0,1-1-1 0 0,0 0 1 0 0,1-1 0 0 0,-1 0-1 0 0,1-1 1 0 0,0 0 0 0 0,0-1-1 0 0,0 0 1 0 0,1-1-1 0 0,-1 0 1 0 0,1-1 0 0 0,-1 0-1 0 0,1 0 1 0 0,15-3 0 0 0,-14 1 105 0 0,0-1 0 0 0,0 0 1 0 0,-1-1-1 0 0,1-1 0 0 0,0 0 1 0 0,-1 0-1 0 0,0-1 0 0 0,0-1 1 0 0,-1 0-1 0 0,1-1 0 0 0,-1 0 1 0 0,-1-1-1 0 0,1 0 1 0 0,-1 0-1 0 0,15-18 0 0 0,-14 12 253 0 0,0 0-1 0 0,-1 0 0 0 0,-1-1 1 0 0,0-1-1 0 0,-1 0 0 0 0,-1 0 1 0 0,-1 0-1 0 0,0-1 0 0 0,-1 0 1 0 0,0 0-1 0 0,1-18 0 0 0,-3 15 81 0 0,-1-1-1 0 0,-1 0 1 0 0,-1 1-1 0 0,-1-1 1 0 0,-1 0 0 0 0,0 1-1 0 0,-2-1 1 0 0,0 1-1 0 0,-10-28 1 0 0,9 34-286 0 0,-1 0 0 0 0,-1 0 1 0 0,0 1-1 0 0,-1-1 0 0 0,0 1 0 0 0,-1 1 1 0 0,0 0-1 0 0,-1 0 0 0 0,0 1 0 0 0,-1 0 1 0 0,0 1-1 0 0,-1 0 0 0 0,-14-9 1 0 0,-14-4-869 0 0,0 1 0 0 0,-86-31 0 0 0,106 46-6625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2:57.1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10138 0 0,'13'24'7369'0'0,"-2"12"-4637"0"0,5 48-2710 0 0,-12-57 832 0 0,43 451 272 0 0,-12-73-410 0 0,-29-372-1060 0 0,13 50-1 0 0,-14-69-146 0 0,0 1-1 0 0,1-1 0 0 0,0-1 0 0 0,1 1 0 0 0,15 21 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2:57.8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1294 0 3225 0 0,'0'0'240'0'0,"-2"2"156"0"0,0 0 0 0 0,0 0 0 0 0,0 0 0 0 0,0 0 0 0 0,0 0 0 0 0,-1 0 0 0 0,1-1 0 0 0,-1 1 0 0 0,1-1 0 0 0,-1 0 0 0 0,1 0 0 0 0,-1 0 0 0 0,-4 1 0 0 0,3 0 272 0 0,-61 22 3094 0 0,-106 27 1 0 0,-73-1-855 0 0,-26 8-1521 0 0,100-21-1097 0 0,97-23-231 0 0,0 3 0 0 0,-102 38 1 0 0,164-50-309 0 0,41-17-7042 0 0,-14 6 5790 0 0,63-8 5773 0 0,-80 71-2283 0 0,-3 129-223 0 0,22 233 0 0 0,10-149-1702 0 0,-27-266-372 0 0,0 1 0 0 0,0 0 0 0 0,0-1 0 0 0,0 1 1 0 0,1-1-1 0 0,3 6 0 0 0,7 7-4473 0 0,91-14 4065 0 0,-13-14 4480 0 0,-27 3-2701 0 0,78 0 0 0 0,113 27-559 0 0,-2-1-385 0 0,-213-17-114 0 0,101-2-53 0 0,-117-2-218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2:58.4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1185 0 14747 0 0,'-5'8'444'0'0,"1"1"0"0"0,-1 0 0 0 0,1-1 0 0 0,1 1 0 0 0,0 1 0 0 0,0-1 0 0 0,0 0 0 0 0,2 1 0 0 0,-1-1 0 0 0,1 1 0 0 0,0 0 0 0 0,1-1 0 0 0,1 11 0 0 0,2 13 328 0 0,2-1 0 0 0,14 49 0 0 0,-2-11-566 0 0,70 512 471 0 0,-78-420-505 0 0,4 23 189 0 0,-9-157-321 0 0,1 1-1 0 0,1-1 1 0 0,2 0 0 0 0,15 37-1 0 0,-21-60-12 0 0,1 1 0 0 0,-1-1-1 0 0,1 0 1 0 0,0-1 0 0 0,0 1-1 0 0,0 0 1 0 0,1-1 0 0 0,7 7-1 0 0,-10-10 25 0 0,-5 4 16 0 0,-13 2-3 0 0,-1-1 0 0 0,0 0 0 0 0,-1-2 0 0 0,1 0 0 0 0,-25 2 0 0 0,13-2-284 0 0,-75 7 6 0 0,-123-2 0 0 0,-45 4-640 0 0,-211 5-129 0 0,432-11 38 0 0,44-5 321 0 0,-1 0 1 0 0,1-1 0 0 0,-1 0-1 0 0,1 0 1 0 0,-1-1 0 0 0,-8-1-1 0 0,16 1 546 0 0,1 0 0 0 0,0 0 0 0 0,0 0 1 0 0,-1 0-1 0 0,1 0 0 0 0,0 0 0 0 0,0 0 0 0 0,-1 0 0 0 0,1 0 0 0 0,0 0 0 0 0,0 0 1 0 0,-1 0-1 0 0,1 0 0 0 0,0-1 0 0 0,0 1 0 0 0,-1 0 0 0 0,1 0 0 0 0,0 0 0 0 0,0 0 0 0 0,0-1 1 0 0,-1 1-1 0 0,1 0 0 0 0,0 0 0 0 0,0 0 0 0 0,0-1 0 0 0,0 1 0 0 0,-1 0 0 0 0,1 0 1 0 0,0-1-1 0 0,0 1 0 0 0,0 0 0 0 0,0 0 0 0 0,0-1 0 0 0,0 1 0 0 0,0 0 0 0 0,0-1 0 0 0,0 1 1 0 0,0 0-1 0 0,0 0 0 0 0,0-1 0 0 0,0 1 0 0 0,0 0 0 0 0,0 0 0 0 0,0-1 0 0 0,1-3-1327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2:58.7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41 0 7370 0 0,'-5'13'1257'0'0,"0"-1"1"0"0,0 1 0 0 0,1 0 0 0 0,1 0 0 0 0,0 0 0 0 0,1 0-1 0 0,0 0 1 0 0,1 20 0 0 0,-2 3-146 0 0,-4 103 967 0 0,20 271 1 0 0,2-130-1855 0 0,-15-262-98 0 0,1 0-1 0 0,5 27 1 0 0,-5-39-480 0 0,1-1 0 0 0,0 1 0 0 0,0 0 0 0 0,0-1 0 0 0,0 0 0 0 0,1 1 0 0 0,0-1 1 0 0,0 0-1 0 0,1 0 0 0 0,-1-1 0 0 0,7 7 0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2:59.1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 0 10594 0 0,'-8'22'1184'0'0,"-8"35"0"0"0,12-23 2338 0 0,4-33-3389 0 0,0 0 0 0 0,1 0 0 0 0,-1 0 0 0 0,0 1 0 0 0,1-1 0 0 0,-1 0 0 0 0,0 0 0 0 0,1 0 1 0 0,0 0-1 0 0,-1 0 0 0 0,1 0 0 0 0,-1-1 0 0 0,1 1 0 0 0,0 0 0 0 0,0 0 0 0 0,0 0 0 0 0,-1-1 0 0 0,1 1 1 0 0,0 0-1 0 0,0-1 0 0 0,0 1 0 0 0,0 0 0 0 0,0-1 0 0 0,0 0 0 0 0,0 1 0 0 0,0-1 0 0 0,0 1 1 0 0,0-1-1 0 0,1 0 0 0 0,-1 0 0 0 0,0 0 0 0 0,0 0 0 0 0,0 0 0 0 0,0 0 0 0 0,1 0 0 0 0,51-3 1115 0 0,-37 1-1001 0 0,80 1 282 0 0,186 21 0 0 0,-53-1-352 0 0,-40-15-167 0 0,158 13-972 0 0,-240-4-4207 0 0,-84-8-1489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2:59.4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53 0 6913 0 0,'-5'5'633'0'0,"0"1"-1"0"0,0-1 0 0 0,1 1 1 0 0,0-1-1 0 0,0 1 0 0 0,0 1 0 0 0,1-1 1 0 0,0 0-1 0 0,0 1 0 0 0,0 0 0 0 0,1-1 1 0 0,0 1-1 0 0,1 0 0 0 0,-1 0 0 0 0,1 0 1 0 0,0 14-1 0 0,1 11 987 0 0,1 0-1 0 0,8 48 1 0 0,-4-37-1229 0 0,56 615 1948 0 0,-50-440-2250 0 0,-18 222-1 0 0,0-243-2352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0.3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9218 0 0,'2'17'4710'0'0,"0"25"-2875"0"0,15 474 1970 0 0,-3-264-5692 0 0,-6-175-4480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0.8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370 20 2761 0 0,'-3'-2'286'0'0,"0"0"0"0"0,0-1 0 0 0,-1 2-1 0 0,1-1 1 0 0,-1 0 0 0 0,1 1 0 0 0,-1-1 0 0 0,0 1 0 0 0,1 0 0 0 0,-1 0 0 0 0,0 1 0 0 0,0-1 0 0 0,0 1 0 0 0,0 0 0 0 0,1 0 0 0 0,-1 0 0 0 0,0 0 0 0 0,0 1 0 0 0,0 0 0 0 0,0-1 0 0 0,-5 3 0 0 0,-4 1-115 0 0,-1 1-1 0 0,1 0 1 0 0,0 1-1 0 0,-18 10 1 0 0,13-5 114 0 0,1 1 0 0 0,1 1 0 0 0,0 0 1 0 0,0 1-1 0 0,2 1 0 0 0,0 0 0 0 0,-23 32 0 0 0,31-38-91 0 0,0 1 1 0 0,0 0-1 0 0,0 0 0 0 0,2 0 0 0 0,-1 0 0 0 0,1 1 0 0 0,1 0 0 0 0,0 0 0 0 0,0 0 0 0 0,1 0 0 0 0,1 0 0 0 0,-1 0 0 0 0,2 1 0 0 0,0-1 0 0 0,2 21 0 0 0,-1-27-129 0 0,0-1 0 0 0,0 0 1 0 0,1 0-1 0 0,-1 0 0 0 0,1 0 0 0 0,0 0 0 0 0,0 0 0 0 0,0 0 0 0 0,0 0 0 0 0,1-1 0 0 0,-1 1 1 0 0,1-1-1 0 0,0 0 0 0 0,0 0 0 0 0,1 0 0 0 0,-1 0 0 0 0,0-1 0 0 0,1 1 0 0 0,0-1 0 0 0,-1 0 0 0 0,1 0 1 0 0,0 0-1 0 0,0 0 0 0 0,0-1 0 0 0,1 0 0 0 0,-1 0 0 0 0,0 0 0 0 0,0 0 0 0 0,1 0 0 0 0,-1-1 1 0 0,0 0-1 0 0,7 0 0 0 0,-4-1 40 0 0,1 1 1 0 0,0-1-1 0 0,-1 0 1 0 0,1-1 0 0 0,-1 0-1 0 0,0 0 1 0 0,0-1-1 0 0,0 0 1 0 0,0 0-1 0 0,0 0 1 0 0,0-1 0 0 0,-1 0-1 0 0,1 0 1 0 0,-1-1-1 0 0,0 0 1 0 0,-1 0 0 0 0,11-11-1 0 0,-9 5 16 0 0,-1-1 0 0 0,1 1 1 0 0,-2-1-1 0 0,0 0 0 0 0,0 0 0 0 0,-1-1 0 0 0,0 1 1 0 0,-1-1-1 0 0,-1 0 0 0 0,0 0 0 0 0,-1 0 0 0 0,0 0 1 0 0,-1 0-1 0 0,0 0 0 0 0,-1 0 0 0 0,-1 0 0 0 0,0 0 0 0 0,-1 0 1 0 0,0 0-1 0 0,-1 1 0 0 0,0-1 0 0 0,-10-19 0 0 0,12 29-245 0 0,0 0 0 0 0,0 0 0 0 0,0-1 0 0 0,-1 1 0 0 0,1 1 0 0 0,-1-1 0 0 0,1 0 0 0 0,-1 1 0 0 0,0-1-1 0 0,0 1 1 0 0,0 0 0 0 0,0 0 0 0 0,-1 0 0 0 0,1 0 0 0 0,0 1 0 0 0,-1 0 0 0 0,1-1 0 0 0,-8 0 0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1.2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1744 208 4609 0 0,'2'-1'194'0'0,"0"0"0"0"0,0-1 1 0 0,-1 1-1 0 0,1-1 0 0 0,0 1 0 0 0,-1-1 1 0 0,1 0-1 0 0,-1 0 0 0 0,0 0 0 0 0,0 0 1 0 0,0 0-1 0 0,0 0 0 0 0,0 0 0 0 0,0 0 0 0 0,0 0 1 0 0,0 0-1 0 0,-1 0 0 0 0,1 0 0 0 0,-1-1 1 0 0,0 1-1 0 0,0 0 0 0 0,0 0 0 0 0,0-1 1 0 0,0-3-1 0 0,-1 4 2 0 0,0 0 1 0 0,0 0 0 0 0,0 0 0 0 0,0 0-1 0 0,0 1 1 0 0,-1-1 0 0 0,1 0 0 0 0,0 1-1 0 0,-1-1 1 0 0,1 1 0 0 0,-1 0 0 0 0,1-1-1 0 0,-1 1 1 0 0,0 0 0 0 0,0 0-1 0 0,0 0 1 0 0,1 0 0 0 0,-1 0 0 0 0,0 0-1 0 0,0 1 1 0 0,0-1 0 0 0,0 1 0 0 0,0-1-1 0 0,-1 1 1 0 0,1 0 0 0 0,-3 0-1 0 0,-26-1 1176 0 0,0 2-1 0 0,0 2 1 0 0,-58 11-1 0 0,-13 1-260 0 0,24-10-653 0 0,1-3 0 0 0,-152-17 0 0 0,-150-49 72 0 0,52 27-360 0 0,99 17-644 0 0,150 3-540 0 0,37 7-6237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2.1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42 0 14747 0 0,'-9'19'3330'0'0,"3"0"-2773"0"0,0 0-1 0 0,1 0 1 0 0,1 0 0 0 0,-2 29-1 0 0,1 83 183 0 0,4-86-597 0 0,2 276 365 0 0,3-253-859 0 0,3 0 0 0 0,27 114 1 0 0,-24-144-1517 0 0,-1-4-5150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2.5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1941 119 10594 0 0,'-3'-1'278'0'0,"0"1"-1"0"0,0-1 1 0 0,0 1-1 0 0,0 0 0 0 0,0 0 1 0 0,0 1-1 0 0,0-1 1 0 0,0 0-1 0 0,0 1 0 0 0,0 0 1 0 0,0 0-1 0 0,0 0 1 0 0,-4 2-1 0 0,-5 1 532 0 0,-37 6 468 0 0,0-2-1 0 0,-1-2 1 0 0,0-2-1 0 0,-60-4 0 0 0,-204-26-178 0 0,219 16-940 0 0,-331-29 145 0 0,-89-9-965 0 0,344 24-2270 0 0,118 14-4203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2.9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 1 9674 0 0,'-2'1'108'0'0,"1"-1"1"0"0,0 1-1 0 0,-1 0 0 0 0,1 0 0 0 0,-1 0 1 0 0,1 0-1 0 0,0 0 0 0 0,0 0 0 0 0,-1 1 1 0 0,1-1-1 0 0,0 0 0 0 0,0 1 0 0 0,0-1 1 0 0,1 0-1 0 0,-1 1 0 0 0,0-1 0 0 0,0 1 1 0 0,1-1-1 0 0,-1 1 0 0 0,1 0 0 0 0,-1-1 0 0 0,1 1 1 0 0,0 0-1 0 0,-1 2 0 0 0,-2 53 1311 0 0,3-42-1126 0 0,11 300 3352 0 0,-1-140-2867 0 0,35 587-147 0 0,56-3-109 0 0,-90-698-622 0 0,-2 0-1 0 0,-3 1 0 0 0,-5 121 0 0 0,-2-165-1394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3.6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1 134 11058 0 0,'0'-1'67'0'0,"0"1"-1"0"0,0-1 1 0 0,0 1-1 0 0,0-1 1 0 0,0 0-1 0 0,0 1 0 0 0,0-1 1 0 0,0 0-1 0 0,0 1 1 0 0,1-1-1 0 0,-1 1 1 0 0,0-1-1 0 0,0 1 1 0 0,1-1-1 0 0,-1 0 1 0 0,0 1-1 0 0,1-1 0 0 0,-1 1 1 0 0,1 0-1 0 0,-1-1 1 0 0,1 1-1 0 0,-1-1 1 0 0,0 1-1 0 0,1-1 1 0 0,0 1-1 0 0,-1 0 0 0 0,1 0 1 0 0,-1-1-1 0 0,1 1 1 0 0,-1 0-1 0 0,1 0 1 0 0,0-1-1 0 0,-1 1 1 0 0,2 0-1 0 0,27-9 1228 0 0,-25 8-955 0 0,90-22 2021 0 0,116-12 1 0 0,101 6-864 0 0,-201 20-857 0 0,97-2-293 0 0,-1 10-1 0 0,224 28 0 0 0,-265-8-343 0 0,-69-6-15 0 0,2-4 1 0 0,140-5-1 0 0,-227-5-237 0 0,-1 0 0 0 0,0 0 0 0 0,1-1 0 0 0,-1-1 0 0 0,0 1 0 0 0,0-2 0 0 0,-1 1 0 0 0,15-9-1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4.0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49 0 6913 0 0,'-14'21'12344'0'0,"17"-11"-9985"0"0,-2 2-3589 0 0,-24-14 3286 0 0,17 1-1841 0 0,4 1-328 0 0,-5-1 481 0 0,30-6-9373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4.7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1695 1 8290 0 0,'0'0'88'0'0,"1"0"1"0"0,-1 0 0 0 0,0 0-1 0 0,0 0 1 0 0,1 0 0 0 0,-1 1-1 0 0,0-1 1 0 0,1 0-1 0 0,-1 0 1 0 0,0 1 0 0 0,0-1-1 0 0,0 0 1 0 0,1 0 0 0 0,-1 1-1 0 0,0-1 1 0 0,0 0-1 0 0,0 0 1 0 0,0 1 0 0 0,1-1-1 0 0,-1 0 1 0 0,0 1 0 0 0,0-1-1 0 0,0 0 1 0 0,0 1-1 0 0,0-1 1 0 0,0 0 0 0 0,0 1-1 0 0,0-1 1 0 0,0 0 0 0 0,0 1-1 0 0,0-1 1 0 0,0 0 0 0 0,0 0-1 0 0,0 1 1 0 0,0-1-1 0 0,-1 1 1 0 0,-9 12 2018 0 0,-17 6 436 0 0,4-8-1685 0 0,-1-2 0 0 0,0-1 0 0 0,-1 0 0 0 0,-43 6 0 0 0,-107 5 565 0 0,147-16-1154 0 0,-86 2 181 0 0,0-5 0 0 0,0-6 0 0 0,-212-36 0 0 0,303 38-495 0 0,-260-38 577 0 0,221 36-1353 0 0,0 3 1 0 0,-99 7-1 0 0,126 2-2422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5.1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173 11 3681 0 0,'-6'2'255'0'0,"1"0"1"0"0,0 0-1 0 0,0 0 0 0 0,0 1 1 0 0,0-1-1 0 0,0 2 1 0 0,0-1-1 0 0,1 0 0 0 0,-1 1 1 0 0,1 0-1 0 0,0 0 0 0 0,0 0 1 0 0,0 0-1 0 0,1 1 1 0 0,0-1-1 0 0,-1 1 0 0 0,2 0 1 0 0,-6 10-1 0 0,6-10-94 0 0,0 0 1 0 0,0 0-1 0 0,0 1 0 0 0,0-1 1 0 0,1 0-1 0 0,0 1 0 0 0,0-1 0 0 0,0 1 1 0 0,1 0-1 0 0,0-1 0 0 0,0 1 0 0 0,0 0 1 0 0,1-1-1 0 0,0 1 0 0 0,0-1 0 0 0,0 1 1 0 0,1-1-1 0 0,-1 0 0 0 0,4 7 1 0 0,-4-10-144 0 0,0 0 0 0 0,0 0 0 0 0,0-1 0 0 0,0 1 0 0 0,1 0 0 0 0,-1-1 0 0 0,0 1 0 0 0,1-1 0 0 0,-1 0 0 0 0,1 1 0 0 0,0-1 0 0 0,-1 0 0 0 0,1 0 0 0 0,0 0 0 0 0,3 1 0 0 0,-4-1 60 0 0,0-1 0 0 0,1 0 0 0 0,-1 0 0 0 0,0 0 0 0 0,0 0 0 0 0,1 0-1 0 0,-1 0 1 0 0,0 0 0 0 0,1 0 0 0 0,-1-1 0 0 0,0 1 0 0 0,0 0 0 0 0,0-1 0 0 0,1 1-1 0 0,-1-1 1 0 0,0 1 0 0 0,0-1 0 0 0,2-1 0 0 0,0-1 131 0 0,1 0-1 0 0,-1 0 1 0 0,0-1 0 0 0,0 1-1 0 0,-1-1 1 0 0,1 1 0 0 0,-1-1-1 0 0,0 0 1 0 0,0 0 0 0 0,0 0-1 0 0,0 0 1 0 0,1-7-1 0 0,0-1 27 0 0,-1 0-1 0 0,-1 0 0 0 0,1 0 1 0 0,-2 1-1 0 0,-1-19 0 0 0,1 26-214 0 0,0 1 1 0 0,0-1-1 0 0,0 1 0 0 0,-1-1 0 0 0,0 1 0 0 0,0-1 0 0 0,0 1 1 0 0,0-1-1 0 0,0 1 0 0 0,-1 0 0 0 0,1 0 0 0 0,-1 0 0 0 0,0 0 1 0 0,0 0-1 0 0,0 0 0 0 0,-1 0 0 0 0,1 0 0 0 0,0 1 1 0 0,-1-1-1 0 0,0 1 0 0 0,0 0 0 0 0,-4-3 0 0 0,5 4 15 0 0,-1 0-1 0 0,1 0 0 0 0,0 0 1 0 0,-1 1-1 0 0,1-1 0 0 0,-1 1 1 0 0,1 0-1 0 0,-1-1 0 0 0,0 1 0 0 0,1 0 1 0 0,-1 1-1 0 0,1-1 0 0 0,-1 0 1 0 0,1 1-1 0 0,-1-1 0 0 0,1 1 1 0 0,-1 0-1 0 0,1 0 0 0 0,-4 2 1 0 0,2-1 99 0 0,0 1-1 0 0,0 0 1 0 0,0 0 0 0 0,0 1 0 0 0,1-1 0 0 0,-1 1-1 0 0,1 0 1 0 0,0 0 0 0 0,-4 7 0 0 0,1 0 39 0 0,-1 1 0 0 0,2 1 0 0 0,0 0 0 0 0,0-1 1 0 0,1 1-1 0 0,-3 21 0 0 0,6-31-161 0 0,-2 39 55 0 0,3-41-72 0 0,0 1 0 0 0,0-1 0 0 0,0 1 0 0 0,0-1 0 0 0,0 1 0 0 0,1 0 0 0 0,-1-1 0 0 0,0 1 0 0 0,1-1 0 0 0,-1 1 0 0 0,1-1-1 0 0,0 0 1 0 0,-1 1 0 0 0,1-1 0 0 0,0 0 0 0 0,0 1 0 0 0,0-1 0 0 0,0 0 0 0 0,0 0 0 0 0,0 0 0 0 0,0 0 0 0 0,3 2 0 0 0,5 0-131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5.9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174 191 10594 0 0,'-3'3'255'0'0,"-1"0"0"0"0,1 0 0 0 0,0 1 0 0 0,0-1 0 0 0,1 1 0 0 0,-1 0 0 0 0,1-1 0 0 0,0 1 0 0 0,-3 7-1 0 0,5-10-205 0 0,-1-1-1 0 0,0 1 0 0 0,1 0 0 0 0,-1 0 0 0 0,1 0 0 0 0,0 0 0 0 0,-1 0 0 0 0,1 0 0 0 0,0 0 0 0 0,0 0 0 0 0,-1 0 0 0 0,1 0 0 0 0,0 0 1 0 0,0 0-1 0 0,0 0 0 0 0,0 0 0 0 0,0 0 0 0 0,1 0 0 0 0,-1 0 0 0 0,0 0 0 0 0,0 0 0 0 0,1 0 0 0 0,-1 0 0 0 0,0 0 0 0 0,1 0 1 0 0,-1-1-1 0 0,1 1 0 0 0,-1 0 0 0 0,1 0 0 0 0,-1 0 0 0 0,1 0 0 0 0,0-1 0 0 0,0 1 0 0 0,-1 0 0 0 0,1-1 0 0 0,0 1 0 0 0,0 0 0 0 0,0-1 1 0 0,0 1-1 0 0,-1-1 0 0 0,1 0 0 0 0,0 1 0 0 0,0-1 0 0 0,0 0 0 0 0,0 1 0 0 0,0-1 0 0 0,1 0 0 0 0,-1 0 28 0 0,0 1-1 0 0,0-1 1 0 0,0 0-1 0 0,0 0 1 0 0,0 0-1 0 0,0 0 0 0 0,0-1 1 0 0,-1 1-1 0 0,1 0 1 0 0,0 0-1 0 0,0 0 1 0 0,0-1-1 0 0,0 1 1 0 0,0 0-1 0 0,0-1 0 0 0,-1 1 1 0 0,1-1-1 0 0,0 1 1 0 0,0-1-1 0 0,-1 0 1 0 0,1 1-1 0 0,0-1 1 0 0,-1 1-1 0 0,1-1 0 0 0,-1 0 1 0 0,2-1-1 0 0,-1 0 35 0 0,0 0-1 0 0,0-1 0 0 0,0 1 1 0 0,-1-1-1 0 0,1 1 0 0 0,-1-1 1 0 0,1 1-1 0 0,-1-1 0 0 0,0-4 1 0 0,0-2 74 0 0,-1 0 1 0 0,0 0 0 0 0,0 0 0 0 0,-4-13 0 0 0,-1 6-30 0 0,0 0 0 0 0,0 1 0 0 0,-10-15 1 0 0,13 24-115 0 0,0 1 0 0 0,0 0 0 0 0,-1 0 0 0 0,0 0 0 0 0,0 0 1 0 0,0 1-1 0 0,-1 0 0 0 0,1 0 0 0 0,-1 0 0 0 0,0 0 0 0 0,-8-4 0 0 0,12 8-20 0 0,0-1 0 0 0,0 1-1 0 0,-1-1 1 0 0,1 1 0 0 0,0-1-1 0 0,-1 1 1 0 0,1 0-1 0 0,0 0 1 0 0,-1 0 0 0 0,1 0-1 0 0,-1 0 1 0 0,1 0 0 0 0,0 0-1 0 0,-1 0 1 0 0,1 0-1 0 0,0 1 1 0 0,-1-1 0 0 0,1 0-1 0 0,0 1 1 0 0,-1-1 0 0 0,-1 2-1 0 0,1 0 1 0 0,-1 0 0 0 0,1 0-1 0 0,0 0 1 0 0,0 0 0 0 0,-1 0-1 0 0,2 1 1 0 0,-1-1 0 0 0,0 1-1 0 0,-2 3 1 0 0,-1 6-17 0 0,0-1 0 0 0,0 1 1 0 0,-4 19-1 0 0,6-20-66 0 0,0-1 1 0 0,1 1-1 0 0,1-1 1 0 0,0 1-1 0 0,0 0 1 0 0,1 0-1 0 0,2 19 1 0 0,-1-27 50 0 0,-1 0 0 0 0,1 0 1 0 0,0 0-1 0 0,0 0 0 0 0,0 0 0 0 0,0 0 1 0 0,1 0-1 0 0,-1 0 0 0 0,1-1 1 0 0,0 1-1 0 0,0 0 0 0 0,0-1 0 0 0,0 0 1 0 0,0 1-1 0 0,0-1 0 0 0,1 0 1 0 0,-1 0-1 0 0,1 0 0 0 0,-1-1 1 0 0,1 1-1 0 0,0 0 0 0 0,-1-1 0 0 0,1 0 1 0 0,0 0-1 0 0,0 0 0 0 0,0 0 1 0 0,0 0-1 0 0,1-1 0 0 0,-1 1 0 0 0,0-1 1 0 0,3 1-1 0 0,-1-1 50 0 0,1 0-1 0 0,-1 0 1 0 0,0 0 0 0 0,0-1-1 0 0,1 0 1 0 0,-1 0 0 0 0,0 0-1 0 0,0 0 1 0 0,0-1 0 0 0,0 0-1 0 0,0 0 1 0 0,0 0 0 0 0,-1-1-1 0 0,1 1 1 0 0,4-4 0 0 0,-3 1 29 0 0,-1 0 0 0 0,1-1 0 0 0,-1 1 0 0 0,0-1 0 0 0,-1 0 1 0 0,1 0-1 0 0,-1-1 0 0 0,0 1 0 0 0,5-13 0 0 0,-5 8-6 0 0,0 0 0 0 0,-1 0 0 0 0,0 0 0 0 0,0 0 0 0 0,-1-1 0 0 0,-1 1 0 0 0,0-1 0 0 0,0 1 0 0 0,-1-1 0 0 0,-1 1 0 0 0,0-1 0 0 0,-1 1 1 0 0,-4-20-1 0 0,-7 11 124 0 0,12 20-227 0 0,1 0-1 0 0,0-1 1 0 0,0 1 0 0 0,0 0 0 0 0,-1-1-1 0 0,1 1 1 0 0,0 0 0 0 0,0 0 0 0 0,-1 0 0 0 0,1-1-1 0 0,0 1 1 0 0,-1 0 0 0 0,1 0 0 0 0,0 0-1 0 0,-1 0 1 0 0,1-1 0 0 0,0 1 0 0 0,-1 0 0 0 0,1 0-1 0 0,0 0 1 0 0,-1 0 0 0 0,1 0 0 0 0,0 0-1 0 0,-1 0 1 0 0,1 0 0 0 0,-1 0 0 0 0,1 0 0 0 0,0 0-1 0 0,-1 0 1 0 0,1 0 0 0 0,0 0 0 0 0,-1 1-1 0 0,1-1 1 0 0,0 0 0 0 0,-1 0 0 0 0,1 0-1 0 0,0 0 1 0 0,0 1 0 0 0,-1-1 0 0 0,1 0 0 0 0,0 0-1 0 0,-1 1 1 0 0,1-1 0 0 0,0 0 0 0 0,0 0-1 0 0,0 1 1 0 0,-1-1 0 0 0,1 0 0 0 0,0 1 0 0 0,0-1-1 0 0,0 0 1 0 0,0 1 0 0 0,0-1 0 0 0,-1 0-1 0 0,1 1 1 0 0,0-1 0 0 0,0 0 0 0 0,0 1 0 0 0,0 0-1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6.3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381 24 6513 0 0,'-9'1'42'0'0,"-1"1"-1"0"0,1 0 0 0 0,0 1 1 0 0,0 0-1 0 0,1 1 0 0 0,-1-1 1 0 0,-12 9-1 0 0,-4 0-68 0 0,-64 31-611 0 0,-23 10 339 0 0,41-23 12334 0 0,117-31-10443 0 0,280-34 1048 0 0,-81 10-1070 0 0,-39 6-1681 0 0,-108 13-36 0 0,-1-5 0 0 0,170-41 0 0 0,-263 51 102 0 0,30-11-97 0 0,-33 12 129 0 0,0 0 0 0 0,0-1 1 0 0,0 1-1 0 0,1 0 0 0 0,-1-1 0 0 0,0 1 0 0 0,0-1 0 0 0,-1 1 0 0 0,1-1 0 0 0,0 0 0 0 0,0 1 0 0 0,0-1 0 0 0,0 0 1 0 0,0 0-1 0 0,-1 1 0 0 0,1-1 0 0 0,0 0 0 0 0,-1 0 0 0 0,1 0 0 0 0,0 0 0 0 0,-1 0 0 0 0,0 0 0 0 0,1 0 0 0 0,0-2 1 0 0,-2 3-112 0 0,1-1 0 0 0,0 1 0 0 0,0-1 0 0 0,-1 0 0 0 0,1 1 1 0 0,0-1-1 0 0,-1 1 0 0 0,1-1 0 0 0,-1 1 0 0 0,1-1 0 0 0,-1 1 1 0 0,1-1-1 0 0,-1 1 0 0 0,1 0 0 0 0,-1-1 0 0 0,1 1 0 0 0,-1 0 1 0 0,0-1-1 0 0,0 1 0 0 0,-6-2-811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7.6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124 55 4145 0 0,'-124'8'11081'0'0,"138"-17"-5959"0"0,29-12-4124 0 0,-14 12-906 0 0,1 2-1 0 0,0 1 1 0 0,0 1-1 0 0,0 2 1 0 0,1 1 0 0 0,52 3-1 0 0,182 34 423 0 0,-235-29-2492 0 0,0 0 1 0 0,-1 3 0 0 0,0 0 0 0 0,-1 2-1 0 0,31 16 1 0 0,-53-24 1249 0 0,-5 0 597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7.8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35 0 13827 0 0,'-3'1'201'0'0,"0"0"-1"0"0,1 1 1 0 0,-1-1 0 0 0,1 1 0 0 0,-1-1-1 0 0,1 1 1 0 0,0 0 0 0 0,-1 0 0 0 0,1 0-1 0 0,0 0 1 0 0,0 0 0 0 0,-3 5-1 0 0,5-6-86 0 0,0 1 0 0 0,0 0-1 0 0,-1 0 1 0 0,1-1-1 0 0,0 1 1 0 0,0 0 0 0 0,0-1-1 0 0,1 1 1 0 0,-1 0-1 0 0,0-1 1 0 0,1 1-1 0 0,-1 0 1 0 0,1-1 0 0 0,0 1-1 0 0,-1-1 1 0 0,1 1-1 0 0,0-1 1 0 0,0 1 0 0 0,0-1-1 0 0,0 1 1 0 0,0-1-1 0 0,0 0 1 0 0,0 0 0 0 0,2 2-1 0 0,187 235 3748 0 0,-170-213-3810 0 0,2 0-1 0 0,33 29 1 0 0,-9-14-6674 0 0,-28-26-537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8.0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263 0 14283 0 0,'-33'40'6052'0'0,"2"9"-3865"0"0,-23 57-2336 0 0,38-74 636 0 0,-13 26-469 0 0,2 1 1 0 0,3 1 0 0 0,-22 85-1 0 0,43-112-2586 0 0,6-18 1046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9.2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67 177 4609 0 0,'-8'-13'760'0'0,"1"-1"1"0"0,1-1-1 0 0,0 1 0 0 0,-4-20 1 0 0,-2-4 845 0 0,7 22-818 0 0,-8-17 9205 0 0,16 45-8834 0 0,2 6-1291 0 0,58 128 691 0 0,-30-68-449 0 0,78 139 1 0 0,-97-197-111 0 0,26 47 0 0 0,-37-61 0 0 0,0 0 0 0 0,0 1 0 0 0,-1-1 0 0 0,0 1 0 0 0,0 0 0 0 0,-1 0 0 0 0,1 0 0 0 0,-1 9 0 0 0,-5-2 535 0 0,-3-10-2217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9.7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146 97 6497 0 0,'2'-2'20'0'0,"1"-1"-1"0"0,-1 1 0 0 0,0 0 1 0 0,0-1-1 0 0,0 1 0 0 0,0-1 1 0 0,0 0-1 0 0,-1 0 0 0 0,1 0 1 0 0,-1 0-1 0 0,1-4 0 0 0,-1 7-29 0 0,-1 0 0 0 0,0-1-1 0 0,0 1 1 0 0,0 0 0 0 0,0 0-1 0 0,0 0 1 0 0,0-1 0 0 0,0 1-1 0 0,0 0 1 0 0,0 0 0 0 0,0-1-1 0 0,0 1 1 0 0,0 0 0 0 0,0 0-1 0 0,0-1 1 0 0,0 1 0 0 0,0 0-1 0 0,0 0 1 0 0,0-1 0 0 0,0 1-1 0 0,0 0 1 0 0,0 0 0 0 0,0 0-1 0 0,0-1 1 0 0,0 1 0 0 0,0 0-1 0 0,0 0 1 0 0,-1 0-1 0 0,1-1 1 0 0,0 1 0 0 0,0 0-1 0 0,0 0 1 0 0,0 0 0 0 0,-1 0-1 0 0,1-1 1 0 0,0 1 0 0 0,0 0-1 0 0,0 0 1 0 0,-1 0 0 0 0,1 0-1 0 0,0 0 1 0 0,0 0 0 0 0,0 0-1 0 0,-1-1 1 0 0,-14 4 409 0 0,-15 10 1020 0 0,-91 69 5409 0 0,139-95-3422 0 0,17-19-2463 0 0,7-5-1137 0 0,12-3 462 0 0,-29 24-2647 0 0,-7 4-3026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0.3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0 323 3225 0 0,'0'1'309'0'0,"1"-8"702"0"0,0 0-1 0 0,1 0 1 0 0,0 0-1 0 0,0 1 1 0 0,4-9 0 0 0,2-10 9 0 0,-1 2-223 0 0,3-12 370 0 0,7-43 1 0 0,-16 67-714 0 0,1 0 0 0 0,-2 0 0 0 0,0 1 0 0 0,0-1 0 0 0,-1 0 0 0 0,0 0 0 0 0,-1 1 0 0 0,-4-18 0 0 0,5 44 2972 0 0,7 19-3555 0 0,28 50 237 0 0,86 150 0 0 0,-57-118-68 0 0,-47-84-573 0 0,-6-13-965 0 0,0-1 1 0 0,1 0-1 0 0,1 0 1 0 0,18 21-1 0 0,-17-26-4284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0.6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1 139 9674 0 0,'46'-38'8765'0'0,"-26"19"-8411"0"0,1 2 0 0 0,40-27 0 0 0,-18 23-2545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0.7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 0 8754 0 0,'-7'6'776'0'0,"3"-3"-616"0"0,-10 3 4169 0 0,13-4-4105 0 0,-1-1-224 0 0,5 1 0 0 0,1-2 0 0 0,2-2 0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6.2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139 490 6393 0 0,'-4'1'270'0'0,"-1"1"0"0"0,0 0 0 0 0,0 0 0 0 0,1 1 0 0 0,-1-1 0 0 0,1 1 0 0 0,0 0 0 0 0,0 0 0 0 0,-5 6 0 0 0,-36 37 2982 0 0,33-33-2138 0 0,4-3-7 0 0,7-8-732 0 0,-1 1 0 0 0,0 0 1 0 0,0-1-1 0 0,0 0 0 0 0,0 1 0 0 0,0-1 1 0 0,0 0-1 0 0,-1 0 0 0 0,-4 3 1 0 0,17-39 1880 0 0,17-44-2115 0 0,-4-1 0 0 0,-3-1 0 0 0,-4-1-1 0 0,11-157 1 0 0,-28 213 1302 0 0,27 97-1364 0 0,-14-34-8 0 0,2-1 0 0 0,2 0 0 0 0,23 39 0 0 0,56 60-71 0 0,4 7 0 0 0,-61-85 36 0 0,82 95 0 0 0,-82-103 165 0 0,-36-46-181 0 0,1 1 0 0 0,-1-1 0 0 0,0 1-1 0 0,0 0 1 0 0,0-1 0 0 0,-1 1 0 0 0,1 0-1 0 0,-1 0 1 0 0,-1 0 0 0 0,1 7 0 0 0,-1 2 465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6.4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16 199 3225 0 0,'-15'-3'6176'0'0,"23"-14"-144"0"0,-2 7-5464 0 0,-5 8-1383 0 0,9-12 1603 0 0,0 1-1 0 0,1-1 1 0 0,1 2 0 0 0,0 0-1 0 0,18-15 1 0 0,-11 13-1241 0 0,0 0-1 0 0,1 1 1 0 0,28-12 0 0 0,-32 17-6068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7.4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138 482 5985 0 0,'-55'29'849'0'0,"34"-17"959"0"0,-32 14 0 0 0,53-26-1756 0 0,0 0 0 0 0,0 1 0 0 0,0-1 0 0 0,-1 0 0 0 0,1 0 0 0 0,0 0 0 0 0,0 0 0 0 0,0 1 0 0 0,0-1 0 0 0,-1 0 0 0 0,1 0 0 0 0,0 0 0 0 0,0 0 0 0 0,-1 0 0 0 0,1 0 0 0 0,0 0 0 0 0,0 0 0 0 0,0 0 0 0 0,-1 0 0 0 0,1 1 0 0 0,0-1 0 0 0,0 0 0 0 0,-1 0 0 0 0,1-1 0 0 0,0 1 0 0 0,0 0 0 0 0,-1 0 0 0 0,1 0 0 0 0,0 0 0 0 0,0 0 0 0 0,-1 0 0 0 0,1 0 0 0 0,0 0 0 0 0,0 0 0 0 0,0 0 0 0 0,-1-1 0 0 0,1 1 0 0 0,0 0 0 0 0,0 0 0 0 0,0 0 0 0 0,0 0 0 0 0,-1-1-1 0 0,8-9 1100 0 0,19-15-326 0 0,-25 24-763 0 0,36-30 611 0 0,2 1 1 0 0,49-27-1 0 0,91-44 157 0 0,-59 36-527 0 0,-111 60-266 0 0,64-38 26 0 0,2 4 0 0 0,99-37 1 0 0,-122 57-123 0 0,-29 10 70 0 0,0 0 0 0 0,0 2 1 0 0,1 0-1 0 0,45-5 0 0 0,-67 12-33 0 0,5-1 121 0 0,0 0 0 0 0,1 1-1 0 0,-1 0 1 0 0,0 0 0 0 0,0 1-1 0 0,14 3 1 0 0,-19-3-14 0 0,1 0-1 0 0,-1 0 1 0 0,1 1-1 0 0,-1-1 1 0 0,0 1 0 0 0,0 0-1 0 0,1 0 1 0 0,-1 0-1 0 0,-1 0 1 0 0,1 0-1 0 0,0 0 1 0 0,0 0 0 0 0,-1 0-1 0 0,1 1 1 0 0,-1-1-1 0 0,0 1 1 0 0,0-1-1 0 0,0 1 1 0 0,0-1 0 0 0,0 1-1 0 0,0 3 1 0 0,16 57 930 0 0,-7-23-680 0 0,1-2-1 0 0,31 70 1 0 0,4-23-272 0 0,85 120 0 0 0,75 65-46 0 0,-180-237-20 0 0,-6-7 28 0 0,-1 0-1 0 0,18 35 1 0 0,-32-52-26 0 0,0 1-1 0 0,-1 0 0 0 0,0 0 1 0 0,0 0-1 0 0,-1 0 0 0 0,-1 1 1 0 0,1 0-1 0 0,-2-1 0 0 0,1 1 1 0 0,-1 16-1 0 0,-3-19 11 0 0,1 1 1 0 0,-1-1-1 0 0,-1 0 1 0 0,1 1-1 0 0,-1-1 1 0 0,-1-1 0 0 0,0 1-1 0 0,0 0 1 0 0,0-1-1 0 0,-1 0 1 0 0,0 0-1 0 0,0 0 1 0 0,-9 8-1 0 0,-9 8 93 0 0,-2 0 1 0 0,-30 20-1 0 0,30-24-125 0 0,-5 5 96 0 0,-2-2-1 0 0,0-1 0 0 0,-1-2 1 0 0,-1-1-1 0 0,-1-1 0 0 0,0-2 1 0 0,-48 13-1 0 0,-46 5 219 0 0,-40 11 88 0 0,147-38-447 0 0,1-1 1 0 0,-1 0-1 0 0,0-2 1 0 0,-1-1-1 0 0,1 0 1 0 0,0-2 0 0 0,-30-3-1 0 0,28 0-2279 0 0,-41-11 0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7.8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25 133 1376 0 0,'-5'-16'1487'0'0,"0"1"-1"0"0,1-1 0 0 0,-4-30 1 0 0,6 6 3823 0 0,26 72 294 0 0,16 38-3277 0 0,58 86-1651 0 0,-36-73-645 0 0,108 154 64 0 0,-149-206 65 0 0,-2 2 0 0 0,-1 0 0 0 0,-2 1 0 0 0,-1 1 0 0 0,-2 1 0 0 0,-1 0 0 0 0,10 55 0 0 0,-24-68 482 0 0,0-17-2324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9.8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10 361 4145 0 0,'-1'0'105'0'0,"1"1"1"0"0,-1-1 0 0 0,0 0-1 0 0,1 1 1 0 0,-1-1-1 0 0,1 1 1 0 0,-1-1-1 0 0,1 1 1 0 0,-1-1 0 0 0,1 1-1 0 0,0 0 1 0 0,-1-1-1 0 0,1 1 1 0 0,-1-1-1 0 0,1 1 1 0 0,0 0 0 0 0,0-1-1 0 0,0 1 1 0 0,-1 0-1 0 0,1-1 1 0 0,0 1-1 0 0,0 0 1 0 0,0 1-1 0 0,14-3 1753 0 0,26-14-243 0 0,-38 14-1610 0 0,98-41 728 0 0,2 4 0 0 0,130-30 0 0 0,-174 55-669 0 0,346-68 108 0 0,-147 35 35 0 0,103-13 785 0 0,-280 51-844 0 0,0 4 1 0 0,143 11-1 0 0,-49 8-212 0 0,26 2 1387 0 0,-191-15-1133 0 0,-1 0 0 0 0,0 0 0 0 0,0 1 1 0 0,0 0-1 0 0,-1 0 0 0 0,1 1 0 0 0,-1 0 0 0 0,0 0 0 0 0,0 1 0 0 0,8 7 0 0 0,-11-9-179 0 0,-2-2 18 0 0,0 0 0 0 0,0 0 1 0 0,0 0-1 0 0,0 0 1 0 0,0-1-1 0 0,1 1 0 0 0,-1 0 1 0 0,0-1-1 0 0,0 0 0 0 0,1 1 1 0 0,-1-1-1 0 0,0 0 0 0 0,0 0 1 0 0,1 0-1 0 0,-1-1 0 0 0,0 1 1 0 0,0 0-1 0 0,1-1 0 0 0,-1 0 1 0 0,0 1-1 0 0,0-1 0 0 0,4-2 1 0 0,23-4 330 0 0,-28 8-267 0 0,0-1 1 0 0,0 0-1 0 0,0 1 1 0 0,0 0-1 0 0,0-1 1 0 0,0 1-1 0 0,0-1 1 0 0,-1 1-1 0 0,1 0 0 0 0,0 0 1 0 0,0-1-1 0 0,-1 1 1 0 0,1 0-1 0 0,-1 0 1 0 0,1 0-1 0 0,-1 0 1 0 0,1 0-1 0 0,-1-1 1 0 0,1 1-1 0 0,-1 0 1 0 0,0 0-1 0 0,1 0 1 0 0,-1 2-1 0 0,6 24 784 0 0,7 109-634 0 0,31 202 496 0 0,-43-333-739 0 0,90 479 400 0 0,-82-436-381 0 0,-3-22-82 0 0,-1 0-1 0 0,-2 1 1 0 0,-1 0 0 0 0,0-1 0 0 0,-4 31 0 0 0,2-53 69 0 0,-1 0 0 0 0,1 0 0 0 0,-1 0 0 0 0,-1 0 0 0 0,1 0 0 0 0,0-1 0 0 0,-1 1 0 0 0,0 0 0 0 0,0 0 0 0 0,0-1 0 0 0,0 1 0 0 0,0-1 0 0 0,-1 0 0 0 0,1 0 0 0 0,-1 0 0 0 0,-5 5 0 0 0,-1-3 11 0 0,0 1-1 0 0,0-1 1 0 0,-1-1 0 0 0,1 0 0 0 0,-13 4 0 0 0,12-4-20 0 0,-108 41-5 0 0,-132 44 37 0 0,203-75-22 0 0,-1-2 0 0 0,-1-3-1 0 0,-67 6 1 0 0,-54 2-162 0 0,1 8 1 0 0,-230 64-1 0 0,326-73 118 0 0,-2-3 0 0 0,-86 4 1 0 0,-152-8-893 0 0,229-13 927 0 0,-91-16 0 0 0,80 8 53 0 0,84 11-42 0 0,7 1 3 0 0,-1-1 0 0 0,1 1 0 0 0,-1-1 1 0 0,1 0-1 0 0,0 0 0 0 0,-8-4 0 0 0,11 5-18 0 0,0-1 1 0 0,0 0-1 0 0,0 0 0 0 0,-1 0 1 0 0,1 0-1 0 0,0 0 0 0 0,0 0 0 0 0,1 0 1 0 0,-1 0-1 0 0,0-1 0 0 0,0 1 1 0 0,0 0-1 0 0,1-1 0 0 0,-1 1 1 0 0,1 0-1 0 0,-1-1 0 0 0,1 1 1 0 0,0 0-1 0 0,-1-1 0 0 0,1 1 0 0 0,0-1 1 0 0,0 1-1 0 0,0-1 0 0 0,0-2 1 0 0,0 4-26 0 0,0 0 0 0 0,0 0 0 0 0,0-1 0 0 0,0 1 1 0 0,0 0-1 0 0,1-1 0 0 0,-1 1 0 0 0,0 0 1 0 0,-1 0-1 0 0,1-1 0 0 0,0 1 0 0 0,0 0 0 0 0,0-1 1 0 0,0 1-1 0 0,0 0 0 0 0,0 0 0 0 0,0-1 1 0 0,0 1-1 0 0,0 0 0 0 0,-1-1 0 0 0,1 1 0 0 0,0 0 1 0 0,0 0-1 0 0,0 0 0 0 0,0-1 0 0 0,-1 1 1 0 0,1 0-1 0 0,0 0 0 0 0,0 0 0 0 0,-1-1 0 0 0,1 1 1 0 0,0 0-1 0 0,0 0 0 0 0,-1 0 0 0 0,1 0 1 0 0,0 0-1 0 0,-1 0 0 0 0,1-1 0 0 0,0 1 0 0 0,-1 0 1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20.3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0 456 0 0,'0'1'139'0'0,"1"-1"0"0"0,-1 1 1 0 0,1-1-1 0 0,-1 1 0 0 0,1-1 0 0 0,-1 1 0 0 0,1-1 1 0 0,-1 1-1 0 0,0-1 0 0 0,1 1 0 0 0,-1 0 0 0 0,0-1 1 0 0,0 1-1 0 0,1 0 0 0 0,-1-1 0 0 0,0 1 0 0 0,0 0 1 0 0,0-1-1 0 0,0 1 0 0 0,0 0 0 0 0,0-1 0 0 0,0 1 1 0 0,0 0-1 0 0,0-1 0 0 0,0 1 0 0 0,0 0 0 0 0,-1 0 1 0 0,-1 26 2298 0 0,2-24-1830 0 0,-1 83 5793 0 0,2-26-5474 0 0,0 46 129 0 0,16 110 0 0 0,0 8 60 0 0,-13-137-983 0 0,21 132 1 0 0,-23-208 344 0 0,-1 1 0 0 0,-1 0 1 0 0,0-1-1 0 0,-1 1 1 0 0,0-1-1 0 0,0 1 0 0 0,-6 18 1 0 0,5-18-48 0 0,2-11-429 0 0,-1-1 0 0 0,1 0 1 0 0,0 0-1 0 0,0 0 0 0 0,0 0 0 0 0,0 0 1 0 0,0 0-1 0 0,0 1 0 0 0,0-1 0 0 0,0 0 1 0 0,0 0-1 0 0,0 0 0 0 0,0 0 0 0 0,0 0 1 0 0,0 1-1 0 0,0-1 0 0 0,0 0 0 0 0,0 0 1 0 0,0 0-1 0 0,0 0 0 0 0,0 0 0 0 0,0 1 1 0 0,0-1-1 0 0,0 0 0 0 0,0 0 0 0 0,0 0 1 0 0,0 0-1 0 0,0 0 0 0 0,0 0 0 0 0,0 1 0 0 0,0-1 1 0 0,1 0-1 0 0,-1 0 0 0 0,0 0 0 0 0,0 0 1 0 0,0 0-1 0 0,0 0 0 0 0,0 0 0 0 0,0 0 1 0 0,0 0-1 0 0,1 1 0 0 0,-1-1 0 0 0,0 0 1 0 0,0 0-1 0 0,0 0 0 0 0,0 0 0 0 0,0 0 1 0 0,1 0-1 0 0,-1 0 0 0 0,0 0 0 0 0,0 0 1 0 0,0 0-1 0 0,0 0 0 0 0,0 0 0 0 0,1 0 1 0 0,-1 0-1 0 0,0 0 0 0 0,0 0 0 0 0,0 0 1 0 0,0 0-1 0 0,0 0 0 0 0,0 0 0 0 0,1 0 1 0 0,-1-1-1 0 0,0 1 0 0 0,0 0 0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1.5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46 39 2761 0 0,'-11'-13'2317'0'0,"10"11"-1968"0"0,0 1 0 0 0,0-1 0 0 0,0 0 0 0 0,0 1 0 0 0,0-1 0 0 0,-1 1 0 0 0,1-1 0 0 0,-1 1 1 0 0,1-1-1 0 0,-1 1 0 0 0,0 0 0 0 0,1 0 0 0 0,-1 0 0 0 0,0 0 0 0 0,0 0 0 0 0,0 0 1 0 0,0 1-1 0 0,1-1 0 0 0,-5 0 487 0 0,22 25 947 0 0,11 29-342 0 0,-2 1 1 0 0,23 78 0 0 0,-32-86-1125 0 0,23 44 310 0 0,3 5-879 0 0,-41-84-2904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2.3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31 256 4145 0 0,'-31'9'4633'0'0,"118"-51"-3737"0"0,2 3 0 0 0,185-51 0 0 0,-201 70-896 0 0,75-31 0 0 0,-110 37 0 0 0,-29 11 195 0 0,-8 2 0 0 0,1 0 0 0 0,-1 1 1 0 0,0-1-1 0 0,0 1 0 0 0,1-1 0 0 0,-1 1 0 0 0,0 0 0 0 0,0-1 1 0 0,1 1-1 0 0,-1 0 0 0 0,0 0 0 0 0,1 0 0 0 0,-1 0 0 0 0,0 0 1 0 0,3 0-1 0 0,-3 2-18 0 0,0-1 1 0 0,0 1-1 0 0,0-1 0 0 0,0 1 1 0 0,0-1-1 0 0,0 1 1 0 0,0 0-1 0 0,-1-1 1 0 0,1 1-1 0 0,-1 0 0 0 0,1 0 1 0 0,-1 0-1 0 0,0 3 1 0 0,12 44 45 0 0,2 0 0 0 0,2-1 0 0 0,2-1 0 0 0,2 0 0 0 0,1-2 0 0 0,3 0 0 0 0,50 68 0 0 0,-64-98-219 0 0,0 0 0 0 0,-1 1 0 0 0,0 0 0 0 0,-1 0 0 0 0,-1 0 0 0 0,0 1 0 0 0,-2 0 0 0 0,0 1 0 0 0,0-1 0 0 0,-2 1 0 0 0,0 0 0 0 0,-1 0 0 0 0,-1 0 0 0 0,-1 0 0 0 0,-2 25 0 0 0,0-37 2 0 0,0 0-1 0 0,0 0 1 0 0,0 0 0 0 0,-1-1-1 0 0,1 1 1 0 0,-1-1 0 0 0,-1 1-1 0 0,1-1 1 0 0,-1 0 0 0 0,0-1-1 0 0,0 1 1 0 0,0-1 0 0 0,-1 1-1 0 0,1-1 1 0 0,-1 0 0 0 0,-8 4-1 0 0,-11 8 32 0 0,-1-2 0 0 0,-30 14 0 0 0,46-24-36 0 0,-21 9 74 0 0,-1-1 1 0 0,-1-2-1 0 0,0-1 1 0 0,-37 6-1 0 0,-134 7 274 0 0,110-19-977 0 0,32-6-6447 0 0,45 2 1745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2.6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93 132 456 0 0,'-7'-7'430'0'0,"1"0"1"0"0,0-1-1 0 0,0 0 0 0 0,0 0 1 0 0,1 0-1 0 0,-8-17 0 0 0,9 15 894 0 0,-1 1-1 0 0,-1 0 1 0 0,1 0-1 0 0,-18-14 7580 0 0,24 37-7062 0 0,3 18-2095 0 0,-3-29 704 0 0,16 111 251 0 0,6-1 0 0 0,63 189 0 0 0,-60-249-2590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7.5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1 7834 0 0,'-1'0'165'0'0,"1"0"1"0"0,-1 0 0 0 0,0-1-1 0 0,1 1 1 0 0,-1 0 0 0 0,1 0 0 0 0,-1 0-1 0 0,1 0 1 0 0,-1 0 0 0 0,0 0-1 0 0,1 1 1 0 0,-1-1 0 0 0,1 0 0 0 0,-1 0-1 0 0,1 0 1 0 0,-1 0 0 0 0,1 1-1 0 0,-1-1 1 0 0,1 0 0 0 0,-1 1-1 0 0,1-1 1 0 0,-1 0 0 0 0,1 1 0 0 0,-1-1-1 0 0,1 0 1 0 0,-1 1 0 0 0,1-1-1 0 0,0 1 1 0 0,-1-1 0 0 0,1 1-1 0 0,5 15 4642 0 0,-2-10-5970 0 0,4 13 1691 0 0,-1 0 1 0 0,-1 1-1 0 0,-1 0 0 0 0,-1 0 1 0 0,0 0-1 0 0,-2 0 0 0 0,0 0 0 0 0,-2 25 1 0 0,4 61-4009 0 0,-1-89-3055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7.8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22 271 3225 0 0,'-3'-2'461'0'0,"1"-1"0"0"0,0 0-1 0 0,0-1 1 0 0,0 1 0 0 0,0 0 0 0 0,0-1 0 0 0,-1-3 0 0 0,3 5-222 0 0,-1 1 0 0 0,1 0-1 0 0,-1-1 1 0 0,1 1 0 0 0,0 0-1 0 0,-1-1 1 0 0,1 1 0 0 0,0 0 0 0 0,0-1-1 0 0,0 1 1 0 0,0-1 0 0 0,0 1-1 0 0,0 0 1 0 0,0-1 0 0 0,1 1 0 0 0,-1 0-1 0 0,0-1 1 0 0,1 1 0 0 0,-1 0-1 0 0,1-1 1 0 0,0 1 0 0 0,-1 0 0 0 0,2-2-1 0 0,1 4 21 0 0,-1 0 0 0 0,1 0 0 0 0,-1 0 0 0 0,0 0 0 0 0,1 0-1 0 0,-1 0 1 0 0,0 0 0 0 0,1 1 0 0 0,-1-1 0 0 0,0 1 0 0 0,0 0 0 0 0,0-1-1 0 0,3 5 1 0 0,1 0 246 0 0,21 13 683 0 0,21 17 551 0 0,61 59-1 0 0,-105-91-1694 0 0,0 0-1 0 0,1 0 1 0 0,-1-1-1 0 0,1 1 1 0 0,0-1-1 0 0,0 0 1 0 0,0 0-1 0 0,0-1 1 0 0,7 3-1 0 0,-11-4-17 0 0,1-1 0 0 0,-1 0 1 0 0,0 1-1 0 0,1-1 0 0 0,-1 0 0 0 0,0 0 0 0 0,0 0 1 0 0,1 0-1 0 0,-1-1 0 0 0,0 1 0 0 0,1 0 0 0 0,-1 0 1 0 0,0-1-1 0 0,0 1 0 0 0,0-1 0 0 0,1 1 0 0 0,-1-1 1 0 0,1 0-1 0 0,0-1 7 0 0,0 1 0 0 0,-1-1-1 0 0,1 0 1 0 0,-1 1 0 0 0,0-1 0 0 0,0 0 0 0 0,1 0 0 0 0,-1 0 0 0 0,0 0 0 0 0,-1 0-1 0 0,1 0 1 0 0,0 0 0 0 0,-1 0 0 0 0,1-3 0 0 0,2-15 65 0 0,-1 0 0 0 0,-1 0 0 0 0,-1 0 0 0 0,0-1 0 0 0,-2 1 0 0 0,-5-27 0 0 0,-3-45-335 0 0,10 77-85 0 0,0 0-1 0 0,1 1 1 0 0,1-1-1 0 0,0 0 1 0 0,4-14-1 0 0,2 5-976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8.6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45 7370 0 0,'7'-21'2865'0'0,"-7"19"-2329"0"0,0 0-1 0 0,1 0 1 0 0,-1 0 0 0 0,1 0 0 0 0,-1 0 0 0 0,1 0-1 0 0,0 0 1 0 0,0 0 0 0 0,2-3 761 0 0,2 35 3276 0 0,10 160-2709 0 0,-13-137-2719 0 0,2 1 0 0 0,2-1 0 0 0,16 60 0 0 0,-16-98-2644 0 0,-4-52-8115 0 0,-5 20 11429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9.0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2 216 1376 0 0,'-1'-5'670'0'0,"1"-1"0"0"0,0 1 0 0 0,0-1 0 0 0,0 1-1 0 0,1 0 1 0 0,-1-1 0 0 0,2 1 0 0 0,-1 0 0 0 0,2-7 0 0 0,-2 10-510 0 0,1-4 323 0 0,-1 0 0 0 0,2 0 0 0 0,-1 0 0 0 0,1 0 0 0 0,0 0 0 0 0,0 1-1 0 0,0-1 1 0 0,6-6 0 0 0,-7 11-391 0 0,-1-1 1 0 0,0 1-1 0 0,0 0 0 0 0,1 0 0 0 0,-1-1 0 0 0,1 1 1 0 0,-1 0-1 0 0,1 0 0 0 0,0 1 0 0 0,-1-1 0 0 0,1 0 0 0 0,0 1 1 0 0,-1-1-1 0 0,1 1 0 0 0,0-1 0 0 0,0 1 0 0 0,-1 0 0 0 0,1-1 1 0 0,0 1-1 0 0,0 0 0 0 0,0 0 0 0 0,0 1 0 0 0,-1-1 1 0 0,1 0-1 0 0,0 1 0 0 0,0-1 0 0 0,-1 1 0 0 0,1-1 0 0 0,0 1 1 0 0,-1 0-1 0 0,1 0 0 0 0,0 0 0 0 0,2 2 0 0 0,19 14 658 0 0,-2 1 0 0 0,0 1 1 0 0,29 33-1 0 0,-7-7 20 0 0,-19-19-514 0 0,-13-14-121 0 0,0 0 1 0 0,17 12-1 0 0,-27-23-133 0 0,0-1 0 0 0,-1 1 0 0 0,1-1-1 0 0,0 0 1 0 0,0 1 0 0 0,0-1 0 0 0,-1 0 0 0 0,1 0-1 0 0,0 1 1 0 0,0-1 0 0 0,0 0 0 0 0,-1 0 0 0 0,1 0-1 0 0,0 0 1 0 0,0 0 0 0 0,0 0 0 0 0,0-1-1 0 0,-1 1 1 0 0,1 0 0 0 0,0 0 0 0 0,0 0 0 0 0,0-1-1 0 0,-1 1 1 0 0,1 0 0 0 0,0-1 0 0 0,0 1 0 0 0,-1-1-1 0 0,1 1 1 0 0,-1-1 0 0 0,1 1 0 0 0,0-1-1 0 0,-1 0 1 0 0,1 1 0 0 0,-1-1 0 0 0,1 0 0 0 0,-1 1-1 0 0,1-1 1 0 0,-1 0 0 0 0,0 1 0 0 0,1-1 0 0 0,-1 0-1 0 0,1-1 1 0 0,15-39 69 0 0,-14 35-67 0 0,26-100 418 0 0,2-8 118 0 0,-29 112-487 0 0,0-1-1 0 0,0 1 1 0 0,0-1-1 0 0,0 1 1 0 0,1-1 0 0 0,-1 1-1 0 0,1 0 1 0 0,-1 0 0 0 0,1 0-1 0 0,0 0 1 0 0,0 0 0 0 0,0 0-1 0 0,2-2 1 0 0,-3 3-29 0 0,0 1 0 0 0,-1 0 1 0 0,1 0-1 0 0,-1-1 0 0 0,1 1 0 0 0,0 0 1 0 0,-1 0-1 0 0,1 0 0 0 0,-1 0 0 0 0,1 0 1 0 0,0 0-1 0 0,-1 0 0 0 0,1 0 0 0 0,0 0 1 0 0,-1 0-1 0 0,1 0 0 0 0,-1 0 0 0 0,1 0 1 0 0,0 1-1 0 0,-1-1 0 0 0,1 0 0 0 0,0 1 0 0 0,0 0-3 0 0,1 0 0 0 0,-1 0 0 0 0,0 0-1 0 0,1 0 1 0 0,-1 1 0 0 0,0-1-1 0 0,0 0 1 0 0,0 1 0 0 0,0-1-1 0 0,0 1 1 0 0,1 2 0 0 0,9 25 103 0 0,-1 0 1 0 0,13 59 0 0 0,-14-49-308 0 0,15 40 0 0 0,-9-34-719 0 0,-7-23 43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9.3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115 65 2761 0 0,'-1'-1'319'0'0,"0"0"0"0"0,0 0 0 0 0,0 0 1 0 0,0 0-1 0 0,-1 0 0 0 0,1 0 0 0 0,0 0 1 0 0,0 0-1 0 0,-1 1 0 0 0,1-1 0 0 0,0 0 1 0 0,-1 1-1 0 0,1 0 0 0 0,-1-1 0 0 0,1 1 1 0 0,0 0-1 0 0,-1-1 0 0 0,1 1 0 0 0,-1 0 1 0 0,1 0-1 0 0,-1 0 0 0 0,1 0 0 0 0,-1 0 1 0 0,1 1-1 0 0,-1-1 0 0 0,-1 1 0 0 0,0 0 40 0 0,0 1-1 0 0,0 0 1 0 0,1 0 0 0 0,-1 0-1 0 0,0 0 1 0 0,1 0-1 0 0,0 0 1 0 0,-1 1 0 0 0,1-1-1 0 0,0 1 1 0 0,-2 4-1 0 0,-3 4 189 0 0,0 1 0 0 0,1 0 0 0 0,1 0 0 0 0,0 1 0 0 0,-4 14 0 0 0,8-20-428 0 0,-1 1-1 0 0,1 0 0 0 0,0 0 0 0 0,1 0 0 0 0,0-1 1 0 0,0 1-1 0 0,1 0 0 0 0,0 0 0 0 0,0-1 0 0 0,1 1 1 0 0,0 0-1 0 0,0-1 0 0 0,1 1 0 0 0,0-1 0 0 0,0 0 1 0 0,0 0-1 0 0,1 0 0 0 0,7 9 0 0 0,-7-11-116 0 0,0-1 0 0 0,0 0 0 0 0,0 0-1 0 0,0 0 1 0 0,1 0 0 0 0,-1-1 0 0 0,1 0-1 0 0,0 0 1 0 0,0 0 0 0 0,0 0 0 0 0,1-1 0 0 0,-1 0-1 0 0,0 0 1 0 0,1 0 0 0 0,0-1 0 0 0,-1 0 0 0 0,1 0-1 0 0,0 0 1 0 0,-1-1 0 0 0,1 0 0 0 0,0 0 0 0 0,0 0-1 0 0,0-1 1 0 0,-1 0 0 0 0,10-2 0 0 0,-8 1 25 0 0,-1 0-1 0 0,0 0 1 0 0,0 0-1 0 0,0-1 1 0 0,0 0 0 0 0,-1 0-1 0 0,1 0 1 0 0,-1-1 0 0 0,0 0-1 0 0,0 0 1 0 0,0 0 0 0 0,0-1-1 0 0,-1 1 1 0 0,0-1-1 0 0,0 0 1 0 0,0-1 0 0 0,0 1-1 0 0,3-8 1 0 0,-4 5-2 0 0,0 1-1 0 0,0-1 1 0 0,-1 0 0 0 0,0 1 0 0 0,-1-1 0 0 0,0 0-1 0 0,0 0 1 0 0,-1 0 0 0 0,1 0 0 0 0,-2 0-1 0 0,1 0 1 0 0,-1 0 0 0 0,-1 0 0 0 0,-2-11-1 0 0,-2-4 34 0 0,-17-41 0 0 0,20 58-192 0 0,1 0 0 0 0,-1 1 0 0 0,0-1 0 0 0,-1 1 0 0 0,0 0 0 0 0,1 0 0 0 0,-2 0 0 0 0,1 0 1 0 0,0 1-1 0 0,-1-1 0 0 0,0 1 0 0 0,-7-5 0 0 0,-1 4-1124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9.7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138 35 5065 0 0,'9'-4'94'0'0,"36"-27"9824"0"0,-74 49-7551 0 0,8 0-1461 0 0,2 1 0 0 0,1 0 1 0 0,-20 26-1 0 0,29-32-756 0 0,0-1 0 0 0,1 1-1 0 0,0 0 1 0 0,1 1 0 0 0,1 0 0 0 0,0 0 0 0 0,-4 17-1 0 0,9-27-141 0 0,0 1 0 0 0,0-1 0 0 0,1 1 0 0 0,-1-1-1 0 0,1 1 1 0 0,0 0 0 0 0,1-1 0 0 0,-1 1-1 0 0,1-1 1 0 0,0 1 0 0 0,0-1 0 0 0,0 1-1 0 0,0-1 1 0 0,1 0 0 0 0,0 1 0 0 0,0-1 0 0 0,0 0-1 0 0,5 6 1 0 0,1 0-7 0 0,2 0-1 0 0,-1 0 1 0 0,1-1 0 0 0,21 15-1 0 0,-23-19 0 0 0,1 1-1 0 0,-1 0 1 0 0,-1 1-1 0 0,1-1 1 0 0,-1 1-1 0 0,0 1 1 0 0,-1 0-1 0 0,0 0 1 0 0,0 0-1 0 0,7 14 1 0 0,-12-19 5 0 0,0 0 0 0 0,0 1 0 0 0,-1-1 0 0 0,1 0 0 0 0,-1 1 0 0 0,1-1 0 0 0,-1 1 0 0 0,0-1 0 0 0,-1 1-1 0 0,1-1 1 0 0,0 0 0 0 0,-1 1 0 0 0,0-1 0 0 0,0 0 0 0 0,0 1 0 0 0,0-1 0 0 0,-1 0 0 0 0,1 0 0 0 0,-1 0 0 0 0,0 0 0 0 0,1 0 0 0 0,-2 0 0 0 0,1-1 0 0 0,0 1 0 0 0,-4 3 0 0 0,-3 3-294 0 0,0-2 0 0 0,-1 1 1 0 0,0-1-1 0 0,0-1 0 0 0,0 0 0 0 0,-12 5 0 0 0,-3 0-7076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40.6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11 6449 0 0,'0'0'143'0'0,"0"-1"0"0"0,0 1 0 0 0,1-1 0 0 0,-1 1 0 0 0,0-1 0 0 0,0 0 0 0 0,1 1 0 0 0,-1-1 0 0 0,0 1 0 0 0,1-1 0 0 0,-1 1 0 0 0,1-1 0 0 0,-1 1 0 0 0,1 0 0 0 0,-1-1 0 0 0,1 1 0 0 0,-1 0 0 0 0,1-1 0 0 0,-1 1-1 0 0,1 0 1 0 0,-1-1 0 0 0,1 1 0 0 0,0 0 0 0 0,-1 0 0 0 0,1 0 0 0 0,-1-1 0 0 0,1 1 0 0 0,0 0 0 0 0,-1 0 0 0 0,1 0 0 0 0,-1 0 0 0 0,1 0 0 0 0,0 0 0 0 0,-1 1 0 0 0,1-1 0 0 0,0 0 0 0 0,-1 0 0 0 0,1 0 0 0 0,-1 0 0 0 0,1 1 0 0 0,-1-1-1 0 0,1 0 1 0 0,-1 1 0 0 0,1-1 0 0 0,0 0 0 0 0,-1 1 0 0 0,0-1 0 0 0,1 1 0 0 0,-1-1 0 0 0,1 0 0 0 0,-1 1 0 0 0,1-1 0 0 0,-1 1 0 0 0,0-1 0 0 0,0 1 0 0 0,1 0 0 0 0,4 13 366 0 0,0 0 1 0 0,-1 0 0 0 0,-1 1-1 0 0,-1-1 1 0 0,0 1 0 0 0,0-1-1 0 0,-2 1 1 0 0,0 17-1 0 0,1 15-35 0 0,12 102-1053 0 0,-4-85-5856 0 0,-7-46 977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41.2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118 148 4145 0 0,'-42'-4'2243'0'0,"35"2"-1511"0"0,-1 1-1 0 0,1 0 0 0 0,-1 1 0 0 0,1-1 0 0 0,0 1 1 0 0,-1 1-1 0 0,1 0 0 0 0,-9 2 0 0 0,16-3-714 0 0,0 0-1 0 0,0 0 0 0 0,0 0 1 0 0,0 0-1 0 0,0 0 0 0 0,0 0 0 0 0,0 0 1 0 0,0 0-1 0 0,0 0 0 0 0,0 0 17 0 0,0 0-17 0 0,0 0 0 0 0,0 0 1 0 0,0 0-1 0 0,0 0 0 0 0,0 0 0 0 0,0 0 1 0 0,0 0-1 0 0,0 0 0 0 0,0 0 0 0 0,1 0 1 0 0,-1 0-1 0 0,0 0 0 0 0,0 0 1 0 0,0 1-1 0 0,0-1 0 0 0,0 0 0 0 0,0 0 1 0 0,0 0-1 0 0,0 0 0 0 0,0 0 0 0 0,0 0 1 0 0,0 0-1 0 0,0 0 0 0 0,0 0 1 0 0,0 0-1 0 0,-1 0 0 0 0,1 0 0 0 0,0 0 1 0 0,0 0-1 0 0,0 0 0 0 0,12 1 131 0 0,14-2-192 0 0,150-52 2089 0 0,-104 29-1732 0 0,120-23-1 0 0,-167 43-263 0 0,15-3-153 0 0,71-3-1 0 0,-110 11 204 0 0,-1 0-1 0 0,0-1 1 0 0,1 1-1 0 0,-1-1 0 0 0,0 1 1 0 0,1 0-1 0 0,-1-1 1 0 0,0 1-1 0 0,0-1 0 0 0,0 1 1 0 0,1 0-1 0 0,-1-1 1 0 0,0 1-1 0 0,0 0 0 0 0,0-1 1 0 0,0 1-1 0 0,0 0 0 0 0,0-1 1 0 0,-1 1-1 0 0,1 0 1 0 0,0-1-1 0 0,0 1 0 0 0,0 0 1 0 0,-1-1-1 0 0,1 2 1 0 0,-8 30 977 0 0,4-16-731 0 0,3-8-256 0 0,0 1 0 0 0,1 0 0 0 0,0 0 0 0 0,0 0 0 0 0,1 0 0 0 0,0 0 0 0 0,5 15 0 0 0,24 65 51 0 0,-13-40-26 0 0,-13-37-110 0 0,19 57 22 0 0,19 100 1 0 0,-39-148-23 0 0,0-1 1 0 0,-1 1-1 0 0,-1 0 0 0 0,-1 0 0 0 0,-1-1 0 0 0,-1 1 0 0 0,0 0 0 0 0,-2-1 0 0 0,-10 36 1 0 0,11-49-315 0 0,0 0 0 0 0,0-1 0 0 0,-1 1 0 0 0,0-1 1 0 0,0 0-1 0 0,-1 0 0 0 0,1 0 0 0 0,-1-1 0 0 0,0 1 1 0 0,-1-1-1 0 0,-8 6 0 0 0,10-8 86 0 0,0 0-1 0 0,0 0 0 0 0,-1-1 1 0 0,1 0-1 0 0,0 0 1 0 0,-1 0-1 0 0,0-1 1 0 0,1 1-1 0 0,-1-1 1 0 0,0 0-1 0 0,0 0 0 0 0,0-1 1 0 0,0 1-1 0 0,1-1 1 0 0,-1 0-1 0 0,0-1 1 0 0,0 1-1 0 0,-7-2 0 0 0,2-2-880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41.6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38 6937 0 0,'-20'-28'1445'0'0,"12"18"2718"0"0,12 36-1634 0 0,28 113-1242 0 0,62 161 0 0 0,-93-296-1283 0 0,28 61 139 0 0,-27-61-138 0 0,-1-1 1 0 0,1 0 0 0 0,0 0 0 0 0,1 0 0 0 0,-1 0 0 0 0,1 0-1 0 0,-1 0 1 0 0,1 0 0 0 0,0-1 0 0 0,0 1 0 0 0,0-1 0 0 0,0 0-1 0 0,0 0 1 0 0,1 0 0 0 0,5 2 0 0 0,-6-3 27 0 0,-1-1 0 0 0,0 0 0 0 0,1 0 0 0 0,-1 0 0 0 0,0-1 0 0 0,0 1 0 0 0,1 0 0 0 0,-1-1 0 0 0,0 0 0 0 0,0 1 0 0 0,0-1 0 0 0,0 0 0 0 0,0 0 0 0 0,1 0 0 0 0,1-2 0 0 0,34-25 7 0 0,-14 11-223 0 0,-7 8-570 0 0,0 1 1 0 0,1 0-1 0 0,1 2 0 0 0,-1 0 0 0 0,1 1 0 0 0,25-3 0 0 0,-41 8 755 0 0,41-10-124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2.5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183 45 7370 0 0,'-2'-3'403'0'0,"0"0"0"0"0,-1 0-1 0 0,1 0 1 0 0,0 0 0 0 0,-1 0 0 0 0,0 0 0 0 0,0 1 0 0 0,1-1 0 0 0,-1 1 0 0 0,-1 0 0 0 0,1 0 0 0 0,0 0 0 0 0,0 0 0 0 0,-1 1 0 0 0,1-1 0 0 0,-1 1 0 0 0,0 0 0 0 0,1 0 0 0 0,-1 0 0 0 0,-5 0 0 0 0,5 1-241 0 0,1 1 0 0 0,-1-1 1 0 0,1 1-1 0 0,-1 0 0 0 0,1 0 0 0 0,0 0 1 0 0,0 0-1 0 0,-1 1 0 0 0,1-1 1 0 0,0 1-1 0 0,0 0 0 0 0,0 0 0 0 0,1 0 1 0 0,-1 0-1 0 0,0 0 0 0 0,1 1 1 0 0,-1-1-1 0 0,1 1 0 0 0,0 0 0 0 0,0 0 1 0 0,0 0-1 0 0,-2 3 0 0 0,-3 9-56 0 0,0-1 0 0 0,1 1 1 0 0,0 0-1 0 0,2 1 0 0 0,-1-1 0 0 0,2 1 0 0 0,0 0 0 0 0,-1 29 0 0 0,3-15-108 0 0,1 0 0 0 0,2-1-1 0 0,10 55 1 0 0,-10-74-11 0 0,0 0 0 0 0,1-1 0 0 0,0 0 0 0 0,1 0 1 0 0,0 0-1 0 0,1 0 0 0 0,0-1 0 0 0,0 1 0 0 0,1-1 1 0 0,0 0-1 0 0,0-1 0 0 0,1 0 0 0 0,0 0 0 0 0,8 7 1 0 0,-11-11-45 0 0,1 0 0 0 0,0 0 0 0 0,-1 0 1 0 0,1 0-1 0 0,1-1 0 0 0,-1 0 0 0 0,0 0 1 0 0,1 0-1 0 0,-1-1 0 0 0,1 1 1 0 0,-1-1-1 0 0,1-1 0 0 0,-1 1 0 0 0,1-1 1 0 0,0 0-1 0 0,-1 0 0 0 0,1-1 1 0 0,0 1-1 0 0,-1-1 0 0 0,1 0 0 0 0,-1-1 1 0 0,1 0-1 0 0,-1 0 0 0 0,0 0 0 0 0,8-4 1 0 0,-4 1 27 0 0,-2-1 1 0 0,1 0 0 0 0,0 0-1 0 0,-1 0 1 0 0,0-1-1 0 0,-1 0 1 0 0,1 0 0 0 0,-1-1-1 0 0,-1 1 1 0 0,1-2-1 0 0,-1 1 1 0 0,-1 0 0 0 0,1-1-1 0 0,-2 0 1 0 0,1 0 0 0 0,-1 0-1 0 0,-1 0 1 0 0,1-1-1 0 0,-1 1 1 0 0,-1-1 0 0 0,0 1-1 0 0,-1-1 1 0 0,0-12 0 0 0,0 7 135 0 0,-1 1 1 0 0,0 0-1 0 0,-1 0 1 0 0,-1 0-1 0 0,0 0 1 0 0,-1 0-1 0 0,-1 0 1 0 0,0 1-1 0 0,-1 0 1 0 0,0 0-1 0 0,-1 0 1 0 0,0 1-1 0 0,-1 0 1 0 0,0 1-1 0 0,-13-14 1 0 0,16 20-74 0 0,-1 0 0 0 0,-1 0 0 0 0,1 1 0 0 0,0 0 0 0 0,-1 0 0 0 0,0 0 0 0 0,0 1 1 0 0,0 0-1 0 0,0 1 0 0 0,-11-3 0 0 0,14 3-280 0 0,-1 2 1 0 0,1-1-1 0 0,-1 0 1 0 0,1 1-1 0 0,-1 0 1 0 0,1 0-1 0 0,-1 0 0 0 0,1 0 1 0 0,-1 1-1 0 0,1 0 1 0 0,-1 0-1 0 0,1 0 1 0 0,0 0-1 0 0,-1 1 1 0 0,1-1-1 0 0,0 1 0 0 0,0 0 1 0 0,-7 5-1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2.8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30 1 6913 0 0,'-2'0'9092'0'0,"-2"19"-7088"0"0,-3 28-1697 0 0,0 35 298 0 0,2-31-956 0 0,2 0-1 0 0,2 0 1 0 0,11 96 0 0 0,-10-146 206 0 0,0 1-136 0 0,0 0-1 0 0,0-1 1 0 0,1 1-1 0 0,-1 0 1 0 0,1 0-1 0 0,-1 0 1 0 0,1 0 0 0 0,0 0-1 0 0,0-1 1 0 0,0 1-1 0 0,0 0 1 0 0,0 0-1 0 0,2 1 1 0 0,2-2-1067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3.1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0 267 4145 0 0,'1'-16'-41'0'0,"5"-51"1267"0"0,-5 63-855 0 0,0 0-1 0 0,0 0 1 0 0,0 0-1 0 0,1 0 1 0 0,-1 0-1 0 0,1 0 1 0 0,0 1-1 0 0,0-1 1 0 0,0 0-1 0 0,0 1 1 0 0,1 0-1 0 0,-1 0 0 0 0,5-5 1 0 0,-5 8-202 0 0,-1-1 0 0 0,0 1 0 0 0,0-1 0 0 0,0 1 0 0 0,0-1 0 0 0,1 1-1 0 0,-1 0 1 0 0,0 0 0 0 0,0 0 0 0 0,1 0 0 0 0,-1 0 0 0 0,0 0 0 0 0,1 0 0 0 0,-1 0 0 0 0,0 0 0 0 0,0 0 0 0 0,1 1 0 0 0,-1-1 0 0 0,0 1 0 0 0,0-1 0 0 0,0 1 0 0 0,0-1 0 0 0,1 1-1 0 0,-1-1 1 0 0,0 1 0 0 0,0 0 0 0 0,0 0 0 0 0,0 0 0 0 0,-1 0 0 0 0,1-1 0 0 0,0 1 0 0 0,1 2 0 0 0,31 37 1873 0 0,-27-32-1671 0 0,44 61 1212 0 0,106 127 30 0 0,-154-193-1623 0 0,1 0 1 0 0,0 0-1 0 0,0-1 0 0 0,1 1 1 0 0,-1-1-1 0 0,0 1 1 0 0,1-1-1 0 0,0 0 1 0 0,4 1-1 0 0,-7-2 16 0 0,0-1 0 0 0,0 0 0 0 0,0 0 0 0 0,0 0 0 0 0,0 0 0 0 0,0 0 1 0 0,0 0-1 0 0,0 0 0 0 0,0 0 0 0 0,1 0 0 0 0,-1-1 0 0 0,0 1 0 0 0,-1 0 0 0 0,1-1 0 0 0,0 1 0 0 0,0-1 0 0 0,0 1 1 0 0,0-1-1 0 0,0 1 0 0 0,0-1 0 0 0,0 1 0 0 0,-1-1 0 0 0,1 0 0 0 0,0 0 0 0 0,0 1 0 0 0,-1-1 0 0 0,1 0 0 0 0,-1 0 1 0 0,1 0-1 0 0,-1 0 0 0 0,1 0 0 0 0,-1 0 0 0 0,1 0 0 0 0,-1 0 0 0 0,0 0 0 0 0,1 0 0 0 0,-1 0 0 0 0,0 0 0 0 0,0 0 1 0 0,0 0-1 0 0,0-1 0 0 0,3-21 134 0 0,0 1 0 0 0,-2-1 0 0 0,-1 1 0 0 0,-4-43 0 0 0,0-13 96 0 0,3 31-630 0 0,6-103-5956 0 0,-2 128-557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3.7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1827 30 2304 0 0,'-18'-30'18736'0'0,"18"44"-18493"0"0,11 138 460 0 0,7-1 1 0 0,37 153-1 0 0,-39-239-691 0 0,9 102 0 0 0,-22-135-17 0 0,-2 0 1 0 0,-1 1-1 0 0,-2-1 0 0 0,-1 1 1 0 0,-9 39-1 0 0,11-68 3 0 0,0 0-1 0 0,-1 1 1 0 0,1-1 0 0 0,-1 0 0 0 0,0 0-1 0 0,0 0 1 0 0,0 0 0 0 0,-1-1 0 0 0,1 1-1 0 0,-1-1 1 0 0,0 1 0 0 0,0-1 0 0 0,0 0-1 0 0,0 0 1 0 0,-1 0 0 0 0,1 0 0 0 0,-1-1-1 0 0,0 1 1 0 0,1-1 0 0 0,-1 0-1 0 0,0 0 1 0 0,0-1 0 0 0,-1 1 0 0 0,-4 0-1 0 0,-10 2-27 0 0,1-1 0 0 0,0-1-1 0 0,0-1 1 0 0,-31-2 0 0 0,6 1 123 0 0,-359 25-79 0 0,88-2-21 0 0,-2-26-72 0 0,-186-44-3455 0 0,478 45 2401 0 0,0-1 0 0 0,0-2-1 0 0,-25-7 1 0 0,25 3-4480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3.9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27 6449 0 0,'-1'-2'560'0'0,"1"0"0"0"0,0 0-1 0 0,-1 1 1 0 0,8-19 7728 0 0,-7 21-8221 0 0,6 16 1006 0 0,71 355 2357 0 0,-17-78-3091 0 0,-38-182-408 0 0,17 75-376 0 0,-28-148-1245 0 0,17 41 0 0 0,-21-64 283 0 0,-1-3-174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4.3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1 311 656 0 0,'0'-1'27'0'0,"0"-1"1"0"0,0 1-1 0 0,-1-1 0 0 0,1 1 0 0 0,0 0 1 0 0,0-1-1 0 0,0 1 0 0 0,1-1 0 0 0,-1 1 0 0 0,0-1 1 0 0,1 1-1 0 0,-1 0 0 0 0,0-1 0 0 0,1 1 1 0 0,0 0-1 0 0,-1-1 0 0 0,1 1 0 0 0,0 0 0 0 0,-1 0 1 0 0,1-1-1 0 0,0 1 0 0 0,0 0 0 0 0,0 0 1 0 0,0 0-1 0 0,0 0 0 0 0,0 0 0 0 0,1 1 1 0 0,-1-1-1 0 0,0 0 0 0 0,0 0 0 0 0,1 1 0 0 0,-1-1 1 0 0,2 0-1 0 0,50-23 1337 0 0,-52 24-1331 0 0,47-14 2039 0 0,0 2 0 0 0,1 3 0 0 0,90-7 0 0 0,-62 9-520 0 0,206-17 1378 0 0,-32 4-2159 0 0,34 0-308 0 0,13-1 392 0 0,-239 15-668 0 0,165-23 1020 0 0,-179 21-1532 0 0,-2-2 0 0 0,1-2 0 0 0,41-19 0 0 0,-66 23-6101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4.4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48 6417 0 0,'-1'-1'165'0'0,"0"0"0"0"0,0-1 0 0 0,1 1 0 0 0,-1-1 0 0 0,0 1 0 0 0,1-1 0 0 0,-1 1 0 0 0,1-1 0 0 0,-1 1 0 0 0,1-1 0 0 0,-1 0-1 0 0,1 1 1 0 0,0-3 0 0 0,0 3 151 0 0,-1 0-1 0 0,1 0 1 0 0,0 0-1 0 0,0-1 0 0 0,0 1 1 0 0,0 0-1 0 0,0 0 1 0 0,0 0-1 0 0,0 0 1 0 0,0 0-1 0 0,1 0 1 0 0,-1-1-1 0 0,0 1 0 0 0,1 0 1 0 0,-1 0-1 0 0,1 0 1 0 0,-1 0-1 0 0,1 0 1 0 0,-1 0-1 0 0,1 0 1 0 0,1-1-1 0 0,-2 2-179 0 0,1 1-1 0 0,0-1 1 0 0,-1 0-1 0 0,1 0 1 0 0,-1 1 0 0 0,1-1-1 0 0,0 0 1 0 0,-1 1-1 0 0,1-1 1 0 0,-1 0 0 0 0,1 1-1 0 0,-1-1 1 0 0,1 1 0 0 0,-1-1-1 0 0,1 1 1 0 0,-1-1-1 0 0,1 1 1 0 0,-1 0 0 0 0,0-1-1 0 0,1 1 1 0 0,-1-1-1 0 0,0 1 1 0 0,0 0 0 0 0,1-1-1 0 0,-1 2 1 0 0,8 18 446 0 0,-8-20-516 0 0,46 135 1661 0 0,44 118-2076 0 0,-89-252 113 0 0,7 20-1626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5.1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13 136 5065 0 0,'-1'-1'102'0'0,"0"1"1"0"0,0-1-1 0 0,0 0 1 0 0,0 0-1 0 0,0 1 0 0 0,1-1 1 0 0,-1 0-1 0 0,0 0 0 0 0,1 0 1 0 0,-1 0-1 0 0,0 0 1 0 0,1 0-1 0 0,-1 0 0 0 0,1 0 1 0 0,0 0-1 0 0,-1-1 0 0 0,1 1 1 0 0,0 0-1 0 0,0 0 1 0 0,0 0-1 0 0,0 0 0 0 0,0 0 1 0 0,0-1-1 0 0,0 1 0 0 0,0 0 1 0 0,0 0-1 0 0,0 0 0 0 0,1 0 1 0 0,-1 0-1 0 0,0-1 1 0 0,1 1-1 0 0,-1 0 0 0 0,1 0 1 0 0,-1 0-1 0 0,1 0 0 0 0,0 0 1 0 0,1-1-1 0 0,0-2-23 0 0,1-1 0 0 0,0 1 0 0 0,0 0 0 0 0,0 0-1 0 0,0 0 1 0 0,1 0 0 0 0,6-4 0 0 0,4-1 353 0 0,1 1 0 0 0,0 1 0 0 0,1 0 0 0 0,0 1 0 0 0,0 1 0 0 0,0 1 0 0 0,0 0 0 0 0,1 1 0 0 0,-1 0 0 0 0,1 2 0 0 0,0 0 0 0 0,0 1 0 0 0,0 0 0 0 0,30 6 0 0 0,-44-6-416 0 0,0 0 1 0 0,0 1-1 0 0,0 0 0 0 0,0-1 1 0 0,0 1-1 0 0,0 0 0 0 0,0 1 0 0 0,-1-1 1 0 0,1 0-1 0 0,0 1 0 0 0,-1 0 1 0 0,1-1-1 0 0,-1 1 0 0 0,1 0 1 0 0,-1 0-1 0 0,0 1 0 0 0,0-1 0 0 0,0 0 1 0 0,0 1-1 0 0,0-1 0 0 0,0 1 1 0 0,-1 0-1 0 0,1-1 0 0 0,-1 1 1 0 0,0 0-1 0 0,0 0 0 0 0,0 0 0 0 0,0 0 1 0 0,0 0-1 0 0,-1 0 0 0 0,0 0 1 0 0,1 0-1 0 0,-1 0 0 0 0,0 0 1 0 0,0 0-1 0 0,-1 0 0 0 0,1 1 0 0 0,-1-1 1 0 0,0 3-1 0 0,-2 4 36 0 0,0-1 1 0 0,0 0-1 0 0,-1 0 0 0 0,0 0 0 0 0,-1-1 1 0 0,0 1-1 0 0,0-1 0 0 0,-1 0 0 0 0,0-1 1 0 0,0 1-1 0 0,-11 9 0 0 0,-1-2 150 0 0,-1-2 0 0 0,0 1 0 0 0,-1-2 0 0 0,0-1 0 0 0,-25 10 0 0 0,23-12-936 0 0,0-1 0 0 0,-38 8-1 0 0,36-13-2459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5.4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 5529 0 0,'19'-13'6963'0'0,"-18"13"-6811"0"0,-1 1 0 0 0,0-1 0 0 0,1 1 0 0 0,-1-1 0 0 0,0 0 0 0 0,0 1 0 0 0,0-1 0 0 0,0 1 0 0 0,1-1 0 0 0,-1 1 0 0 0,0-1 0 0 0,0 0-1 0 0,0 1 1 0 0,0-1 0 0 0,0 1 0 0 0,0-1 0 0 0,0 1 0 0 0,0-1 0 0 0,0 1 0 0 0,0-1 0 0 0,0 0 0 0 0,-1 1 0 0 0,1-1 0 0 0,0 1-1 0 0,0-1 1 0 0,0 0 0 0 0,-1 1 0 0 0,-6 67 2923 0 0,2-30-2224 0 0,0 51 0 0 0,5-78-1060 0 0,1 0 0 0 0,0 0 0 0 0,0 0 0 0 0,1 0 0 0 0,1-1-1 0 0,0 1 1 0 0,0-1 0 0 0,1 0 0 0 0,7 14 0 0 0,-10-22-158 0 0,0 0 0 0 0,1 0 1 0 0,-1 0-1 0 0,1 0 0 0 0,-1 0 0 0 0,1 0 0 0 0,0-1 0 0 0,0 1 0 0 0,0-1 1 0 0,0 1-1 0 0,3 1 0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5.8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0 150 3225 0 0,'1'-3'-179'0'0,"7"-37"4236"0"0,-8 38-3845 0 0,0 1 0 0 0,0 0 0 0 0,1 0 0 0 0,-1 0 0 0 0,1 0 0 0 0,-1 0 1 0 0,1 0-1 0 0,-1 0 0 0 0,1 0 0 0 0,-1 0 0 0 0,1 0 0 0 0,0 0 0 0 0,-1 0 0 0 0,1 0 0 0 0,0 0 0 0 0,0 1 0 0 0,0-1 0 0 0,0 0 1 0 0,0 1-1 0 0,0-1 0 0 0,0 0 0 0 0,0 1 0 0 0,0-1 0 0 0,0 1 0 0 0,0 0 0 0 0,0-1 0 0 0,0 1 0 0 0,0 0 0 0 0,0 0 1 0 0,3-1-1 0 0,-3 2-83 0 0,0 0 1 0 0,1-1-1 0 0,-1 1 0 0 0,1 0 1 0 0,-1 0-1 0 0,0 0 1 0 0,1 0-1 0 0,-1 0 1 0 0,0 0-1 0 0,0 0 1 0 0,0 0-1 0 0,0 0 1 0 0,0 1-1 0 0,0-1 1 0 0,0 0-1 0 0,1 3 1 0 0,13 28 967 0 0,-11-22-693 0 0,0-2-335 0 0,8 19 838 0 0,30 48 0 0 0,-38-69-809 0 0,0 0 0 0 0,1 0 0 0 0,-1 0 1 0 0,1-1-1 0 0,0 1 0 0 0,1-2 0 0 0,-1 1 0 0 0,1 0 0 0 0,0-1 0 0 0,0 0 0 0 0,1 0 0 0 0,-1-1 0 0 0,10 4 0 0 0,-15-7-113 0 0,1 0-1 0 0,-1 1 1 0 0,1-1-1 0 0,-1 0 0 0 0,1 0 1 0 0,0 0-1 0 0,-1 0 1 0 0,1 0-1 0 0,-1 0 0 0 0,1 0 1 0 0,-1-1-1 0 0,1 1 1 0 0,0-1-1 0 0,-1 1 0 0 0,1-1 1 0 0,-1 1-1 0 0,0-1 1 0 0,1 0-1 0 0,-1 0 0 0 0,1 0 1 0 0,-1 0-1 0 0,0 0 1 0 0,0 0-1 0 0,0 0 0 0 0,0 0 1 0 0,0 0-1 0 0,0 0 1 0 0,0-1-1 0 0,0 1 0 0 0,0 0 1 0 0,0-1-1 0 0,0 1 1 0 0,-1-1-1 0 0,1 1 0 0 0,0-3 1 0 0,3-8-183 0 0,-1 1 0 0 0,0-1 0 0 0,2-21 0 0 0,-3 19 119 0 0,20-93-184 0 0,-19 96 344 0 0,1-1 1 0 0,0 1-1 0 0,0 0 0 0 0,1 1 0 0 0,0-1 0 0 0,1 1 1 0 0,8-11-1 0 0,-13 20-32 0 0,0 0 1 0 0,0 0-1 0 0,-1 0 1 0 0,1 0-1 0 0,0 0 1 0 0,0 0 0 0 0,0 1-1 0 0,0-1 1 0 0,0 0-1 0 0,0 1 1 0 0,0-1-1 0 0,1 1 1 0 0,-1-1-1 0 0,0 1 1 0 0,0-1-1 0 0,0 1 1 0 0,0 0-1 0 0,1 0 1 0 0,-1-1-1 0 0,0 1 1 0 0,0 0-1 0 0,1 0 1 0 0,-1 0-1 0 0,0 1 1 0 0,0-1-1 0 0,1 0 1 0 0,-1 0-1 0 0,0 1 1 0 0,0-1 0 0 0,0 0-1 0 0,0 1 1 0 0,1-1-1 0 0,-1 1 1 0 0,0 0-1 0 0,0-1 1 0 0,0 1-1 0 0,0 0 1 0 0,0 0-1 0 0,0-1 1 0 0,-1 1-1 0 0,1 0 1 0 0,0 0-1 0 0,0 0 1 0 0,1 2-1 0 0,5 6 231 0 0,0 1 0 0 0,-1 0 0 0 0,10 19 0 0 0,-10-18-367 0 0,6 12-96 0 0,1-1 0 0 0,0 0 0 0 0,2-1 1 0 0,0-1-1 0 0,33 33 0 0 0,-33-41-816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6.2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72 41 6849 0 0,'0'-1'71'0'0,"0"1"-1"0"0,0-1 1 0 0,0 1-1 0 0,0-1 1 0 0,0 1-1 0 0,0-1 0 0 0,0 1 1 0 0,0-1-1 0 0,0 1 1 0 0,-1 0-1 0 0,1-1 0 0 0,0 1 1 0 0,0-1-1 0 0,0 1 1 0 0,-1-1-1 0 0,1 1 0 0 0,0 0 1 0 0,-1-1-1 0 0,1 1 1 0 0,0 0-1 0 0,-1-1 1 0 0,1 1-1 0 0,-1 0 0 0 0,1-1 1 0 0,0 1-1 0 0,-1 0 1 0 0,1 0-1 0 0,-1-1 0 0 0,1 1 1 0 0,-1 0-1 0 0,1 0 1 0 0,-1 0-1 0 0,1 0 0 0 0,-1 0 1 0 0,1 0-1 0 0,-2 0 1 0 0,-15 13 2737 0 0,-9 29-173 0 0,22-30-2381 0 0,1 0-1 0 0,0 0 1 0 0,1 0 0 0 0,0 0-1 0 0,0 0 1 0 0,2 1 0 0 0,-1-1-1 0 0,2 0 1 0 0,-1 1 0 0 0,2-1 0 0 0,4 21-1 0 0,-4-27-144 0 0,-1 0 0 0 0,1-1 0 0 0,0 1-1 0 0,1-1 1 0 0,0 0 0 0 0,-1 1 0 0 0,2-1 0 0 0,-1-1-1 0 0,0 1 1 0 0,1 0 0 0 0,8 7 0 0 0,-9-10-40 0 0,1 1 0 0 0,-1-1 1 0 0,1 0-1 0 0,0 0 0 0 0,0 0 1 0 0,-1-1-1 0 0,1 1 0 0 0,1-1 1 0 0,-1 0-1 0 0,0 0 0 0 0,0 0 0 0 0,0-1 1 0 0,0 1-1 0 0,1-1 0 0 0,-1 0 1 0 0,0 0-1 0 0,0-1 0 0 0,5 0 0 0 0,-4 1-25 0 0,0-1-1 0 0,0 0 1 0 0,-1 0-1 0 0,1-1 1 0 0,0 1-1 0 0,-1-1 1 0 0,1 0-1 0 0,-1 0 1 0 0,0-1-1 0 0,1 1 1 0 0,-1-1-1 0 0,0 0 1 0 0,-1 0-1 0 0,1 0 1 0 0,0 0 0 0 0,-1-1-1 0 0,0 0 1 0 0,0 1-1 0 0,0-1 1 0 0,0 0-1 0 0,-1 0 1 0 0,1-1-1 0 0,-1 1 1 0 0,0-1-1 0 0,0 1 1 0 0,-1-1-1 0 0,0 1 1 0 0,1-1-1 0 0,-1 0 1 0 0,-1 0-1 0 0,1 0 1 0 0,-1 0-1 0 0,0 1 1 0 0,0-7-1 0 0,-1 1 13 0 0,0 0-1 0 0,0 0 0 0 0,-1-1 1 0 0,0 1-1 0 0,-1 1 1 0 0,0-1-1 0 0,-1 0 1 0 0,0 1-1 0 0,0 0 1 0 0,-1-1-1 0 0,0 2 0 0 0,-1-1 1 0 0,0 1-1 0 0,0 0 1 0 0,-11-11-1 0 0,7 10-35 0 0,0 1 0 0 0,-1 0 0 0 0,-20-12 0 0 0,28 18-99 0 0,0 1 0 0 0,0-1 0 0 0,1 1 0 0 0,-1 0 0 0 0,-1-1 0 0 0,1 1 0 0 0,0 1 0 0 0,0-1 0 0 0,0 0 0 0 0,0 1 0 0 0,-1 0 0 0 0,1-1 0 0 0,0 1 0 0 0,0 1 0 0 0,-1-1 0 0 0,1 0 0 0 0,0 1 0 0 0,0 0 0 0 0,0-1 0 0 0,-6 4 0 0 0,-2 9-3572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6.6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149 53 2761 0 0,'1'-2'364'0'0,"-1"1"-1"0"0,1-1 1 0 0,-1 0 0 0 0,0 0 0 0 0,0 0 0 0 0,0 0 0 0 0,0 0 0 0 0,0 0 0 0 0,0 0 0 0 0,0 0 0 0 0,-1 0 0 0 0,1 0-1 0 0,-1 0 1 0 0,1 0 0 0 0,-1 1 0 0 0,0-1 0 0 0,0 0 0 0 0,0 0 0 0 0,0 1 0 0 0,0-1 0 0 0,0 0 0 0 0,0 1 0 0 0,-1-1-1 0 0,-2-1 1 0 0,3 2-174 0 0,0 0-1 0 0,0 1 0 0 0,-1-1 1 0 0,1 0-1 0 0,0 1 1 0 0,-1 0-1 0 0,1-1 0 0 0,0 1 1 0 0,-1 0-1 0 0,1-1 1 0 0,-1 1-1 0 0,1 0 0 0 0,0 0 1 0 0,-1 0-1 0 0,1 1 0 0 0,-1-1 1 0 0,1 0-1 0 0,0 0 1 0 0,-1 1-1 0 0,1-1 0 0 0,0 1 1 0 0,-1-1-1 0 0,1 1 0 0 0,0-1 1 0 0,-1 1-1 0 0,1 0 1 0 0,0 0-1 0 0,0 0 0 0 0,0 0 1 0 0,0-1-1 0 0,0 1 0 0 0,0 1 1 0 0,0-1-1 0 0,-1 2 1 0 0,-9 9 35 0 0,1 2 1 0 0,1 0 0 0 0,0 0-1 0 0,0 0 1 0 0,2 1-1 0 0,0 0 1 0 0,-10 32 0 0 0,14-39-153 0 0,1-1 0 0 0,1 1 1 0 0,-1 0-1 0 0,1-1 0 0 0,0 1 1 0 0,1 0-1 0 0,0 0 0 0 0,0 0 1 0 0,1-1-1 0 0,0 1 0 0 0,0 0 0 0 0,1 0 1 0 0,0-1-1 0 0,0 1 0 0 0,0-1 1 0 0,1 0-1 0 0,1 1 0 0 0,7 12 1 0 0,-2-10-103 0 0,1 0 0 0 0,0-1 0 0 0,1 1 0 0 0,0-2 0 0 0,0 0 0 0 0,1 0 0 0 0,0-1 1 0 0,20 8-1 0 0,-18-8-6 0 0,0 0 1 0 0,-1 0-1 0 0,-1 1 1 0 0,1 1-1 0 0,-1 0 1 0 0,20 19-1 0 0,-31-26 39 0 0,0-1 0 0 0,0 0-1 0 0,0 0 1 0 0,0 1 0 0 0,0-1 0 0 0,-1 0-1 0 0,1 1 1 0 0,0-1 0 0 0,-1 1 0 0 0,1-1-1 0 0,-1 1 1 0 0,1-1 0 0 0,-1 1 0 0 0,0 0-1 0 0,1-1 1 0 0,-1 1 0 0 0,0 0-1 0 0,0-1 1 0 0,0 1 0 0 0,-1-1 0 0 0,1 1-1 0 0,0 0 1 0 0,-1 1 0 0 0,0 0 36 0 0,-1 0 0 0 0,1-1 0 0 0,-1 1 0 0 0,0 0 0 0 0,0-1 0 0 0,0 1 0 0 0,0-1 0 0 0,0 0 0 0 0,0 1 0 0 0,0-1 0 0 0,-4 2 0 0 0,-4 2 152 0 0,1 0 0 0 0,-1 0 0 0 0,0-1 0 0 0,-1-1 0 0 0,-18 7 0 0 0,17-8-241 0 0,0-1 1 0 0,0 0-1 0 0,0-1 1 0 0,0 0-1 0 0,0-1 0 0 0,-13-1 1 0 0,8-1-488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6.2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163 160 3225 0 0,'0'-1'107'0'0,"0"-1"0"0"0,0 1 1 0 0,0 0-1 0 0,0 0 0 0 0,-1-1 1 0 0,1 1-1 0 0,0 0 1 0 0,-1-1-1 0 0,1 1 0 0 0,-1 0 1 0 0,1 0-1 0 0,-1-1 0 0 0,0 1 1 0 0,1 0-1 0 0,-1 0 0 0 0,0 0 1 0 0,0 0-1 0 0,0 0 1 0 0,0 0-1 0 0,0 0 0 0 0,0 0 1 0 0,0 1-1 0 0,0-1 0 0 0,0 0 1 0 0,0 1-1 0 0,-1-1 0 0 0,1 0 1 0 0,0 1-1 0 0,0 0 1 0 0,-1-1-1 0 0,1 1 0 0 0,0 0 1 0 0,0-1-1 0 0,-1 1 0 0 0,1 0 1 0 0,0 0-1 0 0,-1 0 0 0 0,1 0 1 0 0,-3 1-1 0 0,0-1 97 0 0,1 0-1 0 0,-1 1 1 0 0,0 0-1 0 0,0 0 1 0 0,0 0-1 0 0,1 0 1 0 0,-1 0-1 0 0,0 1 1 0 0,1 0-1 0 0,-1-1 1 0 0,1 1-1 0 0,-5 4 1 0 0,0 2 19 0 0,1 1 0 0 0,1-1 0 0 0,-1 1 0 0 0,2 0 0 0 0,-1 1 1 0 0,1-1-1 0 0,1 1 0 0 0,-1 0 0 0 0,2 0 0 0 0,-1 0 0 0 0,-2 19 0 0 0,3-13-163 0 0,1 0 0 0 0,0 0 1 0 0,1 0-1 0 0,1-1 0 0 0,1 1 0 0 0,0 0 0 0 0,5 22 0 0 0,-5-32-52 0 0,0 0-1 0 0,1-1 1 0 0,0 1 0 0 0,0 0 0 0 0,1-1-1 0 0,-1 1 1 0 0,1-1 0 0 0,0 0 0 0 0,0 0 0 0 0,1 0-1 0 0,0 0 1 0 0,0-1 0 0 0,0 1 0 0 0,0-1-1 0 0,1 0 1 0 0,-1 0 0 0 0,1-1 0 0 0,0 1 0 0 0,0-1-1 0 0,1 0 1 0 0,-1-1 0 0 0,1 1 0 0 0,-1-1-1 0 0,1 0 1 0 0,10 2 0 0 0,-7-3 6 0 0,1 0 0 0 0,-1 0 0 0 0,0-1 0 0 0,1 0 0 0 0,-1-1 0 0 0,0 0 1 0 0,0-1-1 0 0,0 0 0 0 0,1 0 0 0 0,-2-1 0 0 0,1 0 0 0 0,0 0 0 0 0,-1-1 0 0 0,1 0 0 0 0,-1-1 0 0 0,8-5 0 0 0,-8 3 104 0 0,0 1-1 0 0,-1-1 0 0 0,0 0 0 0 0,0 0 1 0 0,0-1-1 0 0,-1 0 0 0 0,0 0 0 0 0,-1-1 1 0 0,0 1-1 0 0,0-1 0 0 0,-1 0 0 0 0,0-1 1 0 0,-1 1-1 0 0,0-1 0 0 0,0 0 0 0 0,-1 1 1 0 0,0-1-1 0 0,-1 0 0 0 0,0 0 0 0 0,0 0 1 0 0,-1 0-1 0 0,-1 0 0 0 0,0 0 0 0 0,-2-12 1 0 0,0 4 35 0 0,-1 0 1 0 0,-1 0-1 0 0,0 1 1 0 0,-1-1-1 0 0,-1 1 0 0 0,-1 1 1 0 0,-1-1-1 0 0,0 2 1 0 0,0-1-1 0 0,-2 1 1 0 0,0 1-1 0 0,-20-21 1 0 0,-4 9-330 0 0,33 24-14 0 0,0 1 0 0 0,0 0 0 0 0,0 0 0 0 0,0 0 0 0 0,-1 0 0 0 0,1 1 0 0 0,0-1 0 0 0,-1 0 0 0 0,1 1-1 0 0,-1 0 1 0 0,1 0 0 0 0,0 0 0 0 0,-1 0 0 0 0,1 0 0 0 0,-5 0 0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6.5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46 2761 0 0,'12'-12'-128'0'0,"10"-11"2195"0"0,-21 22-1646 0 0,0 0-1 0 0,0 0 0 0 0,0 1 0 0 0,0-1 1 0 0,0 0-1 0 0,1 0 0 0 0,-1 1 1 0 0,0-1-1 0 0,0 0 0 0 0,0 1 1 0 0,1-1-1 0 0,-1 1 0 0 0,0 0 1 0 0,1-1-1 0 0,1 1 0 0 0,-2 0-221 0 0,0 1 1 0 0,0 0-1 0 0,0-1 0 0 0,0 1 0 0 0,0 0 0 0 0,0-1 1 0 0,-1 1-1 0 0,1 0 0 0 0,0 0 0 0 0,-1 0 1 0 0,1 0-1 0 0,0 0 0 0 0,-1-1 0 0 0,1 1 1 0 0,-1 0-1 0 0,0 0 0 0 0,1 0 0 0 0,-1 1 0 0 0,0-1 1 0 0,1 0-1 0 0,-1 1 0 0 0,5 30 1107 0 0,-4-26-995 0 0,10 147 2117 0 0,-1-6-1660 0 0,-6-123-1368 0 0,0-1 1 0 0,1 0 0 0 0,2 0-1 0 0,12 30 1 0 0,-12-38-1438 0 0,-1-1-3748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6.7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0 183 9218 0 0,'0'-4'122'0'0,"0"0"-1"0"0,1 0 1 0 0,0-1-1 0 0,-1 1 1 0 0,1 0 0 0 0,1 0-1 0 0,-1 0 1 0 0,0 0 0 0 0,1 0-1 0 0,0 1 1 0 0,0-1-1 0 0,0 0 1 0 0,1 1 0 0 0,-1 0-1 0 0,1-1 1 0 0,-1 1-1 0 0,1 0 1 0 0,0 0 0 0 0,6-4-1 0 0,9-8 266 0 0,0 1 0 0 0,24-13-1 0 0,-38 24-369 0 0,9-5-97 0 0,0 1 0 0 0,1 0 0 0 0,22-9 0 0 0,-30 15-246 0 0,-1-1 1 0 0,0 1 0 0 0,0 0-1 0 0,0 0 1 0 0,0 0 0 0 0,1 1 0 0 0,-1 0-1 0 0,0 0 1 0 0,1 0 0 0 0,-1 1-1 0 0,0-1 1 0 0,0 1 0 0 0,10 3-1 0 0,0 3-1049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6.9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1 177 5065 0 0,'35'-24'4601'0'0,"3"-1"-4304"0"0,109-87-2029 0 0,-128 97 1719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7.1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62 16 6449 0 0,'-16'-9'138'0'0,"-8"2"4789"0"0,23 7-4769 0 0,0 0 1 0 0,0 0-1 0 0,0 1 1 0 0,0-1-1 0 0,0 0 1 0 0,1 0-1 0 0,-1 1 1 0 0,0-1 0 0 0,0 0-1 0 0,0 1 1 0 0,0-1-1 0 0,0 1 1 0 0,0 0-1 0 0,1-1 1 0 0,-1 1-1 0 0,0-1 1 0 0,0 1 0 0 0,1 0-1 0 0,-1 0 1 0 0,1-1-1 0 0,-1 1 1 0 0,0 0-1 0 0,1 0 1 0 0,0 0-1 0 0,-1 0 1 0 0,1 0 0 0 0,-1 0-1 0 0,1 0 1 0 0,0-1-1 0 0,0 1 1 0 0,0 0-1 0 0,-1 0 1 0 0,1 0 0 0 0,0 0-1 0 0,0 0 1 0 0,0 0-1 0 0,0 0 1 0 0,1 0-1 0 0,-1 1 1 0 0,2 27 193 0 0,1-1 1 0 0,2 0 0 0 0,1 0-1 0 0,1 0 1 0 0,17 42 0 0 0,-10-29-1062 0 0,12 56-1 0 0,-22-75-327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7.3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0 221 5065 0 0,'1'-8'292'0'0,"0"0"0"0"0,0 1 0 0 0,1-1 0 0 0,0 0 0 0 0,0 1 0 0 0,1 0-1 0 0,0-1 1 0 0,0 1 0 0 0,6-8 0 0 0,1 0 589 0 0,0 1-1 0 0,1 1 1 0 0,14-14-1 0 0,-15 16-384 0 0,1 1 0 0 0,0 1 0 0 0,16-11 0 0 0,-22 17-532 0 0,-1 0 0 0 0,1 1 1 0 0,0 0-1 0 0,-1 0 0 0 0,9-2 0 0 0,-10 3-229 0 0,-1 1-1 0 0,0-1 1 0 0,1 1 0 0 0,-1 0 0 0 0,0 0-1 0 0,1 0 1 0 0,-1 0 0 0 0,0 0-1 0 0,1 1 1 0 0,-1-1 0 0 0,0 1-1 0 0,0 0 1 0 0,3 0 0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7.4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64 2304 0 0,'-9'20'470'0'0,"9"-20"-377"0"0,0 0 0 0 0,0 1 0 0 0,0-1 0 0 0,0 0-1 0 0,0 1 1 0 0,0-1 0 0 0,0 0 0 0 0,0 0 0 0 0,0 1 0 0 0,0-1 0 0 0,0 0 0 0 0,0 1 0 0 0,0-1 0 0 0,1 0 0 0 0,-1 0 0 0 0,0 0 0 0 0,0 1 0 0 0,1-1 93 0 0,-1 0-93 0 0,0 1 0 0 0,0-1 0 0 0,0 0 0 0 0,1 0 0 0 0,-1 0 0 0 0,0 0 0 0 0,0 0 0 0 0,1 1-1 0 0,-1-1 1 0 0,0 0 0 0 0,1 0 0 0 0,-1 0 0 0 0,0 0 0 0 0,0 0 0 0 0,1 0 0 0 0,-1 0 0 0 0,4 0 528 0 0,0 0-1 0 0,0-1 1 0 0,0 0 0 0 0,0 0-1 0 0,0 0 1 0 0,0 0-1 0 0,-1 0 1 0 0,5-3 0 0 0,88-47 1686 0 0,-64 32-3936 0 0,-13 8-2926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8.1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2186 59 7834 0 0,'1'-4'147'0'0,"18"-32"1796"0"0,-1 17 3294 0 0,-17 19-5163 0 0,-1 0 1 0 0,1 0 0 0 0,-1 0 0 0 0,1 0 0 0 0,-1 0 0 0 0,0 0 0 0 0,1 1 0 0 0,-1-1-1 0 0,1 0 1 0 0,-1 0 0 0 0,1 0 0 0 0,-1 0 0 0 0,0 0 0 0 0,1 1 0 0 0,-1-1-1 0 0,0 0 1 0 0,1 0 0 0 0,-1 1 0 0 0,1-1 0 0 0,-1 0 0 0 0,0 0 0 0 0,0 1 0 0 0,1-1-1 0 0,-1 0 1 0 0,0 1 0 0 0,0-1 0 0 0,1 1 0 0 0,-1-1 0 0 0,0 0 0 0 0,0 1 0 0 0,0-1-1 0 0,1 1 1 0 0,-1-1 0 0 0,0 1 0 0 0,0-1 0 0 0,0 0 0 0 0,0 1 0 0 0,0-1-1 0 0,0 1 1 0 0,5 21 725 0 0,12 237 1458 0 0,-7-55-2154 0 0,11-67-86 0 0,76 263-1 0 0,-82-343-50 0 0,6 16-634 0 0,-3 0 0 0 0,13 127-1 0 0,-30-195 659 0 0,0-1-1 0 0,-1 1 0 0 0,0 0 0 0 0,0-1 0 0 0,0 1 0 0 0,-1 0 0 0 0,0-1 0 0 0,0 1 0 0 0,0 0 0 0 0,0-1 0 0 0,0 0 0 0 0,-1 1 0 0 0,0-1 0 0 0,0 0 1 0 0,0 0-1 0 0,-1 0 0 0 0,1 0 0 0 0,-1 0 0 0 0,0 0 0 0 0,0-1 0 0 0,0 1 0 0 0,-1-1 0 0 0,1 0 0 0 0,-1 0 0 0 0,0 0 0 0 0,0-1 0 0 0,0 1 0 0 0,0-1 1 0 0,0 0-1 0 0,0 0 0 0 0,0 0 0 0 0,-1-1 0 0 0,1 1 0 0 0,-1-1 0 0 0,-5 0 0 0 0,-44 10 112 0 0,-1-4 0 0 0,-1-2 0 0 0,-95-3 0 0 0,-35 3-66 0 0,-341 44-124 0 0,486-45 54 0 0,-353 21 532 0 0,-181-69-576 0 0,520 40-1194 0 0,-75 3 0 0 0,27 2-629 0 0,77-3 1252 0 0,1 0-28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8.4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54 2761 0 0,'-12'-28'813'0'0,"11"27"-668"0"0,1 0 0 0 0,0 0 1 0 0,0 0-1 0 0,0 1 0 0 0,-1-1 1 0 0,1 0-1 0 0,0 0 1 0 0,0 0-1 0 0,0 0 0 0 0,1 0 1 0 0,-1 1-1 0 0,0-1 1 0 0,0 0-1 0 0,0 0 0 0 0,1 0 1 0 0,-1 0-1 0 0,0 1 0 0 0,1-1 1 0 0,-1 0-1 0 0,0 0 1 0 0,1 1-1 0 0,-1-1 0 0 0,1 0 1 0 0,0 1-1 0 0,-1-1 0 0 0,1 0 1 0 0,-1 1-1 0 0,1-1 1 0 0,0 1-1 0 0,-1-1 0 0 0,1 1 1 0 0,1-1-1 0 0,0 1-17 0 0,-1 0 0 0 0,0 0 0 0 0,0 0 0 0 0,0 0 0 0 0,0 0 0 0 0,0 1 0 0 0,0-1 0 0 0,-1 0 0 0 0,1 1 0 0 0,0-1 0 0 0,0 1 0 0 0,0-1 0 0 0,0 1 0 0 0,0-1 0 0 0,0 1 0 0 0,-1 0 0 0 0,1-1 0 0 0,0 1 1 0 0,0 0-1 0 0,-1 0 0 0 0,1-1 0 0 0,-1 1 0 0 0,1 0 0 0 0,-1 0 0 0 0,1 0 0 0 0,-1 0 0 0 0,1 0 0 0 0,-1 0 0 0 0,0 0 0 0 0,1 1 0 0 0,12 35 1280 0 0,-12-35-1210 0 0,12 57 618 0 0,-3 0 1 0 0,-2 1 0 0 0,0 97 0 0 0,-1-20-534 0 0,0-62-366 0 0,3 0 0 0 0,3-1 0 0 0,27 88 0 0 0,-23-113-3303 0 0,28 59 1 0 0,-36-91-1111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8.7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20 654 3193 0 0,'-2'-4'7'0'0,"-1"-1"0"0"0,1 1 1 0 0,0 0-1 0 0,0 0 0 0 0,0-1 1 0 0,1 1-1 0 0,-1-1 0 0 0,1 0 1 0 0,0 1-1 0 0,0-1 0 0 0,1 0 1 0 0,0 0-1 0 0,0 0 0 0 0,0 1 1 0 0,0-1-1 0 0,1 0 0 0 0,-1 0 1 0 0,1 1-1 0 0,0-1 0 0 0,1 0 1 0 0,-1 1-1 0 0,1-1 0 0 0,0 1 1 0 0,0 0-1 0 0,0-1 0 0 0,1 1 1 0 0,0 0-1 0 0,-1 1 0 0 0,1-1 1 0 0,1 0-1 0 0,-1 1 0 0 0,0-1 1 0 0,1 1-1 0 0,0 0 0 0 0,0 0 1 0 0,0 1-1 0 0,8-5 0 0 0,22-5 820 0 0,0 0-1 0 0,1 3 0 0 0,46-7 0 0 0,18-5 784 0 0,732-149 4731 0 0,-79 21-1835 0 0,-607 105-3458 0 0,-92 26-456 0 0,99-19 1 0 0,-145 36-576 0 0,-1 0-1 0 0,0 0 1 0 0,1 1 0 0 0,-1 0-1 0 0,11 1 1 0 0,2 7-6098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4.3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39 208 1376 0 0,'-8'-19'1431'0'0,"0"-1"0"0"0,1 0-1 0 0,1 0 1 0 0,-3-23 0 0 0,8 25 5045 0 0,6 26-4497 0 0,9 11-1339 0 0,3 9-132 0 0,88 132 610 0 0,-83-130-1096 0 0,2-1 1 0 0,1-1-1 0 0,29 26 0 0 0,-49-50 16 0 0,0 0 0 0 0,0-1-1 0 0,0 1 1 0 0,0-1 0 0 0,0 0 0 0 0,1-1-1 0 0,0 1 1 0 0,-1-1 0 0 0,1 0 0 0 0,9 2-1 0 0,-13-4 17 0 0,0 0-1 0 0,0 0 1 0 0,-1 0 0 0 0,1 0-1 0 0,0 0 1 0 0,0 0 0 0 0,0 0-1 0 0,0 0 1 0 0,-1-1-1 0 0,1 1 1 0 0,0-1 0 0 0,0 1-1 0 0,-1-1 1 0 0,1 0-1 0 0,0 0 1 0 0,-1 0 0 0 0,1 0-1 0 0,-1 0 1 0 0,1 0-1 0 0,-1 0 1 0 0,0 0 0 0 0,1 0-1 0 0,-1-1 1 0 0,0 1-1 0 0,0-1 1 0 0,0 1 0 0 0,0-1-1 0 0,0 1 1 0 0,0-1-1 0 0,0 0 1 0 0,0 1 0 0 0,-1-1-1 0 0,1 0 1 0 0,-1 1 0 0 0,1-1-1 0 0,-1 0 1 0 0,0 0-1 0 0,1-2 1 0 0,5-52 311 0 0,-2 0-1 0 0,-5-71 1 0 0,1-13-359 0 0,0 126 11 0 0,1-6-772 0 0,0 20 659 0 0,-1 0-1 0 0,0-1 1 0 0,1 1-1 0 0,-1 0 0 0 0,1-1 1 0 0,-1 1-1 0 0,1 0 1 0 0,-1 0-1 0 0,1 0 1 0 0,-1-1-1 0 0,0 1 0 0 0,1 0 1 0 0,-1 0-1 0 0,1 0 1 0 0,-1 0-1 0 0,1 0 1 0 0,-1 0-1 0 0,1 0 0 0 0,-1 0 1 0 0,1 0-1 0 0,-1 0 1 0 0,1 0-1 0 0,-1 0 1 0 0,1 0-1 0 0,-1 1 0 0 0,1-1 1 0 0,-1 0-1 0 0,1 0 1 0 0,-1 0-1 0 0,1 1 1 0 0,-1-1-1 0 0,0 0 0 0 0,1 1 1 0 0,-1-1-1 0 0,0 0 1 0 0,1 1-1 0 0,0 0 1 0 0,7 3-1447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4.5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1 920 0 0,'1'0'590'0'0,"0"0"-250"0"0,0 0 1 0 0,0 0 0 0 0,0 0 0 0 0,0 1 0 0 0,0-1-1 0 0,7 5 3068 0 0,-7-3-3067 0 0,16 25 1048 0 0,-15-25-1248 0 0,11 25 954 0 0,0 1 0 0 0,9 29 0 0 0,-18-43-1199 0 0,0-1 1 0 0,-1 1-1 0 0,-1 0 0 0 0,0-1 0 0 0,0 1 1 0 0,-2 24-1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4.8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0 115 2385 0 0,'3'-5'150'0'0,"-1"0"1"0"0,1 0 0 0 0,0 0 0 0 0,0 1 0 0 0,1 0 0 0 0,-1-1 0 0 0,1 1 0 0 0,0 1 0 0 0,0-1 0 0 0,0 0 0 0 0,1 1 0 0 0,-1 0 0 0 0,1 0 0 0 0,7-3 0 0 0,8-4 692 0 0,0 1 0 0 0,26-8 1 0 0,-35 13-657 0 0,0 1 0 0 0,0 1 1 0 0,0-1-1 0 0,0 2 0 0 0,1 0 1 0 0,-1 0-1 0 0,1 1 0 0 0,11 1 1 0 0,-20-1-151 0 0,0 1 0 0 0,0-1 0 0 0,0 1 0 0 0,0-1 0 0 0,0 1 1 0 0,-1 0-1 0 0,1 0 0 0 0,0 0 0 0 0,-1 1 0 0 0,1-1 1 0 0,0 1-1 0 0,-1-1 0 0 0,0 1 0 0 0,1 0 0 0 0,-1 0 1 0 0,0 0-1 0 0,0 0 0 0 0,0 0 0 0 0,0 0 0 0 0,-1 1 1 0 0,1-1-1 0 0,0 1 0 0 0,-1-1 0 0 0,0 1 0 0 0,0 0 1 0 0,0-1-1 0 0,0 1 0 0 0,0 0 0 0 0,0 0 0 0 0,-1 0 1 0 0,1 0-1 0 0,-1-1 0 0 0,0 1 0 0 0,0 0 0 0 0,0 6 1 0 0,-1 5 306 0 0,-1 1 0 0 0,-1-1 0 0 0,0 0 0 0 0,-1 0 0 0 0,0 0 0 0 0,-1 0 0 0 0,-1-1 0 0 0,-7 14 0 0 0,-26 37-239 0 0,-4-6-3691 0 0,35-47-632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5.1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26 2304 0 0,'1'-2'178'0'0,"0"0"-1"0"0,0 0 0 0 0,0 1 0 0 0,0-1 1 0 0,1 1-1 0 0,-1-1 0 0 0,1 1 0 0 0,-1-1 1 0 0,1 1-1 0 0,0 0 0 0 0,-1 0 0 0 0,1 0 1 0 0,0 0-1 0 0,0 0 0 0 0,0 0 0 0 0,0 0 1 0 0,-1 1-1 0 0,1-1 0 0 0,0 1 0 0 0,0-1 1 0 0,0 1-1 0 0,1 0 0 0 0,2 0 0 0 0,-2 1 118 0 0,-1 0 0 0 0,1 0 0 0 0,0 0 0 0 0,-1 0 0 0 0,1 0-1 0 0,-1 1 1 0 0,1-1 0 0 0,-1 1 0 0 0,0 0 0 0 0,0 0 0 0 0,0 0-1 0 0,0 0 1 0 0,0 0 0 0 0,3 4 0 0 0,5 9 370 0 0,0 1 0 0 0,-2 0 0 0 0,0 0-1 0 0,6 18 1 0 0,-13-33-704 0 0,25 76 311 0 0,6 11-3921 0 0,-27-95 1415 0 0,-7-18 2304 0 0,-2 13-137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5.3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1 132 920 0 0,'1'-5'267'0'0,"1"-1"0"0"0,-1 0 0 0 0,1 1 0 0 0,0 0 1 0 0,1 0-1 0 0,-1-1 0 0 0,1 1 0 0 0,0 1 0 0 0,1-1 0 0 0,-1 0 0 0 0,1 1 0 0 0,0 0 0 0 0,0 0 0 0 0,0 0 0 0 0,0 0 0 0 0,9-5 0 0 0,-4 3 96 0 0,0 0-1 0 0,0 1 1 0 0,0 0 0 0 0,1 0-1 0 0,-1 1 1 0 0,1 0-1 0 0,0 1 1 0 0,16-3-1 0 0,-24 5-323 0 0,1 1-1 0 0,0 0 1 0 0,0-1-1 0 0,-1 1 1 0 0,1 1-1 0 0,0-1 0 0 0,0 0 1 0 0,0 1-1 0 0,-1-1 1 0 0,1 1-1 0 0,0 0 1 0 0,-1 0-1 0 0,1 0 1 0 0,0 0-1 0 0,-1 0 1 0 0,1 1-1 0 0,-1-1 1 0 0,4 4-1 0 0,-2-2 82 0 0,-1 1 0 0 0,-1-1-1 0 0,1 1 1 0 0,0-1 0 0 0,-1 1 0 0 0,0 0-1 0 0,0 0 1 0 0,0 0 0 0 0,0 0 0 0 0,2 9 0 0 0,-2-2 130 0 0,0 1 1 0 0,0-1-1 0 0,-1 0 1 0 0,-1 1-1 0 0,0-1 1 0 0,0 1 0 0 0,-1-1-1 0 0,-4 18 1 0 0,1-14 62 0 0,-2 0 0 0 0,1 1 1 0 0,-2-2-1 0 0,0 1 0 0 0,-1-1 0 0 0,-1 0 1 0 0,0-1-1 0 0,0 0 0 0 0,-23 23 0 0 0,20-24-1717 0 0,-1-1-1 0 0,-24 18 0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7.2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120 17 1376 0 0,'-10'1'515'0'0,"-1"0"-1"0"0,1 1 0 0 0,-19 5 1 0 0,19-4 332 0 0,0-1 0 0 0,0 0 0 0 0,-19 1 1 0 0,162 1 2860 0 0,-75 0-2481 0 0,1-3 1 0 0,110-13 0 0 0,-147 9-1166 0 0,-15 3 6 0 0,-1-1 1 0 0,1 0-1 0 0,-1 0 0 0 0,1 0 1 0 0,-1-1-1 0 0,1 0 0 0 0,-1 0 1 0 0,7-4-1 0 0,-53 3 539 0 0,-45 10-217 0 0,30-3-168 0 0,-106 21-1 0 0,198-24-221 0 0,62-12-23 0 0,-8 0 46 0 0,-91 12-22 0 0,1-1 0 0 0,-1 0 0 0 0,1 0 0 0 0,-1 0 0 0 0,1 0 0 0 0,-1 0-1 0 0,1 0 1 0 0,0 0 0 0 0,-1 0 0 0 0,1-1 0 0 0,-1 1 0 0 0,1 0-1 0 0,-1 0 1 0 0,1 0 0 0 0,-1 0 0 0 0,1-1 0 0 0,-1 1 0 0 0,1 0 0 0 0,-1-1-1 0 0,1 1 1 0 0,-1 0 0 0 0,1-1 0 0 0,-1 1 0 0 0,0 0 0 0 0,1-1-1 0 0,-1 1 1 0 0,0-1 0 0 0,1 1 0 0 0,-1-1 0 0 0,1 0 0 0 0,-17-6 141 0 0,-29-2 42 0 0,27 7 26 0 0,-1 0 0 0 0,1 1 0 0 0,-1 1 1 0 0,1 1-1 0 0,-1 1 0 0 0,1 0 0 0 0,0 2 1 0 0,-32 9-1 0 0,50-13-210 0 0,0 0 1 0 0,-1 0-1 0 0,1 0 0 0 0,0 0 1 0 0,0 0-1 0 0,0 0 0 0 0,0 0 1 0 0,-1 0-1 0 0,1 0 0 0 0,0 0 1 0 0,0 0-1 0 0,0 0 0 0 0,0 0 1 0 0,-1 0-1 0 0,1 0 0 0 0,0 0 1 0 0,0 0-1 0 0,0 0 0 0 0,0 0 1 0 0,-1 0-1 0 0,1 0 0 0 0,0 1 1 0 0,0-1-1 0 0,0 0 0 0 0,0 0 1 0 0,0 0-1 0 0,0 0 0 0 0,-1 0 1 0 0,1 0-1 0 0,0 1 0 0 0,0-1 1 0 0,0 0-1 0 0,0 0 0 0 0,0 0 1 0 0,0 0-1 0 0,0 1 0 0 0,0-1 1 0 0,0 0-1 0 0,0 0 0 0 0,0 0 1 0 0,0 0-1 0 0,0 1 0 0 0,0-1 1 0 0,0 0-1 0 0,0 0 0 0 0,0 0 1 0 0,0 1-1 0 0,0-1 0 0 0,0 0 1 0 0,0 0-1 0 0,0 0 0 0 0,0 0 1 0 0,0 0-1 0 0,0 1 0 0 0,14 3 4 0 0,20-1-7 0 0,-32-3 4 0 0,26 3-1 0 0,-7-1 0 0 0,0-1 0 0 0,0-1 0 0 0,1 0 0 0 0,30-6 0 0 0,-52 6 0 0 0,0 0 0 0 0,0 0-1 0 0,0 1 1 0 0,1-1 0 0 0,-1 0 0 0 0,0 0-1 0 0,0 0 1 0 0,0 0 0 0 0,1 0 0 0 0,-1 0 0 0 0,0 0-1 0 0,0 0 1 0 0,0 0 0 0 0,1 0 0 0 0,-1 0-1 0 0,0-1 1 0 0,0 1 0 0 0,0 0 0 0 0,1 0-1 0 0,-1 0 1 0 0,0 0 0 0 0,0 0 0 0 0,0 0 0 0 0,1 0-1 0 0,-1 0 1 0 0,0-1 0 0 0,0 1 0 0 0,0 0-1 0 0,0 0 1 0 0,0 0 0 0 0,1 0 0 0 0,-1-1 0 0 0,0 1-1 0 0,0 0 1 0 0,0 0 0 0 0,0 0 0 0 0,0 0-1 0 0,0-1 1 0 0,0 1 0 0 0,0 0 0 0 0,0 0 0 0 0,0-1-1 0 0,0 1 1 0 0,0 0 0 0 0,0 0 0 0 0,0 0-1 0 0,0-1 1 0 0,-11-5 66 0 0,-19-1 55 0 0,13 5 58 0 0,0 0 0 0 0,0 1 0 0 0,-1 1 0 0 0,1 1 0 0 0,0 0 0 0 0,0 1 0 0 0,0 1 0 0 0,-31 9 0 0 0,43-5-1024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7.9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27 296 3681 0 0,'-4'-9'845'0'0,"0"0"0"0"0,1 0 0 0 0,-1 0 0 0 0,2-1 1 0 0,0 1-1 0 0,0-1 0 0 0,-1-12 0 0 0,2 13 98 0 0,1 8-731 0 0,-1 0 0 0 0,1 0-1 0 0,0 0 1 0 0,0 0 0 0 0,-1-1 0 0 0,1 1 0 0 0,0 0-1 0 0,0 0 1 0 0,0 0 0 0 0,0 0 0 0 0,0 0-1 0 0,0-1 1 0 0,1 1 0 0 0,-1 0 0 0 0,0 0 0 0 0,1 0-1 0 0,-1 0 1 0 0,1 0 0 0 0,-1 0 0 0 0,1 0-1 0 0,0-1 1 0 0,0 2-57 0 0,-1 0 1 0 0,1 0-1 0 0,0 0 0 0 0,0 0 0 0 0,0 0 1 0 0,-1 1-1 0 0,1-1 0 0 0,0 0 0 0 0,0 0 0 0 0,-1 1 1 0 0,1-1-1 0 0,0 1 0 0 0,-1-1 0 0 0,1 1 0 0 0,0-1 1 0 0,-1 1-1 0 0,1-1 0 0 0,-1 1 0 0 0,1-1 1 0 0,-1 1-1 0 0,1 0 0 0 0,32 44 1601 0 0,21 54-1558 0 0,-42-73-143 0 0,2-1 0 0 0,0 0 0 0 0,1 0-1 0 0,2-2 1 0 0,0 0 0 0 0,23 23 0 0 0,-37-43-55 0 0,14 13 36 0 0,1-1 1 0 0,35 24-1 0 0,-49-36-27 0 0,1 0 0 0 0,-1-1 0 0 0,0 1 0 0 0,1-1 0 0 0,0 0 0 0 0,-1-1 0 0 0,1 1 0 0 0,0-1 0 0 0,0 0 0 0 0,-1 0 0 0 0,1 0 0 0 0,0-1 0 0 0,0 0 0 0 0,0 0 0 0 0,0 0 0 0 0,0 0 0 0 0,0-1 0 0 0,0 0 0 0 0,9-2 0 0 0,-11 1 39 0 0,1-1-1 0 0,-1 1 1 0 0,0 0-1 0 0,0-1 1 0 0,0 1-1 0 0,-1-1 0 0 0,1 0 1 0 0,0 0-1 0 0,-1 0 1 0 0,0-1-1 0 0,0 1 1 0 0,0 0-1 0 0,0-1 1 0 0,0 1-1 0 0,1-6 1 0 0,16-61 227 0 0,-17 61-223 0 0,31-182 248 0 0,-24 119-794 0 0,34-123 0 0 0,-36 179-949 0 0,-2 11 189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8.2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2761 0 0,'2'0'281'0'0,"0"1"0"0"0,-1-1-1 0 0,1 1 1 0 0,0 0 0 0 0,-1 0 0 0 0,1-1 0 0 0,-1 1 0 0 0,1 0 0 0 0,-1 0 0 0 0,1 0 0 0 0,-1 1 0 0 0,0-1 0 0 0,1 0 0 0 0,-1 1 0 0 0,0-1 0 0 0,0 0 0 0 0,0 1 0 0 0,0-1 0 0 0,0 1 0 0 0,0 1 0 0 0,18 38 3795 0 0,-17-36-3537 0 0,7 24 155 0 0,-1-1 1 0 0,-1 1-1 0 0,-2 1 0 0 0,0-1 0 0 0,-1 43 1 0 0,1-10-1656 0 0,0-36-4096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8.5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76 3225 0 0,'-1'-1'59'0'0,"1"-1"-1"0"0,-1 1 1 0 0,1-1 0 0 0,0 1 0 0 0,0-1 0 0 0,-1 1-1 0 0,1-1 1 0 0,0 0 0 0 0,0 1 0 0 0,1-1 0 0 0,-1 1 0 0 0,0-1-1 0 0,0 1 1 0 0,1-1 0 0 0,-1 1 0 0 0,1 0 0 0 0,-1-1 0 0 0,1 1-1 0 0,0-1 1 0 0,0 1 0 0 0,-1 0 0 0 0,3-2 0 0 0,-1 0 119 0 0,1 0 1 0 0,0 1-1 0 0,0 0 1 0 0,0-1-1 0 0,0 1 1 0 0,0 0-1 0 0,1 0 1 0 0,-1 1-1 0 0,4-2 0 0 0,4-1 369 0 0,1 0 0 0 0,-1 1-1 0 0,0 1 1 0 0,1 0-1 0 0,14 0 1 0 0,-15 2-299 0 0,-1 1 0 0 0,0 0 0 0 0,0 1 0 0 0,0 0 0 0 0,0 0 0 0 0,0 1-1 0 0,0 1 1 0 0,0-1 0 0 0,-1 2 0 0 0,0-1 0 0 0,0 1 0 0 0,0 1 0 0 0,-1 0 0 0 0,1 0 0 0 0,-2 0 0 0 0,1 1 0 0 0,0 0 0 0 0,-1 1-1 0 0,-1 0 1 0 0,1 0 0 0 0,-1 0 0 0 0,8 15 0 0 0,-10-16-178 0 0,0 0 0 0 0,-1 1 0 0 0,0-1 0 0 0,0 0 0 0 0,0 1 0 0 0,-1 0 0 0 0,0-1 0 0 0,0 1 0 0 0,-1 0 0 0 0,0 0 0 0 0,-1 0 0 0 0,0 0 0 0 0,0 0 0 0 0,-1 0 0 0 0,1 0 0 0 0,-2 0 0 0 0,1 0 0 0 0,-1 0 0 0 0,0-1 0 0 0,-1 1 0 0 0,0-1 0 0 0,0 1 0 0 0,-1-1 0 0 0,0 0 0 0 0,0 0 0 0 0,0-1 0 0 0,-1 1 0 0 0,0-1 0 0 0,-8 7 0 0 0,2-3-182 0 0,0 0 1 0 0,-1-2-1 0 0,-1 1 1 0 0,-15 7-1 0 0,-7 2-4967 0 0,20-11-7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8.9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19 9218 0 0,'3'-18'4304'0'0,"-2"18"-4105"0"0,0 1 1 0 0,0-1-1 0 0,0 1 0 0 0,0-1 0 0 0,0 1 1 0 0,-1 0-1 0 0,1-1 0 0 0,0 1 1 0 0,0 0-1 0 0,-1 0 0 0 0,1 0 0 0 0,0 0 1 0 0,-1 0-1 0 0,1 0 0 0 0,-1 0 1 0 0,1 0-1 0 0,-1 0 0 0 0,0 0 0 0 0,1 1 1 0 0,17 56 1923 0 0,13 81-1 0 0,-22-89-3167 0 0,2-1 0 0 0,34 89-1 0 0,-44-134 627 0 0,1-1-1 0 0,-1 1 0 0 0,1-1 0 0 0,0 1 1 0 0,0-1-1 0 0,0 0 0 0 0,0 0 0 0 0,0 0 1 0 0,1 0-1 0 0,0 0 0 0 0,-1 0 1 0 0,1-1-1 0 0,0 1 0 0 0,4 1 0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9.2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3 114 1840 0 0,'-1'-6'402'0'0,"0"1"-1"0"0,1 0 0 0 0,0-1 0 0 0,0 1 0 0 0,0-1 0 0 0,0 1 0 0 0,1-1 1 0 0,0 1-1 0 0,0-1 0 0 0,0 1 0 0 0,4-9 0 0 0,-4 12-241 0 0,1-1 0 0 0,-1 0-1 0 0,1 1 1 0 0,0 0 0 0 0,0-1 0 0 0,0 1 0 0 0,0 0-1 0 0,0 0 1 0 0,0 0 0 0 0,1 0 0 0 0,-1 0-1 0 0,1 0 1 0 0,-1 1 0 0 0,1-1 0 0 0,0 1-1 0 0,0 0 1 0 0,-1 0 0 0 0,1 0 0 0 0,0 0 0 0 0,0 0-1 0 0,0 1 1 0 0,4-1 0 0 0,4 0 30 0 0,0 1 1 0 0,0 0-1 0 0,0 1 1 0 0,0 0-1 0 0,0 1 1 0 0,-1 0-1 0 0,1 1 1 0 0,-1 0-1 0 0,1 1 1 0 0,-1 0-1 0 0,0 0 1 0 0,0 1-1 0 0,0 0 1 0 0,-1 1-1 0 0,0 0 1 0 0,0 1-1 0 0,14 13 1 0 0,-18-16-123 0 0,-1 1-1 0 0,1 0 1 0 0,-1 0 0 0 0,0 0 0 0 0,0 0 0 0 0,0 1-1 0 0,-1 0 1 0 0,0 0 0 0 0,0 0 0 0 0,0 0 0 0 0,-1 0-1 0 0,0 0 1 0 0,0 1 0 0 0,0-1 0 0 0,-1 1-1 0 0,0-1 1 0 0,-1 1 0 0 0,1 0 0 0 0,-1-1 0 0 0,0 1-1 0 0,-1 0 1 0 0,0-1 0 0 0,0 1 0 0 0,0-1 0 0 0,-1 1-1 0 0,0-1 1 0 0,0 0 0 0 0,0 1 0 0 0,-1-1 0 0 0,-4 6-1 0 0,-3 5 327 0 0,-2-1 0 0 0,0 0 0 0 0,-1 0 0 0 0,-1-1 0 0 0,-17 15 0 0 0,-83 59-4218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9.5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9218 0 0,'0'0'896'0'0,"2"0"-800"0"0,-1 0-96 0 0,-1 1 0 0 0,1-1-208 0 0,1 0-64 0 0,-1 1-16 0 0,2 2 0 0 0,-2 0 208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44.8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60 3681 0 0,'-4'-7'6017'0'0,"4"7"-5948"0"0,-2 3 9 0 0,0 0 0 0 0,1 0 0 0 0,-1 0 0 0 0,1 1 0 0 0,-1-1 0 0 0,1 0 0 0 0,0 1 0 0 0,0-1 0 0 0,1 1 0 0 0,-1 0 0 0 0,1-1 0 0 0,0 1 0 0 0,0-1 0 0 0,0 1 0 0 0,0 0 0 0 0,0-1 0 0 0,2 5 0 0 0,-1-6-10 0 0,-1 0-1 0 0,1 0 1 0 0,0 0-1 0 0,0 0 1 0 0,1 0-1 0 0,-1 0 1 0 0,0-1-1 0 0,1 1 1 0 0,-1 0-1 0 0,1-1 1 0 0,-1 1-1 0 0,1-1 1 0 0,0 1-1 0 0,-1-1 1 0 0,1 0-1 0 0,0 0 1 0 0,0 0-1 0 0,0 0 1 0 0,0 0-1 0 0,0 0 0 0 0,0-1 1 0 0,1 1-1 0 0,-1 0 1 0 0,0-1-1 0 0,0 0 1 0 0,0 0-1 0 0,1 1 1 0 0,-1-1-1 0 0,0-1 1 0 0,0 1-1 0 0,4-1 1 0 0,-1 0 12 0 0,0 0 0 0 0,-1-1 0 0 0,1 1 0 0 0,0-1 0 0 0,-1 0 0 0 0,1-1 0 0 0,-1 1 0 0 0,0-1 0 0 0,0 0 0 0 0,0 0 0 0 0,0 0 0 0 0,0 0 0 0 0,0-1 1 0 0,-1 0-1 0 0,0 0 0 0 0,0 0 0 0 0,0 0 0 0 0,4-7 0 0 0,-5 8-31 0 0,-1 0-1 0 0,1 0 1 0 0,-1 0 0 0 0,0-1 0 0 0,0 1 0 0 0,0 0-1 0 0,0 0 1 0 0,-1-1 0 0 0,1 1 0 0 0,-1 0 0 0 0,0-1 0 0 0,0-5-1 0 0,-1 7-5 0 0,1-1-1 0 0,-1 1 1 0 0,0 0-1 0 0,1 0 1 0 0,-1 0 0 0 0,0 0-1 0 0,0 0 1 0 0,-1 0-1 0 0,1 0 1 0 0,0 0-1 0 0,-1 1 1 0 0,1-1-1 0 0,-1 0 1 0 0,1 1-1 0 0,-1-1 1 0 0,0 1-1 0 0,0 0 1 0 0,1-1-1 0 0,-1 1 1 0 0,-4-2 0 0 0,4 3-11 0 0,1-1 1 0 0,-1 0 0 0 0,0 1 0 0 0,0-1-1 0 0,1 1 1 0 0,-1-1 0 0 0,0 1 0 0 0,0 0 0 0 0,0 0-1 0 0,0 0 1 0 0,1 0 0 0 0,-1 0 0 0 0,0 0 0 0 0,0 0-1 0 0,0 1 1 0 0,0-1 0 0 0,1 1 0 0 0,-1-1 0 0 0,-2 2-1 0 0,0 0-16 0 0,0 0 0 0 0,1 1-1 0 0,-1-1 1 0 0,1 1-1 0 0,-1 0 1 0 0,1 0-1 0 0,-6 7 1 0 0,2-1-77 0 0,0 2 0 0 0,0-1 0 0 0,1 1-1 0 0,-10 22 1 0 0,14-29 53 0 0,1-1-1 0 0,0 1 1 0 0,0 0-1 0 0,0 0 1 0 0,0 0-1 0 0,1 0 1 0 0,-1 0-1 0 0,1 0 0 0 0,0 0 1 0 0,0 0-1 0 0,1 0 1 0 0,-1 0-1 0 0,1 0 1 0 0,2 6-1 0 0,-2-8 28 0 0,0 0 1 0 0,0 0-1 0 0,0-1 0 0 0,0 1 0 0 0,0 0 0 0 0,0-1 0 0 0,1 1 1 0 0,-1-1-1 0 0,0 0 0 0 0,1 1 0 0 0,0-1 0 0 0,-1 0 0 0 0,1 0 1 0 0,0 0-1 0 0,-1 0 0 0 0,1 0 0 0 0,0 0 0 0 0,0-1 0 0 0,0 1 1 0 0,0-1-1 0 0,0 1 0 0 0,0-1 0 0 0,0 1 0 0 0,0-1 1 0 0,0 0-1 0 0,0 0 0 0 0,-1 0 0 0 0,1 0 0 0 0,0-1 0 0 0,0 1 1 0 0,3-1-1 0 0,3-1 205 0 0,0 0 0 0 0,-1 0 0 0 0,1-1 0 0 0,-1 1 0 0 0,1-2 0 0 0,-1 1 0 0 0,0-1 0 0 0,-1 0 0 0 0,14-10 0 0 0,-16 11-139 0 0,0-1 0 0 0,-1 1 0 0 0,1-1 1 0 0,-1 0-1 0 0,1 0 0 0 0,-1 0 0 0 0,0-1 1 0 0,-1 1-1 0 0,1-1 0 0 0,-1 0 0 0 0,0 1 0 0 0,0-1 1 0 0,0 0-1 0 0,-1 0 0 0 0,1 0 0 0 0,0-7 1 0 0,-2 12-83 0 0,0-1 1 0 0,0 0 0 0 0,1 1 0 0 0,-1-1 0 0 0,0 0 0 0 0,0 1 0 0 0,0-1 0 0 0,0 0 0 0 0,0 1 0 0 0,0-1-1 0 0,0 0 1 0 0,0 1 0 0 0,0-1 0 0 0,0 0 0 0 0,0 1 0 0 0,-1-1 0 0 0,1 1 0 0 0,0-1 0 0 0,0 0 0 0 0,-1 1 0 0 0,1-1-1 0 0,0 1 1 0 0,-1-1 0 0 0,1 0 0 0 0,-1 1 0 0 0,1-1 0 0 0,0 1 0 0 0,-1 0 0 0 0,1-1 0 0 0,-1 1 0 0 0,1-1 0 0 0,-1 1-1 0 0,0 0 1 0 0,1-1 0 0 0,-1 1 0 0 0,1 0 0 0 0,-1-1 0 0 0,0 1 0 0 0,1 0 0 0 0,-1 0 0 0 0,0 0 0 0 0,1 0 0 0 0,-1 0-1 0 0,0 0 1 0 0,1 0 0 0 0,-1 0 0 0 0,1 0 0 0 0,-2 0 0 0 0,0 1-52 0 0,0-1 1 0 0,0 1-1 0 0,0 0 1 0 0,0 0-1 0 0,0 0 1 0 0,0 0-1 0 0,0 0 1 0 0,1 0-1 0 0,-1 1 1 0 0,0-1-1 0 0,1 0 1 0 0,-1 1-1 0 0,1 0 1 0 0,-3 2-1 0 0,-11 29-2498 0 0,8-11-4013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41.6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75 50 4145 0 0,'-15'-22'3097'0'0,"13"20"-2474"0"0,1-1 0 0 0,-1 0 0 0 0,0 1 0 0 0,0-1-1 0 0,0 1 1 0 0,0-1 0 0 0,0 1 0 0 0,-5-4 0 0 0,7 6-520 0 0,-1 0 0 0 0,1 0 0 0 0,-1 0 0 0 0,1-1 0 0 0,-1 1 0 0 0,1 0 0 0 0,-1 0 0 0 0,1 0 1 0 0,-1 0-1 0 0,1 0 0 0 0,-1 0 0 0 0,1 0 0 0 0,-1 0 0 0 0,1 0 0 0 0,-1 0 0 0 0,1 0 1 0 0,-1 1-1 0 0,1-1 0 0 0,-1 0 0 0 0,1 0 0 0 0,-1 0 0 0 0,0 1 0 0 0,-13 16 1376 0 0,12-11-1431 0 0,0-1-1 0 0,0 1 0 0 0,1-1 1 0 0,-1 1-1 0 0,1 0 1 0 0,0 0-1 0 0,1 0 0 0 0,0 0 1 0 0,0-1-1 0 0,0 1 1 0 0,0 0-1 0 0,1 0 0 0 0,0 0 1 0 0,0 0-1 0 0,1-1 1 0 0,4 11-1 0 0,-5-11-19 0 0,1-1-1 0 0,0 0 0 0 0,0 1 1 0 0,0-1-1 0 0,0 0 1 0 0,1 0-1 0 0,0-1 1 0 0,-1 1-1 0 0,2 0 1 0 0,-1-1-1 0 0,0 0 0 0 0,1 0 1 0 0,-1 0-1 0 0,1 0 1 0 0,0 0-1 0 0,0-1 1 0 0,0 1-1 0 0,0-1 1 0 0,0 0-1 0 0,1-1 0 0 0,7 3 1 0 0,-10-4-13 0 0,0 1 0 0 0,0-1 0 0 0,0 0 0 0 0,0 0 0 0 0,0 0 1 0 0,0-1-1 0 0,0 1 0 0 0,0 0 0 0 0,-1-1 0 0 0,1 1 0 0 0,0-1 0 0 0,0 0 0 0 0,0 0 0 0 0,0 1 1 0 0,-1-1-1 0 0,1 0 0 0 0,0 0 0 0 0,-1-1 0 0 0,3-1 0 0 0,-2 1 52 0 0,1-1 0 0 0,0-1-1 0 0,-1 1 1 0 0,0 0 0 0 0,0-1-1 0 0,0 1 1 0 0,0-1 0 0 0,0 1-1 0 0,1-6 1 0 0,-1 2 32 0 0,0-1 0 0 0,0 1-1 0 0,0-1 1 0 0,-1 0 0 0 0,-1 0-1 0 0,1 1 1 0 0,-1-1 0 0 0,0 0 0 0 0,-2-10-1 0 0,1 15-97 0 0,0-1 0 0 0,0 1 0 0 0,0-1 0 0 0,0 1 0 0 0,-1-1 0 0 0,0 1-1 0 0,0 0 1 0 0,1 0 0 0 0,-2 0 0 0 0,1 0 0 0 0,0 0 0 0 0,-1 0 0 0 0,1 0 0 0 0,-1 1-1 0 0,0 0 1 0 0,-4-4 0 0 0,5 5-55 0 0,0 0-1 0 0,1 1 0 0 0,-1-1 1 0 0,0 0-1 0 0,0 1 1 0 0,0-1-1 0 0,0 1 0 0 0,0 0 1 0 0,0 0-1 0 0,0 0 1 0 0,0 0-1 0 0,0 0 0 0 0,0 0 1 0 0,0 0-1 0 0,0 0 1 0 0,0 1-1 0 0,1-1 0 0 0,-1 1 1 0 0,0 0-1 0 0,0-1 1 0 0,0 1-1 0 0,0 0 0 0 0,1 0 1 0 0,-1 0-1 0 0,0 0 1 0 0,1 0-1 0 0,-1 1 0 0 0,1-1 1 0 0,0 0-1 0 0,-1 1 1 0 0,-1 2-1 0 0,-2 1-139 0 0,0 1-1 0 0,1 0 1 0 0,-1 0 0 0 0,1 1 0 0 0,1-1 0 0 0,-1 1-1 0 0,1-1 1 0 0,0 1 0 0 0,-2 9 0 0 0,5-14 187 0 0,-1-1-1 0 0,1 1 1 0 0,0 0 0 0 0,-1 0 0 0 0,1 0 0 0 0,0 0 0 0 0,1 0 0 0 0,-1 0 0 0 0,0 0 0 0 0,0 0 0 0 0,1 0 0 0 0,-1 0 0 0 0,1 0 0 0 0,0 0 0 0 0,0 0 0 0 0,-1-1 0 0 0,1 1 0 0 0,0 0 0 0 0,1-1 0 0 0,-1 1-1 0 0,0 0 1 0 0,0-1 0 0 0,1 1 0 0 0,-1-1 0 0 0,0 0 0 0 0,1 0 0 0 0,0 1 0 0 0,-1-1 0 0 0,1 0 0 0 0,0 0 0 0 0,-1 0 0 0 0,1-1 0 0 0,0 1 0 0 0,0 0 0 0 0,0-1 0 0 0,0 1 0 0 0,0-1 0 0 0,0 1 0 0 0,3-1-1 0 0,-4 0 47 0 0,0 1-1 0 0,1-1 1 0 0,-1 0-1 0 0,1 0 1 0 0,-1 0-1 0 0,1 1 1 0 0,-1-2-1 0 0,0 1 1 0 0,1 0-1 0 0,-1 0 1 0 0,1 0-1 0 0,-1-1 1 0 0,1 1-1 0 0,-1 0 0 0 0,0-1 1 0 0,1 0-1 0 0,-1 1 1 0 0,0-1-1 0 0,0 0 1 0 0,1 1-1 0 0,-1-1 1 0 0,0 0-1 0 0,2-2 1 0 0,-2 1 23 0 0,1 0 1 0 0,-1 0 0 0 0,0-1 0 0 0,1 1 0 0 0,-1-1-1 0 0,0 1 1 0 0,0 0 0 0 0,-1-1 0 0 0,1 0 0 0 0,-1 1-1 0 0,1-1 1 0 0,-1-3 0 0 0,1 1-5 0 0,-1 0-1 0 0,0-1 1 0 0,0 1-1 0 0,-1 0 1 0 0,1 0 0 0 0,-1-1-1 0 0,0 1 1 0 0,-1 0 0 0 0,1 0-1 0 0,-1 0 1 0 0,0 0-1 0 0,-5-8 1 0 0,6 12-49 0 0,1 1-1 0 0,0-1 1 0 0,-1 1-1 0 0,1-1 1 0 0,0 1 0 0 0,-1-1-1 0 0,1 1 1 0 0,-1-1-1 0 0,1 1 1 0 0,-1 0 0 0 0,1-1-1 0 0,-1 1 1 0 0,1 0-1 0 0,-1 0 1 0 0,1-1 0 0 0,-1 1-1 0 0,1 0 1 0 0,-1 0 0 0 0,1 0-1 0 0,-1 0 1 0 0,1 0-1 0 0,-1-1 1 0 0,0 1 0 0 0,1 0-1 0 0,-1 0 1 0 0,1 0-1 0 0,-1 1 1 0 0,1-1 0 0 0,-1 0-1 0 0,0 0 1 0 0,0 0-1 0 0,-13 16 261 0 0,-1 25-37 0 0,15-38-213 0 0,-1 0-1 0 0,1-1 1 0 0,0 1 0 0 0,0-1 0 0 0,0 1-1 0 0,0 0 1 0 0,0-1 0 0 0,1 1-1 0 0,-1 0 1 0 0,1-1 0 0 0,-1 1-1 0 0,1-1 1 0 0,0 1 0 0 0,0-1-1 0 0,0 0 1 0 0,1 1 0 0 0,-1-1-1 0 0,0 0 1 0 0,1 0 0 0 0,0 0-1 0 0,-1 0 1 0 0,1 0 0 0 0,0 0-1 0 0,0 0 1 0 0,0-1 0 0 0,0 1-1 0 0,0-1 1 0 0,1 1 0 0 0,-1-1-1 0 0,0 0 1 0 0,1 0 0 0 0,-1 0-1 0 0,1 0 1 0 0,-1 0 0 0 0,1 0-1 0 0,-1-1 1 0 0,1 0 0 0 0,-1 1-1 0 0,1-1 1 0 0,0 0 0 0 0,-1 0-1 0 0,1 0 1 0 0,0 0 0 0 0,-1-1-1 0 0,1 1 1 0 0,-1-1 0 0 0,1 0-1 0 0,-1 1 1 0 0,1-1 0 0 0,-1 0-1 0 0,0-1 1 0 0,1 1 0 0 0,-1 0-1 0 0,0-1 1 0 0,0 1 0 0 0,0-1-1 0 0,0 0 1 0 0,0 1 0 0 0,0-1-1 0 0,0 0 1 0 0,0 0 0 0 0,-1 0-1 0 0,1-1 1 0 0,-1 1 0 0 0,0 0-1 0 0,0 0 1 0 0,2-4 0 0 0,-2 4-7 0 0,-1 0 1 0 0,1-1-1 0 0,0 1 1 0 0,-1 0-1 0 0,1-1 1 0 0,-1 1 0 0 0,0-1-1 0 0,0 1 1 0 0,0-1-1 0 0,0 1 1 0 0,0-1-1 0 0,-1 1 1 0 0,1 0-1 0 0,-1-1 1 0 0,1 1-1 0 0,-1-1 1 0 0,0 1-1 0 0,0 0 1 0 0,0 0-1 0 0,0 0 1 0 0,0-1 0 0 0,-1 1-1 0 0,1 0 1 0 0,-3-2-1 0 0,3 3-12 0 0,0 0 0 0 0,0 0 0 0 0,0 0 0 0 0,0 0 0 0 0,-1 0 0 0 0,1 0 0 0 0,0 1 0 0 0,0-1 0 0 0,-1 0 0 0 0,1 1 0 0 0,0-1 0 0 0,-1 1 0 0 0,1 0 0 0 0,-1-1 0 0 0,1 1 0 0 0,-1 0 0 0 0,1 0 0 0 0,-1 0 0 0 0,1 0 0 0 0,-1 0-1 0 0,1 0 1 0 0,0 0 0 0 0,-1 1 0 0 0,1-1 0 0 0,-1 0 0 0 0,1 1 0 0 0,0-1 0 0 0,-1 1 0 0 0,1 0 0 0 0,0-1 0 0 0,-1 1 0 0 0,1 0 0 0 0,0 0 0 0 0,0 0 0 0 0,0 0 0 0 0,0 0 0 0 0,0 0 0 0 0,0 0 0 0 0,0 0 0 0 0,0 0 0 0 0,-1 2 0 0 0,-22 35-199 0 0,23-36 180 0 0,0-1 0 0 0,0 1 0 0 0,0 0 0 0 0,1 0 0 0 0,-1-1 0 0 0,1 1-1 0 0,-1 0 1 0 0,1 0 0 0 0,-1-1 0 0 0,1 1 0 0 0,0 0 0 0 0,0 0 0 0 0,0 0 0 0 0,0 0 0 0 0,0 0 0 0 0,0-1-1 0 0,1 1 1 0 0,-1 0 0 0 0,1 0 0 0 0,-1 0 0 0 0,2 3 0 0 0,-1-5 18 0 0,0 1 0 0 0,0-1 0 0 0,0 1 0 0 0,-1-1 0 0 0,1 1 0 0 0,0-1 0 0 0,0 0 0 0 0,0 1 0 0 0,0-1 1 0 0,0 0-1 0 0,0 0 0 0 0,0 1 0 0 0,0-1 0 0 0,0 0 0 0 0,0 0 0 0 0,1 0 0 0 0,-1 0 0 0 0,0-1 0 0 0,0 1 0 0 0,0 0 0 0 0,0 0 0 0 0,0-1 0 0 0,0 1 0 0 0,-1 0 0 0 0,1-1 0 0 0,0 1 0 0 0,0-1 0 0 0,0 1 0 0 0,0-1 1 0 0,0 1-1 0 0,0-1 0 0 0,-1 0 0 0 0,1 0 0 0 0,0 1 0 0 0,0-2 0 0 0,27-28 342 0 0,-27 26-314 0 0,1 0 1 0 0,-1 0-1 0 0,1-1 0 0 0,-1 1 1 0 0,0 0-1 0 0,-1-1 1 0 0,1 1-1 0 0,-1 0 0 0 0,0-1 1 0 0,0 1-1 0 0,-1-6 1 0 0,1 9-25 0 0,0-1 1 0 0,0 1 0 0 0,0-1 0 0 0,0 1 0 0 0,0 0 0 0 0,0-1-1 0 0,-1 1 1 0 0,1-1 0 0 0,-1 1 0 0 0,1 0 0 0 0,-1-1 0 0 0,1 1-1 0 0,-1 0 1 0 0,0-1 0 0 0,0 1 0 0 0,1 0 0 0 0,-1 0 0 0 0,0 0 0 0 0,0 0-1 0 0,0 0 1 0 0,0 0 0 0 0,-1 0 0 0 0,1 0 0 0 0,0 0 0 0 0,0 1-1 0 0,0-1 1 0 0,-1 0 0 0 0,1 1 0 0 0,0-1 0 0 0,-1 1 0 0 0,1-1-1 0 0,0 1 1 0 0,-1 0 0 0 0,1-1 0 0 0,-1 1 0 0 0,1 0 0 0 0,-3 0 0 0 0,2 1-16 0 0,-1 0 0 0 0,1 0 0 0 0,0 0 1 0 0,-1 0-1 0 0,1 1 0 0 0,0-1 0 0 0,0 1 1 0 0,0-1-1 0 0,0 1 0 0 0,0 0 0 0 0,0 0 1 0 0,0 0-1 0 0,1 0 0 0 0,-1 0 1 0 0,1 0-1 0 0,-1 1 0 0 0,1-1 0 0 0,0 0 1 0 0,0 1-1 0 0,0-1 0 0 0,-1 4 0 0 0,0 0-469 0 0,-1 0-1 0 0,2 1 0 0 0,-1-1 0 0 0,1 1 0 0 0,0-1 0 0 0,0 1 0 0 0,0 9 1 0 0,1-15 288 0 0,0 1 0 0 0,1-1 0 0 0,-1 1 1 0 0,0-1-1 0 0,0 1 0 0 0,1-1 0 0 0,-1 0 0 0 0,0 1 1 0 0,1-1-1 0 0,0 0 0 0 0,-1 1 0 0 0,1-1 1 0 0,0 0-1 0 0,0 0 0 0 0,-1 1 0 0 0,1-1 0 0 0,0 0 1 0 0,0 0-1 0 0,0 0 0 0 0,0 0 0 0 0,1 0 1 0 0,-1 0-1 0 0,0-1 0 0 0,0 1 0 0 0,0 0 0 0 0,1-1 1 0 0,-1 1-1 0 0,3 0 0 0 0,3 1-482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42.1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29 6033 0 0,'1'-2'25'0'0,"1"-1"-1"0"0,-1 1 1 0 0,1 0-1 0 0,-1 0 1 0 0,1 0-1 0 0,0 0 1 0 0,0 0-1 0 0,0 0 1 0 0,0 0-1 0 0,0 1 1 0 0,0-1-1 0 0,0 1 1 0 0,5-3-1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42.5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157 5 456 0 0,'-14'2'9185'0'0,"-15"6"-6806"0"0,4-1 517 0 0,-1 1-1 0 0,-27 13 1 0 0,44-14-2319 0 0,20-6-362 0 0,13-4-183 0 0,57-7 180 0 0,74-12-36 0 0,278-1 0 0 0,-346 26-102 0 0,-6 1-64 0 0,106-8 0 0 0,-168 2-2779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43.0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133 11 10594 0 0,'-5'-2'225'0'0,"0"1"-1"0"0,-1 0 1 0 0,1 0 0 0 0,0 1-1 0 0,0 0 1 0 0,-1 0-1 0 0,1 0 1 0 0,0 0-1 0 0,-1 1 1 0 0,1 0 0 0 0,-8 2-1 0 0,10-2-108 0 0,0 0 0 0 0,0 1-1 0 0,0 0 1 0 0,0 0 0 0 0,0 0 0 0 0,0 0-1 0 0,0 0 1 0 0,1 1 0 0 0,-1-1 0 0 0,1 1 0 0 0,0-1-1 0 0,0 1 1 0 0,0 0 0 0 0,0 0 0 0 0,0 0-1 0 0,0 0 1 0 0,1 0 0 0 0,-2 6 0 0 0,-1 3-67 0 0,1 0 0 0 0,0-1 1 0 0,1 1-1 0 0,1 0 0 0 0,0 0 1 0 0,0 1-1 0 0,1-1 1 0 0,1 0-1 0 0,0 0 0 0 0,0 0 1 0 0,1 0-1 0 0,1 0 0 0 0,0-1 1 0 0,1 1-1 0 0,0-1 0 0 0,8 17 1 0 0,-9-22-2 0 0,0-1 0 0 0,1 1 1 0 0,-1 0-1 0 0,1-1 0 0 0,0 0 1 0 0,0 0-1 0 0,1 0 0 0 0,0 0 0 0 0,0-1 1 0 0,0 0-1 0 0,0 0 0 0 0,0 0 1 0 0,1-1-1 0 0,0 1 0 0 0,0-1 1 0 0,0-1-1 0 0,0 1 0 0 0,0-1 0 0 0,0 0 1 0 0,1-1-1 0 0,-1 1 0 0 0,1-1 1 0 0,-1 0-1 0 0,1-1 0 0 0,-1 0 0 0 0,1 0 1 0 0,-1 0-1 0 0,1-1 0 0 0,0 0 1 0 0,-1 0-1 0 0,9-3 0 0 0,-8 3 12 0 0,-1-1 0 0 0,0 0-1 0 0,0-1 1 0 0,0 1 0 0 0,0-1 0 0 0,0 0-1 0 0,-1 0 1 0 0,1-1 0 0 0,-1 0 0 0 0,0 0 0 0 0,0 0-1 0 0,0 0 1 0 0,-1-1 0 0 0,0 0 0 0 0,1 0-1 0 0,-2 0 1 0 0,1-1 0 0 0,-1 1 0 0 0,1-1-1 0 0,-2 0 1 0 0,1 0 0 0 0,0 0 0 0 0,-1 0-1 0 0,-1 0 1 0 0,1 0 0 0 0,-1-1 0 0 0,0 1-1 0 0,0 0 1 0 0,0-1 0 0 0,-1 1 0 0 0,0-1-1 0 0,-1 1 1 0 0,1-1 0 0 0,-1 1 0 0 0,-1-1 0 0 0,-2-8-1 0 0,-1 0 109 0 0,-1 0-1 0 0,-1 1 0 0 0,0 0 0 0 0,-1 0 1 0 0,-1 0-1 0 0,0 1 0 0 0,-14-16 0 0 0,16 21-1651 0 0,-1 0-1 0 0,0 1 0 0 0,-15-11 0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43.4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27 10594 0 0,'2'2'210'0'0,"1"-1"-1"0"0,-1 1 0 0 0,0 0 0 0 0,-1 0 1 0 0,1 0-1 0 0,0 0 0 0 0,0 0 1 0 0,-1 1-1 0 0,1-1 0 0 0,-1 0 0 0 0,0 1 1 0 0,0-1-1 0 0,0 1 0 0 0,0-1 1 0 0,0 1-1 0 0,0 3 0 0 0,9 49 1585 0 0,-9-42-1343 0 0,0-2-312 0 0,8 36 124 0 0,-8-45-288 0 0,-1 0 1 0 0,1 0-1 0 0,0 0 1 0 0,-1 0-1 0 0,1 0 0 0 0,0 0 1 0 0,0 0-1 0 0,1 0 1 0 0,-1-1-1 0 0,0 1 0 0 0,0 0 1 0 0,1-1-1 0 0,-1 1 1 0 0,1-1-1 0 0,0 0 0 0 0,-1 1 1 0 0,1-1-1 0 0,3 2 0 0 0,-4-3-41 0 0,0 0 0 0 0,1 0-1 0 0,-1 0 1 0 0,0 0-1 0 0,0 0 1 0 0,0-1 0 0 0,0 1-1 0 0,1 0 1 0 0,-1-1-1 0 0,0 1 1 0 0,0 0-1 0 0,0-1 1 0 0,0 1 0 0 0,0-1-1 0 0,0 0 1 0 0,0 1-1 0 0,0-1 1 0 0,0 0-1 0 0,0 0 1 0 0,-1 1 0 0 0,1-1-1 0 0,0 0 1 0 0,0 0-1 0 0,0-1 1 0 0,21-29-1327 0 0,-17 24 1006 0 0,54-91-2098 0 0,2 20 11541 0 0,-52 113-8114 0 0,-6-21-901 0 0,0 5-1 0 0,2 0-1 0 0,7 20 1 0 0,-10-34-509 0 0,1 1 0 0 0,-1-1 0 0 0,1 0 0 0 0,0 0 0 0 0,0 0 0 0 0,1 0 0 0 0,0 0 0 0 0,-1-1 0 0 0,1 0 0 0 0,1 1 0 0 0,5 3 1 0 0,3 1-5107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43.7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93 3681 0 0,'2'-40'2997'0'0,"2"-12"5488"0"0,-2 97-2528 0 0,13 32-5187 0 0,-13-68-418 0 0,32 185 215 0 0,5 24-1163 0 0,-24-172-777 0 0,-1-18-4376 0 0,-3-9-756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43.9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1 132 3681 0 0,'1'-3'327'0'0,"0"1"-1"0"0,0-1 1 0 0,1 1 0 0 0,-1 0 0 0 0,1-1 0 0 0,0 1-1 0 0,-1 0 1 0 0,1 0 0 0 0,0 1 0 0 0,0-1 0 0 0,1 0-1 0 0,3-2 1 0 0,35-20 2928 0 0,-34 20-3063 0 0,12-6 505 0 0,1 1 0 0 0,-1 2 0 0 0,24-7 0 0 0,3 3-1722 0 0,68-8-1 0 0,-88 16 820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48.2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48 47 2304 0 0,'8'-47'11986'0'0,"-16"56"-8768"0"0,5-6-3038 0 0,1 0 1 0 0,0-1-1 0 0,-1 1 1 0 0,1 1 0 0 0,0-1-1 0 0,0 0 1 0 0,1 0-1 0 0,-1 1 1 0 0,1-1-1 0 0,0 1 1 0 0,0-1-1 0 0,0 1 1 0 0,0-1 0 0 0,0 1-1 0 0,1 0 1 0 0,0-1-1 0 0,-1 1 1 0 0,1 0-1 0 0,1 0 1 0 0,-1-1 0 0 0,1 1-1 0 0,1 6 1 0 0,-1-3-87 0 0,0 0 0 0 0,0 1 0 0 0,-1-1 0 0 0,0 1 0 0 0,0-1 0 0 0,-1 1 1 0 0,0-1-1 0 0,0 1 0 0 0,-4 12 0 0 0,-3 27 285 0 0,3 15-462 0 0,1-22 127 0 0,2 0 1 0 0,1-1-1 0 0,2 1 1 0 0,1 0-1 0 0,9 39 1 0 0,2-23-28 0 0,-4 1-1 0 0,-1-1 1 0 0,-1 107 0 0 0,-5-85-7 0 0,18 124 0 0 0,3 31-81 0 0,-4 8 60 0 0,0-10 146 0 0,-10-116 74 0 0,26 127 1 0 0,-13-108-209 0 0,-15-103 45 0 0,1 1 0 0 0,13 34 1 0 0,9 32 14 0 0,36 218 619 0 0,-48-224-616 0 0,-15-80-228 0 0,-3-12 158 0 0,0 0-1 0 0,1 0 1 0 0,-1 0 0 0 0,0 0 0 0 0,0 0-1 0 0,0 0 1 0 0,1 0 0 0 0,-1 0 0 0 0,0 0-1 0 0,0 0 1 0 0,0 0 0 0 0,0 0 0 0 0,1 0-1 0 0,-1 0 1 0 0,0 0 0 0 0,0 0 0 0 0,0 0-1 0 0,1 0 1 0 0,-1 0 0 0 0,0 0 0 0 0,0 0-1 0 0,0 0 1 0 0,0 0 0 0 0,1-1 0 0 0,-1 1-1 0 0,0 0 1 0 0,0 0 0 0 0,0 0 0 0 0,0 0-1 0 0,0 0 1 0 0,0-1 0 0 0,1 1 0 0 0,-1 0-1 0 0,0 0 1 0 0,0 0 0 0 0,0 0 0 0 0,0-1-1 0 0,0 1 1 0 0,0 0 0 0 0,0 0-1 0 0,0 0 1 0 0,0 0 0 0 0,0-1 0 0 0,0 1-1 0 0,0 0 1 0 0,0 0 0 0 0,0 0 0 0 0,0-1 0 0 0,1-1-515 0 0,-1 0 406 0 0,0 1 0 0 0,1 0 0 0 0,-1 0 0 0 0,0-1 0 0 0,1 1 1 0 0,-1 0-1 0 0,1 0 0 0 0,0-1 0 0 0,-1 1 0 0 0,1 0 0 0 0,1-2 0 0 0,0 0-871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48.7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51 96 3681 0 0,'-11'-2'329'0'0,"-28"-4"13752"0"0,56 3-12251 0 0,9-1-1556 0 0,39-10 499 0 0,0 3 1 0 0,103-5-1 0 0,-46 18-601 0 0,-64 0-173 0 0,60-5 0 0 0,-107 1 19 0 0,1 1 0 0 0,0-1 0 0 0,-1-1 1 0 0,1 0-1 0 0,15-7 0 0 0,5-9-6404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49.1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8434 0 0,'0'1'228'0'0,"0"1"0"0"0,0 0 1 0 0,0-1-1 0 0,0 1 0 0 0,0 0 0 0 0,0-1 1 0 0,0 1-1 0 0,1-1 0 0 0,-1 1 0 0 0,0 0 1 0 0,1-1-1 0 0,-1 1 0 0 0,1-1 0 0 0,0 1 1 0 0,0-1-1 0 0,-1 1 0 0 0,1-1 0 0 0,0 1 1 0 0,0-1-1 0 0,0 0 0 0 0,0 0 0 0 0,1 1 1 0 0,1 1-1 0 0,33 31 5649 0 0,-35-33-5844 0 0,112 111 2561 0 0,-34-32-1389 0 0,-61-60-1201 0 0,-1 0 0 0 0,16 24 0 0 0,-20-25-11 0 0,2-1-1 0 0,0 0 0 0 0,18 17 0 0 0,-13-21-614 0 0,-5-7-5408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49.5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313 1 920 0 0,'-25'6'11339'0'0,"20"-3"-10309"0"0,-20 21 4740 0 0,15-10-5336 0 0,1 1-1 0 0,-11 24 1 0 0,-1 1 563 0 0,-8 5-408 0 0,-79 136 210 0 0,86-142-669 0 0,14-27-61 0 0,1 0 0 0 0,1 1 1 0 0,0 0-1 0 0,-6 20 0 0 0,12-33-65 0 0,0 0-1 0 0,0 0 1 0 0,0 0-1 0 0,0 0 1 0 0,0 0-1 0 0,0 0 1 0 0,1 0-1 0 0,-1 0 1 0 0,0 0-1 0 0,0 0 1 0 0,0 0-1 0 0,0 0 1 0 0,0 0-1 0 0,0 0 1 0 0,0 0 0 0 0,0 0-1 0 0,0 0 1 0 0,0 0-1 0 0,0 0 1 0 0,0 0-1 0 0,1 0 1 0 0,-1 0-1 0 0,0 0 1 0 0,0 0-1 0 0,0 0 1 0 0,0 0-1 0 0,0 0 1 0 0,0 0 0 0 0,0 0-1 0 0,0 0 1 0 0,0 0-1 0 0,0 0 1 0 0,0 0-1 0 0,0 0 1 0 0,0 0-1 0 0,0 0 1 0 0,1 0-1 0 0,-1 0 1 0 0,0 0-1 0 0,0 0 1 0 0,0 0 0 0 0,0 1-1 0 0,0-1 1 0 0,0 0-1 0 0,0 0 1 0 0,0 0-1 0 0,0 0 1 0 0,0 0-1 0 0,0 0 1 0 0,0 0-1 0 0,0 0 1 0 0,0 0-1 0 0,0 0 1 0 0,0 0-1 0 0,0 0 1 0 0,0 1 0 0 0,0-1-1 0 0,0 0 1 0 0,5-5-2120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50.9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74 83 2761 0 0,'1'-3'354'0'0,"0"0"0"0"0,0 0 0 0 0,0 0 0 0 0,-1 0 0 0 0,1 0 0 0 0,-1 0 0 0 0,0 0 1 0 0,0 0-1 0 0,0 0 0 0 0,0 0 0 0 0,-1 0 0 0 0,1 0 0 0 0,-3-6 0 0 0,3 7-183 0 0,-1 0 0 0 0,1 0 0 0 0,-1 0-1 0 0,0 1 1 0 0,0-1 0 0 0,0 0 0 0 0,0 0-1 0 0,0 0 1 0 0,0 1 0 0 0,0-1-1 0 0,0 0 1 0 0,-1 1 0 0 0,1 0 0 0 0,-1-1-1 0 0,1 1 1 0 0,-1 0 0 0 0,0-1 0 0 0,1 1-1 0 0,-1 0 1 0 0,0 0 0 0 0,-2-1-1 0 0,3 3-111 0 0,0-1 0 0 0,1 0 0 0 0,-1 0 0 0 0,0 1 0 0 0,1-1-1 0 0,-1 0 1 0 0,0 0 0 0 0,1 1 0 0 0,-1-1 0 0 0,0 1 0 0 0,1-1-1 0 0,-1 1 1 0 0,1-1 0 0 0,-1 1 0 0 0,1-1 0 0 0,-1 1 0 0 0,1-1-1 0 0,0 1 1 0 0,-1 0 0 0 0,1-1 0 0 0,0 1 0 0 0,-1 0-1 0 0,1-1 1 0 0,0 1 0 0 0,0 0 0 0 0,-1-1 0 0 0,1 1 0 0 0,0 1-1 0 0,-7 25 541 0 0,6-23-492 0 0,-3 17 102 0 0,-13 59 260 0 0,16-70-465 0 0,0-1-1 0 0,0 0 0 0 0,1 1 0 0 0,1-1 1 0 0,-1 0-1 0 0,3 14 0 0 0,-2-22 9 0 0,-1 0 0 0 0,0 0 0 0 0,0 1 0 0 0,1-1 0 0 0,-1 0-1 0 0,0 0 1 0 0,1 0 0 0 0,-1 0 0 0 0,1 0 0 0 0,-1 0 0 0 0,1 0 0 0 0,0 0 0 0 0,-1 0-1 0 0,1 0 1 0 0,0 0 0 0 0,0 0 0 0 0,0 0 0 0 0,0 0 0 0 0,0-1 0 0 0,0 1 0 0 0,0 0-1 0 0,0-1 1 0 0,0 1 0 0 0,0-1 0 0 0,0 1 0 0 0,0-1 0 0 0,0 1 0 0 0,1-1 0 0 0,-1 0 0 0 0,0 1-1 0 0,0-1 1 0 0,0 0 0 0 0,1 0 0 0 0,-1 0 0 0 0,0 0 0 0 0,0 0 0 0 0,0 0 0 0 0,1-1-1 0 0,-1 1 1 0 0,0 0 0 0 0,0-1 0 0 0,0 1 0 0 0,0 0 0 0 0,0-1 0 0 0,0 0 0 0 0,1 1-1 0 0,-1-1 1 0 0,0 1 0 0 0,0-1 0 0 0,-1 0 0 0 0,2-1 0 0 0,3-1 167 0 0,0 0 0 0 0,-1-1 1 0 0,1 0-1 0 0,-1 0 0 0 0,0 0 0 0 0,0 0 0 0 0,-1-1 1 0 0,1 0-1 0 0,4-7 0 0 0,-5 3-109 0 0,0-1 0 0 0,-1 1 0 0 0,0 0 1 0 0,0-1-1 0 0,-1 1 0 0 0,0-1 0 0 0,0 1 0 0 0,-1-1 0 0 0,-1 1 0 0 0,0-1 1 0 0,0 0-1 0 0,-1 1 0 0 0,0 0 0 0 0,-5-15 0 0 0,7 24-70 0 0,0-1 0 0 0,0 1 1 0 0,0-1-1 0 0,0 1 0 0 0,-1-1 0 0 0,1 1 0 0 0,0-1 0 0 0,0 1 0 0 0,-1-1 0 0 0,1 1 1 0 0,0 0-1 0 0,-1-1 0 0 0,1 1 0 0 0,0-1 0 0 0,-1 1 0 0 0,1 0 0 0 0,-1-1 0 0 0,1 1 1 0 0,0 0-1 0 0,-1 0 0 0 0,1-1 0 0 0,-1 1 0 0 0,1 0 0 0 0,-1 0 0 0 0,1 0 0 0 0,-1-1 1 0 0,1 1-1 0 0,-1 0 0 0 0,1 0 0 0 0,-1 0 0 0 0,1 0 0 0 0,-2 0 0 0 0,-16 9 17 0 0,-11 22-132 0 0,25-25 79 0 0,1-1 1 0 0,0 0 0 0 0,0 1 0 0 0,0-1-1 0 0,1 1 1 0 0,0 0 0 0 0,0 0 0 0 0,0 0-1 0 0,1 0 1 0 0,-1 8 0 0 0,1-12 33 0 0,1 0 0 0 0,0 0 0 0 0,0 0 0 0 0,0 0 0 0 0,0 0 0 0 0,0 0 0 0 0,0 0 0 0 0,0 0 0 0 0,1 0 0 0 0,-1 0 0 0 0,1 1 0 0 0,-1-2 0 0 0,1 1 0 0 0,0 0 0 0 0,0 0 0 0 0,0 0 0 0 0,0 0 0 0 0,0 0 0 0 0,0-1 0 0 0,1 1 0 0 0,-1 0 0 0 0,0-1 0 0 0,1 1 1 0 0,0-1-1 0 0,-1 0 0 0 0,1 1 0 0 0,0-1 0 0 0,-1 0 0 0 0,1 0 0 0 0,0 0 0 0 0,0 0 0 0 0,0-1 0 0 0,3 2 0 0 0,-4-2 6 0 0,0 0 0 0 0,0 1-1 0 0,0-1 1 0 0,-1 0 0 0 0,1 0 0 0 0,0 0 0 0 0,0 0 0 0 0,0 0 0 0 0,0 0 0 0 0,0 0 0 0 0,0-1 0 0 0,0 1-1 0 0,0 0 1 0 0,0 0 0 0 0,0-1 0 0 0,0 1 0 0 0,0 0 0 0 0,0-1 0 0 0,0 1 0 0 0,-1-1 0 0 0,1 0-1 0 0,0 1 1 0 0,0-1 0 0 0,1-1 0 0 0,-1 0 71 0 0,1 0-1 0 0,-1 0 1 0 0,0-1 0 0 0,0 1-1 0 0,0 0 1 0 0,0-1 0 0 0,0 1-1 0 0,0 0 1 0 0,0-5 0 0 0,1-3 243 0 0,-1 0-1 0 0,-1 0 1 0 0,0-18 0 0 0,-5 2 15 0 0,5 26-354 0 0,0-1 0 0 0,0 1-1 0 0,-1 0 1 0 0,1-1 0 0 0,0 1-1 0 0,0-1 1 0 0,0 1 0 0 0,-1 0-1 0 0,1-1 1 0 0,0 1 0 0 0,-1-1-1 0 0,1 1 1 0 0,0 0 0 0 0,0-1-1 0 0,-1 1 1 0 0,1 0 0 0 0,-1 0-1 0 0,1-1 1 0 0,0 1 0 0 0,-1 0-1 0 0,1 0 1 0 0,-1 0 0 0 0,1-1-1 0 0,0 1 1 0 0,-1 0 0 0 0,1 0-1 0 0,-1 0 1 0 0,1 0 0 0 0,-1 0-1 0 0,1 0 1 0 0,-1 0 0 0 0,1 0-1 0 0,0 0 1 0 0,-1 0-1 0 0,1 0 1 0 0,-1 0 0 0 0,1 0-1 0 0,-1 0 1 0 0,1 1 0 0 0,-1-1-1 0 0,1 0 1 0 0,0 0 0 0 0,-1 0-1 0 0,1 1 1 0 0,0-1 0 0 0,-1 0-1 0 0,1 0 1 0 0,-1 1 0 0 0,1-1-1 0 0,0 0 1 0 0,0 1 0 0 0,-1-1-1 0 0,1 1 1 0 0,0-1 0 0 0,-1 1-1 0 0,-5 7-1071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04.66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249 1 3681 0 0,'-5'8'358'0'0,"1"1"-1"0"0,0 0 1 0 0,0 1 0 0 0,1-1 0 0 0,1 1-1 0 0,-3 11 1 0 0,0 2 221 0 0,-21 88 1585 0 0,6 1 0 0 0,4 0 0 0 0,-1 144-1 0 0,-50 538-1173 0 0,18-316-1022 0 0,27 3 248 0 0,51 392 62 0 0,-1-2-49 0 0,-28-831-228 0 0,32 1125 735 0 0,28-531 432 0 0,23 313 159 0 0,-71-739-1130 0 0,54 681 911 0 0,-57-802-1074 0 0,69 828 308 0 0,-76-884-337 0 0,-2-1 1 0 0,-2 1 0 0 0,-7 46 0 0 0,6-63-496 0 0,0-1 1 0 0,-1 1-1 0 0,-12 23 1 0 0,11-26-466 0 0,-1-1 0 0 0,-1 0 0 0 0,0 0 0 0 0,0 0 0 0 0,-10 9 0 0 0,-1-2-4503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05.3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0 131 2761 0 0,'415'-48'3290'0'0,"300"2"-979"0"0,603 9-2559 0 0,-988 52 248 0 0,-144-4 0 0 0,-141-8-543 0 0,-2 0-2171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06.45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3813 1 1840 0 0,'-10'3'501'0'0,"0"1"-1"0"0,1 0 0 0 0,-1 1 0 0 0,1 0 0 0 0,0 0 1 0 0,1 1-1 0 0,-1 0 0 0 0,1 1 0 0 0,1 0 0 0 0,-1 0 1 0 0,1 0-1 0 0,0 1 0 0 0,1 0 0 0 0,0 1 0 0 0,-8 13 1 0 0,3-2 33 0 0,2-1 1 0 0,0 2-1 0 0,1-1 1 0 0,1 1-1 0 0,1 1 1 0 0,-4 27 0 0 0,-3 41 804 0 0,0 159 0 0 0,24 93-89 0 0,-7-253-898 0 0,2 49-256 0 0,4 504 522 0 0,-23-233-618 0 0,35-3 0 0 0,8-121-123 0 0,-8 361 1 0 0,-21 261 164 0 0,28 115 33 0 0,-23-291 1088 0 0,-6-534-990 0 0,34 567 172 0 0,-11-401-346 0 0,-16-261 93 0 0,3-1-1 0 0,5-1 0 0 0,5-1 0 0 0,47 144 0 0 0,-57-213-178 0 0,-1 1 0 0 0,-1 1 0 0 0,4 36 0 0 0,-11-53 53 0 0,0 0-1 0 0,0 0 0 0 0,-1 0 0 0 0,-1 0 0 0 0,-1 0 0 0 0,0 0 1 0 0,-1-1-1 0 0,0 1 0 0 0,-6 15 0 0 0,7-28 40 0 0,1 1 0 0 0,0-1 0 0 0,-1 0-1 0 0,0 0 1 0 0,1 0 0 0 0,-1 0 0 0 0,0 0 0 0 0,0 0-1 0 0,0 0 1 0 0,0-1 0 0 0,-1 1 0 0 0,1-1 0 0 0,0 1-1 0 0,-1-1 1 0 0,1 0 0 0 0,-6 2 0 0 0,-48 11 124 0 0,28-9-100 0 0,19-2-29 0 0,-153 39-196 0 0,-173 22 0 0 0,-50 0-737 0 0,-7 0 1186 0 0,-457 83 803 0 0,739-127-1089 0 0,0-5 0 0 0,0-5-1 0 0,-138-6 1 0 0,178-9 129 0 0,0-4 1 0 0,-94-24-1 0 0,-7-1 396 0 0,105 26-211 0 0,-129 4 0 0 0,64 5-144 0 0,75-1-63 0 0,39 1 32 0 0,0 0 1 0 0,0-1 0 0 0,0-1-1 0 0,0-1 1 0 0,0 0 0 0 0,-27-8-1 0 0,31 1-1481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42.45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301 353 920 0 0,'3'-17'810'0'0,"0"0"1"0"0,-1-1-1 0 0,0 1 0 0 0,-2 0 0 0 0,0-1 0 0 0,-1 1 0 0 0,0 0 1 0 0,-7-27-1 0 0,6 35-228 0 0,-1 0 0 0 0,0 0 1 0 0,0 0-1 0 0,-1 0 0 0 0,-1 1 0 0 0,1 0 1 0 0,-10-13-1 0 0,10 16-354 0 0,0 1 1 0 0,0-1-1 0 0,0 1 0 0 0,-1 1 1 0 0,1-1-1 0 0,-1 1 0 0 0,0-1 0 0 0,0 1 1 0 0,0 1-1 0 0,0-1 0 0 0,-1 1 1 0 0,1 0-1 0 0,-8-2 0 0 0,10 3-62 0 0,-1 0 0 0 0,0 1 0 0 0,1-1 0 0 0,-1 1 0 0 0,0 0 0 0 0,0 0 0 0 0,1 0-1 0 0,-1 1 1 0 0,0-1 0 0 0,1 1 0 0 0,-1 0 0 0 0,0 0 0 0 0,1 0 0 0 0,-1 0 0 0 0,1 1 0 0 0,-5 2 0 0 0,3-1 17 0 0,-1 1 1 0 0,1 0 0 0 0,1 0-1 0 0,-1 1 1 0 0,0-1-1 0 0,1 1 1 0 0,0 0 0 0 0,-6 11-1 0 0,1 0-6 0 0,1 0-1 0 0,1 0 0 0 0,0 1 0 0 0,1 0 0 0 0,-6 33 1 0 0,2 6-15 0 0,-4 78 1 0 0,13-105-156 0 0,1-1 0 0 0,1 0 0 0 0,2 0 0 0 0,10 49 0 0 0,-10-68-8 0 0,0 0 1 0 0,0-1-1 0 0,0 1 1 0 0,1-1-1 0 0,0 0 1 0 0,1 0-1 0 0,0 0 1 0 0,0-1-1 0 0,1 0 1 0 0,0 0 0 0 0,9 9-1 0 0,-5-7 3 0 0,1-1 0 0 0,0-1-1 0 0,0 0 1 0 0,0 0 0 0 0,1-1 0 0 0,0 0-1 0 0,15 4 1 0 0,4-1-19 0 0,1-1-1 0 0,1-2 1 0 0,-1-1-1 0 0,1-1 1 0 0,50-2 0 0 0,-71-1-2 0 0,0-2 1 0 0,-1 0-1 0 0,1 0 0 0 0,-1-1 1 0 0,1 0-1 0 0,-1-1 1 0 0,0-1-1 0 0,0 0 1 0 0,11-5-1 0 0,-16 6 29 0 0,0-1-1 0 0,-1 1 0 0 0,0-1 1 0 0,0 0-1 0 0,0-1 1 0 0,0 1-1 0 0,0-1 1 0 0,-1 0-1 0 0,0 0 0 0 0,0 0 1 0 0,-1 0-1 0 0,1-1 1 0 0,-1 0-1 0 0,0 0 0 0 0,-1 0 1 0 0,1 0-1 0 0,2-10 1 0 0,-1-5 76 0 0,0-1 0 0 0,-1 0 0 0 0,-2 0 0 0 0,0 1 0 0 0,-1-1-1 0 0,-1 0 1 0 0,-5-25 0 0 0,-38-152 479 0 0,27 134-402 0 0,12 46-128 0 0,-1 1-1 0 0,0-1 1 0 0,-2 1 0 0 0,0 0 0 0 0,-1 1 0 0 0,0 0 0 0 0,-16-20 0 0 0,21 32-41 0 0,-1-1 0 0 0,0 1 0 0 0,0 0 1 0 0,0 0-1 0 0,-1 1 0 0 0,0 0 0 0 0,0-1 1 0 0,0 2-1 0 0,0-1 0 0 0,-7-2 0 0 0,8 4-17 0 0,0 1 0 0 0,0 0 0 0 0,0 0 0 0 0,0 0 0 0 0,0 0 0 0 0,0 1 1 0 0,0 0-1 0 0,0 0 0 0 0,0 0 0 0 0,0 1 0 0 0,0-1 0 0 0,0 1 0 0 0,0 1 0 0 0,0-1 0 0 0,-8 4 0 0 0,-2 3-1622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42.9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1 258 5529 0 0,'7'4'690'0'0,"0"1"0"0"0,0-1 1 0 0,0 2-1 0 0,-1-1 0 0 0,0 1 0 0 0,0 0 0 0 0,0 0 0 0 0,-1 0 0 0 0,7 11 1 0 0,6 11 413 0 0,15 34 0 0 0,1 0-261 0 0,64 70 455 0 0,-38-55-742 0 0,-56-73-374 0 0,1 1 1 0 0,-1-1-1 0 0,1 0 0 0 0,0 0 1 0 0,0 0-1 0 0,11 5 1 0 0,-14-7-37 0 0,0-1 0 0 0,1 0 0 0 0,-1 0 0 0 0,0-1 0 0 0,1 1 0 0 0,-1 0 0 0 0,1-1 0 0 0,-1 1 0 0 0,4-1 1 0 0,-5 0-73 0 0,0 0 0 0 0,0 0 1 0 0,0 0-1 0 0,0-1 1 0 0,-1 1-1 0 0,1 0 0 0 0,0 0 1 0 0,0-1-1 0 0,0 1 1 0 0,0 0-1 0 0,0-1 1 0 0,-1 1-1 0 0,1-1 0 0 0,0 1 1 0 0,0-1-1 0 0,-1 0 1 0 0,1 1-1 0 0,0-1 1 0 0,-1 0-1 0 0,1 1 0 0 0,0-1 1 0 0,-1 0-1 0 0,1 0 1 0 0,0-1-1 0 0,2-6 163 0 0,0 0 0 0 0,-1-1-1 0 0,0 0 1 0 0,2-15 0 0 0,1-6 1 0 0,16-85 238 0 0,8-131 0 0 0,-17 121-213 0 0,-9 102-246 0 0,3-37 40 0 0,-6 56-55 0 0,0 1 1 0 0,0-1-1 0 0,0 1 0 0 0,0 0 1 0 0,-1-1-1 0 0,1 1 0 0 0,-1 0 0 0 0,0 0 1 0 0,0-1-1 0 0,0 1 0 0 0,-1 0 1 0 0,1 0-1 0 0,-4-5 0 0 0,5 8-14 0 0,-1-1 0 0 0,1 1 0 0 0,-1 0 0 0 0,1-1 0 0 0,-1 1 0 0 0,1 0 0 0 0,-1-1 0 0 0,1 1 0 0 0,-1 0 0 0 0,1 0 0 0 0,-1-1 0 0 0,0 1 0 0 0,1 0 0 0 0,-1 0 0 0 0,1 0 0 0 0,-1 0 0 0 0,0 0 0 0 0,1 0 0 0 0,-1 0 0 0 0,1 0 0 0 0,-1 0 0 0 0,0 0 0 0 0,0 0 0 0 0,-4 2-308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0.2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243 186 5065 0 0,'5'-21'735'0'0,"-1"0"0"0"0,0-1 0 0 0,-2 1 0 0 0,-1-1 0 0 0,-2-43 0 0 0,-3 53 1996 0 0,-2 11-897 0 0,-10 21-110 0 0,-10 40-791 0 0,-9 61 371 0 0,-25 153 0 0 0,36-156-853 0 0,-12 83 99 0 0,-14 299 0 0 0,51 207 167 0 0,35-151 69 0 0,-10-187-381 0 0,-12 65-70 0 0,20 232 131 0 0,53-88 199 0 0,18 156-175 0 0,-27-60 546 0 0,-58-503-839 0 0,21 237-48 0 0,-40-385-733 0 0,5 60 1057 0 0,0-28-8211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1.3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167 741 4609 0 0,'-100'5'-1703'0'0,"98"-5"1709"0"0,1 0 0 0 0,-1-1 0 0 0,0 1 0 0 0,1 0 0 0 0,-1 0 0 0 0,0-1 1 0 0,1 1-1 0 0,-1-1 0 0 0,1 1 0 0 0,-1-1 0 0 0,1 0 0 0 0,-1 1 0 0 0,1-1 0 0 0,-1 0 0 0 0,1 0 0 0 0,0 0 0 0 0,-1 0 0 0 0,1-1 0 0 0,0 1 1 0 0,-1-1-1 0 0,-14-31 953 0 0,15 29-337 0 0,-1 0-1 0 0,1 0 0 0 0,-1 0 1 0 0,0 0-1 0 0,0 0 1 0 0,0 1-1 0 0,-5-6 1 0 0,19 8 3930 0 0,13-4-4361 0 0,-23 4 8 0 0,371-53 2786 0 0,188-28-1273 0 0,-225 28-947 0 0,608-59 372 0 0,-476 61-727 0 0,764-49 223 0 0,-883 92-633 0 0,-170 6 0 0 0,362-1 64 0 0,585-36 2 0 0,-980 33-56 0 0,427-22 156 0 0,615-16 140 0 0,-958 44-258 0 0,935-16 38 0 0,-77-27 384 0 0,-617 49-281 0 0,-270 14-6934 0 0,-166-14-222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2.6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 1 6449 0 0,'0'0'110'0'0,"0"0"-1"0"0,-1 0 0 0 0,1 0 1 0 0,0 0-1 0 0,-1 0 0 0 0,1 1 0 0 0,0-1 1 0 0,-1 0-1 0 0,1 0 0 0 0,0 1 0 0 0,-1-1 1 0 0,1 0-1 0 0,0 0 0 0 0,0 1 1 0 0,-1-1-1 0 0,1 0 0 0 0,0 1 0 0 0,0-1 1 0 0,0 0-1 0 0,-1 1 0 0 0,1-1 1 0 0,0 0-1 0 0,0 1 0 0 0,0-1 0 0 0,0 1 1 0 0,0-1-1 0 0,0 0 0 0 0,0 1 1 0 0,0-1-1 0 0,0 1 0 0 0,0-1 0 0 0,0 0 1 0 0,0 1-1 0 0,0-1 0 0 0,0 1 0 0 0,0-1 1 0 0,0 1-1 0 0,-2 20 1053 0 0,-2 300 4079 0 0,5-84-4212 0 0,9-79-4300 0 0,-9-129-2146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2.9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1 10594 0 0,'-1'1'34'0'0,"1"-1"-1"0"0,-1 1 0 0 0,1 0 0 0 0,-1 0 1 0 0,1 0-1 0 0,0-1 0 0 0,-1 1 1 0 0,1 0-1 0 0,0 0 0 0 0,0 0 0 0 0,-1 0 1 0 0,1 0-1 0 0,0 0 0 0 0,0 0 1 0 0,0 0-1 0 0,0-1 0 0 0,0 1 0 0 0,0 0 1 0 0,1 0-1 0 0,-1 2 0 0 0,3 30 1745 0 0,-2-24-1338 0 0,3 119 1100 0 0,3 33-441 0 0,-4-140-1970 0 0,0 1 0 0 0,2-1 0 0 0,0 0 0 0 0,1 0 0 0 0,12 26 0 0 0,-10-31-3828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3.2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8 274 10594 0 0,'-7'-6'579'0'0,"12"24"1140"0"0,1-3-1574 0 0,1-1-1 0 0,0 1 0 0 0,0-2 1 0 0,2 1-1 0 0,0-1 1 0 0,0 0-1 0 0,1-1 0 0 0,1 0 1 0 0,0 0-1 0 0,1-1 1 0 0,0-1-1 0 0,0 0 1 0 0,1-1-1 0 0,0 0 0 0 0,1-1 1 0 0,15 7-1 0 0,2 0 415 0 0,0-1-1 0 0,36 11 1 0 0,-56-22-379 0 0,0 1-1 0 0,1-2 1 0 0,-1 0 0 0 0,1 0 0 0 0,-1-1-1 0 0,1 0 1 0 0,0-1 0 0 0,-1-1-1 0 0,22-3 1 0 0,-30 3-104 0 0,1 0 1 0 0,0-1-1 0 0,-1 1 0 0 0,0-1 0 0 0,1 0 1 0 0,-1 0-1 0 0,0 0 0 0 0,0-1 0 0 0,0 1 1 0 0,0-1-1 0 0,-1 0 0 0 0,1 0 1 0 0,-1 1-1 0 0,0-2 0 0 0,1 1 0 0 0,-1 0 1 0 0,0 0-1 0 0,-1-1 0 0 0,1 1 0 0 0,-1-1 1 0 0,0 1-1 0 0,1-1 0 0 0,-2 0 0 0 0,2-4 1 0 0,1-11 341 0 0,0-1 1 0 0,-1 1-1 0 0,-2-29 0 0 0,0 38-269 0 0,-6-130 315 0 0,2 78-722 0 0,5-87 0 0 0,1 134-1464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3.9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201 126 2761 0 0,'-19'-33'495'0'0,"14"25"608"0"0,0 0 0 0 0,-1 1 0 0 0,0-1-1 0 0,-14-11 1 0 0,19 17-943 0 0,-1 1 0 0 0,1-1 0 0 0,-1 1 0 0 0,1 0 0 0 0,-1-1 0 0 0,0 1 0 0 0,0 0 0 0 0,0 0 0 0 0,0 0 0 0 0,0 0 0 0 0,0 0 0 0 0,0 1 0 0 0,0-1 0 0 0,0 1 0 0 0,0-1 0 0 0,0 1 0 0 0,0 0 0 0 0,0 0 0 0 0,0 0 0 0 0,-1 0 0 0 0,1 0-1 0 0,0 0 1 0 0,0 0 0 0 0,0 1 0 0 0,0-1 0 0 0,0 1 0 0 0,0 0 0 0 0,0-1 0 0 0,0 1 0 0 0,0 0 0 0 0,0 0 0 0 0,0 0 0 0 0,0 1 0 0 0,1-1 0 0 0,-1 0 0 0 0,0 1 0 0 0,1-1 0 0 0,-1 1 0 0 0,1-1 0 0 0,0 1 0 0 0,-1 0 0 0 0,1-1 0 0 0,0 1 0 0 0,-2 3 0 0 0,-5 10 54 0 0,0 1 1 0 0,1-1-1 0 0,0 1 1 0 0,1 1-1 0 0,1-1 1 0 0,1 1-1 0 0,0 0 1 0 0,1 0-1 0 0,1 0 1 0 0,0 33-1 0 0,2-35-219 0 0,1 1 0 0 0,0-1-1 0 0,2 1 1 0 0,-1-1 0 0 0,2 1 0 0 0,0-1-1 0 0,1-1 1 0 0,0 1 0 0 0,1-1 0 0 0,1 1-1 0 0,0-2 1 0 0,12 17 0 0 0,-14-23-1 0 0,0-1 0 0 0,1 1 1 0 0,0-1-1 0 0,0 0 0 0 0,1-1 0 0 0,0 1 1 0 0,0-1-1 0 0,0-1 0 0 0,0 1 0 0 0,1-1 1 0 0,0 0-1 0 0,0-1 0 0 0,0 0 0 0 0,0 0 1 0 0,10 1-1 0 0,-11-2 16 0 0,0-2-1 0 0,1 1 1 0 0,-1-1 0 0 0,0 0 0 0 0,0-1-1 0 0,0 1 1 0 0,0-1 0 0 0,0-1 0 0 0,0 0-1 0 0,0 0 1 0 0,0 0 0 0 0,0 0 0 0 0,-1-1-1 0 0,1 0 1 0 0,-1-1 0 0 0,0 0 0 0 0,0 0-1 0 0,9-8 1 0 0,-6 4 63 0 0,0 0 0 0 0,0-1 0 0 0,-1 0-1 0 0,-1 0 1 0 0,0-1 0 0 0,0 0 0 0 0,-1-1 0 0 0,0 1-1 0 0,0-1 1 0 0,-2 0 0 0 0,1 0 0 0 0,-1-1 0 0 0,-1 1-1 0 0,0-1 1 0 0,-1 0 0 0 0,0 0 0 0 0,0 0-1 0 0,-1-16 1 0 0,-2 14 9 0 0,0 0 0 0 0,-1 1-1 0 0,0 0 1 0 0,-1-1 0 0 0,-1 1-1 0 0,0 0 1 0 0,0 0 0 0 0,-2 1-1 0 0,1-1 1 0 0,-2 1 0 0 0,1 0-1 0 0,-2 1 1 0 0,1 0 0 0 0,-2 0-1 0 0,0 0 1 0 0,-10-9 0 0 0,8 10-65 0 0,0 0 1 0 0,0 1 0 0 0,-1 0 0 0 0,-1 1 0 0 0,-21-11-1 0 0,28 16-237 0 0,-1 1-1 0 0,1 0 1 0 0,-1 0 0 0 0,0 0-1 0 0,0 1 1 0 0,-7-1-1 0 0,10 1-332 0 0,-1 1 0 0 0,1 0 0 0 0,0 1 0 0 0,-1-1 0 0 0,1 1 0 0 0,0 0 0 0 0,0 0 1 0 0,0 0-1 0 0,0 0 0 0 0,-7 4 0 0 0,-6 6-5315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4.3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4609 0 0,'1'1'141'0'0,"-1"-1"0"0"0,1 1 0 0 0,-1-1 1 0 0,1 1-1 0 0,-1-1 0 0 0,1 0 0 0 0,-1 1 0 0 0,0 0 0 0 0,1-1 1 0 0,-1 1-1 0 0,0-1 0 0 0,1 1 0 0 0,-1-1 0 0 0,0 1 0 0 0,0 0 1 0 0,1-1-1 0 0,-1 1 0 0 0,0 0 0 0 0,0-1 0 0 0,0 1 0 0 0,0-1 1 0 0,0 1-1 0 0,0 0 0 0 0,0-1 0 0 0,0 1 0 0 0,-1 1 0 0 0,0 23 1726 0 0,1-21-1374 0 0,-3 21 138 0 0,2 0 1 0 0,1 1 0 0 0,1-1 0 0 0,7 36 0 0 0,-6-50-453 0 0,1-1-1 0 0,0 1 1 0 0,1-1 0 0 0,0 0 0 0 0,0 0 0 0 0,1-1 0 0 0,0 1 0 0 0,1-1 0 0 0,0 0 0 0 0,1-1 0 0 0,0 1 0 0 0,0-1 0 0 0,9 7 0 0 0,-9-9-269 0 0,0 0 0 0 0,0 0 1 0 0,1-1-1 0 0,0 0 1 0 0,0 0-1 0 0,0-1 1 0 0,1 0-1 0 0,-1-1 1 0 0,13 4-1 0 0,-17-6 54 0 0,0-1-1 0 0,0 1 0 0 0,0-1 0 0 0,1 1 1 0 0,-1-1-1 0 0,0 0 0 0 0,0-1 0 0 0,1 1 1 0 0,-1-1-1 0 0,0 0 0 0 0,0 0 0 0 0,0 0 1 0 0,0-1-1 0 0,0 1 0 0 0,0-1 0 0 0,-1 0 1 0 0,1 0-1 0 0,0 0 0 0 0,-1-1 0 0 0,0 1 1 0 0,1-1-1 0 0,4-5 0 0 0,4-6 183 0 0,-1 0 1 0 0,0 0-1 0 0,-1-1 0 0 0,-1 0 0 0 0,9-20 0 0 0,31-85 789 0 0,-5 9 731 0 0,-44 110-1600 0 0,1 0 0 0 0,-1 0 0 0 0,0 0 0 0 0,1 0 0 0 0,-1 0 0 0 0,1 0 0 0 0,0 0 0 0 0,-1 0 0 0 0,1 0-1 0 0,0 1 1 0 0,0-1 0 0 0,-1 0 0 0 0,1 0 0 0 0,0 1 0 0 0,0-1 0 0 0,0 0 0 0 0,0 1 0 0 0,1-1 0 0 0,-1 1-30 0 0,-1 0-1 0 0,1 0 1 0 0,-1 0 0 0 0,1 0 0 0 0,0 0 0 0 0,-1 0-1 0 0,1 1 1 0 0,-1-1 0 0 0,1 0 0 0 0,-1 0 0 0 0,1 1 0 0 0,-1-1-1 0 0,0 0 1 0 0,1 1 0 0 0,-1-1 0 0 0,1 1 0 0 0,-1-1 0 0 0,0 0-1 0 0,1 1 1 0 0,-1-1 0 0 0,0 1 0 0 0,1-1 0 0 0,-1 1-1 0 0,0-1 1 0 0,1 1 0 0 0,14 47 890 0 0,-13-38-884 0 0,5 12 25 0 0,0 1 0 0 0,2-1 1 0 0,1 0-1 0 0,0-1 1 0 0,21 31-1 0 0,23 19-2067 0 0,8-5-4705 0 0,-42-45 1075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4.6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 2 9674 0 0,'0'0'50'0'0,"-1"0"-1"0"0,1 0 1 0 0,0-1-1 0 0,-1 1 1 0 0,1 0-1 0 0,0 0 1 0 0,-1 0-1 0 0,1 0 1 0 0,0-1-1 0 0,-1 1 1 0 0,1 0 0 0 0,-1 0-1 0 0,1 0 1 0 0,0 0-1 0 0,-1 0 1 0 0,1 0-1 0 0,-1 0 1 0 0,1 0-1 0 0,0 0 1 0 0,-1 0-1 0 0,1 1 1 0 0,0-1-1 0 0,-1 0 1 0 0,1 0-1 0 0,-1 0 1 0 0,1 0 0 0 0,0 0-1 0 0,-1 1 1 0 0,1-1-1 0 0,0 0 1 0 0,-1 0-1 0 0,1 1 1 0 0,0-1-1 0 0,0 0 1 0 0,-1 0-1 0 0,1 1 1 0 0,-1 0-1 0 0,-7 20 1653 0 0,3 24 755 0 0,6-11-1201 0 0,2-1-1 0 0,14 66 0 0 0,27 64-407 0 0,-20-78-338 0 0,64 211-577 0 0,-61-208-1217 0 0,-14-45-80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4.8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64 116 9218 0 0,'-6'-2'567'0'0,"0"0"-1"0"0,0-1 1 0 0,1 1 0 0 0,-1-1-1 0 0,1 0 1 0 0,-1 0 0 0 0,1-1-1 0 0,0 0 1 0 0,-6-6 0 0 0,10 10-524 0 0,1-1 0 0 0,0 1 1 0 0,0-1-1 0 0,0 1 1 0 0,-1-1-1 0 0,1 0 0 0 0,0 1 1 0 0,0-1-1 0 0,0 1 1 0 0,0-1-1 0 0,0 1 0 0 0,0-1 1 0 0,0 1-1 0 0,0-1 1 0 0,0 1-1 0 0,0-1 0 0 0,0 0 1 0 0,0 1-1 0 0,1-1 1 0 0,-1 1-1 0 0,0-1 1 0 0,0 1-1 0 0,1-1 0 0 0,-1 1 1 0 0,0-1-1 0 0,0 1 1 0 0,1 0-1 0 0,-1-1 0 0 0,1 1 1 0 0,-1-1-1 0 0,0 1 1 0 0,1 0-1 0 0,-1-1 0 0 0,1 1 1 0 0,-1 0-1 0 0,1-1 1 0 0,-1 1-1 0 0,1 0 0 0 0,-1 0 1 0 0,1 0-1 0 0,-1-1 1 0 0,1 1-1 0 0,27-12 147 0 0,-24 10-198 0 0,27-8-1221 0 0,-1 2 1 0 0,1 0-1 0 0,47-4 1 0 0,-52 9-1198 0 0,14-3-1734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5.0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 0 5985 0 0,'-1'6'536'0'0,"-1"-2"-432"0"0,1 0-104 0 0,0 3 1897 0 0,-1-5-841 0 0,1 3 8 0 0,-2 1 249 0 0,-1 3 55 0 0,1-1 8 0 0,0 2 0 0 0,1-3-911 0 0,2-3-177 0 0,1 0-40 0 0,2 0-8 0 0,4 0-240 0 0,1-1 0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0.4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8 102 6913 0 0,'-8'-101'8889'0'0,"23"358"-8231"0"0,-10-119-410 0 0,70 506 881 0 0,50-6-512 0 0,8 48 436 0 0,-105-511-49 0 0,9 312 0 0 0,2 630 179 0 0,-26-959-1036 0 0,27 280 493 0 0,-31-376-2141 0 0,16 64 0 0 0,-19-101-5883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1.2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8290 0 0,'1'1'222'0'0,"1"-1"0"0"0,0 1 1 0 0,0 0-1 0 0,-1 0 0 0 0,1 0 1 0 0,0 0-1 0 0,-1 0 1 0 0,1 0-1 0 0,-1 0 0 0 0,1 1 1 0 0,-1-1-1 0 0,0 0 0 0 0,1 1 1 0 0,-1-1-1 0 0,0 1 0 0 0,0 0 1 0 0,0-1-1 0 0,0 1 0 0 0,0 2 1 0 0,17 35 2051 0 0,-8-6-1623 0 0,-2 0-1 0 0,-1 1 1 0 0,-1 0-1 0 0,1 67 1 0 0,-5-68-395 0 0,8 296 655 0 0,-3-46-326 0 0,-3-176-3433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1.9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232 450 3225 0 0,'-39'6'562'0'0,"1"-3"1"0"0,-1-1 0 0 0,-56-4 0 0 0,74 0 1732 0 0,32 0-1280 0 0,405-13 680 0 0,-58 3-606 0 0,504-56 59 0 0,183-10 405 0 0,-221 29-1869 0 0,-305 15 97 0 0,-70 5 170 0 0,362-17 838 0 0,1153-19 954 0 0,-1390 39-1638 0 0,228-7 255 0 0,0 51 2 0 0,-653-8 174 0 0,122 10 680 0 0,-186-9-1018 0 0,98 24 1 0 0,-165-32-2395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2.7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22 1376 0 0,'0'-1'275'0'0,"0"0"-1"0"0,1 0 1 0 0,-1 0-1 0 0,0 0 0 0 0,1 0 1 0 0,-1 0-1 0 0,1 0 1 0 0,-1 0-1 0 0,1 0 0 0 0,-1 0 1 0 0,1 0-1 0 0,0 0 1 0 0,-1 1-1 0 0,1-1 0 0 0,0 0 1 0 0,-1 0-1 0 0,1 1 1 0 0,0-1-1 0 0,0 1 0 0 0,0-1 1 0 0,0 1-1 0 0,0-1 1 0 0,0 1-1 0 0,0-1 1 0 0,1 0-1 0 0,1 1-15 0 0,0 0 0 0 0,-1-1 0 0 0,1 1 0 0 0,0 0 0 0 0,0 1 0 0 0,-1-1-1 0 0,1 0 1 0 0,0 1 0 0 0,-1-1 0 0 0,4 2 0 0 0,0 0 36 0 0,0 0-1 0 0,0 1 0 0 0,0 0 1 0 0,0 0-1 0 0,-1 0 0 0 0,1 0 1 0 0,-1 1-1 0 0,8 8 0 0 0,-7-5-151 0 0,0 1-1 0 0,-1 0 0 0 0,0 0 0 0 0,0 0 1 0 0,-1 1-1 0 0,0 0 0 0 0,-1 0 0 0 0,0 0 1 0 0,3 18-1 0 0,0 9 44 0 0,2 48 1 0 0,-1-11-76 0 0,47 272 216 0 0,-16-115-298 0 0,11 262-1 0 0,-50 45-28 0 0,-2-339 0 0 0,17 693 1569 0 0,68-262-1402 0 0,-9-107 651 0 0,14 214 2142 0 0,-84-677-7120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3.9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83 296 920 0 0,'-37'4'63'0'0,"-1"1"4829"0"0,31-5-2651 0 0,16-4-1203 0 0,92-18-933 0 0,167-17 0 0 0,-25 6-104 0 0,111-10-52 0 0,-201 28 62 0 0,280-7 151 0 0,2 30 3 0 0,-71 1-143 0 0,856-33 743 0 0,-444 3 716 0 0,944-32 1377 0 0,-455 8-2341 0 0,0 55-291 0 0,-13 94 339 0 0,-727-13 305 0 0,-490-83-675 0 0,48 18 0 0 0,-71-22-59 0 0,0 2-1 0 0,0-1 1 0 0,0 1 0 0 0,-1 1 0 0 0,0 0 0 0 0,0 1 0 0 0,12 11 0 0 0,-22-19-158 0 0,-1 1 0 0 0,1 0-1 0 0,0-1 1 0 0,-1 1 0 0 0,1 0-1 0 0,-1 0 1 0 0,1-1 0 0 0,-1 1-1 0 0,1 0 1 0 0,-1 0 0 0 0,0 0-1 0 0,1-1 1 0 0,-1 1 0 0 0,0 0-1 0 0,1 0 1 0 0,-1 0 0 0 0,0 0-1 0 0,0 0 1 0 0,0 0 0 0 0,0 0-1 0 0,0 0 1 0 0,0-1 0 0 0,0 1-1 0 0,0 0 1 0 0,-1 0 0 0 0,1 0-1 0 0,0 0 1 0 0,0 0 0 0 0,-1 0 0 0 0,0 0-1 0 0,0 1-509 0 0,0 0 0 0 0,-1 0-1 0 0,0 0 1 0 0,1 0 0 0 0,-1 0 0 0 0,0-1 0 0 0,0 1-1 0 0,0-1 1 0 0,0 1 0 0 0,-2 0 0 0 0,-12 7-4594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4.2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 4609 0 0,'2'0'112'0'0,"-1"-1"-1"0"0,1 1 1 0 0,0-1 0 0 0,0 1-1 0 0,-1 0 1 0 0,1-1 0 0 0,0 1 0 0 0,-1 0-1 0 0,1 0 1 0 0,0 0 0 0 0,0 1-1 0 0,-1-1 1 0 0,1 0 0 0 0,0 1 0 0 0,-1-1-1 0 0,1 1 1 0 0,0-1 0 0 0,-1 1-1 0 0,1 0 1 0 0,-1 0 0 0 0,1 0-1 0 0,-1 0 1 0 0,1 0 0 0 0,-1 0 0 0 0,0 0-1 0 0,0 0 1 0 0,1 1 0 0 0,-1-1-1 0 0,0 0 1 0 0,0 1 0 0 0,0-1-1 0 0,0 1 1 0 0,0-1 0 0 0,0 3 0 0 0,4 4 318 0 0,-1 0 0 0 0,0 0-1 0 0,-1 1 1 0 0,1 0 0 0 0,1 10 0 0 0,12 72 1211 0 0,9 163-1 0 0,-11-68-1208 0 0,4-69-347 0 0,39 133-1 0 0,-11-59-70 0 0,-28-76 73 0 0,-6 0-1 0 0,0 139 1 0 0,-3-34-1223 0 0,-7-182 325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5.1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 5065 0 0,'0'-1'31'0'0,"0"1"-1"0"0,0 0 1 0 0,1 0-1 0 0,-1 0 1 0 0,0 0-1 0 0,0 0 1 0 0,0 0-1 0 0,0-1 1 0 0,1 1-1 0 0,-1 0 1 0 0,0 0 0 0 0,0 0-1 0 0,0 0 1 0 0,1 0-1 0 0,-1 0 1 0 0,0 0-1 0 0,0 0 1 0 0,1 0-1 0 0,-1 0 1 0 0,0 0-1 0 0,0 0 1 0 0,0 0-1 0 0,1 0 1 0 0,-1 0-1 0 0,0 0 1 0 0,0 0 0 0 0,0 0-1 0 0,1 0 1 0 0,-1 0-1 0 0,0 0 1 0 0,0 1-1 0 0,0-1 1 0 0,0 0-1 0 0,1 0 1 0 0,-1 0-1 0 0,0 0 1 0 0,0 0-1 0 0,0 0 1 0 0,0 1 0 0 0,1-1-1 0 0,-1 0 1 0 0,7 13 699 0 0,0 13 110 0 0,7 155 500 0 0,-7-61-596 0 0,22 569 1219 0 0,-24-463-1645 0 0,37 330 422 0 0,-21-287-168 0 0,-21-255-5445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6.4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199 738 5065 0 0,'-55'21'802'0'0,"40"-14"-238"0"0,-1 0 1 0 0,-1-1-1 0 0,1-1 1 0 0,-1-1-1 0 0,0 0 1 0 0,-22 1-1 0 0,38-4-560 0 0,1-1 0 0 0,0 0 0 0 0,0 0 0 0 0,0 0 0 0 0,0 0 0 0 0,0 0 0 0 0,0 0 0 0 0,-1 0 0 0 0,1 0-1 0 0,0 0 1 0 0,0 0 0 0 0,0 0 0 0 0,0 0 0 0 0,0 0 0 0 0,-1 0 0 0 0,1 0 0 0 0,0 0 0 0 0,0 0 0 0 0,0 0 0 0 0,0 0 0 0 0,0 0 0 0 0,-1 0 0 0 0,1 0 0 0 0,0 0 0 0 0,0 0 0 0 0,0 0-1 0 0,0 0 1 0 0,0 0 0 0 0,0 0 0 0 0,-1 0 0 0 0,1 0 0 0 0,0 0 0 0 0,0 0 0 0 0,0-1 0 0 0,0 1 0 0 0,0 0 0 0 0,0 0 0 0 0,0 0 0 0 0,-1 0 0 0 0,1 0 0 0 0,0 0 0 0 0,0 0-1 0 0,0-1 1 0 0,0 1 0 0 0,0 0 0 0 0,0 0 0 0 0,0 0 0 0 0,0 0 0 0 0,0 0 0 0 0,0-1 0 0 0,0 1 0 0 0,0 0 0 0 0,0 0 0 0 0,0 0 0 0 0,0 0 0 0 0,0 0 0 0 0,0-1 0 0 0,0 1 0 0 0,0 0-1 0 0,0 0 1 0 0,11-8 374 0 0,16-7 124 0 0,46-11 449 0 0,105-25 0 0 0,-89 28-535 0 0,71-13-688 0 0,202-19 0 0 0,-210 35 505 0 0,447-56 1409 0 0,-300 36-906 0 0,1 14 0 0 0,448 18-1 0 0,-654 12-631 0 0,422 17-37 0 0,0-30-202 0 0,9-59-327 0 0,-55 5-389 0 0,-420 59 772 0 0,430-33-132 0 0,76-8 211 0 0,-11 7 0 0 0,45-2-152 0 0,93-12 1 0 0,24-2 176 0 0,0 30-1030 0 0,-265 49 4776 0 0,-387-20-3498 0 0,-29-3-625 0 0,56 7 875 0 0,-32 6-6075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7.3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85 451 6913 0 0,'-34'-66'1223'0'0,"25"52"-435"0"0,1-1 0 0 0,1 1 0 0 0,0-1 1 0 0,1-1-1 0 0,-6-21 0 0 0,12 36-740 0 0,0 1 0 0 0,0 0 0 0 0,-1 0 0 0 0,1 0 0 0 0,0-1 0 0 0,0 1-1 0 0,0 0 1 0 0,0 0 0 0 0,0 0 0 0 0,0-1 0 0 0,0 1 0 0 0,0 0 0 0 0,0 0 0 0 0,0 0-1 0 0,0-1 1 0 0,0 1 0 0 0,0 0 0 0 0,0 0 0 0 0,0 0 0 0 0,0-1 0 0 0,0 1-1 0 0,0 0 1 0 0,0 0 0 0 0,0 0 0 0 0,1-1 0 0 0,-1 1 0 0 0,0 0 0 0 0,0 0 0 0 0,0 0-1 0 0,0 0 1 0 0,0-1 0 0 0,0 1 0 0 0,1 0 0 0 0,-1 0 0 0 0,0 0 0 0 0,0 0-1 0 0,0 0 1 0 0,0 0 0 0 0,1-1 0 0 0,-1 1 0 0 0,0 0 0 0 0,0 0 0 0 0,0 0 0 0 0,1 0-1 0 0,-1 0 1 0 0,0 0 0 0 0,0 0 0 0 0,0 0 0 0 0,1 0 0 0 0,-1 0 0 0 0,0 0-1 0 0,0 0 1 0 0,0 0 0 0 0,1 0 0 0 0,-1 0 0 0 0,17 9 974 0 0,14 16-308 0 0,2 13-165 0 0,-2 2 0 0 0,27 45 0 0 0,37 48-202 0 0,-58-89-311 0 0,55 51 0 0 0,-80-84 6 0 0,1 0 1 0 0,0-1-1 0 0,1-1 1 0 0,0 0-1 0 0,0 0 1 0 0,1-2-1 0 0,0 0 0 0 0,0 0 1 0 0,22 5-1 0 0,-36-12 3 0 0,1 1 0 0 0,-1-1-1 0 0,1 0 1 0 0,-1 0 0 0 0,1 1 0 0 0,-1-1-1 0 0,1 0 1 0 0,-1-1 0 0 0,1 1 0 0 0,-1 0-1 0 0,1 0 1 0 0,-1-1 0 0 0,1 1 0 0 0,-1-1-1 0 0,1 1 1 0 0,-1-1 0 0 0,0 1 0 0 0,1-1-1 0 0,-1 0 1 0 0,0 0 0 0 0,0 0 0 0 0,1 0-1 0 0,-1 0 1 0 0,0 0 0 0 0,0 0 0 0 0,0 0-1 0 0,0 0 1 0 0,0 0 0 0 0,0-1 0 0 0,-1 1-1 0 0,1 0 1 0 0,0-1 0 0 0,-1 1 0 0 0,1 0-1 0 0,-1-1 1 0 0,1 1 0 0 0,-1-3 0 0 0,3-6 116 0 0,-1-1 0 0 0,-1 0 0 0 0,0 1 0 0 0,0-16 1 0 0,-1 10-87 0 0,4-87 46 0 0,13-180 383 0 0,-10 226-1548 0 0,2 1 1 0 0,31-106-1 0 0,-38 156 559 0 0,-1 1-1 0 0,1 0 1 0 0,0 0-1 0 0,0 1 0 0 0,1-1 1 0 0,0 0-1 0 0,-1 1 1 0 0,2-1-1 0 0,4-5 1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7.6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7 8754 0 0,'1'-1'59'0'0,"-1"1"1"0"0,0 0 0 0 0,0-1-1 0 0,0 1 1 0 0,1 0-1 0 0,-1-1 1 0 0,0 1 0 0 0,0 0-1 0 0,1 0 1 0 0,-1-1-1 0 0,0 1 1 0 0,1 0-1 0 0,-1 0 1 0 0,0-1 0 0 0,1 1-1 0 0,-1 0 1 0 0,0 0-1 0 0,1 0 1 0 0,-1-1 0 0 0,0 1-1 0 0,1 0 1 0 0,-1 0-1 0 0,1 0 1 0 0,-1 0-1 0 0,0 0 1 0 0,1 0 0 0 0,-1 0-1 0 0,1 0 1 0 0,-1 0-1 0 0,0 0 1 0 0,1 0 0 0 0,-1 0-1 0 0,1 0 1 0 0,0 1-1 0 0,14 10 1684 0 0,9 19 816 0 0,-15-9-2037 0 0,-1 1 0 0 0,-2 0 0 0 0,0 0 0 0 0,-1 0 0 0 0,-1 0 0 0 0,1 29 0 0 0,11 52-2305 0 0,-12-86-2413 0 0,0-2-1322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7.9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47 6913 0 0,'0'-2'-4'0'0,"1"1"0"0"0,-1-1-1 0 0,1 1 1 0 0,-1-1-1 0 0,1 1 1 0 0,0-1 0 0 0,0 1-1 0 0,0 0 1 0 0,-1-1-1 0 0,1 1 1 0 0,0 0-1 0 0,1 0 1 0 0,-1 0 0 0 0,0 0-1 0 0,0 0 1 0 0,0 0-1 0 0,1 0 1 0 0,-1 0-1 0 0,0 0 1 0 0,1 1 0 0 0,-1-1-1 0 0,3 0 1 0 0,36-14-642 0 0,-37 15 873 0 0,5-2 42 0 0,1 1 0 0 0,0 0 0 0 0,-1 0-1 0 0,1 1 1 0 0,0 1 0 0 0,-1-1-1 0 0,1 1 1 0 0,0 1 0 0 0,-1-1 0 0 0,1 2-1 0 0,-1-1 1 0 0,0 1 0 0 0,0 0-1 0 0,0 1 1 0 0,0 0 0 0 0,0 0 0 0 0,-1 1-1 0 0,0 0 1 0 0,0 0 0 0 0,11 11-1 0 0,-11-10-189 0 0,0 0 0 0 0,0 1 0 0 0,-1 0-1 0 0,0 0 1 0 0,0 1 0 0 0,-1-1-1 0 0,0 1 1 0 0,-1 1 0 0 0,1-1 0 0 0,-2 0-1 0 0,1 1 1 0 0,-1 0 0 0 0,0 0 0 0 0,-1 0-1 0 0,0 0 1 0 0,-1 0 0 0 0,1 0-1 0 0,-2 1 1 0 0,0 11 0 0 0,-1-12-40 0 0,0-1 0 0 0,-1 1-1 0 0,-1-1 1 0 0,1 1 0 0 0,-1-1 0 0 0,-1 0 0 0 0,0 0 0 0 0,0 0 0 0 0,0-1 0 0 0,-1 1-1 0 0,-6 7 1 0 0,2-5-643 0 0,0-1-1 0 0,-1 1 1 0 0,0-1-1 0 0,0-1 1 0 0,-1 0 0 0 0,-19 10-1 0 0,11-7-3632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8.1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1376 0 0,'2'1'276'0'0,"0"-1"0"0"0,1 1 0 0 0,-1-1 0 0 0,0 1 0 0 0,0 0 0 0 0,1 0 0 0 0,-1 0 0 0 0,0 0 0 0 0,0 0 0 0 0,0 0 0 0 0,-1 1-1 0 0,1-1 1 0 0,0 1 0 0 0,0-1 0 0 0,-1 1 0 0 0,1 0 0 0 0,-1 0 0 0 0,1 0 0 0 0,-1-1 0 0 0,1 4 0 0 0,25 46 2828 0 0,-23-40-2507 0 0,18 37 1249 0 0,0 4-513 0 0,59 98-1 0 0,-64-118-6225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8.4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80 6913 0 0,'0'0'15'0'0,"0"-1"-1"0"0,-1 1 0 0 0,1 0 0 0 0,0-1 0 0 0,0 1 1 0 0,0-1-1 0 0,-1 1 0 0 0,1 0 0 0 0,0-1 0 0 0,0 1 0 0 0,0-1 1 0 0,0 1-1 0 0,0-1 0 0 0,0 1 0 0 0,0 0 0 0 0,0-1 0 0 0,0 1 1 0 0,0-1-1 0 0,0 1 0 0 0,0-1 0 0 0,0 1 0 0 0,0 0 0 0 0,1-1 1 0 0,-1 1-1 0 0,0-1 0 0 0,0 1 0 0 0,0 0 0 0 0,1-1 0 0 0,-1 1 1 0 0,0-1-1 0 0,14-15 33 0 0,19-7 1290 0 0,-26 19-985 0 0,1 0 1 0 0,-1 0 0 0 0,1 1 0 0 0,0 0 0 0 0,0 1 0 0 0,0 0 0 0 0,0 0 0 0 0,0 1 0 0 0,0-1 0 0 0,0 2 0 0 0,1-1 0 0 0,8 2 0 0 0,-13-1-288 0 0,-1 1 0 0 0,1 0 1 0 0,0 0-1 0 0,0 0 0 0 0,-1 0 1 0 0,1 1-1 0 0,-1-1 0 0 0,1 1 1 0 0,-1 0-1 0 0,0 0 0 0 0,0 0 1 0 0,0 1-1 0 0,0-1 0 0 0,0 1 1 0 0,0-1-1 0 0,-1 1 0 0 0,1 0 1 0 0,-1 0-1 0 0,0 0 0 0 0,0 1 1 0 0,0-1-1 0 0,0 0 0 0 0,0 1 1 0 0,-1-1-1 0 0,0 1 0 0 0,1 0 1 0 0,0 7-1 0 0,0 0-34 0 0,-1 1 1 0 0,0-1-1 0 0,0 1 1 0 0,-1 0-1 0 0,-1-1 1 0 0,0 1-1 0 0,-1-1 0 0 0,0 1 1 0 0,0-1-1 0 0,-1 0 1 0 0,-1 1-1 0 0,0-2 1 0 0,-1 1-1 0 0,0 0 0 0 0,0-1 1 0 0,-9 12-1 0 0,4-6-189 0 0,-2 0 0 0 0,0-1 0 0 0,-1 0 0 0 0,0-1 0 0 0,-1 0 0 0 0,-1-1 0 0 0,0-1 0 0 0,-31 20 0 0 0,28-22-5002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9.2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158 79 10018 0 0,'-3'-1'72'0'0,"1"1"0"0"0,-1 0 0 0 0,0 0 0 0 0,0-1 0 0 0,1 2 0 0 0,-1-1-1 0 0,0 0 1 0 0,0 0 0 0 0,1 1 0 0 0,-1 0 0 0 0,0-1 0 0 0,1 1 0 0 0,-1 0 0 0 0,0 0 0 0 0,1 1 0 0 0,-1-1 0 0 0,1 0-1 0 0,-3 3 1 0 0,-2 0 74 0 0,1 1 0 0 0,-1 0-1 0 0,1 0 1 0 0,0 1 0 0 0,-6 7 0 0 0,4-1-22 0 0,0 1 0 0 0,1-1 0 0 0,1 1 1 0 0,0 0-1 0 0,1 1 0 0 0,0-1 0 0 0,1 1 0 0 0,1 0 1 0 0,0 0-1 0 0,1 0 0 0 0,-1 28 0 0 0,2 0-38 0 0,2 0-1 0 0,12 74 1 0 0,-10-97-117 0 0,1-1 0 0 0,1 0 0 0 0,0-1 0 0 0,1 1 0 0 0,1-1 0 0 0,0 0 0 0 0,2-1 0 0 0,0 0 0 0 0,0 0 0 0 0,2-1 0 0 0,18 21 0 0 0,-21-27-16 0 0,0-1 1 0 0,1-1 0 0 0,0 1-1 0 0,0-2 1 0 0,0 1 0 0 0,1-1-1 0 0,0 0 1 0 0,1-1 0 0 0,-1 0-1 0 0,1-1 1 0 0,0 0 0 0 0,0-1-1 0 0,0 0 1 0 0,1-1-1 0 0,-1 0 1 0 0,1-1 0 0 0,-1 0-1 0 0,1 0 1 0 0,15-3 0 0 0,-14 1 105 0 0,0-1 0 0 0,0 0 1 0 0,-1-1-1 0 0,1-1 0 0 0,0 0 1 0 0,-1 0-1 0 0,0-1 0 0 0,0-1 1 0 0,-1 0-1 0 0,1-1 0 0 0,-1 0 1 0 0,-1-1-1 0 0,1 0 1 0 0,-1 0-1 0 0,15-18 0 0 0,-14 12 253 0 0,0 0-1 0 0,-1 0 0 0 0,-1-1 1 0 0,0-1-1 0 0,-1 0 0 0 0,-1 0 1 0 0,-1 0-1 0 0,0-1 0 0 0,-1 0 1 0 0,0 0-1 0 0,1-18 0 0 0,-3 15 81 0 0,-1-1-1 0 0,-1 0 1 0 0,-1 1-1 0 0,-1-1 1 0 0,-1 0 0 0 0,0 1-1 0 0,-2-1 1 0 0,0 1-1 0 0,-10-28 1 0 0,9 34-286 0 0,-1 0 0 0 0,-1 0 1 0 0,0 1-1 0 0,-1-1 0 0 0,0 1 0 0 0,-1 1 1 0 0,0 0-1 0 0,-1 0 0 0 0,0 1 0 0 0,-1 0 1 0 0,0 1-1 0 0,-1 0 0 0 0,-14-9 1 0 0,-14-4-869 0 0,0 1 0 0 0,-86-31 0 0 0,106 46-6625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2:57.1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10138 0 0,'13'24'7369'0'0,"-2"12"-4637"0"0,5 48-2710 0 0,-12-57 832 0 0,43 451 272 0 0,-12-73-410 0 0,-29-372-1060 0 0,13 50-1 0 0,-14-69-146 0 0,0 1-1 0 0,1-1 0 0 0,0-1 0 0 0,1 1 0 0 0,15 21 0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2:57.8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1294 0 3225 0 0,'0'0'240'0'0,"-2"2"156"0"0,0 0 0 0 0,0 0 0 0 0,0 0 0 0 0,0 0 0 0 0,0 0 0 0 0,-1 0 0 0 0,1-1 0 0 0,-1 1 0 0 0,1-1 0 0 0,-1 0 0 0 0,1 0 0 0 0,-1 0 0 0 0,-4 1 0 0 0,3 0 272 0 0,-61 22 3094 0 0,-106 27 1 0 0,-73-1-855 0 0,-26 8-1521 0 0,100-21-1097 0 0,97-23-231 0 0,0 3 0 0 0,-102 38 1 0 0,164-50-309 0 0,41-17-7042 0 0,-14 6 5790 0 0,63-8 5773 0 0,-80 71-2283 0 0,-3 129-223 0 0,22 233 0 0 0,10-149-1702 0 0,-27-266-372 0 0,0 1 0 0 0,0 0 0 0 0,0-1 0 0 0,0 1 1 0 0,1-1-1 0 0,3 6 0 0 0,7 7-4473 0 0,91-14 4065 0 0,-13-14 4480 0 0,-27 3-2701 0 0,78 0 0 0 0,113 27-559 0 0,-2-1-385 0 0,-213-17-114 0 0,101-2-53 0 0,-117-2-218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2:58.4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1185 0 14747 0 0,'-5'8'444'0'0,"1"1"0"0"0,-1 0 0 0 0,1-1 0 0 0,1 1 0 0 0,0 1 0 0 0,0-1 0 0 0,0 0 0 0 0,2 1 0 0 0,-1-1 0 0 0,1 1 0 0 0,0 0 0 0 0,1-1 0 0 0,1 11 0 0 0,2 13 328 0 0,2-1 0 0 0,14 49 0 0 0,-2-11-566 0 0,70 512 471 0 0,-78-420-505 0 0,4 23 189 0 0,-9-157-321 0 0,1 1-1 0 0,1-1 1 0 0,2 0 0 0 0,15 37-1 0 0,-21-60-12 0 0,1 1 0 0 0,-1-1-1 0 0,1 0 1 0 0,0-1 0 0 0,0 1-1 0 0,0 0 1 0 0,1-1 0 0 0,7 7-1 0 0,-10-10 25 0 0,-5 4 16 0 0,-13 2-3 0 0,-1-1 0 0 0,0 0 0 0 0,-1-2 0 0 0,1 0 0 0 0,-25 2 0 0 0,13-2-284 0 0,-75 7 6 0 0,-123-2 0 0 0,-45 4-640 0 0,-211 5-129 0 0,432-11 38 0 0,44-5 321 0 0,-1 0 1 0 0,1-1 0 0 0,-1 0-1 0 0,1 0 1 0 0,-1-1 0 0 0,-8-1-1 0 0,16 1 546 0 0,1 0 0 0 0,0 0 0 0 0,0 0 1 0 0,-1 0-1 0 0,1 0 0 0 0,0 0 0 0 0,0 0 0 0 0,-1 0 0 0 0,1 0 0 0 0,0 0 0 0 0,0 0 1 0 0,-1 0-1 0 0,1 0 0 0 0,0-1 0 0 0,0 1 0 0 0,-1 0 0 0 0,1 0 0 0 0,0 0 0 0 0,0 0 0 0 0,0-1 1 0 0,-1 1-1 0 0,1 0 0 0 0,0 0 0 0 0,0 0 0 0 0,0-1 0 0 0,0 1 0 0 0,-1 0 0 0 0,1 0 1 0 0,0-1-1 0 0,0 1 0 0 0,0 0 0 0 0,0 0 0 0 0,0-1 0 0 0,0 1 0 0 0,0 0 0 0 0,0-1 0 0 0,0 1 1 0 0,0 0-1 0 0,0 0 0 0 0,0-1 0 0 0,0 1 0 0 0,0 0 0 0 0,0 0 0 0 0,0-1 0 0 0,1-3-1327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2:58.7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41 0 7370 0 0,'-5'13'1257'0'0,"0"-1"1"0"0,0 1 0 0 0,1 0 0 0 0,1 0 0 0 0,0 0 0 0 0,1 0-1 0 0,0 0 1 0 0,1 20 0 0 0,-2 3-146 0 0,-4 103 967 0 0,20 271 1 0 0,2-130-1855 0 0,-15-262-98 0 0,1 0-1 0 0,5 27 1 0 0,-5-39-480 0 0,1-1 0 0 0,0 1 0 0 0,0 0 0 0 0,0-1 0 0 0,0 0 0 0 0,1 1 0 0 0,0-1 1 0 0,0 0-1 0 0,1 0 0 0 0,-1-1 0 0 0,7 7 0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2:59.1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 0 10594 0 0,'-8'22'1184'0'0,"-8"35"0"0"0,12-23 2338 0 0,4-33-3389 0 0,0 0 0 0 0,1 0 0 0 0,-1 0 0 0 0,0 1 0 0 0,1-1 0 0 0,-1 0 0 0 0,0 0 0 0 0,1 0 1 0 0,0 0-1 0 0,-1 0 0 0 0,1 0 0 0 0,-1-1 0 0 0,1 1 0 0 0,0 0 0 0 0,0 0 0 0 0,0 0 0 0 0,-1-1 0 0 0,1 1 1 0 0,0 0-1 0 0,0-1 0 0 0,0 1 0 0 0,0 0 0 0 0,0-1 0 0 0,0 0 0 0 0,0 1 0 0 0,0-1 0 0 0,0 1 1 0 0,0-1-1 0 0,1 0 0 0 0,-1 0 0 0 0,0 0 0 0 0,0 0 0 0 0,0 0 0 0 0,0 0 0 0 0,1 0 0 0 0,51-3 1115 0 0,-37 1-1001 0 0,80 1 282 0 0,186 21 0 0 0,-53-1-352 0 0,-40-15-167 0 0,158 13-972 0 0,-240-4-4207 0 0,-84-8-1489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2:59.4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53 0 6913 0 0,'-5'5'633'0'0,"0"1"-1"0"0,0-1 0 0 0,1 1 1 0 0,0-1-1 0 0,0 1 0 0 0,0 1 0 0 0,1-1 1 0 0,0 0-1 0 0,0 1 0 0 0,0 0 0 0 0,1-1 1 0 0,0 1-1 0 0,1 0 0 0 0,-1 0 0 0 0,1 0 1 0 0,0 14-1 0 0,1 11 987 0 0,1 0-1 0 0,8 48 1 0 0,-4-37-1229 0 0,56 615 1948 0 0,-50-440-2250 0 0,-18 222-1 0 0,0-243-2352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0.3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9218 0 0,'2'17'4710'0'0,"0"25"-2875"0"0,15 474 1970 0 0,-3-264-5692 0 0,-6-175-4480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0.8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370 20 2761 0 0,'-3'-2'286'0'0,"0"0"0"0"0,0-1 0 0 0,-1 2-1 0 0,1-1 1 0 0,-1 0 0 0 0,1 1 0 0 0,-1-1 0 0 0,0 1 0 0 0,1 0 0 0 0,-1 0 0 0 0,0 1 0 0 0,0-1 0 0 0,0 1 0 0 0,0 0 0 0 0,1 0 0 0 0,-1 0 0 0 0,0 0 0 0 0,0 1 0 0 0,0 0 0 0 0,0-1 0 0 0,-5 3 0 0 0,-4 1-115 0 0,-1 1-1 0 0,1 0 1 0 0,0 1-1 0 0,-18 10 1 0 0,13-5 114 0 0,1 1 0 0 0,1 1 0 0 0,0 0 1 0 0,0 1-1 0 0,2 1 0 0 0,0 0 0 0 0,-23 32 0 0 0,31-38-91 0 0,0 1 1 0 0,0 0-1 0 0,0 0 0 0 0,2 0 0 0 0,-1 0 0 0 0,1 1 0 0 0,1 0 0 0 0,0 0 0 0 0,0 0 0 0 0,1 0 0 0 0,1 0 0 0 0,-1 0 0 0 0,2 1 0 0 0,0-1 0 0 0,2 21 0 0 0,-1-27-129 0 0,0-1 0 0 0,0 0 1 0 0,1 0-1 0 0,-1 0 0 0 0,1 0 0 0 0,0 0 0 0 0,0 0 0 0 0,0 0 0 0 0,0 0 0 0 0,1-1 0 0 0,-1 1 1 0 0,1-1-1 0 0,0 0 0 0 0,0 0 0 0 0,1 0 0 0 0,-1 0 0 0 0,0-1 0 0 0,1 1 0 0 0,0-1 0 0 0,-1 0 0 0 0,1 0 1 0 0,0 0-1 0 0,0 0 0 0 0,0-1 0 0 0,1 0 0 0 0,-1 0 0 0 0,0 0 0 0 0,0 0 0 0 0,1 0 0 0 0,-1-1 1 0 0,0 0-1 0 0,7 0 0 0 0,-4-1 40 0 0,1 1 1 0 0,0-1-1 0 0,-1 0 1 0 0,1-1 0 0 0,-1 0-1 0 0,0 0 1 0 0,0-1-1 0 0,0 0 1 0 0,0 0-1 0 0,0 0 1 0 0,0-1 0 0 0,-1 0-1 0 0,1 0 1 0 0,-1-1-1 0 0,0 0 1 0 0,-1 0 0 0 0,11-11-1 0 0,-9 5 16 0 0,-1-1 0 0 0,1 1 1 0 0,-2-1-1 0 0,0 0 0 0 0,0 0 0 0 0,-1-1 0 0 0,0 1 1 0 0,-1-1-1 0 0,-1 0 0 0 0,0 0 0 0 0,-1 0 0 0 0,0 0 1 0 0,-1 0-1 0 0,0 0 0 0 0,-1 0 0 0 0,-1 0 0 0 0,0 0 0 0 0,-1 0 1 0 0,0 0-1 0 0,-1 1 0 0 0,0-1 0 0 0,-10-19 0 0 0,12 29-245 0 0,0 0 0 0 0,0 0 0 0 0,0-1 0 0 0,-1 1 0 0 0,1 1 0 0 0,-1-1 0 0 0,1 0 0 0 0,-1 1 0 0 0,0-1-1 0 0,0 1 1 0 0,0 0 0 0 0,0 0 0 0 0,-1 0 0 0 0,1 0 0 0 0,0 1 0 0 0,-1 0 0 0 0,1-1 0 0 0,-8 0 0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1.2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1744 208 4609 0 0,'2'-1'194'0'0,"0"0"0"0"0,0-1 1 0 0,-1 1-1 0 0,1-1 0 0 0,0 1 0 0 0,-1-1 1 0 0,1 0-1 0 0,-1 0 0 0 0,0 0 0 0 0,0 0 1 0 0,0 0-1 0 0,0 0 0 0 0,0 0 0 0 0,0 0 0 0 0,0 0 1 0 0,0 0-1 0 0,-1 0 0 0 0,1 0 0 0 0,-1-1 1 0 0,0 1-1 0 0,0 0 0 0 0,0 0 0 0 0,0-1 1 0 0,0-3-1 0 0,-1 4 2 0 0,0 0 1 0 0,0 0 0 0 0,0 0 0 0 0,0 0-1 0 0,0 1 1 0 0,-1-1 0 0 0,1 0 0 0 0,0 1-1 0 0,-1-1 1 0 0,1 1 0 0 0,-1 0 0 0 0,1-1-1 0 0,-1 1 1 0 0,0 0 0 0 0,0 0-1 0 0,0 0 1 0 0,1 0 0 0 0,-1 0 0 0 0,0 0-1 0 0,0 1 1 0 0,0-1 0 0 0,0 1 0 0 0,0-1-1 0 0,-1 1 1 0 0,1 0 0 0 0,-3 0-1 0 0,-26-1 1176 0 0,0 2-1 0 0,0 2 1 0 0,-58 11-1 0 0,-13 1-260 0 0,24-10-653 0 0,1-3 0 0 0,-152-17 0 0 0,-150-49 72 0 0,52 27-360 0 0,99 17-644 0 0,150 3-540 0 0,37 7-6237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2.1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42 0 14747 0 0,'-9'19'3330'0'0,"3"0"-2773"0"0,0 0-1 0 0,1 0 1 0 0,1 0 0 0 0,-2 29-1 0 0,1 83 183 0 0,4-86-597 0 0,2 276 365 0 0,3-253-859 0 0,3 0 0 0 0,27 114 1 0 0,-24-144-1517 0 0,-1-4-5150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2.5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1941 119 10594 0 0,'-3'-1'278'0'0,"0"1"-1"0"0,0-1 1 0 0,0 1-1 0 0,0 0 0 0 0,0 0 1 0 0,0 1-1 0 0,0-1 1 0 0,0 0-1 0 0,0 1 0 0 0,0 0 1 0 0,0 0-1 0 0,0 0 1 0 0,-4 2-1 0 0,-5 1 532 0 0,-37 6 468 0 0,0-2-1 0 0,-1-2 1 0 0,0-2-1 0 0,-60-4 0 0 0,-204-26-178 0 0,219 16-940 0 0,-331-29 145 0 0,-89-9-965 0 0,344 24-2270 0 0,118 14-4203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2.9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 1 9674 0 0,'-2'1'108'0'0,"1"-1"1"0"0,0 1-1 0 0,-1 0 0 0 0,1 0 0 0 0,-1 0 1 0 0,1 0-1 0 0,0 0 0 0 0,0 0 0 0 0,-1 1 1 0 0,1-1-1 0 0,0 0 0 0 0,0 1 0 0 0,0-1 1 0 0,1 0-1 0 0,-1 1 0 0 0,0-1 0 0 0,0 1 1 0 0,1-1-1 0 0,-1 1 0 0 0,1 0 0 0 0,-1-1 0 0 0,1 1 1 0 0,0 0-1 0 0,-1 2 0 0 0,-2 53 1311 0 0,3-42-1126 0 0,11 300 3352 0 0,-1-140-2867 0 0,35 587-147 0 0,56-3-109 0 0,-90-698-622 0 0,-2 0-1 0 0,-3 1 0 0 0,-5 121 0 0 0,-2-165-1394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3.6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1 134 11058 0 0,'0'-1'67'0'0,"0"1"-1"0"0,0-1 1 0 0,0 1-1 0 0,0-1 1 0 0,0 0-1 0 0,0 1 0 0 0,0-1 1 0 0,0 0-1 0 0,0 1 1 0 0,1-1-1 0 0,-1 1 1 0 0,0-1-1 0 0,0 1 1 0 0,1-1-1 0 0,-1 0 1 0 0,0 1-1 0 0,1-1 0 0 0,-1 1 1 0 0,1 0-1 0 0,-1-1 1 0 0,1 1-1 0 0,-1-1 1 0 0,0 1-1 0 0,1-1 1 0 0,0 1-1 0 0,-1 0 0 0 0,1 0 1 0 0,-1-1-1 0 0,1 1 1 0 0,-1 0-1 0 0,1 0 1 0 0,0-1-1 0 0,-1 1 1 0 0,2 0-1 0 0,27-9 1228 0 0,-25 8-955 0 0,90-22 2021 0 0,116-12 1 0 0,101 6-864 0 0,-201 20-857 0 0,97-2-293 0 0,-1 10-1 0 0,224 28 0 0 0,-265-8-343 0 0,-69-6-15 0 0,2-4 1 0 0,140-5-1 0 0,-227-5-237 0 0,-1 0 0 0 0,0 0 0 0 0,1-1 0 0 0,-1-1 0 0 0,0 1 0 0 0,0-2 0 0 0,-1 1 0 0 0,15-9-1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4.0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49 0 6913 0 0,'-14'21'12344'0'0,"17"-11"-9985"0"0,-2 2-3589 0 0,-24-14 3286 0 0,17 1-1841 0 0,4 1-328 0 0,-5-1 481 0 0,30-6-9373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4.7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1695 1 8290 0 0,'0'0'88'0'0,"1"0"1"0"0,-1 0 0 0 0,0 0-1 0 0,0 0 1 0 0,1 0 0 0 0,-1 1-1 0 0,0-1 1 0 0,1 0-1 0 0,-1 0 1 0 0,0 1 0 0 0,0-1-1 0 0,0 0 1 0 0,1 0 0 0 0,-1 1-1 0 0,0-1 1 0 0,0 0-1 0 0,0 0 1 0 0,0 1 0 0 0,1-1-1 0 0,-1 0 1 0 0,0 1 0 0 0,0-1-1 0 0,0 0 1 0 0,0 1-1 0 0,0-1 1 0 0,0 0 0 0 0,0 1-1 0 0,0-1 1 0 0,0 0 0 0 0,0 1-1 0 0,0-1 1 0 0,0 0 0 0 0,0 0-1 0 0,0 1 1 0 0,0-1-1 0 0,-1 1 1 0 0,-9 12 2018 0 0,-17 6 436 0 0,4-8-1685 0 0,-1-2 0 0 0,0-1 0 0 0,-1 0 0 0 0,-43 6 0 0 0,-107 5 565 0 0,147-16-1154 0 0,-86 2 181 0 0,0-5 0 0 0,0-6 0 0 0,-212-36 0 0 0,303 38-495 0 0,-260-38 577 0 0,221 36-1353 0 0,0 3 1 0 0,-99 7-1 0 0,126 2-2422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5.1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173 11 3681 0 0,'-6'2'255'0'0,"1"0"1"0"0,0 0-1 0 0,0 0 0 0 0,0 1 1 0 0,0-1-1 0 0,0 2 1 0 0,0-1-1 0 0,1 0 0 0 0,-1 1 1 0 0,1 0-1 0 0,0 0 0 0 0,0 0 1 0 0,0 0-1 0 0,1 1 1 0 0,0-1-1 0 0,-1 1 0 0 0,2 0 1 0 0,-6 10-1 0 0,6-10-94 0 0,0 0 1 0 0,0 0-1 0 0,0 1 0 0 0,0-1 1 0 0,1 0-1 0 0,0 1 0 0 0,0-1 0 0 0,0 1 1 0 0,1 0-1 0 0,0-1 0 0 0,0 1 0 0 0,0 0 1 0 0,1-1-1 0 0,0 1 0 0 0,0-1 0 0 0,0 1 1 0 0,1-1-1 0 0,-1 0 0 0 0,4 7 1 0 0,-4-10-144 0 0,0 0 0 0 0,0 0 0 0 0,0-1 0 0 0,0 1 0 0 0,1 0 0 0 0,-1-1 0 0 0,0 1 0 0 0,1-1 0 0 0,-1 0 0 0 0,1 1 0 0 0,0-1 0 0 0,-1 0 0 0 0,1 0 0 0 0,0 0 0 0 0,3 1 0 0 0,-4-1 60 0 0,0-1 0 0 0,1 0 0 0 0,-1 0 0 0 0,0 0 0 0 0,0 0 0 0 0,1 0-1 0 0,-1 0 1 0 0,0 0 0 0 0,1 0 0 0 0,-1-1 0 0 0,0 1 0 0 0,0 0 0 0 0,0-1 0 0 0,1 1-1 0 0,-1-1 1 0 0,0 1 0 0 0,0-1 0 0 0,2-1 0 0 0,0-1 131 0 0,1 0-1 0 0,-1 0 1 0 0,0-1 0 0 0,0 1-1 0 0,-1-1 1 0 0,1 1 0 0 0,-1-1-1 0 0,0 0 1 0 0,0 0 0 0 0,0 0-1 0 0,0 0 1 0 0,1-7-1 0 0,0-1 27 0 0,-1 0-1 0 0,-1 0 0 0 0,1 0 1 0 0,-2 1-1 0 0,-1-19 0 0 0,1 26-214 0 0,0 1 1 0 0,0-1-1 0 0,0 1 0 0 0,-1-1 0 0 0,0 1 0 0 0,0-1 0 0 0,0 1 1 0 0,0-1-1 0 0,0 1 0 0 0,-1 0 0 0 0,1 0 0 0 0,-1 0 0 0 0,0 0 1 0 0,0 0-1 0 0,0 0 0 0 0,-1 0 0 0 0,1 0 0 0 0,0 1 1 0 0,-1-1-1 0 0,0 1 0 0 0,0 0 0 0 0,-4-3 0 0 0,5 4 15 0 0,-1 0-1 0 0,1 0 0 0 0,0 0 1 0 0,-1 1-1 0 0,1-1 0 0 0,-1 1 1 0 0,1 0-1 0 0,-1-1 0 0 0,0 1 0 0 0,1 0 1 0 0,-1 1-1 0 0,1-1 0 0 0,-1 0 1 0 0,1 1-1 0 0,-1-1 0 0 0,1 1 1 0 0,-1 0-1 0 0,1 0 0 0 0,-4 2 1 0 0,2-1 99 0 0,0 1-1 0 0,0 0 1 0 0,0 0 0 0 0,0 1 0 0 0,1-1 0 0 0,-1 1-1 0 0,1 0 1 0 0,0 0 0 0 0,-4 7 0 0 0,1 0 39 0 0,-1 1 0 0 0,2 1 0 0 0,0 0 0 0 0,0-1 1 0 0,1 1-1 0 0,-3 21 0 0 0,6-31-161 0 0,-2 39 55 0 0,3-41-72 0 0,0 1 0 0 0,0-1 0 0 0,0 1 0 0 0,0-1 0 0 0,0 1 0 0 0,1 0 0 0 0,-1-1 0 0 0,0 1 0 0 0,1-1 0 0 0,-1 1 0 0 0,1-1-1 0 0,0 0 1 0 0,-1 1 0 0 0,1-1 0 0 0,0 0 0 0 0,0 1 0 0 0,0-1 0 0 0,0 0 0 0 0,0 0 0 0 0,0 0 0 0 0,0 0 0 0 0,3 2 0 0 0,5 0-131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5.9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174 191 10594 0 0,'-3'3'255'0'0,"-1"0"0"0"0,1 0 0 0 0,0 1 0 0 0,0-1 0 0 0,1 1 0 0 0,-1 0 0 0 0,1-1 0 0 0,0 1 0 0 0,-3 7-1 0 0,5-10-205 0 0,-1-1-1 0 0,0 1 0 0 0,1 0 0 0 0,-1 0 0 0 0,1 0 0 0 0,0 0 0 0 0,-1 0 0 0 0,1 0 0 0 0,0 0 0 0 0,0 0 0 0 0,-1 0 0 0 0,1 0 0 0 0,0 0 1 0 0,0 0-1 0 0,0 0 0 0 0,0 0 0 0 0,0 0 0 0 0,1 0 0 0 0,-1 0 0 0 0,0 0 0 0 0,0 0 0 0 0,1 0 0 0 0,-1 0 0 0 0,0 0 0 0 0,1 0 1 0 0,-1-1-1 0 0,1 1 0 0 0,-1 0 0 0 0,1 0 0 0 0,-1 0 0 0 0,1 0 0 0 0,0-1 0 0 0,0 1 0 0 0,-1 0 0 0 0,1-1 0 0 0,0 1 0 0 0,0 0 0 0 0,0-1 1 0 0,0 1-1 0 0,-1-1 0 0 0,1 0 0 0 0,0 1 0 0 0,0-1 0 0 0,0 0 0 0 0,0 1 0 0 0,0-1 0 0 0,1 0 0 0 0,-1 0 28 0 0,0 1-1 0 0,0-1 1 0 0,0 0-1 0 0,0 0 1 0 0,0 0-1 0 0,0 0 0 0 0,0-1 1 0 0,-1 1-1 0 0,1 0 1 0 0,0 0-1 0 0,0 0 1 0 0,0-1-1 0 0,0 1 1 0 0,0 0-1 0 0,0-1 0 0 0,-1 1 1 0 0,1-1-1 0 0,0 1 1 0 0,0-1-1 0 0,-1 0 1 0 0,1 1-1 0 0,0-1 1 0 0,-1 1-1 0 0,1-1 0 0 0,-1 0 1 0 0,2-1-1 0 0,-1 0 35 0 0,0 0-1 0 0,0-1 0 0 0,0 1 1 0 0,-1-1-1 0 0,1 1 0 0 0,-1-1 1 0 0,1 1-1 0 0,-1-1 0 0 0,0-4 1 0 0,0-2 74 0 0,-1 0 1 0 0,0 0 0 0 0,0 0 0 0 0,-4-13 0 0 0,-1 6-30 0 0,0 0 0 0 0,0 1 0 0 0,-10-15 1 0 0,13 24-115 0 0,0 1 0 0 0,0 0 0 0 0,-1 0 0 0 0,0 0 0 0 0,0 0 1 0 0,0 1-1 0 0,-1 0 0 0 0,1 0 0 0 0,-1 0 0 0 0,0 0 0 0 0,-8-4 0 0 0,12 8-20 0 0,0-1 0 0 0,0 1-1 0 0,-1-1 1 0 0,1 1 0 0 0,0-1-1 0 0,-1 1 1 0 0,1 0-1 0 0,0 0 1 0 0,-1 0 0 0 0,1 0-1 0 0,-1 0 1 0 0,1 0 0 0 0,0 0-1 0 0,-1 0 1 0 0,1 0-1 0 0,0 1 1 0 0,-1-1 0 0 0,1 0-1 0 0,0 1 1 0 0,-1-1 0 0 0,-1 2-1 0 0,1 0 1 0 0,-1 0 0 0 0,1 0-1 0 0,0 0 1 0 0,0 0 0 0 0,-1 0-1 0 0,2 1 1 0 0,-1-1 0 0 0,0 1-1 0 0,-2 3 1 0 0,-1 6-17 0 0,0-1 0 0 0,0 1 1 0 0,-4 19-1 0 0,6-20-66 0 0,0-1 1 0 0,1 1-1 0 0,1-1 1 0 0,0 1-1 0 0,0 0 1 0 0,1 0-1 0 0,2 19 1 0 0,-1-27 50 0 0,-1 0 0 0 0,1 0 1 0 0,0 0-1 0 0,0 0 0 0 0,0 0 0 0 0,0 0 1 0 0,1 0-1 0 0,-1 0 0 0 0,1-1 1 0 0,0 1-1 0 0,0 0 0 0 0,0-1 0 0 0,0 0 1 0 0,0 1-1 0 0,0-1 0 0 0,1 0 1 0 0,-1 0-1 0 0,1 0 0 0 0,-1-1 1 0 0,1 1-1 0 0,0 0 0 0 0,-1-1 0 0 0,1 0 1 0 0,0 0-1 0 0,0 0 0 0 0,0 0 1 0 0,0 0-1 0 0,1-1 0 0 0,-1 1 0 0 0,0-1 1 0 0,3 1-1 0 0,-1-1 50 0 0,1 0-1 0 0,-1 0 1 0 0,0 0 0 0 0,0-1-1 0 0,1 0 1 0 0,-1 0 0 0 0,0 0-1 0 0,0 0 1 0 0,0-1 0 0 0,0 0-1 0 0,0 0 1 0 0,0 0 0 0 0,-1-1-1 0 0,1 1 1 0 0,4-4 0 0 0,-3 1 29 0 0,-1 0 0 0 0,1-1 0 0 0,-1 1 0 0 0,0-1 0 0 0,-1 0 1 0 0,1 0-1 0 0,-1-1 0 0 0,0 1 0 0 0,5-13 0 0 0,-5 8-6 0 0,0 0 0 0 0,-1 0 0 0 0,0 0 0 0 0,0 0 0 0 0,-1-1 0 0 0,-1 1 0 0 0,0-1 0 0 0,0 1 0 0 0,-1-1 0 0 0,-1 1 0 0 0,0-1 0 0 0,-1 1 1 0 0,-4-20-1 0 0,-7 11 124 0 0,12 20-227 0 0,1 0-1 0 0,0-1 1 0 0,0 1 0 0 0,0 0 0 0 0,-1-1-1 0 0,1 1 1 0 0,0 0 0 0 0,0 0 0 0 0,-1 0 0 0 0,1-1-1 0 0,0 1 1 0 0,-1 0 0 0 0,1 0 0 0 0,0 0-1 0 0,-1 0 1 0 0,1-1 0 0 0,0 1 0 0 0,-1 0 0 0 0,1 0-1 0 0,0 0 1 0 0,-1 0 0 0 0,1 0 0 0 0,0 0-1 0 0,-1 0 1 0 0,1 0 0 0 0,-1 0 0 0 0,1 0 0 0 0,0 0-1 0 0,-1 0 1 0 0,1 0 0 0 0,0 0 0 0 0,-1 1-1 0 0,1-1 1 0 0,0 0 0 0 0,-1 0 0 0 0,1 0-1 0 0,0 0 1 0 0,0 1 0 0 0,-1-1 0 0 0,1 0 0 0 0,0 0-1 0 0,-1 1 1 0 0,1-1 0 0 0,0 0 0 0 0,0 0-1 0 0,0 1 1 0 0,-1-1 0 0 0,1 0 0 0 0,0 1 0 0 0,0-1-1 0 0,0 0 1 0 0,0 1 0 0 0,0-1 0 0 0,-1 0-1 0 0,1 1 1 0 0,0-1 0 0 0,0 0 0 0 0,0 1 0 0 0,0 0-1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6.3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381 24 6513 0 0,'-9'1'42'0'0,"-1"1"-1"0"0,1 0 0 0 0,0 1 1 0 0,0 0-1 0 0,1 1 0 0 0,-1-1 1 0 0,-12 9-1 0 0,-4 0-68 0 0,-64 31-611 0 0,-23 10 339 0 0,41-23 12334 0 0,117-31-10443 0 0,280-34 1048 0 0,-81 10-1070 0 0,-39 6-1681 0 0,-108 13-36 0 0,-1-5 0 0 0,170-41 0 0 0,-263 51 102 0 0,30-11-97 0 0,-33 12 129 0 0,0 0 0 0 0,0-1 1 0 0,0 1-1 0 0,1 0 0 0 0,-1-1 0 0 0,0 1 0 0 0,0-1 0 0 0,-1 1 0 0 0,1-1 0 0 0,0 0 0 0 0,0 1 0 0 0,0-1 0 0 0,0 0 1 0 0,0 0-1 0 0,-1 1 0 0 0,1-1 0 0 0,0 0 0 0 0,-1 0 0 0 0,1 0 0 0 0,0 0 0 0 0,-1 0 0 0 0,0 0 0 0 0,1 0 0 0 0,0-2 1 0 0,-2 3-112 0 0,1-1 0 0 0,0 1 0 0 0,0-1 0 0 0,-1 0 0 0 0,1 1 1 0 0,0-1-1 0 0,-1 1 0 0 0,1-1 0 0 0,-1 1 0 0 0,1-1 0 0 0,-1 1 1 0 0,1-1-1 0 0,-1 1 0 0 0,1 0 0 0 0,-1-1 0 0 0,1 1 0 0 0,-1 0 1 0 0,0-1-1 0 0,0 1 0 0 0,-6-2-811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7.6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124 55 4145 0 0,'-124'8'11081'0'0,"138"-17"-5959"0"0,29-12-4124 0 0,-14 12-906 0 0,1 2-1 0 0,0 1 1 0 0,0 1-1 0 0,0 2 1 0 0,1 1 0 0 0,52 3-1 0 0,182 34 423 0 0,-235-29-2492 0 0,0 0 1 0 0,-1 3 0 0 0,0 0 0 0 0,-1 2-1 0 0,31 16 1 0 0,-53-24 1249 0 0,-5 0 597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7.8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35 0 13827 0 0,'-3'1'201'0'0,"0"0"-1"0"0,1 1 1 0 0,-1-1 0 0 0,1 1 0 0 0,-1-1-1 0 0,1 1 1 0 0,0 0 0 0 0,-1 0 0 0 0,1 0-1 0 0,0 0 1 0 0,0 0 0 0 0,-3 5-1 0 0,5-6-86 0 0,0 1 0 0 0,0 0-1 0 0,-1 0 1 0 0,1-1-1 0 0,0 1 1 0 0,0 0 0 0 0,0-1-1 0 0,1 1 1 0 0,-1 0-1 0 0,0-1 1 0 0,1 1-1 0 0,-1 0 1 0 0,1-1 0 0 0,0 1-1 0 0,-1-1 1 0 0,1 1-1 0 0,0-1 1 0 0,0 1 0 0 0,0-1-1 0 0,0 1 1 0 0,0-1-1 0 0,0 0 1 0 0,0 0 0 0 0,2 2-1 0 0,187 235 3748 0 0,-170-213-3810 0 0,2 0-1 0 0,33 29 1 0 0,-9-14-6674 0 0,-28-26-537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8.0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263 0 14283 0 0,'-33'40'6052'0'0,"2"9"-3865"0"0,-23 57-2336 0 0,38-74 636 0 0,-13 26-469 0 0,2 1 1 0 0,3 1 0 0 0,-22 85-1 0 0,43-112-2586 0 0,6-18 1046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9.2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67 177 4609 0 0,'-8'-13'760'0'0,"1"-1"1"0"0,1-1-1 0 0,0 1 0 0 0,-4-20 1 0 0,-2-4 845 0 0,7 22-818 0 0,-8-17 9205 0 0,16 45-8834 0 0,2 6-1291 0 0,58 128 691 0 0,-30-68-449 0 0,78 139 1 0 0,-97-197-111 0 0,26 47 0 0 0,-37-61 0 0 0,0 0 0 0 0,0 1 0 0 0,-1-1 0 0 0,0 1 0 0 0,0 0 0 0 0,-1 0 0 0 0,1 0 0 0 0,-1 9 0 0 0,-5-2 535 0 0,-3-10-2217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9.7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146 97 6497 0 0,'2'-2'20'0'0,"1"-1"-1"0"0,-1 1 0 0 0,0 0 1 0 0,0-1-1 0 0,0 1 0 0 0,0-1 1 0 0,0 0-1 0 0,-1 0 0 0 0,1 0 1 0 0,-1 0-1 0 0,1-4 0 0 0,-1 7-29 0 0,-1 0 0 0 0,0-1-1 0 0,0 1 1 0 0,0 0 0 0 0,0 0-1 0 0,0 0 1 0 0,0-1 0 0 0,0 1-1 0 0,0 0 1 0 0,0 0 0 0 0,0-1-1 0 0,0 1 1 0 0,0 0 0 0 0,0 0-1 0 0,0-1 1 0 0,0 1 0 0 0,0 0-1 0 0,0 0 1 0 0,0-1 0 0 0,0 1-1 0 0,0 0 1 0 0,0 0 0 0 0,0 0-1 0 0,0-1 1 0 0,0 1 0 0 0,0 0-1 0 0,0 0 1 0 0,-1 0-1 0 0,1-1 1 0 0,0 1 0 0 0,0 0-1 0 0,0 0 1 0 0,0 0 0 0 0,-1 0-1 0 0,1-1 1 0 0,0 1 0 0 0,0 0-1 0 0,0 0 1 0 0,-1 0 0 0 0,1 0-1 0 0,0 0 1 0 0,0 0 0 0 0,0 0-1 0 0,-1-1 1 0 0,-14 4 409 0 0,-15 10 1020 0 0,-91 69 5409 0 0,139-95-3422 0 0,17-19-2463 0 0,7-5-1137 0 0,12-3 462 0 0,-29 24-2647 0 0,-7 4-3026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0.3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0 323 3225 0 0,'0'1'309'0'0,"1"-8"702"0"0,0 0-1 0 0,1 0 1 0 0,0 0-1 0 0,0 1 1 0 0,4-9 0 0 0,2-10 9 0 0,-1 2-223 0 0,3-12 370 0 0,7-43 1 0 0,-16 67-714 0 0,1 0 0 0 0,-2 0 0 0 0,0 1 0 0 0,0-1 0 0 0,-1 0 0 0 0,0 0 0 0 0,-1 1 0 0 0,-4-18 0 0 0,5 44 2972 0 0,7 19-3555 0 0,28 50 237 0 0,86 150 0 0 0,-57-118-68 0 0,-47-84-573 0 0,-6-13-965 0 0,0-1 1 0 0,1 0-1 0 0,1 0 1 0 0,18 21-1 0 0,-17-26-4284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0.6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1 139 9674 0 0,'46'-38'8765'0'0,"-26"19"-8411"0"0,1 2 0 0 0,40-27 0 0 0,-18 23-2545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0.7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 0 8754 0 0,'-7'6'776'0'0,"3"-3"-616"0"0,-10 3 4169 0 0,13-4-4105 0 0,-1-1-224 0 0,5 1 0 0 0,1-2 0 0 0,2-2 0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6.2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139 490 6393 0 0,'-4'1'270'0'0,"-1"1"0"0"0,0 0 0 0 0,0 0 0 0 0,1 1 0 0 0,-1-1 0 0 0,1 1 0 0 0,0 0 0 0 0,0 0 0 0 0,-5 6 0 0 0,-36 37 2982 0 0,33-33-2138 0 0,4-3-7 0 0,7-8-732 0 0,-1 1 0 0 0,0 0 1 0 0,0-1-1 0 0,0 0 0 0 0,0 1 0 0 0,0-1 1 0 0,0 0-1 0 0,-1 0 0 0 0,-4 3 1 0 0,17-39 1880 0 0,17-44-2115 0 0,-4-1 0 0 0,-3-1 0 0 0,-4-1-1 0 0,11-157 1 0 0,-28 213 1302 0 0,27 97-1364 0 0,-14-34-8 0 0,2-1 0 0 0,2 0 0 0 0,23 39 0 0 0,56 60-71 0 0,4 7 0 0 0,-61-85 36 0 0,82 95 0 0 0,-82-103 165 0 0,-36-46-181 0 0,1 1 0 0 0,-1-1 0 0 0,0 1-1 0 0,0 0 1 0 0,0-1 0 0 0,-1 1 0 0 0,1 0-1 0 0,-1 0 1 0 0,-1 0 0 0 0,1 7 0 0 0,-1 2 465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6.4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16 199 3225 0 0,'-15'-3'6176'0'0,"23"-14"-144"0"0,-2 7-5464 0 0,-5 8-1383 0 0,9-12 1603 0 0,0 1-1 0 0,1-1 1 0 0,1 2 0 0 0,0 0-1 0 0,18-15 1 0 0,-11 13-1241 0 0,0 0-1 0 0,1 1 1 0 0,28-12 0 0 0,-32 17-6068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7.4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138 482 5985 0 0,'-55'29'849'0'0,"34"-17"959"0"0,-32 14 0 0 0,53-26-1756 0 0,0 0 0 0 0,0 1 0 0 0,0-1 0 0 0,-1 0 0 0 0,1 0 0 0 0,0 0 0 0 0,0 0 0 0 0,0 1 0 0 0,0-1 0 0 0,-1 0 0 0 0,1 0 0 0 0,0 0 0 0 0,0 0 0 0 0,-1 0 0 0 0,1 0 0 0 0,0 0 0 0 0,0 0 0 0 0,0 0 0 0 0,-1 0 0 0 0,1 1 0 0 0,0-1 0 0 0,0 0 0 0 0,-1 0 0 0 0,1-1 0 0 0,0 1 0 0 0,0 0 0 0 0,-1 0 0 0 0,1 0 0 0 0,0 0 0 0 0,0 0 0 0 0,-1 0 0 0 0,1 0 0 0 0,0 0 0 0 0,0 0 0 0 0,0 0 0 0 0,-1-1 0 0 0,1 1 0 0 0,0 0 0 0 0,0 0 0 0 0,0 0 0 0 0,0 0 0 0 0,-1-1-1 0 0,8-9 1100 0 0,19-15-326 0 0,-25 24-763 0 0,36-30 611 0 0,2 1 1 0 0,49-27-1 0 0,91-44 157 0 0,-59 36-527 0 0,-111 60-266 0 0,64-38 26 0 0,2 4 0 0 0,99-37 1 0 0,-122 57-123 0 0,-29 10 70 0 0,0 0 0 0 0,0 2 1 0 0,1 0-1 0 0,45-5 0 0 0,-67 12-33 0 0,5-1 121 0 0,0 0 0 0 0,1 1-1 0 0,-1 0 1 0 0,0 0 0 0 0,0 1-1 0 0,14 3 1 0 0,-19-3-14 0 0,1 0-1 0 0,-1 0 1 0 0,1 1-1 0 0,-1-1 1 0 0,0 1 0 0 0,0 0-1 0 0,1 0 1 0 0,-1 0-1 0 0,-1 0 1 0 0,1 0-1 0 0,0 0 1 0 0,0 0 0 0 0,-1 0-1 0 0,1 1 1 0 0,-1-1-1 0 0,0 1 1 0 0,0-1-1 0 0,0 1 1 0 0,0-1 0 0 0,0 1-1 0 0,0 3 1 0 0,16 57 930 0 0,-7-23-680 0 0,1-2-1 0 0,31 70 1 0 0,4-23-272 0 0,85 120 0 0 0,75 65-46 0 0,-180-237-20 0 0,-6-7 28 0 0,-1 0-1 0 0,18 35 1 0 0,-32-52-26 0 0,0 1-1 0 0,-1 0 0 0 0,0 0 1 0 0,0 0-1 0 0,-1 0 0 0 0,-1 1 1 0 0,1 0-1 0 0,-2-1 0 0 0,1 1 1 0 0,-1 16-1 0 0,-3-19 11 0 0,1 1 1 0 0,-1-1-1 0 0,-1 0 1 0 0,1 1-1 0 0,-1-1 1 0 0,-1-1 0 0 0,0 1-1 0 0,0 0 1 0 0,0-1-1 0 0,-1 0 1 0 0,0 0-1 0 0,0 0 1 0 0,-9 8-1 0 0,-9 8 93 0 0,-2 0 1 0 0,-30 20-1 0 0,30-24-125 0 0,-5 5 96 0 0,-2-2-1 0 0,0-1 0 0 0,-1-2 1 0 0,-1-1-1 0 0,-1-1 0 0 0,0-2 1 0 0,-48 13-1 0 0,-46 5 219 0 0,-40 11 88 0 0,147-38-447 0 0,1-1 1 0 0,-1 0-1 0 0,0-2 1 0 0,-1-1-1 0 0,1 0 1 0 0,0-2 0 0 0,-30-3-1 0 0,28 0-2279 0 0,-41-11 0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7.8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25 133 1376 0 0,'-5'-16'1487'0'0,"0"1"-1"0"0,1-1 0 0 0,-4-30 1 0 0,6 6 3823 0 0,26 72 294 0 0,16 38-3277 0 0,58 86-1651 0 0,-36-73-645 0 0,108 154 64 0 0,-149-206 65 0 0,-2 2 0 0 0,-1 0 0 0 0,-2 1 0 0 0,-1 1 0 0 0,-2 1 0 0 0,-1 0 0 0 0,10 55 0 0 0,-24-68 482 0 0,0-17-2324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9.8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10 361 4145 0 0,'-1'0'105'0'0,"1"1"1"0"0,-1-1 0 0 0,0 0-1 0 0,1 1 1 0 0,-1-1-1 0 0,1 1 1 0 0,-1-1-1 0 0,1 1 1 0 0,-1-1 0 0 0,1 1-1 0 0,0 0 1 0 0,-1-1-1 0 0,1 1 1 0 0,-1-1-1 0 0,1 1 1 0 0,0 0 0 0 0,0-1-1 0 0,0 1 1 0 0,-1 0-1 0 0,1-1 1 0 0,0 1-1 0 0,0 0 1 0 0,0 1-1 0 0,14-3 1753 0 0,26-14-243 0 0,-38 14-1610 0 0,98-41 728 0 0,2 4 0 0 0,130-30 0 0 0,-174 55-669 0 0,346-68 108 0 0,-147 35 35 0 0,103-13 785 0 0,-280 51-844 0 0,0 4 1 0 0,143 11-1 0 0,-49 8-212 0 0,26 2 1387 0 0,-191-15-1133 0 0,-1 0 0 0 0,0 0 0 0 0,0 1 1 0 0,0 0-1 0 0,-1 0 0 0 0,1 1 0 0 0,-1 0 0 0 0,0 0 0 0 0,0 1 0 0 0,8 7 0 0 0,-11-9-179 0 0,-2-2 18 0 0,0 0 0 0 0,0 0 1 0 0,0 0-1 0 0,0 0 1 0 0,0-1-1 0 0,1 1 0 0 0,-1 0 1 0 0,0-1-1 0 0,0 0 0 0 0,1 1 1 0 0,-1-1-1 0 0,0 0 0 0 0,0 0 1 0 0,1 0-1 0 0,-1-1 0 0 0,0 1 1 0 0,0 0-1 0 0,1-1 0 0 0,-1 0 1 0 0,0 1-1 0 0,0-1 0 0 0,4-2 1 0 0,23-4 330 0 0,-28 8-267 0 0,0-1 1 0 0,0 0-1 0 0,0 1 1 0 0,0 0-1 0 0,0-1 1 0 0,0 1-1 0 0,0-1 1 0 0,-1 1-1 0 0,1 0 0 0 0,0 0 1 0 0,0-1-1 0 0,-1 1 1 0 0,1 0-1 0 0,-1 0 1 0 0,1 0-1 0 0,-1 0 1 0 0,1 0-1 0 0,-1-1 1 0 0,1 1-1 0 0,-1 0 1 0 0,0 0-1 0 0,1 0 1 0 0,-1 2-1 0 0,6 24 784 0 0,7 109-634 0 0,31 202 496 0 0,-43-333-739 0 0,90 479 400 0 0,-82-436-381 0 0,-3-22-82 0 0,-1 0-1 0 0,-2 1 1 0 0,-1 0 0 0 0,0-1 0 0 0,-4 31 0 0 0,2-53 69 0 0,-1 0 0 0 0,1 0 0 0 0,-1 0 0 0 0,-1 0 0 0 0,1 0 0 0 0,0-1 0 0 0,-1 1 0 0 0,0 0 0 0 0,0 0 0 0 0,0-1 0 0 0,0 1 0 0 0,0-1 0 0 0,-1 0 0 0 0,1 0 0 0 0,-1 0 0 0 0,-5 5 0 0 0,-1-3 11 0 0,0 1-1 0 0,0-1 1 0 0,-1-1 0 0 0,1 0 0 0 0,-13 4 0 0 0,12-4-20 0 0,-108 41-5 0 0,-132 44 37 0 0,203-75-22 0 0,-1-2 0 0 0,-1-3-1 0 0,-67 6 1 0 0,-54 2-162 0 0,1 8 1 0 0,-230 64-1 0 0,326-73 118 0 0,-2-3 0 0 0,-86 4 1 0 0,-152-8-893 0 0,229-13 927 0 0,-91-16 0 0 0,80 8 53 0 0,84 11-42 0 0,7 1 3 0 0,-1-1 0 0 0,1 1 0 0 0,-1-1 1 0 0,1 0-1 0 0,0 0 0 0 0,-8-4 0 0 0,11 5-18 0 0,0-1 1 0 0,0 0-1 0 0,0 0 0 0 0,-1 0 1 0 0,1 0-1 0 0,0 0 0 0 0,0 0 0 0 0,1 0 1 0 0,-1 0-1 0 0,0-1 0 0 0,0 1 1 0 0,0 0-1 0 0,1-1 0 0 0,-1 1 1 0 0,1 0-1 0 0,-1-1 0 0 0,1 1 1 0 0,0 0-1 0 0,-1-1 0 0 0,1 1 0 0 0,0-1 1 0 0,0 1-1 0 0,0-1 0 0 0,0-2 1 0 0,0 4-26 0 0,0 0 0 0 0,0 0 0 0 0,0-1 0 0 0,0 1 1 0 0,0 0-1 0 0,1-1 0 0 0,-1 1 0 0 0,0 0 1 0 0,-1 0-1 0 0,1-1 0 0 0,0 1 0 0 0,0 0 0 0 0,0-1 1 0 0,0 1-1 0 0,0 0 0 0 0,0 0 0 0 0,0-1 1 0 0,0 1-1 0 0,0 0 0 0 0,-1-1 0 0 0,1 1 0 0 0,0 0 1 0 0,0 0-1 0 0,0 0 0 0 0,0-1 0 0 0,-1 1 1 0 0,1 0-1 0 0,0 0 0 0 0,0 0 0 0 0,-1-1 0 0 0,1 1 1 0 0,0 0-1 0 0,0 0 0 0 0,-1 0 0 0 0,1 0 1 0 0,0 0-1 0 0,-1 0 0 0 0,1-1 0 0 0,0 1 0 0 0,-1 0 1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20.3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0 456 0 0,'0'1'139'0'0,"1"-1"0"0"0,-1 1 1 0 0,1-1-1 0 0,-1 1 0 0 0,1-1 0 0 0,-1 1 0 0 0,1-1 1 0 0,-1 1-1 0 0,0-1 0 0 0,1 1 0 0 0,-1 0 0 0 0,0-1 1 0 0,0 1-1 0 0,1 0 0 0 0,-1-1 0 0 0,0 1 0 0 0,0 0 1 0 0,0-1-1 0 0,0 1 0 0 0,0 0 0 0 0,0-1 0 0 0,0 1 1 0 0,0 0-1 0 0,0-1 0 0 0,0 1 0 0 0,0 0 0 0 0,-1 0 1 0 0,-1 26 2298 0 0,2-24-1830 0 0,-1 83 5793 0 0,2-26-5474 0 0,0 46 129 0 0,16 110 0 0 0,0 8 60 0 0,-13-137-983 0 0,21 132 1 0 0,-23-208 344 0 0,-1 1 0 0 0,-1 0 1 0 0,0-1-1 0 0,-1 1 1 0 0,0-1-1 0 0,0 1 0 0 0,-6 18 1 0 0,5-18-48 0 0,2-11-429 0 0,-1-1 0 0 0,1 0 1 0 0,0 0-1 0 0,0 0 0 0 0,0 0 0 0 0,0 0 1 0 0,0 0-1 0 0,0 1 0 0 0,0-1 0 0 0,0 0 1 0 0,0 0-1 0 0,0 0 0 0 0,0 0 0 0 0,0 0 1 0 0,0 1-1 0 0,0-1 0 0 0,0 0 0 0 0,0 0 1 0 0,0 0-1 0 0,0 0 0 0 0,0 0 0 0 0,0 1 1 0 0,0-1-1 0 0,0 0 0 0 0,0 0 0 0 0,0 0 1 0 0,0 0-1 0 0,0 0 0 0 0,0 0 0 0 0,0 1 0 0 0,0-1 1 0 0,1 0-1 0 0,-1 0 0 0 0,0 0 0 0 0,0 0 1 0 0,0 0-1 0 0,0 0 0 0 0,0 0 0 0 0,0 0 1 0 0,0 0-1 0 0,1 1 0 0 0,-1-1 0 0 0,0 0 1 0 0,0 0-1 0 0,0 0 0 0 0,0 0 0 0 0,0 0 1 0 0,1 0-1 0 0,-1 0 0 0 0,0 0 0 0 0,0 0 1 0 0,0 0-1 0 0,0 0 0 0 0,0 0 0 0 0,1 0 1 0 0,-1 0-1 0 0,0 0 0 0 0,0 0 0 0 0,0 0 1 0 0,0 0-1 0 0,0 0 0 0 0,0 0 0 0 0,1 0 1 0 0,-1-1-1 0 0,0 1 0 0 0,0 0 0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1.5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46 39 2761 0 0,'-11'-13'2317'0'0,"10"11"-1968"0"0,0 1 0 0 0,0-1 0 0 0,0 0 0 0 0,0 1 0 0 0,0-1 0 0 0,-1 1 0 0 0,1-1 0 0 0,-1 1 1 0 0,1-1-1 0 0,-1 1 0 0 0,0 0 0 0 0,1 0 0 0 0,-1 0 0 0 0,0 0 0 0 0,0 0 0 0 0,0 0 1 0 0,0 1-1 0 0,1-1 0 0 0,-5 0 487 0 0,22 25 947 0 0,11 29-342 0 0,-2 1 1 0 0,23 78 0 0 0,-32-86-1125 0 0,23 44 310 0 0,3 5-879 0 0,-41-84-2904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2.3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31 256 4145 0 0,'-31'9'4633'0'0,"118"-51"-3737"0"0,2 3 0 0 0,185-51 0 0 0,-201 70-896 0 0,75-31 0 0 0,-110 37 0 0 0,-29 11 195 0 0,-8 2 0 0 0,1 0 0 0 0,-1 1 1 0 0,0-1-1 0 0,0 1 0 0 0,1-1 0 0 0,-1 1 0 0 0,0 0 0 0 0,0-1 1 0 0,1 1-1 0 0,-1 0 0 0 0,0 0 0 0 0,1 0 0 0 0,-1 0 0 0 0,0 0 1 0 0,3 0-1 0 0,-3 2-18 0 0,0-1 1 0 0,0 1-1 0 0,0-1 0 0 0,0 1 1 0 0,0-1-1 0 0,0 1 1 0 0,0 0-1 0 0,-1-1 1 0 0,1 1-1 0 0,-1 0 0 0 0,1 0 1 0 0,-1 0-1 0 0,0 3 1 0 0,12 44 45 0 0,2 0 0 0 0,2-1 0 0 0,2-1 0 0 0,2 0 0 0 0,1-2 0 0 0,3 0 0 0 0,50 68 0 0 0,-64-98-219 0 0,0 0 0 0 0,-1 1 0 0 0,0 0 0 0 0,-1 0 0 0 0,-1 0 0 0 0,0 1 0 0 0,-2 0 0 0 0,0 1 0 0 0,0-1 0 0 0,-2 1 0 0 0,0 0 0 0 0,-1 0 0 0 0,-1 0 0 0 0,-1 0 0 0 0,-2 25 0 0 0,0-37 2 0 0,0 0-1 0 0,0 0 1 0 0,0 0 0 0 0,-1-1-1 0 0,1 1 1 0 0,-1-1 0 0 0,-1 1-1 0 0,1-1 1 0 0,-1 0 0 0 0,0-1-1 0 0,0 1 1 0 0,0-1 0 0 0,-1 1-1 0 0,1-1 1 0 0,-1 0 0 0 0,-8 4-1 0 0,-11 8 32 0 0,-1-2 0 0 0,-30 14 0 0 0,46-24-36 0 0,-21 9 74 0 0,-1-1 1 0 0,-1-2-1 0 0,0-1 1 0 0,-37 6-1 0 0,-134 7 274 0 0,110-19-977 0 0,32-6-6447 0 0,45 2 1745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2.6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93 132 456 0 0,'-7'-7'430'0'0,"1"0"1"0"0,0-1-1 0 0,0 0 0 0 0,0 0 1 0 0,1 0-1 0 0,-8-17 0 0 0,9 15 894 0 0,-1 1-1 0 0,-1 0 1 0 0,1 0-1 0 0,-18-14 7580 0 0,24 37-7062 0 0,3 18-2095 0 0,-3-29 704 0 0,16 111 251 0 0,6-1 0 0 0,63 189 0 0 0,-60-249-2590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7.5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1 7834 0 0,'-1'0'165'0'0,"1"0"1"0"0,-1 0 0 0 0,0-1-1 0 0,1 1 1 0 0,-1 0 0 0 0,1 0 0 0 0,-1 0-1 0 0,1 0 1 0 0,-1 0 0 0 0,0 0-1 0 0,1 1 1 0 0,-1-1 0 0 0,1 0 0 0 0,-1 0-1 0 0,1 0 1 0 0,-1 0 0 0 0,1 1-1 0 0,-1-1 1 0 0,1 0 0 0 0,-1 1-1 0 0,1-1 1 0 0,-1 0 0 0 0,1 1 0 0 0,-1-1-1 0 0,1 0 1 0 0,-1 1 0 0 0,1-1-1 0 0,0 1 1 0 0,-1-1 0 0 0,1 1-1 0 0,5 15 4642 0 0,-2-10-5970 0 0,4 13 1691 0 0,-1 0 1 0 0,-1 1-1 0 0,-1 0 0 0 0,-1 0 1 0 0,0 0-1 0 0,-2 0 0 0 0,0 0 0 0 0,-2 25 1 0 0,4 61-4009 0 0,-1-89-3055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7.8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22 271 3225 0 0,'-3'-2'461'0'0,"1"-1"0"0"0,0 0-1 0 0,0-1 1 0 0,0 1 0 0 0,0 0 0 0 0,0-1 0 0 0,-1-3 0 0 0,3 5-222 0 0,-1 1 0 0 0,1 0-1 0 0,-1-1 1 0 0,1 1 0 0 0,0 0-1 0 0,-1-1 1 0 0,1 1 0 0 0,0 0 0 0 0,0-1-1 0 0,0 1 1 0 0,0-1 0 0 0,0 1-1 0 0,0 0 1 0 0,0-1 0 0 0,1 1 0 0 0,-1 0-1 0 0,0-1 1 0 0,1 1 0 0 0,-1 0-1 0 0,1-1 1 0 0,0 1 0 0 0,-1 0 0 0 0,2-2-1 0 0,1 4 21 0 0,-1 0 0 0 0,1 0 0 0 0,-1 0 0 0 0,0 0 0 0 0,1 0-1 0 0,-1 0 1 0 0,0 0 0 0 0,1 1 0 0 0,-1-1 0 0 0,0 1 0 0 0,0 0 0 0 0,0-1-1 0 0,3 5 1 0 0,1 0 246 0 0,21 13 683 0 0,21 17 551 0 0,61 59-1 0 0,-105-91-1694 0 0,0 0-1 0 0,1 0 1 0 0,-1-1-1 0 0,1 1 1 0 0,0-1-1 0 0,0 0 1 0 0,0 0-1 0 0,0-1 1 0 0,7 3-1 0 0,-11-4-17 0 0,1-1 0 0 0,-1 0 1 0 0,0 1-1 0 0,1-1 0 0 0,-1 0 0 0 0,0 0 0 0 0,0 0 1 0 0,1 0-1 0 0,-1-1 0 0 0,0 1 0 0 0,1 0 0 0 0,-1 0 1 0 0,0-1-1 0 0,0 1 0 0 0,0-1 0 0 0,1 1 0 0 0,-1-1 1 0 0,1 0-1 0 0,0-1 7 0 0,0 1 0 0 0,-1-1-1 0 0,1 0 1 0 0,-1 1 0 0 0,0-1 0 0 0,0 0 0 0 0,1 0 0 0 0,-1 0 0 0 0,0 0 0 0 0,-1 0-1 0 0,1 0 1 0 0,0 0 0 0 0,-1 0 0 0 0,1-3 0 0 0,2-15 65 0 0,-1 0 0 0 0,-1 0 0 0 0,-1 0 0 0 0,0-1 0 0 0,-2 1 0 0 0,-5-27 0 0 0,-3-45-335 0 0,10 77-85 0 0,0 0-1 0 0,1 1 1 0 0,1-1-1 0 0,0 0 1 0 0,4-14-1 0 0,2 5-976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8.6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45 7370 0 0,'7'-21'2865'0'0,"-7"19"-2329"0"0,0 0-1 0 0,1 0 1 0 0,-1 0 0 0 0,1 0 0 0 0,-1 0 0 0 0,1 0-1 0 0,0 0 1 0 0,0 0 0 0 0,2-3 761 0 0,2 35 3276 0 0,10 160-2709 0 0,-13-137-2719 0 0,2 1 0 0 0,2-1 0 0 0,16 60 0 0 0,-16-98-2644 0 0,-4-52-8115 0 0,-5 20 11429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9.0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2 216 1376 0 0,'-1'-5'670'0'0,"1"-1"0"0"0,0 1 0 0 0,0-1 0 0 0,0 1-1 0 0,1 0 1 0 0,-1-1 0 0 0,2 1 0 0 0,-1 0 0 0 0,2-7 0 0 0,-2 10-510 0 0,1-4 323 0 0,-1 0 0 0 0,2 0 0 0 0,-1 0 0 0 0,1 0 0 0 0,0 0 0 0 0,0 1-1 0 0,0-1 1 0 0,6-6 0 0 0,-7 11-391 0 0,-1-1 1 0 0,0 1-1 0 0,0 0 0 0 0,1 0 0 0 0,-1-1 0 0 0,1 1 1 0 0,-1 0-1 0 0,1 0 0 0 0,0 1 0 0 0,-1-1 0 0 0,1 0 0 0 0,0 1 1 0 0,-1-1-1 0 0,1 1 0 0 0,0-1 0 0 0,0 1 0 0 0,-1 0 0 0 0,1-1 1 0 0,0 1-1 0 0,0 0 0 0 0,0 0 0 0 0,0 1 0 0 0,-1-1 1 0 0,1 0-1 0 0,0 1 0 0 0,0-1 0 0 0,-1 1 0 0 0,1-1 0 0 0,0 1 1 0 0,-1 0-1 0 0,1 0 0 0 0,0 0 0 0 0,2 2 0 0 0,19 14 658 0 0,-2 1 0 0 0,0 1 1 0 0,29 33-1 0 0,-7-7 20 0 0,-19-19-514 0 0,-13-14-121 0 0,0 0 1 0 0,17 12-1 0 0,-27-23-133 0 0,0-1 0 0 0,-1 1 0 0 0,1-1-1 0 0,0 0 1 0 0,0 1 0 0 0,0-1 0 0 0,-1 0 0 0 0,1 0-1 0 0,0 1 1 0 0,0-1 0 0 0,0 0 0 0 0,-1 0 0 0 0,1 0-1 0 0,0 0 1 0 0,0 0 0 0 0,0 0 0 0 0,0-1-1 0 0,-1 1 1 0 0,1 0 0 0 0,0 0 0 0 0,0 0 0 0 0,0-1-1 0 0,-1 1 1 0 0,1 0 0 0 0,0-1 0 0 0,0 1 0 0 0,-1-1-1 0 0,1 1 1 0 0,-1-1 0 0 0,1 1 0 0 0,0-1-1 0 0,-1 0 1 0 0,1 1 0 0 0,-1-1 0 0 0,1 0 0 0 0,-1 1-1 0 0,1-1 1 0 0,-1 0 0 0 0,0 1 0 0 0,1-1 0 0 0,-1 0-1 0 0,1-1 1 0 0,15-39 69 0 0,-14 35-67 0 0,26-100 418 0 0,2-8 118 0 0,-29 112-487 0 0,0-1-1 0 0,0 1 1 0 0,0-1-1 0 0,0 1 1 0 0,1-1 0 0 0,-1 1-1 0 0,1 0 1 0 0,-1 0 0 0 0,1 0-1 0 0,0 0 1 0 0,0 0 0 0 0,0 0-1 0 0,2-2 1 0 0,-3 3-29 0 0,0 1 0 0 0,-1 0 1 0 0,1 0-1 0 0,-1-1 0 0 0,1 1 0 0 0,0 0 1 0 0,-1 0-1 0 0,1 0 0 0 0,-1 0 0 0 0,1 0 1 0 0,0 0-1 0 0,-1 0 0 0 0,1 0 0 0 0,0 0 1 0 0,-1 0-1 0 0,1 0 0 0 0,-1 0 0 0 0,1 0 1 0 0,0 1-1 0 0,-1-1 0 0 0,1 0 0 0 0,0 1 0 0 0,0 0-3 0 0,1 0 0 0 0,-1 0 0 0 0,0 0-1 0 0,1 0 1 0 0,-1 1 0 0 0,0-1-1 0 0,0 0 1 0 0,0 1 0 0 0,0-1-1 0 0,0 1 1 0 0,1 2 0 0 0,9 25 103 0 0,-1 0 1 0 0,13 59 0 0 0,-14-49-308 0 0,15 40 0 0 0,-9-34-719 0 0,-7-23 43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9.3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115 65 2761 0 0,'-1'-1'319'0'0,"0"0"0"0"0,0 0 0 0 0,0 0 1 0 0,0 0-1 0 0,-1 0 0 0 0,1 0 0 0 0,0 0 1 0 0,0 0-1 0 0,-1 1 0 0 0,1-1 0 0 0,0 0 1 0 0,-1 1-1 0 0,1 0 0 0 0,-1-1 0 0 0,1 1 1 0 0,0 0-1 0 0,-1-1 0 0 0,1 1 0 0 0,-1 0 1 0 0,1 0-1 0 0,-1 0 0 0 0,1 0 0 0 0,-1 0 1 0 0,1 1-1 0 0,-1-1 0 0 0,-1 1 0 0 0,0 0 40 0 0,0 1-1 0 0,0 0 1 0 0,1 0 0 0 0,-1 0-1 0 0,0 0 1 0 0,1 0-1 0 0,0 0 1 0 0,-1 1 0 0 0,1-1-1 0 0,0 1 1 0 0,-2 4-1 0 0,-3 4 189 0 0,0 1 0 0 0,1 0 0 0 0,1 0 0 0 0,0 1 0 0 0,-4 14 0 0 0,8-20-428 0 0,-1 1-1 0 0,1 0 0 0 0,0 0 0 0 0,1 0 0 0 0,0-1 1 0 0,0 1-1 0 0,1 0 0 0 0,0 0 0 0 0,0-1 0 0 0,1 1 1 0 0,0 0-1 0 0,0-1 0 0 0,1 1 0 0 0,0-1 0 0 0,0 0 1 0 0,0 0-1 0 0,1 0 0 0 0,7 9 0 0 0,-7-11-116 0 0,0-1 0 0 0,0 0 0 0 0,0 0-1 0 0,0 0 1 0 0,1 0 0 0 0,-1-1 0 0 0,1 0-1 0 0,0 0 1 0 0,0 0 0 0 0,0 0 0 0 0,1-1 0 0 0,-1 0-1 0 0,0 0 1 0 0,1 0 0 0 0,0-1 0 0 0,-1 0 0 0 0,1 0-1 0 0,0 0 1 0 0,-1-1 0 0 0,1 0 0 0 0,0 0 0 0 0,0 0-1 0 0,0-1 1 0 0,-1 0 0 0 0,10-2 0 0 0,-8 1 25 0 0,-1 0-1 0 0,0 0 1 0 0,0 0-1 0 0,0-1 1 0 0,0 0 0 0 0,-1 0-1 0 0,1 0 1 0 0,-1-1 0 0 0,0 0-1 0 0,0 0 1 0 0,0 0 0 0 0,0-1-1 0 0,-1 1 1 0 0,0-1-1 0 0,0 0 1 0 0,0-1 0 0 0,0 1-1 0 0,3-8 1 0 0,-4 5-2 0 0,0 1-1 0 0,0-1 1 0 0,-1 0 0 0 0,0 1 0 0 0,-1-1 0 0 0,0 0-1 0 0,0 0 1 0 0,-1 0 0 0 0,1 0 0 0 0,-2 0-1 0 0,1 0 1 0 0,-1 0 0 0 0,-1 0 0 0 0,-2-11-1 0 0,-2-4 34 0 0,-17-41 0 0 0,20 58-192 0 0,1 0 0 0 0,-1 1 0 0 0,0-1 0 0 0,-1 1 0 0 0,0 0 0 0 0,1 0 0 0 0,-2 0 0 0 0,1 0 1 0 0,0 1-1 0 0,-1-1 0 0 0,0 1 0 0 0,-7-5 0 0 0,-1 4-1124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9.7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138 35 5065 0 0,'9'-4'94'0'0,"36"-27"9824"0"0,-74 49-7551 0 0,8 0-1461 0 0,2 1 0 0 0,1 0 1 0 0,-20 26-1 0 0,29-32-756 0 0,0-1 0 0 0,1 1-1 0 0,0 0 1 0 0,1 1 0 0 0,1 0 0 0 0,0 0 0 0 0,-4 17-1 0 0,9-27-141 0 0,0 1 0 0 0,0-1 0 0 0,1 1 0 0 0,-1-1-1 0 0,1 1 1 0 0,0 0 0 0 0,1-1 0 0 0,-1 1-1 0 0,1-1 1 0 0,0 1 0 0 0,0-1 0 0 0,0 1-1 0 0,0-1 1 0 0,1 0 0 0 0,0 1 0 0 0,0-1 0 0 0,0 0-1 0 0,5 6 1 0 0,1 0-7 0 0,2 0-1 0 0,-1 0 1 0 0,1-1 0 0 0,21 15-1 0 0,-23-19 0 0 0,1 1-1 0 0,-1 0 1 0 0,-1 1-1 0 0,1-1 1 0 0,-1 1-1 0 0,0 1 1 0 0,-1 0-1 0 0,0 0 1 0 0,0 0-1 0 0,7 14 1 0 0,-12-19 5 0 0,0 0 0 0 0,0 1 0 0 0,-1-1 0 0 0,1 0 0 0 0,-1 1 0 0 0,1-1 0 0 0,-1 1 0 0 0,0-1 0 0 0,-1 1-1 0 0,1-1 1 0 0,0 0 0 0 0,-1 1 0 0 0,0-1 0 0 0,0 0 0 0 0,0 1 0 0 0,0-1 0 0 0,-1 0 0 0 0,1 0 0 0 0,-1 0 0 0 0,0 0 0 0 0,1 0 0 0 0,-2 0 0 0 0,1-1 0 0 0,0 1 0 0 0,-4 3 0 0 0,-3 3-294 0 0,0-2 0 0 0,-1 1 1 0 0,0-1-1 0 0,0-1 0 0 0,0 0 0 0 0,-12 5 0 0 0,-3 0-7076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40.6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11 6449 0 0,'0'0'143'0'0,"0"-1"0"0"0,0 1 0 0 0,1-1 0 0 0,-1 1 0 0 0,0-1 0 0 0,0 0 0 0 0,1 1 0 0 0,-1-1 0 0 0,0 1 0 0 0,1-1 0 0 0,-1 1 0 0 0,1-1 0 0 0,-1 1 0 0 0,1 0 0 0 0,-1-1 0 0 0,1 1 0 0 0,-1 0 0 0 0,1-1 0 0 0,-1 1-1 0 0,1 0 1 0 0,-1-1 0 0 0,1 1 0 0 0,0 0 0 0 0,-1 0 0 0 0,1 0 0 0 0,-1-1 0 0 0,1 1 0 0 0,0 0 0 0 0,-1 0 0 0 0,1 0 0 0 0,-1 0 0 0 0,1 0 0 0 0,0 0 0 0 0,-1 1 0 0 0,1-1 0 0 0,0 0 0 0 0,-1 0 0 0 0,1 0 0 0 0,-1 0 0 0 0,1 1 0 0 0,-1-1-1 0 0,1 0 1 0 0,-1 1 0 0 0,1-1 0 0 0,0 0 0 0 0,-1 1 0 0 0,0-1 0 0 0,1 1 0 0 0,-1-1 0 0 0,1 0 0 0 0,-1 1 0 0 0,1-1 0 0 0,-1 1 0 0 0,0-1 0 0 0,0 1 0 0 0,1 0 0 0 0,4 13 366 0 0,0 0 1 0 0,-1 0 0 0 0,-1 1-1 0 0,-1-1 1 0 0,0 1 0 0 0,0-1-1 0 0,-2 1 1 0 0,0 17-1 0 0,1 15-35 0 0,12 102-1053 0 0,-4-85-5856 0 0,-7-46 977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41.2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118 148 4145 0 0,'-42'-4'2243'0'0,"35"2"-1511"0"0,-1 1-1 0 0,1 0 0 0 0,-1 1 0 0 0,1-1 0 0 0,0 1 1 0 0,-1 1-1 0 0,1 0 0 0 0,-9 2 0 0 0,16-3-714 0 0,0 0-1 0 0,0 0 0 0 0,0 0 1 0 0,0 0-1 0 0,0 0 0 0 0,0 0 0 0 0,0 0 1 0 0,0 0-1 0 0,0 0 0 0 0,0 0 17 0 0,0 0-17 0 0,0 0 0 0 0,0 0 1 0 0,0 0-1 0 0,0 0 0 0 0,0 0 0 0 0,0 0 1 0 0,0 0-1 0 0,0 0 0 0 0,0 0 0 0 0,1 0 1 0 0,-1 0-1 0 0,0 0 0 0 0,0 0 1 0 0,0 1-1 0 0,0-1 0 0 0,0 0 0 0 0,0 0 1 0 0,0 0-1 0 0,0 0 0 0 0,0 0 0 0 0,0 0 1 0 0,0 0-1 0 0,0 0 0 0 0,0 0 1 0 0,0 0-1 0 0,-1 0 0 0 0,1 0 0 0 0,0 0 1 0 0,0 0-1 0 0,0 0 0 0 0,12 1 131 0 0,14-2-192 0 0,150-52 2089 0 0,-104 29-1732 0 0,120-23-1 0 0,-167 43-263 0 0,15-3-153 0 0,71-3-1 0 0,-110 11 204 0 0,-1 0-1 0 0,0-1 1 0 0,1 1-1 0 0,-1-1 0 0 0,0 1 1 0 0,1 0-1 0 0,-1-1 1 0 0,0 1-1 0 0,0-1 0 0 0,0 1 1 0 0,1 0-1 0 0,-1-1 1 0 0,0 1-1 0 0,0 0 0 0 0,0-1 1 0 0,0 1-1 0 0,0 0 0 0 0,0-1 1 0 0,-1 1-1 0 0,1 0 1 0 0,0-1-1 0 0,0 1 0 0 0,0 0 1 0 0,-1-1-1 0 0,1 2 1 0 0,-8 30 977 0 0,4-16-731 0 0,3-8-256 0 0,0 1 0 0 0,1 0 0 0 0,0 0 0 0 0,0 0 0 0 0,1 0 0 0 0,0 0 0 0 0,5 15 0 0 0,24 65 51 0 0,-13-40-26 0 0,-13-37-110 0 0,19 57 22 0 0,19 100 1 0 0,-39-148-23 0 0,0-1 1 0 0,-1 1-1 0 0,-1 0 0 0 0,-1 0 0 0 0,-1-1 0 0 0,-1 1 0 0 0,0 0 0 0 0,-2-1 0 0 0,-10 36 1 0 0,11-49-315 0 0,0 0 0 0 0,0-1 0 0 0,-1 1 0 0 0,0-1 1 0 0,0 0-1 0 0,-1 0 0 0 0,1 0 0 0 0,-1-1 0 0 0,0 1 1 0 0,-1-1-1 0 0,-8 6 0 0 0,10-8 86 0 0,0 0-1 0 0,0 0 0 0 0,-1-1 1 0 0,1 0-1 0 0,0 0 1 0 0,-1 0-1 0 0,0-1 1 0 0,1 1-1 0 0,-1-1 1 0 0,0 0-1 0 0,0 0 0 0 0,0-1 1 0 0,0 1-1 0 0,1-1 1 0 0,-1 0-1 0 0,0-1 1 0 0,0 1-1 0 0,-7-2 0 0 0,2-2-880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41.6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38 6937 0 0,'-20'-28'1445'0'0,"12"18"2718"0"0,12 36-1634 0 0,28 113-1242 0 0,62 161 0 0 0,-93-296-1283 0 0,28 61 139 0 0,-27-61-138 0 0,-1-1 1 0 0,1 0 0 0 0,0 0 0 0 0,1 0 0 0 0,-1 0 0 0 0,1 0-1 0 0,-1 0 1 0 0,1 0 0 0 0,0-1 0 0 0,0 1 0 0 0,0-1 0 0 0,0 0-1 0 0,0 0 1 0 0,1 0 0 0 0,5 2 0 0 0,-6-3 27 0 0,-1-1 0 0 0,0 0 0 0 0,1 0 0 0 0,-1 0 0 0 0,0-1 0 0 0,0 1 0 0 0,1 0 0 0 0,-1-1 0 0 0,0 0 0 0 0,0 1 0 0 0,0-1 0 0 0,0 0 0 0 0,0 0 0 0 0,1 0 0 0 0,1-2 0 0 0,34-25 7 0 0,-14 11-223 0 0,-7 8-570 0 0,0 1 1 0 0,1 0-1 0 0,1 2 0 0 0,-1 0 0 0 0,1 1 0 0 0,25-3 0 0 0,-41 8 755 0 0,41-10-124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2.5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183 45 7370 0 0,'-2'-3'403'0'0,"0"0"0"0"0,-1 0-1 0 0,1 0 1 0 0,0 0 0 0 0,-1 0 0 0 0,0 0 0 0 0,0 1 0 0 0,1-1 0 0 0,-1 1 0 0 0,-1 0 0 0 0,1 0 0 0 0,0 0 0 0 0,0 0 0 0 0,-1 1 0 0 0,1-1 0 0 0,-1 1 0 0 0,0 0 0 0 0,1 0 0 0 0,-1 0 0 0 0,-5 0 0 0 0,5 1-241 0 0,1 1 0 0 0,-1-1 1 0 0,1 1-1 0 0,-1 0 0 0 0,1 0 0 0 0,0 0 1 0 0,0 0-1 0 0,-1 1 0 0 0,1-1 1 0 0,0 1-1 0 0,0 0 0 0 0,0 0 0 0 0,1 0 1 0 0,-1 0-1 0 0,0 0 0 0 0,1 1 1 0 0,-1-1-1 0 0,1 1 0 0 0,0 0 0 0 0,0 0 1 0 0,0 0-1 0 0,-2 3 0 0 0,-3 9-56 0 0,0-1 0 0 0,1 1 1 0 0,0 0-1 0 0,2 1 0 0 0,-1-1 0 0 0,2 1 0 0 0,0 0 0 0 0,-1 29 0 0 0,3-15-108 0 0,1 0 0 0 0,2-1-1 0 0,10 55 1 0 0,-10-74-11 0 0,0 0 0 0 0,1-1 0 0 0,0 0 0 0 0,1 0 1 0 0,0 0-1 0 0,1 0 0 0 0,0-1 0 0 0,0 1 0 0 0,1-1 1 0 0,0 0-1 0 0,0-1 0 0 0,1 0 0 0 0,0 0 0 0 0,8 7 1 0 0,-11-11-45 0 0,1 0 0 0 0,0 0 0 0 0,-1 0 1 0 0,1 0-1 0 0,1-1 0 0 0,-1 0 0 0 0,0 0 1 0 0,1 0-1 0 0,-1-1 0 0 0,1 1 1 0 0,-1-1-1 0 0,1-1 0 0 0,-1 1 0 0 0,1-1 1 0 0,0 0-1 0 0,-1 0 0 0 0,1-1 1 0 0,0 1-1 0 0,-1-1 0 0 0,1 0 0 0 0,-1-1 1 0 0,1 0-1 0 0,-1 0 0 0 0,0 0 0 0 0,8-4 1 0 0,-4 1 27 0 0,-2-1 1 0 0,1 0 0 0 0,0 0-1 0 0,-1 0 1 0 0,0-1-1 0 0,-1 0 1 0 0,1 0 0 0 0,-1-1-1 0 0,-1 1 1 0 0,1-2-1 0 0,-1 1 1 0 0,-1 0 0 0 0,1-1-1 0 0,-2 0 1 0 0,1 0 0 0 0,-1 0-1 0 0,-1 0 1 0 0,1-1-1 0 0,-1 1 1 0 0,-1-1 0 0 0,0 1-1 0 0,-1-1 1 0 0,0-12 0 0 0,0 7 135 0 0,-1 1 1 0 0,0 0-1 0 0,-1 0 1 0 0,-1 0-1 0 0,0 0 1 0 0,-1 0-1 0 0,-1 0 1 0 0,0 1-1 0 0,-1 0 1 0 0,0 0-1 0 0,-1 0 1 0 0,0 1-1 0 0,-1 0 1 0 0,0 1-1 0 0,-13-14 1 0 0,16 20-74 0 0,-1 0 0 0 0,-1 0 0 0 0,1 1 0 0 0,0 0 0 0 0,-1 0 0 0 0,0 0 0 0 0,0 1 1 0 0,0 0-1 0 0,0 1 0 0 0,-11-3 0 0 0,14 3-280 0 0,-1 2 1 0 0,1-1-1 0 0,-1 0 1 0 0,1 1-1 0 0,-1 0 1 0 0,1 0-1 0 0,-1 0 0 0 0,1 0 1 0 0,-1 1-1 0 0,1 0 1 0 0,-1 0-1 0 0,1 0 1 0 0,0 0-1 0 0,-1 1 1 0 0,1-1-1 0 0,0 1 0 0 0,0 0 1 0 0,-7 5-1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2.8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30 1 6913 0 0,'-2'0'9092'0'0,"-2"19"-7088"0"0,-3 28-1697 0 0,0 35 298 0 0,2-31-956 0 0,2 0-1 0 0,2 0 1 0 0,11 96 0 0 0,-10-146 206 0 0,0 1-136 0 0,0 0-1 0 0,0-1 1 0 0,1 1-1 0 0,-1 0 1 0 0,1 0-1 0 0,-1 0 1 0 0,1 0 0 0 0,0 0-1 0 0,0-1 1 0 0,0 1-1 0 0,0 0 1 0 0,0 0-1 0 0,2 1 1 0 0,2-2-1067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3.1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0 267 4145 0 0,'1'-16'-41'0'0,"5"-51"1267"0"0,-5 63-855 0 0,0 0-1 0 0,0 0 1 0 0,0 0-1 0 0,1 0 1 0 0,-1 0-1 0 0,1 0 1 0 0,0 1-1 0 0,0-1 1 0 0,0 0-1 0 0,0 1 1 0 0,1 0-1 0 0,-1 0 0 0 0,5-5 1 0 0,-5 8-202 0 0,-1-1 0 0 0,0 1 0 0 0,0-1 0 0 0,0 1 0 0 0,0-1 0 0 0,1 1-1 0 0,-1 0 1 0 0,0 0 0 0 0,0 0 0 0 0,1 0 0 0 0,-1 0 0 0 0,0 0 0 0 0,1 0 0 0 0,-1 0 0 0 0,0 0 0 0 0,0 0 0 0 0,1 1 0 0 0,-1-1 0 0 0,0 1 0 0 0,0-1 0 0 0,0 1 0 0 0,0-1 0 0 0,1 1-1 0 0,-1-1 1 0 0,0 1 0 0 0,0 0 0 0 0,0 0 0 0 0,0 0 0 0 0,-1 0 0 0 0,1-1 0 0 0,0 1 0 0 0,1 2 0 0 0,31 37 1873 0 0,-27-32-1671 0 0,44 61 1212 0 0,106 127 30 0 0,-154-193-1623 0 0,1 0 1 0 0,0 0-1 0 0,0-1 0 0 0,1 1 1 0 0,-1-1-1 0 0,0 1 1 0 0,1-1-1 0 0,0 0 1 0 0,4 1-1 0 0,-7-2 16 0 0,0-1 0 0 0,0 0 0 0 0,0 0 0 0 0,0 0 0 0 0,0 0 0 0 0,0 0 1 0 0,0 0-1 0 0,0 0 0 0 0,0 0 0 0 0,1 0 0 0 0,-1-1 0 0 0,0 1 0 0 0,-1 0 0 0 0,1-1 0 0 0,0 1 0 0 0,0-1 0 0 0,0 1 1 0 0,0-1-1 0 0,0 1 0 0 0,0-1 0 0 0,0 1 0 0 0,-1-1 0 0 0,1 0 0 0 0,0 0 0 0 0,0 1 0 0 0,-1-1 0 0 0,1 0 0 0 0,-1 0 1 0 0,1 0-1 0 0,-1 0 0 0 0,1 0 0 0 0,-1 0 0 0 0,1 0 0 0 0,-1 0 0 0 0,0 0 0 0 0,1 0 0 0 0,-1 0 0 0 0,0 0 0 0 0,0 0 1 0 0,0 0-1 0 0,0-1 0 0 0,3-21 134 0 0,0 1 0 0 0,-2-1 0 0 0,-1 1 0 0 0,-4-43 0 0 0,0-13 96 0 0,3 31-630 0 0,6-103-5956 0 0,-2 128-557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3.7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1827 30 2304 0 0,'-18'-30'18736'0'0,"18"44"-18493"0"0,11 138 460 0 0,7-1 1 0 0,37 153-1 0 0,-39-239-691 0 0,9 102 0 0 0,-22-135-17 0 0,-2 0 1 0 0,-1 1-1 0 0,-2-1 0 0 0,-1 1 1 0 0,-9 39-1 0 0,11-68 3 0 0,0 0-1 0 0,-1 1 1 0 0,1-1 0 0 0,-1 0 0 0 0,0 0-1 0 0,0 0 1 0 0,0 0 0 0 0,-1-1 0 0 0,1 1-1 0 0,-1-1 1 0 0,0 1 0 0 0,0-1 0 0 0,0 0-1 0 0,0 0 1 0 0,-1 0 0 0 0,1 0 0 0 0,-1-1-1 0 0,0 1 1 0 0,1-1 0 0 0,-1 0-1 0 0,0 0 1 0 0,0-1 0 0 0,-1 1 0 0 0,-4 0-1 0 0,-10 2-27 0 0,1-1 0 0 0,0-1-1 0 0,0-1 1 0 0,-31-2 0 0 0,6 1 123 0 0,-359 25-79 0 0,88-2-21 0 0,-2-26-72 0 0,-186-44-3455 0 0,478 45 2401 0 0,0-1 0 0 0,0-2-1 0 0,-25-7 1 0 0,25 3-4480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3.9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27 6449 0 0,'-1'-2'560'0'0,"1"0"0"0"0,0 0-1 0 0,-1 1 1 0 0,8-19 7728 0 0,-7 21-8221 0 0,6 16 1006 0 0,71 355 2357 0 0,-17-78-3091 0 0,-38-182-408 0 0,17 75-376 0 0,-28-148-1245 0 0,17 41 0 0 0,-21-64 283 0 0,-1-3-174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4.3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1 311 656 0 0,'0'-1'27'0'0,"0"-1"1"0"0,0 1-1 0 0,-1-1 0 0 0,1 1 0 0 0,0 0 1 0 0,0-1-1 0 0,0 1 0 0 0,1-1 0 0 0,-1 1 0 0 0,0-1 1 0 0,1 1-1 0 0,-1 0 0 0 0,0-1 0 0 0,1 1 1 0 0,0 0-1 0 0,-1-1 0 0 0,1 1 0 0 0,0 0 0 0 0,-1 0 1 0 0,1-1-1 0 0,0 1 0 0 0,0 0 0 0 0,0 0 1 0 0,0 0-1 0 0,0 0 0 0 0,0 0 0 0 0,1 1 1 0 0,-1-1-1 0 0,0 0 0 0 0,0 0 0 0 0,1 1 0 0 0,-1-1 1 0 0,2 0-1 0 0,50-23 1337 0 0,-52 24-1331 0 0,47-14 2039 0 0,0 2 0 0 0,1 3 0 0 0,90-7 0 0 0,-62 9-520 0 0,206-17 1378 0 0,-32 4-2159 0 0,34 0-308 0 0,13-1 392 0 0,-239 15-668 0 0,165-23 1020 0 0,-179 21-1532 0 0,-2-2 0 0 0,1-2 0 0 0,41-19 0 0 0,-66 23-6101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4.4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48 6417 0 0,'-1'-1'165'0'0,"0"0"0"0"0,0-1 0 0 0,1 1 0 0 0,-1-1 0 0 0,0 1 0 0 0,1-1 0 0 0,-1 1 0 0 0,1-1 0 0 0,-1 1 0 0 0,1-1 0 0 0,-1 0-1 0 0,1 1 1 0 0,0-3 0 0 0,0 3 151 0 0,-1 0-1 0 0,1 0 1 0 0,0 0-1 0 0,0-1 0 0 0,0 1 1 0 0,0 0-1 0 0,0 0 1 0 0,0 0-1 0 0,0 0 1 0 0,0 0-1 0 0,1 0 1 0 0,-1-1-1 0 0,0 1 0 0 0,1 0 1 0 0,-1 0-1 0 0,1 0 1 0 0,-1 0-1 0 0,1 0 1 0 0,-1 0-1 0 0,1 0 1 0 0,1-1-1 0 0,-2 2-179 0 0,1 1-1 0 0,0-1 1 0 0,-1 0-1 0 0,1 0 1 0 0,-1 1 0 0 0,1-1-1 0 0,0 0 1 0 0,-1 1-1 0 0,1-1 1 0 0,-1 0 0 0 0,1 1-1 0 0,-1-1 1 0 0,1 1 0 0 0,-1-1-1 0 0,1 1 1 0 0,-1-1-1 0 0,1 1 1 0 0,-1 0 0 0 0,0-1-1 0 0,1 1 1 0 0,-1-1-1 0 0,0 1 1 0 0,0 0 0 0 0,1-1-1 0 0,-1 2 1 0 0,8 18 446 0 0,-8-20-516 0 0,46 135 1661 0 0,44 118-2076 0 0,-89-252 113 0 0,7 20-1626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5.1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13 136 5065 0 0,'-1'-1'102'0'0,"0"1"1"0"0,0-1-1 0 0,0 0 1 0 0,0 0-1 0 0,0 1 0 0 0,1-1 1 0 0,-1 0-1 0 0,0 0 0 0 0,1 0 1 0 0,-1 0-1 0 0,0 0 1 0 0,1 0-1 0 0,-1 0 0 0 0,1 0 1 0 0,0 0-1 0 0,-1-1 0 0 0,1 1 1 0 0,0 0-1 0 0,0 0 1 0 0,0 0-1 0 0,0 0 0 0 0,0 0 1 0 0,0-1-1 0 0,0 1 0 0 0,0 0 1 0 0,0 0-1 0 0,0 0 0 0 0,1 0 1 0 0,-1 0-1 0 0,0-1 1 0 0,1 1-1 0 0,-1 0 0 0 0,1 0 1 0 0,-1 0-1 0 0,1 0 0 0 0,0 0 1 0 0,1-1-1 0 0,0-2-23 0 0,1-1 0 0 0,0 1 0 0 0,0 0 0 0 0,0 0-1 0 0,0 0 1 0 0,1 0 0 0 0,6-4 0 0 0,4-1 353 0 0,1 1 0 0 0,0 1 0 0 0,1 0 0 0 0,0 1 0 0 0,0 1 0 0 0,0 1 0 0 0,0 0 0 0 0,1 1 0 0 0,-1 0 0 0 0,1 2 0 0 0,0 0 0 0 0,0 1 0 0 0,0 0 0 0 0,30 6 0 0 0,-44-6-416 0 0,0 0 1 0 0,0 1-1 0 0,0 0 0 0 0,0-1 1 0 0,0 1-1 0 0,0 0 0 0 0,0 1 0 0 0,-1-1 1 0 0,1 0-1 0 0,0 1 0 0 0,-1 0 1 0 0,1-1-1 0 0,-1 1 0 0 0,1 0 1 0 0,-1 0-1 0 0,0 1 0 0 0,0-1 0 0 0,0 0 1 0 0,0 1-1 0 0,0-1 0 0 0,0 1 1 0 0,-1 0-1 0 0,1-1 0 0 0,-1 1 1 0 0,0 0-1 0 0,0 0 0 0 0,0 0 0 0 0,0 0 1 0 0,0 0-1 0 0,-1 0 0 0 0,0 0 1 0 0,1 0-1 0 0,-1 0 0 0 0,0 0 1 0 0,0 0-1 0 0,-1 0 0 0 0,1 1 0 0 0,-1-1 1 0 0,0 3-1 0 0,-2 4 36 0 0,0-1 1 0 0,0 0-1 0 0,-1 0 0 0 0,0 0 0 0 0,-1-1 1 0 0,0 1-1 0 0,0-1 0 0 0,-1 0 0 0 0,0-1 1 0 0,0 1-1 0 0,-11 9 0 0 0,-1-2 150 0 0,-1-2 0 0 0,0 1 0 0 0,-1-2 0 0 0,0-1 0 0 0,-25 10 0 0 0,23-12-936 0 0,0-1 0 0 0,-38 8-1 0 0,36-13-2459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5.4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 5529 0 0,'19'-13'6963'0'0,"-18"13"-6811"0"0,-1 1 0 0 0,0-1 0 0 0,1 1 0 0 0,-1-1 0 0 0,0 0 0 0 0,0 1 0 0 0,0-1 0 0 0,0 1 0 0 0,1-1 0 0 0,-1 1 0 0 0,0-1 0 0 0,0 0-1 0 0,0 1 1 0 0,0-1 0 0 0,0 1 0 0 0,0-1 0 0 0,0 1 0 0 0,0-1 0 0 0,0 1 0 0 0,0-1 0 0 0,0 0 0 0 0,-1 1 0 0 0,1-1 0 0 0,0 1-1 0 0,0-1 1 0 0,0 0 0 0 0,-1 1 0 0 0,-6 67 2923 0 0,2-30-2224 0 0,0 51 0 0 0,5-78-1060 0 0,1 0 0 0 0,0 0 0 0 0,0 0 0 0 0,1 0 0 0 0,1-1-1 0 0,0 1 1 0 0,0-1 0 0 0,1 0 0 0 0,7 14 0 0 0,-10-22-158 0 0,0 0 0 0 0,1 0 1 0 0,-1 0-1 0 0,1 0 0 0 0,-1 0 0 0 0,1 0 0 0 0,0-1 0 0 0,0 1 0 0 0,0-1 1 0 0,0 1-1 0 0,3 1 0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5.8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0 150 3225 0 0,'1'-3'-179'0'0,"7"-37"4236"0"0,-8 38-3845 0 0,0 1 0 0 0,0 0 0 0 0,1 0 0 0 0,-1 0 0 0 0,1 0 0 0 0,-1 0 1 0 0,1 0-1 0 0,-1 0 0 0 0,1 0 0 0 0,-1 0 0 0 0,1 0 0 0 0,0 0 0 0 0,-1 0 0 0 0,1 0 0 0 0,0 0 0 0 0,0 1 0 0 0,0-1 0 0 0,0 0 1 0 0,0 1-1 0 0,0-1 0 0 0,0 0 0 0 0,0 1 0 0 0,0-1 0 0 0,0 1 0 0 0,0 0 0 0 0,0-1 0 0 0,0 1 0 0 0,0 0 0 0 0,0 0 1 0 0,3-1-1 0 0,-3 2-83 0 0,0 0 1 0 0,1-1-1 0 0,-1 1 0 0 0,1 0 1 0 0,-1 0-1 0 0,0 0 1 0 0,1 0-1 0 0,-1 0 1 0 0,0 0-1 0 0,0 0 1 0 0,0 0-1 0 0,0 0 1 0 0,0 1-1 0 0,0-1 1 0 0,0 0-1 0 0,1 3 1 0 0,13 28 967 0 0,-11-22-693 0 0,0-2-335 0 0,8 19 838 0 0,30 48 0 0 0,-38-69-809 0 0,0 0 0 0 0,1 0 0 0 0,-1 0 1 0 0,1-1-1 0 0,0 1 0 0 0,1-2 0 0 0,-1 1 0 0 0,1 0 0 0 0,0-1 0 0 0,0 0 0 0 0,1 0 0 0 0,-1-1 0 0 0,10 4 0 0 0,-15-7-113 0 0,1 0-1 0 0,-1 1 1 0 0,1-1-1 0 0,-1 0 0 0 0,1 0 1 0 0,0 0-1 0 0,-1 0 1 0 0,1 0-1 0 0,-1 0 0 0 0,1 0 1 0 0,-1-1-1 0 0,1 1 1 0 0,0-1-1 0 0,-1 1 0 0 0,1-1 1 0 0,-1 1-1 0 0,0-1 1 0 0,1 0-1 0 0,-1 0 0 0 0,1 0 1 0 0,-1 0-1 0 0,0 0 1 0 0,0 0-1 0 0,0 0 0 0 0,0 0 1 0 0,0 0-1 0 0,0 0 1 0 0,0-1-1 0 0,0 1 0 0 0,0 0 1 0 0,0-1-1 0 0,0 1 1 0 0,-1-1-1 0 0,1 1 0 0 0,0-3 1 0 0,3-8-183 0 0,-1 1 0 0 0,0-1 0 0 0,2-21 0 0 0,-3 19 119 0 0,20-93-184 0 0,-19 96 344 0 0,1-1 1 0 0,0 1-1 0 0,0 0 0 0 0,1 1 0 0 0,0-1 0 0 0,1 1 1 0 0,8-11-1 0 0,-13 20-32 0 0,0 0 1 0 0,0 0-1 0 0,-1 0 1 0 0,1 0-1 0 0,0 0 1 0 0,0 0 0 0 0,0 1-1 0 0,0-1 1 0 0,0 0-1 0 0,0 1 1 0 0,0-1-1 0 0,1 1 1 0 0,-1-1-1 0 0,0 1 1 0 0,0-1-1 0 0,0 1 1 0 0,0 0-1 0 0,1 0 1 0 0,-1-1-1 0 0,0 1 1 0 0,0 0-1 0 0,1 0 1 0 0,-1 0-1 0 0,0 1 1 0 0,0-1-1 0 0,1 0 1 0 0,-1 0-1 0 0,0 1 1 0 0,0-1 0 0 0,0 0-1 0 0,0 1 1 0 0,1-1-1 0 0,-1 1 1 0 0,0 0-1 0 0,0-1 1 0 0,0 1-1 0 0,0 0 1 0 0,0 0-1 0 0,0-1 1 0 0,-1 1-1 0 0,1 0 1 0 0,0 0-1 0 0,0 0 1 0 0,1 2-1 0 0,5 6 231 0 0,0 1 0 0 0,-1 0 0 0 0,10 19 0 0 0,-10-18-367 0 0,6 12-96 0 0,1-1 0 0 0,0 0 0 0 0,2-1 1 0 0,0-1-1 0 0,33 33 0 0 0,-33-41-816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6.2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72 41 6849 0 0,'0'-1'71'0'0,"0"1"-1"0"0,0-1 1 0 0,0 1-1 0 0,0-1 1 0 0,0 1-1 0 0,0-1 0 0 0,0 1 1 0 0,0-1-1 0 0,0 1 1 0 0,-1 0-1 0 0,1-1 0 0 0,0 1 1 0 0,0-1-1 0 0,0 1 1 0 0,-1-1-1 0 0,1 1 0 0 0,0 0 1 0 0,-1-1-1 0 0,1 1 1 0 0,0 0-1 0 0,-1-1 1 0 0,1 1-1 0 0,-1 0 0 0 0,1-1 1 0 0,0 1-1 0 0,-1 0 1 0 0,1 0-1 0 0,-1-1 0 0 0,1 1 1 0 0,-1 0-1 0 0,1 0 1 0 0,-1 0-1 0 0,1 0 0 0 0,-1 0 1 0 0,1 0-1 0 0,-2 0 1 0 0,-15 13 2737 0 0,-9 29-173 0 0,22-30-2381 0 0,1 0-1 0 0,0 0 1 0 0,1 0 0 0 0,0 0-1 0 0,0 0 1 0 0,2 1 0 0 0,-1-1-1 0 0,2 0 1 0 0,-1 1 0 0 0,2-1 0 0 0,4 21-1 0 0,-4-27-144 0 0,-1 0 0 0 0,1-1 0 0 0,0 1-1 0 0,1-1 1 0 0,0 0 0 0 0,-1 1 0 0 0,2-1 0 0 0,-1-1-1 0 0,0 1 1 0 0,1 0 0 0 0,8 7 0 0 0,-9-10-40 0 0,1 1 0 0 0,-1-1 1 0 0,1 0-1 0 0,0 0 0 0 0,0 0 1 0 0,-1-1-1 0 0,1 1 0 0 0,1-1 1 0 0,-1 0-1 0 0,0 0 0 0 0,0 0 0 0 0,0-1 1 0 0,0 1-1 0 0,1-1 0 0 0,-1 0 1 0 0,0 0-1 0 0,0-1 0 0 0,5 0 0 0 0,-4 1-25 0 0,0-1-1 0 0,0 0 1 0 0,-1 0-1 0 0,1-1 1 0 0,0 1-1 0 0,-1-1 1 0 0,1 0-1 0 0,-1 0 1 0 0,0-1-1 0 0,1 1 1 0 0,-1-1-1 0 0,0 0 1 0 0,-1 0-1 0 0,1 0 1 0 0,0 0 0 0 0,-1-1-1 0 0,0 0 1 0 0,0 1-1 0 0,0-1 1 0 0,0 0-1 0 0,-1 0 1 0 0,1-1-1 0 0,-1 1 1 0 0,0-1-1 0 0,0 1 1 0 0,-1-1-1 0 0,0 1 1 0 0,1-1-1 0 0,-1 0 1 0 0,-1 0-1 0 0,1 0 1 0 0,-1 0-1 0 0,0 1 1 0 0,0-7-1 0 0,-1 1 13 0 0,0 0-1 0 0,0 0 0 0 0,-1-1 1 0 0,0 1-1 0 0,-1 1 1 0 0,0-1-1 0 0,-1 0 1 0 0,0 1-1 0 0,0 0 1 0 0,-1-1-1 0 0,0 2 0 0 0,-1-1 1 0 0,0 1-1 0 0,0 0 1 0 0,-11-11-1 0 0,7 10-35 0 0,0 1 0 0 0,-1 0 0 0 0,-20-12 0 0 0,28 18-99 0 0,0 1 0 0 0,0-1 0 0 0,1 1 0 0 0,-1 0 0 0 0,-1-1 0 0 0,1 1 0 0 0,0 1 0 0 0,0-1 0 0 0,0 0 0 0 0,0 1 0 0 0,-1 0 0 0 0,1-1 0 0 0,0 1 0 0 0,0 1 0 0 0,-1-1 0 0 0,1 0 0 0 0,0 1 0 0 0,0 0 0 0 0,0-1 0 0 0,-6 4 0 0 0,-2 9-3572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6.6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149 53 2761 0 0,'1'-2'364'0'0,"-1"1"-1"0"0,1-1 1 0 0,-1 0 0 0 0,0 0 0 0 0,0 0 0 0 0,0 0 0 0 0,0 0 0 0 0,0 0 0 0 0,0 0 0 0 0,0 0 0 0 0,-1 0 0 0 0,1 0-1 0 0,-1 0 1 0 0,1 0 0 0 0,-1 1 0 0 0,0-1 0 0 0,0 0 0 0 0,0 0 0 0 0,0 1 0 0 0,0-1 0 0 0,0 0 0 0 0,0 1 0 0 0,-1-1-1 0 0,-2-1 1 0 0,3 2-174 0 0,0 0-1 0 0,0 1 0 0 0,-1-1 1 0 0,1 0-1 0 0,0 1 1 0 0,-1 0-1 0 0,1-1 0 0 0,0 1 1 0 0,-1 0-1 0 0,1-1 1 0 0,-1 1-1 0 0,1 0 0 0 0,0 0 1 0 0,-1 0-1 0 0,1 1 0 0 0,-1-1 1 0 0,1 0-1 0 0,0 0 1 0 0,-1 1-1 0 0,1-1 0 0 0,0 1 1 0 0,-1-1-1 0 0,1 1 0 0 0,0-1 1 0 0,-1 1-1 0 0,1 0 1 0 0,0 0-1 0 0,0 0 0 0 0,0 0 1 0 0,0-1-1 0 0,0 1 0 0 0,0 1 1 0 0,0-1-1 0 0,-1 2 1 0 0,-9 9 35 0 0,1 2 1 0 0,1 0 0 0 0,0 0-1 0 0,0 0 1 0 0,2 1-1 0 0,0 0 1 0 0,-10 32 0 0 0,14-39-153 0 0,1-1 0 0 0,1 1 1 0 0,-1 0-1 0 0,1-1 0 0 0,0 1 1 0 0,1 0-1 0 0,0 0 0 0 0,0 0 1 0 0,1-1-1 0 0,0 1 0 0 0,0 0 0 0 0,1 0 1 0 0,0-1-1 0 0,0 1 0 0 0,0-1 1 0 0,1 0-1 0 0,1 1 0 0 0,7 12 1 0 0,-2-10-103 0 0,1 0 0 0 0,0-1 0 0 0,1 1 0 0 0,0-2 0 0 0,0 0 0 0 0,1 0 0 0 0,0-1 1 0 0,20 8-1 0 0,-18-8-6 0 0,0 0 1 0 0,-1 0-1 0 0,-1 1 1 0 0,1 1-1 0 0,-1 0 1 0 0,20 19-1 0 0,-31-26 39 0 0,0-1 0 0 0,0 0-1 0 0,0 0 1 0 0,0 1 0 0 0,0-1 0 0 0,-1 0-1 0 0,1 1 1 0 0,0-1 0 0 0,-1 1 0 0 0,1-1-1 0 0,-1 1 1 0 0,1-1 0 0 0,-1 1 0 0 0,0 0-1 0 0,1-1 1 0 0,-1 1 0 0 0,0 0-1 0 0,0-1 1 0 0,0 1 0 0 0,-1-1 0 0 0,1 1-1 0 0,0 0 1 0 0,-1 1 0 0 0,0 0 36 0 0,-1 0 0 0 0,1-1 0 0 0,-1 1 0 0 0,0 0 0 0 0,0-1 0 0 0,0 1 0 0 0,0-1 0 0 0,0 0 0 0 0,0 1 0 0 0,0-1 0 0 0,-4 2 0 0 0,-4 2 152 0 0,1 0 0 0 0,-1 0 0 0 0,0-1 0 0 0,-1-1 0 0 0,-18 7 0 0 0,17-8-241 0 0,0-1 1 0 0,0 0-1 0 0,0-1 1 0 0,0 0-1 0 0,0-1 0 0 0,-13-1 1 0 0,8-1-488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6.2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163 160 3225 0 0,'0'-1'107'0'0,"0"-1"0"0"0,0 1 1 0 0,0 0-1 0 0,0 0 0 0 0,-1-1 1 0 0,1 1-1 0 0,0 0 1 0 0,-1-1-1 0 0,1 1 0 0 0,-1 0 1 0 0,1 0-1 0 0,-1-1 0 0 0,0 1 1 0 0,1 0-1 0 0,-1 0 0 0 0,0 0 1 0 0,0 0-1 0 0,0 0 1 0 0,0 0-1 0 0,0 0 0 0 0,0 0 1 0 0,0 1-1 0 0,0-1 0 0 0,0 0 1 0 0,0 1-1 0 0,-1-1 0 0 0,1 0 1 0 0,0 1-1 0 0,0 0 1 0 0,-1-1-1 0 0,1 1 0 0 0,0 0 1 0 0,0-1-1 0 0,-1 1 0 0 0,1 0 1 0 0,0 0-1 0 0,-1 0 0 0 0,1 0 1 0 0,-3 1-1 0 0,0-1 97 0 0,1 0-1 0 0,-1 1 1 0 0,0 0-1 0 0,0 0 1 0 0,0 0-1 0 0,1 0 1 0 0,-1 0-1 0 0,0 1 1 0 0,1 0-1 0 0,-1-1 1 0 0,1 1-1 0 0,-5 4 1 0 0,0 2 19 0 0,1 1 0 0 0,1-1 0 0 0,-1 1 0 0 0,2 0 0 0 0,-1 1 1 0 0,1-1-1 0 0,1 1 0 0 0,-1 0 0 0 0,2 0 0 0 0,-1 0 0 0 0,-2 19 0 0 0,3-13-163 0 0,1 0 0 0 0,0 0 1 0 0,1 0-1 0 0,1-1 0 0 0,1 1 0 0 0,0 0 0 0 0,5 22 0 0 0,-5-32-52 0 0,0 0-1 0 0,1-1 1 0 0,0 1 0 0 0,0 0 0 0 0,1-1-1 0 0,-1 1 1 0 0,1-1 0 0 0,0 0 0 0 0,0 0 0 0 0,1 0-1 0 0,0 0 1 0 0,0-1 0 0 0,0 1 0 0 0,0-1-1 0 0,1 0 1 0 0,-1 0 0 0 0,1-1 0 0 0,0 1 0 0 0,0-1-1 0 0,1 0 1 0 0,-1-1 0 0 0,1 1 0 0 0,-1-1-1 0 0,1 0 1 0 0,10 2 0 0 0,-7-3 6 0 0,1 0 0 0 0,-1 0 0 0 0,0-1 0 0 0,1 0 0 0 0,-1-1 0 0 0,0 0 1 0 0,0-1-1 0 0,0 0 0 0 0,1 0 0 0 0,-2-1 0 0 0,1 0 0 0 0,0 0 0 0 0,-1-1 0 0 0,1 0 0 0 0,-1-1 0 0 0,8-5 0 0 0,-8 3 104 0 0,0 1-1 0 0,-1-1 0 0 0,0 0 0 0 0,0 0 1 0 0,0-1-1 0 0,-1 0 0 0 0,0 0 0 0 0,-1-1 1 0 0,0 1-1 0 0,0-1 0 0 0,-1 0 0 0 0,0-1 1 0 0,-1 1-1 0 0,0-1 0 0 0,0 0 0 0 0,-1 1 1 0 0,0-1-1 0 0,-1 0 0 0 0,0 0 0 0 0,0 0 1 0 0,-1 0-1 0 0,-1 0 0 0 0,0 0 0 0 0,-2-12 1 0 0,0 4 35 0 0,-1 0 1 0 0,-1 0-1 0 0,0 1 1 0 0,-1-1-1 0 0,-1 1 0 0 0,-1 1 1 0 0,-1-1-1 0 0,0 2 1 0 0,0-1-1 0 0,-2 1 1 0 0,0 1-1 0 0,-20-21 1 0 0,-4 9-330 0 0,33 24-14 0 0,0 1 0 0 0,0 0 0 0 0,0 0 0 0 0,0 0 0 0 0,-1 0 0 0 0,1 1 0 0 0,0-1 0 0 0,-1 0 0 0 0,1 1-1 0 0,-1 0 1 0 0,1 0 0 0 0,0 0 0 0 0,-1 0 0 0 0,1 0 0 0 0,-5 0 0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6.5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46 2761 0 0,'12'-12'-128'0'0,"10"-11"2195"0"0,-21 22-1646 0 0,0 0-1 0 0,0 0 0 0 0,0 1 0 0 0,0-1 1 0 0,0 0-1 0 0,1 0 0 0 0,-1 1 1 0 0,0-1-1 0 0,0 0 0 0 0,0 1 1 0 0,1-1-1 0 0,-1 1 0 0 0,0 0 1 0 0,1-1-1 0 0,1 1 0 0 0,-2 0-221 0 0,0 1 1 0 0,0 0-1 0 0,0-1 0 0 0,0 1 0 0 0,0 0 0 0 0,0-1 1 0 0,-1 1-1 0 0,1 0 0 0 0,0 0 0 0 0,-1 0 1 0 0,1 0-1 0 0,0 0 0 0 0,-1-1 0 0 0,1 1 1 0 0,-1 0-1 0 0,0 0 0 0 0,1 0 0 0 0,-1 1 0 0 0,0-1 1 0 0,1 0-1 0 0,-1 1 0 0 0,5 30 1107 0 0,-4-26-995 0 0,10 147 2117 0 0,-1-6-1660 0 0,-6-123-1368 0 0,0-1 1 0 0,1 0 0 0 0,2 0-1 0 0,12 30 1 0 0,-12-38-1438 0 0,-1-1-3748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6.7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0 183 9218 0 0,'0'-4'122'0'0,"0"0"-1"0"0,1 0 1 0 0,0-1-1 0 0,-1 1 1 0 0,1 0 0 0 0,1 0-1 0 0,-1 0 1 0 0,0 0 0 0 0,1 0-1 0 0,0 1 1 0 0,0-1-1 0 0,0 0 1 0 0,1 1 0 0 0,-1 0-1 0 0,1-1 1 0 0,-1 1-1 0 0,1 0 1 0 0,0 0 0 0 0,6-4-1 0 0,9-8 266 0 0,0 1 0 0 0,24-13-1 0 0,-38 24-369 0 0,9-5-97 0 0,0 1 0 0 0,1 0 0 0 0,22-9 0 0 0,-30 15-246 0 0,-1-1 1 0 0,0 1 0 0 0,0 0-1 0 0,0 0 1 0 0,0 0 0 0 0,1 1 0 0 0,-1 0-1 0 0,0 0 1 0 0,1 0 0 0 0,-1 1-1 0 0,0-1 1 0 0,0 1 0 0 0,10 3-1 0 0,0 3-1049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6.9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1 177 5065 0 0,'35'-24'4601'0'0,"3"-1"-4304"0"0,109-87-2029 0 0,-128 97 1719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7.1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62 16 6449 0 0,'-16'-9'138'0'0,"-8"2"4789"0"0,23 7-4769 0 0,0 0 1 0 0,0 0-1 0 0,0 1 1 0 0,0-1-1 0 0,0 0 1 0 0,1 0-1 0 0,-1 1 1 0 0,0-1 0 0 0,0 0-1 0 0,0 1 1 0 0,0-1-1 0 0,0 1 1 0 0,0 0-1 0 0,1-1 1 0 0,-1 1-1 0 0,0-1 1 0 0,0 1 0 0 0,1 0-1 0 0,-1 0 1 0 0,1-1-1 0 0,-1 1 1 0 0,0 0-1 0 0,1 0 1 0 0,0 0-1 0 0,-1 0 1 0 0,1 0 0 0 0,-1 0-1 0 0,1 0 1 0 0,0-1-1 0 0,0 1 1 0 0,0 0-1 0 0,-1 0 1 0 0,1 0 0 0 0,0 0-1 0 0,0 0 1 0 0,0 0-1 0 0,0 0 1 0 0,1 0-1 0 0,-1 1 1 0 0,2 27 193 0 0,1-1 1 0 0,2 0 0 0 0,1 0-1 0 0,1 0 1 0 0,17 42 0 0 0,-10-29-1062 0 0,12 56-1 0 0,-22-75-327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7.3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0 221 5065 0 0,'1'-8'292'0'0,"0"0"0"0"0,0 1 0 0 0,1-1 0 0 0,0 0 0 0 0,0 1 0 0 0,1 0-1 0 0,0-1 1 0 0,0 1 0 0 0,6-8 0 0 0,1 0 589 0 0,0 1-1 0 0,1 1 1 0 0,14-14-1 0 0,-15 16-384 0 0,1 1 0 0 0,0 1 0 0 0,16-11 0 0 0,-22 17-532 0 0,-1 0 0 0 0,1 1 1 0 0,0 0-1 0 0,-1 0 0 0 0,9-2 0 0 0,-10 3-229 0 0,-1 1-1 0 0,0-1 1 0 0,1 1 0 0 0,-1 0 0 0 0,0 0-1 0 0,1 0 1 0 0,-1 0 0 0 0,0 0-1 0 0,1 1 1 0 0,-1-1 0 0 0,0 1-1 0 0,0 0 1 0 0,3 0 0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7.4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64 2304 0 0,'-9'20'470'0'0,"9"-20"-377"0"0,0 0 0 0 0,0 1 0 0 0,0-1 0 0 0,0 0-1 0 0,0 1 1 0 0,0-1 0 0 0,0 0 0 0 0,0 0 0 0 0,0 1 0 0 0,0-1 0 0 0,0 0 0 0 0,0 1 0 0 0,0-1 0 0 0,1 0 0 0 0,-1 0 0 0 0,0 0 0 0 0,0 1 0 0 0,1-1 93 0 0,-1 0-93 0 0,0 1 0 0 0,0-1 0 0 0,0 0 0 0 0,1 0 0 0 0,-1 0 0 0 0,0 0 0 0 0,0 0 0 0 0,1 1-1 0 0,-1-1 1 0 0,0 0 0 0 0,1 0 0 0 0,-1 0 0 0 0,0 0 0 0 0,0 0 0 0 0,1 0 0 0 0,-1 0 0 0 0,4 0 528 0 0,0 0-1 0 0,0-1 1 0 0,0 0 0 0 0,0 0-1 0 0,0 0 1 0 0,0 0-1 0 0,-1 0 1 0 0,5-3 0 0 0,88-47 1686 0 0,-64 32-3936 0 0,-13 8-2926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8.1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2186 59 7834 0 0,'1'-4'147'0'0,"18"-32"1796"0"0,-1 17 3294 0 0,-17 19-5163 0 0,-1 0 1 0 0,1 0 0 0 0,-1 0 0 0 0,1 0 0 0 0,-1 0 0 0 0,0 0 0 0 0,1 1 0 0 0,-1-1-1 0 0,1 0 1 0 0,-1 0 0 0 0,1 0 0 0 0,-1 0 0 0 0,0 0 0 0 0,1 1 0 0 0,-1-1-1 0 0,0 0 1 0 0,1 0 0 0 0,-1 1 0 0 0,1-1 0 0 0,-1 0 0 0 0,0 0 0 0 0,0 1 0 0 0,1-1-1 0 0,-1 0 1 0 0,0 1 0 0 0,0-1 0 0 0,1 1 0 0 0,-1-1 0 0 0,0 0 0 0 0,0 1 0 0 0,0-1-1 0 0,1 1 1 0 0,-1-1 0 0 0,0 1 0 0 0,0-1 0 0 0,0 0 0 0 0,0 1 0 0 0,0-1-1 0 0,0 1 1 0 0,5 21 725 0 0,12 237 1458 0 0,-7-55-2154 0 0,11-67-86 0 0,76 263-1 0 0,-82-343-50 0 0,6 16-634 0 0,-3 0 0 0 0,13 127-1 0 0,-30-195 659 0 0,0-1-1 0 0,-1 1 0 0 0,0 0 0 0 0,0-1 0 0 0,0 1 0 0 0,-1 0 0 0 0,0-1 0 0 0,0 1 0 0 0,0 0 0 0 0,0-1 0 0 0,0 0 0 0 0,-1 1 0 0 0,0-1 0 0 0,0 0 1 0 0,0 0-1 0 0,-1 0 0 0 0,1 0 0 0 0,-1 0 0 0 0,0 0 0 0 0,0-1 0 0 0,0 1 0 0 0,-1-1 0 0 0,1 0 0 0 0,-1 0 0 0 0,0 0 0 0 0,0-1 0 0 0,0 1 0 0 0,0-1 1 0 0,0 0-1 0 0,0 0 0 0 0,0 0 0 0 0,-1-1 0 0 0,1 1 0 0 0,-1-1 0 0 0,-5 0 0 0 0,-44 10 112 0 0,-1-4 0 0 0,-1-2 0 0 0,-95-3 0 0 0,-35 3-66 0 0,-341 44-124 0 0,486-45 54 0 0,-353 21 532 0 0,-181-69-576 0 0,520 40-1194 0 0,-75 3 0 0 0,27 2-629 0 0,77-3 1252 0 0,1 0-28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8.4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54 2761 0 0,'-12'-28'813'0'0,"11"27"-668"0"0,1 0 0 0 0,0 0 1 0 0,0 0-1 0 0,0 1 0 0 0,-1-1 1 0 0,1 0-1 0 0,0 0 1 0 0,0 0-1 0 0,0 0 0 0 0,1 0 1 0 0,-1 1-1 0 0,0-1 1 0 0,0 0-1 0 0,0 0 0 0 0,1 0 1 0 0,-1 0-1 0 0,0 1 0 0 0,1-1 1 0 0,-1 0-1 0 0,0 0 1 0 0,1 1-1 0 0,-1-1 0 0 0,1 0 1 0 0,0 1-1 0 0,-1-1 0 0 0,1 0 1 0 0,-1 1-1 0 0,1-1 1 0 0,0 1-1 0 0,-1-1 0 0 0,1 1 1 0 0,1-1-1 0 0,0 1-17 0 0,-1 0 0 0 0,0 0 0 0 0,0 0 0 0 0,0 0 0 0 0,0 0 0 0 0,0 1 0 0 0,0-1 0 0 0,-1 0 0 0 0,1 1 0 0 0,0-1 0 0 0,0 1 0 0 0,0-1 0 0 0,0 1 0 0 0,0-1 0 0 0,0 1 0 0 0,-1 0 0 0 0,1-1 0 0 0,0 1 1 0 0,0 0-1 0 0,-1 0 0 0 0,1-1 0 0 0,-1 1 0 0 0,1 0 0 0 0,-1 0 0 0 0,1 0 0 0 0,-1 0 0 0 0,1 0 0 0 0,-1 0 0 0 0,0 0 0 0 0,1 1 0 0 0,12 35 1280 0 0,-12-35-1210 0 0,12 57 618 0 0,-3 0 1 0 0,-2 1 0 0 0,0 97 0 0 0,-1-20-534 0 0,0-62-366 0 0,3 0 0 0 0,3-1 0 0 0,27 88 0 0 0,-23-113-3303 0 0,28 59 1 0 0,-36-91-1111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8.7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20 654 3193 0 0,'-2'-4'7'0'0,"-1"-1"0"0"0,1 1 1 0 0,0 0-1 0 0,0 0 0 0 0,0-1 1 0 0,1 1-1 0 0,-1-1 0 0 0,1 0 1 0 0,0 1-1 0 0,0-1 0 0 0,1 0 1 0 0,0 0-1 0 0,0 0 0 0 0,0 1 1 0 0,0-1-1 0 0,1 0 0 0 0,-1 0 1 0 0,1 1-1 0 0,0-1 0 0 0,1 0 1 0 0,-1 1-1 0 0,1-1 0 0 0,0 1 1 0 0,0 0-1 0 0,0-1 0 0 0,1 1 1 0 0,0 0-1 0 0,-1 1 0 0 0,1-1 1 0 0,1 0-1 0 0,-1 1 0 0 0,0-1 1 0 0,1 1-1 0 0,0 0 0 0 0,0 0 1 0 0,0 1-1 0 0,8-5 0 0 0,22-5 820 0 0,0 0-1 0 0,1 3 0 0 0,46-7 0 0 0,18-5 784 0 0,732-149 4731 0 0,-79 21-1835 0 0,-607 105-3458 0 0,-92 26-456 0 0,99-19 1 0 0,-145 36-576 0 0,-1 0-1 0 0,0 0 1 0 0,1 1 0 0 0,-1 0-1 0 0,11 1 1 0 0,2 7-6098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4.3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39 208 1376 0 0,'-8'-19'1431'0'0,"0"-1"0"0"0,1 0-1 0 0,1 0 1 0 0,-3-23 0 0 0,8 25 5045 0 0,6 26-4497 0 0,9 11-1339 0 0,3 9-132 0 0,88 132 610 0 0,-83-130-1096 0 0,2-1 1 0 0,1-1-1 0 0,29 26 0 0 0,-49-50 16 0 0,0 0 0 0 0,0-1-1 0 0,0 1 1 0 0,0-1 0 0 0,0 0 0 0 0,1-1-1 0 0,0 1 1 0 0,-1-1 0 0 0,1 0 0 0 0,9 2-1 0 0,-13-4 17 0 0,0 0-1 0 0,0 0 1 0 0,-1 0 0 0 0,1 0-1 0 0,0 0 1 0 0,0 0 0 0 0,0 0-1 0 0,0 0 1 0 0,-1-1-1 0 0,1 1 1 0 0,0-1 0 0 0,0 1-1 0 0,-1-1 1 0 0,1 0-1 0 0,0 0 1 0 0,-1 0 0 0 0,1 0-1 0 0,-1 0 1 0 0,1 0-1 0 0,-1 0 1 0 0,0 0 0 0 0,1 0-1 0 0,-1-1 1 0 0,0 1-1 0 0,0-1 1 0 0,0 1 0 0 0,0-1-1 0 0,0 1 1 0 0,0-1-1 0 0,0 0 1 0 0,0 1 0 0 0,-1-1-1 0 0,1 0 1 0 0,-1 1 0 0 0,1-1-1 0 0,-1 0 1 0 0,0 0-1 0 0,1-2 1 0 0,5-52 311 0 0,-2 0-1 0 0,-5-71 1 0 0,1-13-359 0 0,0 126 11 0 0,1-6-772 0 0,0 20 659 0 0,-1 0-1 0 0,0-1 1 0 0,1 1-1 0 0,-1 0 0 0 0,1-1 1 0 0,-1 1-1 0 0,1 0 1 0 0,-1 0-1 0 0,1 0 1 0 0,-1-1-1 0 0,0 1 0 0 0,1 0 1 0 0,-1 0-1 0 0,1 0 1 0 0,-1 0-1 0 0,1 0 1 0 0,-1 0-1 0 0,1 0 0 0 0,-1 0 1 0 0,1 0-1 0 0,-1 0 1 0 0,1 0-1 0 0,-1 0 1 0 0,1 0-1 0 0,-1 1 0 0 0,1-1 1 0 0,-1 0-1 0 0,1 0 1 0 0,-1 0-1 0 0,1 1 1 0 0,-1-1-1 0 0,0 0 0 0 0,1 1 1 0 0,-1-1-1 0 0,0 0 1 0 0,1 1-1 0 0,0 0 1 0 0,7 3-1447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4.5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1 920 0 0,'1'0'590'0'0,"0"0"-250"0"0,0 0 1 0 0,0 0 0 0 0,0 0 0 0 0,0 1 0 0 0,0-1-1 0 0,7 5 3068 0 0,-7-3-3067 0 0,16 25 1048 0 0,-15-25-1248 0 0,11 25 954 0 0,0 1 0 0 0,9 29 0 0 0,-18-43-1199 0 0,0-1 1 0 0,-1 1-1 0 0,-1 0 0 0 0,0-1 0 0 0,0 1 1 0 0,-2 24-1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4.8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0 115 2385 0 0,'3'-5'150'0'0,"-1"0"1"0"0,1 0 0 0 0,0 0 0 0 0,0 1 0 0 0,1 0 0 0 0,-1-1 0 0 0,1 1 0 0 0,0 1 0 0 0,0-1 0 0 0,0 0 0 0 0,1 1 0 0 0,-1 0 0 0 0,1 0 0 0 0,7-3 0 0 0,8-4 692 0 0,0 1 0 0 0,26-8 1 0 0,-35 13-657 0 0,0 1 0 0 0,0 1 1 0 0,0-1-1 0 0,0 2 0 0 0,1 0 1 0 0,-1 0-1 0 0,1 1 0 0 0,11 1 1 0 0,-20-1-151 0 0,0 1 0 0 0,0-1 0 0 0,0 1 0 0 0,0-1 0 0 0,0 1 1 0 0,-1 0-1 0 0,1 0 0 0 0,0 0 0 0 0,-1 1 0 0 0,1-1 1 0 0,0 1-1 0 0,-1-1 0 0 0,0 1 0 0 0,1 0 0 0 0,-1 0 1 0 0,0 0-1 0 0,0 0 0 0 0,0 0 0 0 0,0 0 0 0 0,-1 1 1 0 0,1-1-1 0 0,0 1 0 0 0,-1-1 0 0 0,0 1 0 0 0,0 0 1 0 0,0-1-1 0 0,0 1 0 0 0,0 0 0 0 0,0 0 0 0 0,-1 0 1 0 0,1 0-1 0 0,-1-1 0 0 0,0 1 0 0 0,0 0 0 0 0,0 6 1 0 0,-1 5 306 0 0,-1 1 0 0 0,-1-1 0 0 0,0 0 0 0 0,-1 0 0 0 0,0 0 0 0 0,-1 0 0 0 0,-1-1 0 0 0,-7 14 0 0 0,-26 37-239 0 0,-4-6-3691 0 0,35-47-632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5.1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26 2304 0 0,'1'-2'178'0'0,"0"0"-1"0"0,0 0 0 0 0,0 1 0 0 0,0-1 1 0 0,1 1-1 0 0,-1-1 0 0 0,1 1 0 0 0,-1-1 1 0 0,1 1-1 0 0,0 0 0 0 0,-1 0 0 0 0,1 0 1 0 0,0 0-1 0 0,0 0 0 0 0,0 0 0 0 0,0 0 1 0 0,-1 1-1 0 0,1-1 0 0 0,0 1 0 0 0,0-1 1 0 0,0 1-1 0 0,1 0 0 0 0,2 0 0 0 0,-2 1 118 0 0,-1 0 0 0 0,1 0 0 0 0,0 0 0 0 0,-1 0 0 0 0,1 0-1 0 0,-1 1 1 0 0,1-1 0 0 0,-1 1 0 0 0,0 0 0 0 0,0 0 0 0 0,0 0-1 0 0,0 0 1 0 0,0 0 0 0 0,3 4 0 0 0,5 9 370 0 0,0 1 0 0 0,-2 0 0 0 0,0 0-1 0 0,6 18 1 0 0,-13-33-704 0 0,25 76 311 0 0,6 11-3921 0 0,-27-95 1415 0 0,-7-18 2304 0 0,-2 13-137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5.3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1 132 920 0 0,'1'-5'267'0'0,"1"-1"0"0"0,-1 0 0 0 0,1 1 0 0 0,0 0 1 0 0,1 0-1 0 0,-1-1 0 0 0,1 1 0 0 0,0 1 0 0 0,1-1 0 0 0,-1 0 0 0 0,1 1 0 0 0,0 0 0 0 0,0 0 0 0 0,0 0 0 0 0,0 0 0 0 0,9-5 0 0 0,-4 3 96 0 0,0 0-1 0 0,0 1 1 0 0,0 0 0 0 0,1 0-1 0 0,-1 1 1 0 0,1 0-1 0 0,0 1 1 0 0,16-3-1 0 0,-24 5-323 0 0,1 1-1 0 0,0 0 1 0 0,0-1-1 0 0,-1 1 1 0 0,1 1-1 0 0,0-1 0 0 0,0 0 1 0 0,0 1-1 0 0,-1-1 1 0 0,1 1-1 0 0,0 0 1 0 0,-1 0-1 0 0,1 0 1 0 0,0 0-1 0 0,-1 0 1 0 0,1 1-1 0 0,-1-1 1 0 0,4 4-1 0 0,-2-2 82 0 0,-1 1 0 0 0,-1-1-1 0 0,1 1 1 0 0,0-1 0 0 0,-1 1 0 0 0,0 0-1 0 0,0 0 1 0 0,0 0 0 0 0,0 0 0 0 0,2 9 0 0 0,-2-2 130 0 0,0 1 1 0 0,0-1-1 0 0,-1 0 1 0 0,-1 1-1 0 0,0-1 1 0 0,0 1 0 0 0,-1-1-1 0 0,-4 18 1 0 0,1-14 62 0 0,-2 0 0 0 0,1 1 1 0 0,-2-2-1 0 0,0 1 0 0 0,-1-1 0 0 0,-1 0 1 0 0,0-1-1 0 0,0 0 0 0 0,-23 23 0 0 0,20-24-1717 0 0,-1-1-1 0 0,-24 18 0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04.66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249 1 3681 0 0,'-5'8'358'0'0,"1"1"-1"0"0,0 0 1 0 0,0 1 0 0 0,1-1 0 0 0,1 1-1 0 0,-3 11 1 0 0,0 2 221 0 0,-21 88 1585 0 0,6 1 0 0 0,4 0 0 0 0,-1 144-1 0 0,-50 538-1173 0 0,18-316-1022 0 0,27 3 248 0 0,51 392 62 0 0,-1-2-49 0 0,-28-831-228 0 0,32 1125 735 0 0,28-531 432 0 0,23 313 159 0 0,-71-739-1130 0 0,54 681 911 0 0,-57-802-1074 0 0,69 828 308 0 0,-76-884-337 0 0,-2-1 1 0 0,-2 1 0 0 0,-7 46 0 0 0,6-63-496 0 0,0-1 1 0 0,-1 1-1 0 0,-12 23 1 0 0,11-26-466 0 0,-1-1 0 0 0,-1 0 0 0 0,0 0 0 0 0,0 0 0 0 0,-10 9 0 0 0,-1-2-4503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05.3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0 131 2761 0 0,'415'-48'3290'0'0,"300"2"-979"0"0,603 9-2559 0 0,-988 52 248 0 0,-144-4 0 0 0,-141-8-543 0 0,-2 0-2171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06.45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3813 1 1840 0 0,'-10'3'501'0'0,"0"1"-1"0"0,1 0 0 0 0,-1 1 0 0 0,1 0 0 0 0,0 0 1 0 0,1 1-1 0 0,-1 0 0 0 0,1 1 0 0 0,1 0 0 0 0,-1 0 1 0 0,1 0-1 0 0,0 1 0 0 0,1 0 0 0 0,0 1 0 0 0,-8 13 1 0 0,3-2 33 0 0,2-1 1 0 0,0 2-1 0 0,1-1 1 0 0,1 1-1 0 0,1 1 1 0 0,-4 27 0 0 0,-3 41 804 0 0,0 159 0 0 0,24 93-89 0 0,-7-253-898 0 0,2 49-256 0 0,4 504 522 0 0,-23-233-618 0 0,35-3 0 0 0,8-121-123 0 0,-8 361 1 0 0,-21 261 164 0 0,28 115 33 0 0,-23-291 1088 0 0,-6-534-990 0 0,34 567 172 0 0,-11-401-346 0 0,-16-261 93 0 0,3-1-1 0 0,5-1 0 0 0,5-1 0 0 0,47 144 0 0 0,-57-213-178 0 0,-1 1 0 0 0,-1 1 0 0 0,4 36 0 0 0,-11-53 53 0 0,0 0-1 0 0,0 0 0 0 0,-1 0 0 0 0,-1 0 0 0 0,-1 0 0 0 0,0 0 1 0 0,-1-1-1 0 0,0 1 0 0 0,-6 15 0 0 0,7-28 40 0 0,1 1 0 0 0,0-1 0 0 0,-1 0-1 0 0,0 0 1 0 0,1 0 0 0 0,-1 0 0 0 0,0 0 0 0 0,0 0-1 0 0,0 0 1 0 0,0-1 0 0 0,-1 1 0 0 0,1-1 0 0 0,0 1-1 0 0,-1-1 1 0 0,1 0 0 0 0,-6 2 0 0 0,-48 11 124 0 0,28-9-100 0 0,19-2-29 0 0,-153 39-196 0 0,-173 22 0 0 0,-50 0-737 0 0,-7 0 1186 0 0,-457 83 803 0 0,739-127-1089 0 0,0-5 0 0 0,0-5-1 0 0,-138-6 1 0 0,178-9 129 0 0,0-4 1 0 0,-94-24-1 0 0,-7-1 396 0 0,105 26-211 0 0,-129 4 0 0 0,64 5-144 0 0,75-1-63 0 0,39 1 32 0 0,0 0 1 0 0,0-1 0 0 0,0-1-1 0 0,0-1 1 0 0,0 0 0 0 0,-27-8-1 0 0,31 1-1481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42.45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301 353 920 0 0,'3'-17'810'0'0,"0"0"1"0"0,-1-1-1 0 0,0 1 0 0 0,-2 0 0 0 0,0-1 0 0 0,-1 1 0 0 0,0 0 1 0 0,-7-27-1 0 0,6 35-228 0 0,-1 0 0 0 0,0 0 1 0 0,0 0-1 0 0,-1 0 0 0 0,-1 1 0 0 0,1 0 1 0 0,-10-13-1 0 0,10 16-354 0 0,0 1 1 0 0,0-1-1 0 0,0 1 0 0 0,-1 1 1 0 0,1-1-1 0 0,-1 1 0 0 0,0-1 0 0 0,0 1 1 0 0,0 1-1 0 0,0-1 0 0 0,-1 1 1 0 0,1 0-1 0 0,-8-2 0 0 0,10 3-62 0 0,-1 0 0 0 0,0 1 0 0 0,1-1 0 0 0,-1 1 0 0 0,0 0 0 0 0,0 0 0 0 0,1 0-1 0 0,-1 1 1 0 0,0-1 0 0 0,1 1 0 0 0,-1 0 0 0 0,0 0 0 0 0,1 0 0 0 0,-1 0 0 0 0,1 1 0 0 0,-5 2 0 0 0,3-1 17 0 0,-1 1 1 0 0,1 0 0 0 0,1 0-1 0 0,-1 1 1 0 0,0-1-1 0 0,1 1 1 0 0,0 0 0 0 0,-6 11-1 0 0,1 0-6 0 0,1 0-1 0 0,1 0 0 0 0,0 1 0 0 0,1 0 0 0 0,-6 33 1 0 0,2 6-15 0 0,-4 78 1 0 0,13-105-156 0 0,1-1 0 0 0,1 0 0 0 0,2 0 0 0 0,10 49 0 0 0,-10-68-8 0 0,0 0 1 0 0,0-1-1 0 0,0 1 1 0 0,1-1-1 0 0,0 0 1 0 0,1 0-1 0 0,0 0 1 0 0,0-1-1 0 0,1 0 1 0 0,0 0 0 0 0,9 9-1 0 0,-5-7 3 0 0,1-1 0 0 0,0-1-1 0 0,0 0 1 0 0,0 0 0 0 0,1-1 0 0 0,0 0-1 0 0,15 4 1 0 0,4-1-19 0 0,1-1-1 0 0,1-2 1 0 0,-1-1-1 0 0,1-1 1 0 0,50-2 0 0 0,-71-1-2 0 0,0-2 1 0 0,-1 0-1 0 0,1 0 0 0 0,-1-1 1 0 0,1 0-1 0 0,-1-1 1 0 0,0-1-1 0 0,0 0 1 0 0,11-5-1 0 0,-16 6 29 0 0,0-1-1 0 0,-1 1 0 0 0,0-1 1 0 0,0 0-1 0 0,0-1 1 0 0,0 1-1 0 0,0-1 1 0 0,-1 0-1 0 0,0 0 0 0 0,0 0 1 0 0,-1 0-1 0 0,1-1 1 0 0,-1 0-1 0 0,0 0 0 0 0,-1 0 1 0 0,1 0-1 0 0,2-10 1 0 0,-1-5 76 0 0,0-1 0 0 0,-1 0 0 0 0,-2 0 0 0 0,0 1 0 0 0,-1-1-1 0 0,-1 0 1 0 0,-5-25 0 0 0,-38-152 479 0 0,27 134-402 0 0,12 46-128 0 0,-1 1-1 0 0,0-1 1 0 0,-2 1 0 0 0,0 0 0 0 0,-1 1 0 0 0,0 0 0 0 0,-16-20 0 0 0,21 32-41 0 0,-1-1 0 0 0,0 1 0 0 0,0 0 1 0 0,0 0-1 0 0,-1 1 0 0 0,0 0 0 0 0,0-1 1 0 0,0 2-1 0 0,0-1 0 0 0,-7-2 0 0 0,8 4-17 0 0,0 1 0 0 0,0 0 0 0 0,0 0 0 0 0,0 0 0 0 0,0 0 0 0 0,0 1 1 0 0,0 0-1 0 0,0 0 0 0 0,0 0 0 0 0,0 1 0 0 0,0-1 0 0 0,0 1 0 0 0,0 1 0 0 0,0-1 0 0 0,-8 4 0 0 0,-2 3-1622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42.9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1 258 5529 0 0,'7'4'690'0'0,"0"1"0"0"0,0-1 1 0 0,0 2-1 0 0,-1-1 0 0 0,0 1 0 0 0,0 0 0 0 0,0 0 0 0 0,-1 0 0 0 0,7 11 1 0 0,6 11 413 0 0,15 34 0 0 0,1 0-261 0 0,64 70 455 0 0,-38-55-742 0 0,-56-73-374 0 0,1 1 1 0 0,-1-1-1 0 0,1 0 0 0 0,0 0 1 0 0,0 0-1 0 0,11 5 1 0 0,-14-7-37 0 0,0-1 0 0 0,1 0 0 0 0,-1 0 0 0 0,0-1 0 0 0,1 1 0 0 0,-1 0 0 0 0,1-1 0 0 0,-1 1 0 0 0,4-1 1 0 0,-5 0-73 0 0,0 0 0 0 0,0 0 1 0 0,0 0-1 0 0,0-1 1 0 0,-1 1-1 0 0,1 0 0 0 0,0 0 1 0 0,0-1-1 0 0,0 1 1 0 0,0 0-1 0 0,0-1 1 0 0,-1 1-1 0 0,1-1 0 0 0,0 1 1 0 0,0-1-1 0 0,-1 0 1 0 0,1 1-1 0 0,0-1 1 0 0,-1 0-1 0 0,1 1 0 0 0,0-1 1 0 0,-1 0-1 0 0,1 0 1 0 0,0-1-1 0 0,2-6 163 0 0,0 0 0 0 0,-1-1-1 0 0,0 0 1 0 0,2-15 0 0 0,1-6 1 0 0,16-85 238 0 0,8-131 0 0 0,-17 121-213 0 0,-9 102-246 0 0,3-37 40 0 0,-6 56-55 0 0,0 1 1 0 0,0-1-1 0 0,0 1 0 0 0,0 0 1 0 0,-1-1-1 0 0,1 1 0 0 0,-1 0 0 0 0,0 0 1 0 0,0-1-1 0 0,0 1 0 0 0,-1 0 1 0 0,1 0-1 0 0,-4-5 0 0 0,5 8-14 0 0,-1-1 0 0 0,1 1 0 0 0,-1 0 0 0 0,1-1 0 0 0,-1 1 0 0 0,1 0 0 0 0,-1-1 0 0 0,1 1 0 0 0,-1 0 0 0 0,1 0 0 0 0,-1-1 0 0 0,0 1 0 0 0,1 0 0 0 0,-1 0 0 0 0,1 0 0 0 0,-1 0 0 0 0,0 0 0 0 0,1 0 0 0 0,-1 0 0 0 0,1 0 0 0 0,-1 0 0 0 0,0 0 0 0 0,0 0 0 0 0,-4 2-308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6:22.35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 1 6913 0 0,'-2'53'1471'0'0,"2"0"0"0"0,3-1-1 0 0,9 54 1 0 0,-1-15-1835 0 0,3 103 811 0 0,-17 314 1 0 0,-45 634 1899 0 0,49 655 1954 0 0,44-537-4008 0 0,-27 98 250 0 0,8 336-253 0 0,6-710-128 0 0,24 473 132 0 0,-32-1139-147 0 0,11 299 371 0 0,17-14 505 0 0,-48-563-964 0 0,-3-1 0 0 0,-1 1 0 0 0,-2 0 0 0 0,-1-1 1 0 0,-13 56-1 0 0,12-76 43 0 0,-4 35 265 0 0,8-51-356 0 0,0 1 0 0 0,0-1 1 0 0,0 0-1 0 0,1 0 0 0 0,-1 0 1 0 0,1 0-1 0 0,-1 0 0 0 0,1 0 1 0 0,0 0-1 0 0,0 0 0 0 0,1 0 1 0 0,-1-1-1 0 0,0 1 0 0 0,4 4 1 0 0,3 2-102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07.04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1376 143 5529 0 0,'-1'-1'106'0'0,"0"0"0"0"0,0 0 0 0 0,1 0 0 0 0,-1 0 0 0 0,0 0 0 0 0,0 0 0 0 0,0 0 0 0 0,0 0 1 0 0,0 0-1 0 0,0 0 0 0 0,0 0 0 0 0,-1 1 0 0 0,1-1 0 0 0,0 0 0 0 0,0 1 0 0 0,-1-1 0 0 0,1 1 0 0 0,0 0 0 0 0,-1-1 0 0 0,1 1 0 0 0,0 0 0 0 0,-1 0 0 0 0,0 0 0 0 0,-2 0 24 0 0,1 0-1 0 0,0 1 0 0 0,0-1 1 0 0,-1 1-1 0 0,1 0 1 0 0,0 0-1 0 0,0 1 0 0 0,0-1 1 0 0,-4 3-1 0 0,-5 3 19 0 0,1 1-1 0 0,1 0 1 0 0,-19 18-1 0 0,-29 40-724 0 0,3 2 0 0 0,-83 136-1 0 0,122-178 474 0 0,-47 79-95 0 0,5 3 1 0 0,-74 193-1 0 0,-46 244 1931 0 0,145-430-1269 0 0,66-195 2497 0 0,53-190-1932 0 0,-21 57-1105 0 0,-15 62-99 0 0,108-288-621 0 0,-68 258 408 0 0,-52 110 274 0 0,30-77 0 0 0,-68 146 110 0 0,1 1 0 0 0,-1 0 1 0 0,1 0-1 0 0,-1 0 0 0 0,1 0 0 0 0,-1-1 0 0 0,1 1 0 0 0,-1 0 1 0 0,0 0-1 0 0,0-1 0 0 0,0 1 0 0 0,0 0 0 0 0,0 0 1 0 0,0-1-1 0 0,0 1 0 0 0,0 0 0 0 0,0-1 0 0 0,-1 1 1 0 0,1-1-1 0 0,-1 1 8 0 0,0 1 0 0 0,1 0-1 0 0,-1 0 1 0 0,0 0 0 0 0,1-1 0 0 0,-1 1 0 0 0,1 0 0 0 0,-1 0-1 0 0,0 0 1 0 0,1 0 0 0 0,-1 0 0 0 0,0 0 0 0 0,1 1 0 0 0,-1-1 0 0 0,0 0-1 0 0,1 0 1 0 0,-1 0 0 0 0,0 0 0 0 0,1 1 0 0 0,-1-1 0 0 0,1 0-1 0 0,-1 1 1 0 0,1-1 0 0 0,-2 1 0 0 0,-5 4 64 0 0,0 0 0 0 0,0 1 0 0 0,1-1 0 0 0,-8 9 1 0 0,-1 5 46 0 0,0 1 0 0 0,2 1 0 0 0,0 0 0 0 0,-17 41 0 0 0,-29 97-365 0 0,50-134 174 0 0,-31 97 228 0 0,5 1 0 0 0,6 2-1 0 0,-16 150 1 0 0,42-241 189 0 0,1 0-1 0 0,5 56 1 0 0,-2-78-252 0 0,0-1 0 0 0,1 1 0 0 0,1-1 0 0 0,0 0 1 0 0,0 1-1 0 0,1-2 0 0 0,1 1 0 0 0,0 0 0 0 0,0-1 0 0 0,1 0 0 0 0,9 14 1 0 0,-12-21-64 0 0,0-1 0 0 0,-1 1 0 0 0,1 0 1 0 0,0-1-1 0 0,0 1 0 0 0,0-1 0 0 0,1 0 1 0 0,-1 0-1 0 0,1 0 0 0 0,-1-1 0 0 0,1 1 1 0 0,-1-1-1 0 0,1 0 0 0 0,0 0 0 0 0,0 0 1 0 0,3 0-1 0 0,0 0 28 0 0,-1-1 0 0 0,1 0 0 0 0,-1-1 0 0 0,0 0 1 0 0,1 0-1 0 0,-1 0 0 0 0,0-1 0 0 0,12-4 0 0 0,4-5 59 0 0,-1 0-1 0 0,0-1 1 0 0,0-1 0 0 0,18-17-1 0 0,6-6-42 0 0,-2-2 1 0 0,-2-2-1 0 0,41-51 0 0 0,99-146-182 0 0,-75 95-51 0 0,12-26-243 0 0,109-204-1 0 0,-186 304 67 0 0,3 1 0 0 0,56-64-1 0 0,-92 121 278 0 0,-9 8-78 0 0,-6 5 93 0 0,-7 5 43 0 0,-7 9 261 0 0,1 1 0 0 0,0 2 0 0 0,2 0 0 0 0,-23 30 0 0 0,-56 98 155 0 0,81-123-345 0 0,-37 61 72 0 0,-145 220-98 0 0,-221 337 27 0 0,189-277 578 0 0,217-347-544 0 0,-67 112 667 0 0,71-113-641 0 0,0 1 0 0 0,1 0 0 0 0,1 1 0 0 0,0 0 0 0 0,-4 25 0 0 0,11-44-120 0 0,0 0 0 0 0,-1-1 0 0 0,1 1 0 0 0,0 0 0 0 0,0 0 0 0 0,-1 0 0 0 0,1 0 0 0 0,0 0 0 0 0,0 0 0 0 0,0 0 0 0 0,0-1 0 0 0,0 1 0 0 0,1 0 0 0 0,-1 0 0 0 0,0 0 0 0 0,0 0 0 0 0,0 0 0 0 0,1 0 0 0 0,-1-1 0 0 0,0 1 0 0 0,1 0 0 0 0,-1 0 0 0 0,1 0 0 0 0,-1-1 0 0 0,1 1 0 0 0,-1 0 0 0 0,1-1 0 0 0,1 2 0 0 0,-1-2-8 0 0,0 0 1 0 0,1 0-1 0 0,-1 0 1 0 0,0 0-1 0 0,1 0 0 0 0,-1 0 1 0 0,0 0-1 0 0,1-1 1 0 0,-1 1-1 0 0,0 0 0 0 0,1-1 1 0 0,-1 1-1 0 0,0-1 1 0 0,0 0-1 0 0,0 1 0 0 0,2-2 1 0 0,7-5-69 0 0,0-1 0 0 0,17-16 1 0 0,112-124-138 0 0,207-288 0 0 0,-184 226-212 0 0,72-109-862 0 0,-205 272 1000 0 0,-7 9-187 0 0,2 0 0 0 0,52-61-1 0 0,-65 89 155 0 0,-15 19 281 0 0,-19 27 427 0 0,19-30-253 0 0,-142 259 1136 0 0,25-39-437 0 0,90-175-837 0 0,-230 386 229 0 0,29 15 98 0 0,193-370 21 0 0,-54 136 367 0 0,84-192-685 0 0,1 1 0 0 0,1 1-1 0 0,1-1 1 0 0,2 1 0 0 0,1 0 0 0 0,0 35 0 0 0,3-59-27 0 0,0 0 1 0 0,0-1-1 0 0,1 1 0 0 0,-1 0 1 0 0,1 0-1 0 0,0-1 0 0 0,0 1 1 0 0,0 0-1 0 0,0-1 0 0 0,1 1 1 0 0,3 5-1 0 0,-4-8-4 0 0,0 0 1 0 0,0 0-1 0 0,0 0 1 0 0,1 0-1 0 0,-1 0 0 0 0,0 0 1 0 0,1-1-1 0 0,-1 1 0 0 0,0 0 1 0 0,1-1-1 0 0,-1 1 1 0 0,1-1-1 0 0,-1 1 0 0 0,1-1 1 0 0,-1 0-1 0 0,1 0 0 0 0,-1 0 1 0 0,1 0-1 0 0,-1 0 1 0 0,1 0-1 0 0,-1 0 0 0 0,1 0 1 0 0,-1 0-1 0 0,1-1 0 0 0,-1 1 1 0 0,1-1-1 0 0,-1 1 1 0 0,0-1-1 0 0,1 1 0 0 0,-1-1 1 0 0,2-1-1 0 0,7-3-32 0 0,-1-1 0 0 0,0 0 0 0 0,0 0 0 0 0,-1-1 0 0 0,1 0 0 0 0,-1-1 0 0 0,-1 0 0 0 0,0 0 0 0 0,11-15 0 0 0,3-10-152 0 0,23-45 0 0 0,8-36-488 0 0,71-226 0 0 0,-40 96-495 0 0,-76 223 1022 0 0,-3 10-66 0 0,0-1 0 0 0,0 1 0 0 0,1 0 0 0 0,0 0 0 0 0,1 1-1 0 0,1-1 1 0 0,9-12 0 0 0,-31 84-2263 0 0,-29 121 2965 0 0,-46 158 894 0 0,-64 195 931 0 0,152-525-2296 0 0,-6 28-35 0 0,8-36 31 0 0,-1-1 0 0 0,1 1 0 0 0,0-1 0 0 0,0 1 0 0 0,0-1 0 0 0,0 1 0 0 0,0-1 0 0 0,0 1 0 0 0,1-1 0 0 0,-1 0 0 0 0,0 1 0 0 0,1-1 0 0 0,-1 1 1 0 0,1-1-1 0 0,0 0 0 0 0,-1 1 0 0 0,1-1 0 0 0,0 0 0 0 0,0 0 0 0 0,0 2 0 0 0,1-3-12 0 0,-1 1 0 0 0,1-1 0 0 0,-1 1 0 0 0,1-1 0 0 0,-1 0 0 0 0,1 0 1 0 0,0 0-1 0 0,-1 0 0 0 0,1 0 0 0 0,-1 0 0 0 0,1 0 0 0 0,-1 0 0 0 0,1-1 0 0 0,-1 1 0 0 0,1-1 1 0 0,-1 1-1 0 0,1-1 0 0 0,-1 1 0 0 0,0-1 0 0 0,1 0 0 0 0,-1 0 0 0 0,0 0 0 0 0,1 1 0 0 0,-1-1 0 0 0,2-2 1 0 0,30-27-370 0 0,-33 29 363 0 0,18-18-146 0 0,-2-2 1 0 0,0 0-1 0 0,-1-1 0 0 0,-2-1 1 0 0,19-39-1 0 0,41-130 771 0 0,-48 120-368 0 0,-18 53-220 0 0,0-4-1 0 0,1 1-1 0 0,1 0 1 0 0,1 1-1 0 0,1 0 1 0 0,20-30 0 0 0,-30 51-44 0 0,-1 0 0 0 0,0-1 0 0 0,0 1 0 0 0,1-1 1 0 0,-1 1-1 0 0,0 0 0 0 0,1-1 0 0 0,-1 1 1 0 0,0 0-1 0 0,1-1 0 0 0,-1 1 0 0 0,0 0 1 0 0,1 0-1 0 0,-1-1 0 0 0,1 1 0 0 0,-1 0 0 0 0,0 0 1 0 0,1 0-1 0 0,-1-1 0 0 0,1 1 0 0 0,-1 0 1 0 0,1 0-1 0 0,-1 0 0 0 0,1 0 0 0 0,-1 0 0 0 0,1 0 1 0 0,-1 0-1 0 0,0 0 0 0 0,1 0 0 0 0,-1 0 1 0 0,1 0-1 0 0,-1 1 0 0 0,1-1 0 0 0,-1 0 1 0 0,1 0-1 0 0,-1 0 0 0 0,0 1 0 0 0,1-1 0 0 0,-1 0 1 0 0,1 0-1 0 0,-1 1 0 0 0,0-1 0 0 0,1 0 1 0 0,-1 1-1 0 0,0-1 0 0 0,1 0 0 0 0,-1 1 1 0 0,0-1-1 0 0,0 0 0 0 0,1 1 0 0 0,-1-1 0 0 0,0 1 1 0 0,0-1-1 0 0,0 1 0 0 0,0-1 0 0 0,1 0 1 0 0,-1 1-1 0 0,0-1 0 0 0,0 1 0 0 0,0-1 0 0 0,0 1 1 0 0,0-1-1 0 0,0 2 0 0 0,6 32-449 0 0,-5 206-267 0 0,-3-97 1021 0 0,2-88-196 0 0,-1 3 44 0 0,10 81 0 0 0,-7-124-96 0 0,1 0 1 0 0,0 0 0 0 0,1 0-1 0 0,0-1 1 0 0,1 1 0 0 0,1-1 0 0 0,0 0-1 0 0,1-1 1 0 0,1 0 0 0 0,12 18-1 0 0,-16-26 9 0 0,0-1 0 0 0,0 1-1 0 0,0-1 1 0 0,0 0-1 0 0,1 0 1 0 0,-1-1-1 0 0,1 1 1 0 0,0-1 0 0 0,0 0-1 0 0,0-1 1 0 0,1 1-1 0 0,-1-1 1 0 0,1 0-1 0 0,-1 0 1 0 0,1-1 0 0 0,0 0-1 0 0,-1 0 1 0 0,13 1-1 0 0,-10-3-3 0 0,1 0 0 0 0,-1 0 0 0 0,1-1 0 0 0,-1 0 0 0 0,1 0 0 0 0,-1-1 0 0 0,0 0 0 0 0,0-1 0 0 0,0 0 0 0 0,-1 0 0 0 0,1 0 0 0 0,7-7-1 0 0,4-5-28 0 0,0 0 0 0 0,-1-1 0 0 0,-1 0 0 0 0,-1-1 0 0 0,25-36 0 0 0,-19 20-112 0 0,-1-1 0 0 0,27-64 1 0 0,-40 77-29 0 0,0 0 0 0 0,-1 0 0 0 0,-2-1 0 0 0,0 0 0 0 0,2-28 0 0 0,-6 38-19 0 0,-1 0 0 0 0,0 1 1 0 0,0-1-1 0 0,-1 0 0 0 0,-1 0 1 0 0,0 1-1 0 0,-1-1 0 0 0,0 1 1 0 0,-1 0-1 0 0,-11-24 0 0 0,14 34 110 0 0,0 0-1 0 0,0 0 0 0 0,0 0 0 0 0,0 0 1 0 0,-1 1-1 0 0,1-1 0 0 0,-1 0 0 0 0,1 1 1 0 0,-1-1-1 0 0,0 1 0 0 0,0-1 0 0 0,0 1 1 0 0,0 0-1 0 0,0-1 0 0 0,0 1 0 0 0,0 0 1 0 0,0 1-1 0 0,0-1 0 0 0,0 0 0 0 0,0 0 1 0 0,-3 1-1 0 0,1-1 11 0 0,1 2 1 0 0,-1-1-1 0 0,0 0 0 0 0,1 1 0 0 0,-1-1 1 0 0,0 1-1 0 0,1 0 0 0 0,-1 1 0 0 0,1-1 1 0 0,0 0-1 0 0,-7 5 0 0 0,-5 4 10 0 0,0 1 0 0 0,0 0 1 0 0,1 1-1 0 0,-13 16 0 0 0,23-24-12 0 0,-142 154-477 0 0,-51 52-366 0 0,76-92 849 0 0,-110 99 933 0 0,210-200-707 0 0,-1 0 0 0 0,0-2 0 0 0,-28 15 0 0 0,40-25-126 0 0,1 0 1 0 0,-1-1 0 0 0,0 0 0 0 0,0-1-1 0 0,0 0 1 0 0,0-1 0 0 0,-1 0 0 0 0,1 0 0 0 0,-1-1-1 0 0,1 0 1 0 0,-12-2 0 0 0,19 1-79 0 0,0 0 0 0 0,0-1 0 0 0,1 1 0 0 0,-1-1 0 0 0,0 0 0 0 0,1 0 1 0 0,-1 0-1 0 0,0 0 0 0 0,1-1 0 0 0,0 1 0 0 0,-1-1 0 0 0,1 1 0 0 0,0-1 0 0 0,0 0 0 0 0,0 0 0 0 0,-4-4 0 0 0,4 2-1 0 0,-1 0 0 0 0,0 0 0 0 0,1 0 0 0 0,0-1 0 0 0,0 1 0 0 0,0-1 0 0 0,1 0 0 0 0,-2-9 0 0 0,0-6 16 0 0,2 0 0 0 0,0 0-1 0 0,4-36 1 0 0,-2 42 1 0 0,50-349-302 0 0,-29 238 102 0 0,9-149 1 0 0,-31 267 154 0 0,0 1 0 0 0,0-1 0 0 0,0 1 0 0 0,-1 0 0 0 0,0-1 0 0 0,0 1 0 0 0,0 0 0 0 0,-1 0 0 0 0,0 0 0 0 0,0 0 0 0 0,-4-8 0 0 0,4 12 11 0 0,1 0-1 0 0,-1 0 0 0 0,0 0 0 0 0,0 1 0 0 0,0-1 1 0 0,0 0-1 0 0,0 1 0 0 0,0-1 0 0 0,0 1 0 0 0,0 0 1 0 0,-1 0-1 0 0,1-1 0 0 0,0 2 0 0 0,-1-1 0 0 0,1 0 1 0 0,-1 0-1 0 0,1 1 0 0 0,-1-1 0 0 0,0 1 0 0 0,1 0 1 0 0,-1 0-1 0 0,1 0 0 0 0,-1 0 0 0 0,1 0 0 0 0,-1 1 1 0 0,0-1-1 0 0,1 1 0 0 0,-1-1 0 0 0,-4 3 0 0 0,-7 2 5 0 0,1 1 0 0 0,-1 0 0 0 0,1 0-1 0 0,0 2 1 0 0,1-1 0 0 0,-1 2 0 0 0,2 0 0 0 0,-17 15-1 0 0,-3 7 9 0 0,-44 54 0 0 0,-242 317 328 0 0,-14 65 702 0 0,346-479-886 0 0,10-13-629 0 0,10-32 18 0 0,-2-1 0 0 0,-3-2 0 0 0,31-86 0 0 0,-13 30 648 0 0,-28 66-140 0 0,-15 34-34 0 0,0 0 1 0 0,2 1 0 0 0,0 0-1 0 0,1 0 1 0 0,16-23-1 0 0,-24 37-12 0 0,0 1 1 0 0,1 0-1 0 0,-1-1 0 0 0,0 1 0 0 0,1-1 0 0 0,-1 1 1 0 0,0 0-1 0 0,1-1 0 0 0,-1 1 0 0 0,0 0 0 0 0,1-1 1 0 0,-1 1-1 0 0,0 0 0 0 0,1-1 0 0 0,-1 1 0 0 0,1 0 1 0 0,-1 0-1 0 0,1 0 0 0 0,-1-1 0 0 0,1 1 0 0 0,-1 0 1 0 0,1 0-1 0 0,-1 0 0 0 0,1 0 0 0 0,-1 0 0 0 0,1 0 1 0 0,-1 0-1 0 0,1 0 0 0 0,3 12 83 0 0,-6 24 106 0 0,2-35-177 0 0,-111 502 1208 0 0,26-155-835 0 0,84-343-377 0 0,-3 9 72 0 0,1 0 0 0 0,0 0 0 0 0,2 0-1 0 0,-1 1 1 0 0,2-1 0 0 0,0 0-1 0 0,0 1 1 0 0,6 25 0 0 0,-6-38-63 0 0,1 0 1 0 0,-1 0 0 0 0,1 0-1 0 0,0-1 1 0 0,0 1-1 0 0,-1-1 1 0 0,1 1-1 0 0,1 0 1 0 0,-1-1-1 0 0,0 1 1 0 0,0-1 0 0 0,0 0-1 0 0,1 1 1 0 0,-1-1-1 0 0,1 0 1 0 0,-1 0-1 0 0,1 0 1 0 0,-1 0 0 0 0,1 0-1 0 0,-1 0 1 0 0,1-1-1 0 0,2 2 1 0 0,-1-2-10 0 0,0 1-1 0 0,1-1 1 0 0,-1 0 0 0 0,0 0-1 0 0,1 0 1 0 0,-1 0 0 0 0,1 0-1 0 0,-1-1 1 0 0,0 0 0 0 0,0 1-1 0 0,5-3 1 0 0,3-1-121 0 0,0-1 1 0 0,0-1-1 0 0,0 0 0 0 0,-1 0 1 0 0,17-14-1 0 0,50-50-496 0 0,-3-4-1 0 0,-4-3 1 0 0,68-94-1 0 0,29-83-20 0 0,-80 118 449 0 0,-85 132 177 0 0,30-40-6 0 0,-30 41 9 0 0,0 0 1 0 0,1 0-1 0 0,-1 1 0 0 0,1-1 0 0 0,0 1 0 0 0,0-1 0 0 0,0 1 0 0 0,0 0 0 0 0,1 0 0 0 0,-1 1 0 0 0,5-3 0 0 0,-7 4 0 0 0,-1 0 0 0 0,1 0 0 0 0,-1 0 0 0 0,1 0 0 0 0,-1 0 0 0 0,1-1 0 0 0,-1 1 0 0 0,1 0 0 0 0,-1 0 0 0 0,1 1-1 0 0,-1-1 1 0 0,1 0 0 0 0,-1 0 0 0 0,1 0 0 0 0,-1 0 0 0 0,1 0 0 0 0,-1 0 0 0 0,0 1 0 0 0,1-1 0 0 0,-1 0 0 0 0,1 0 0 0 0,-1 1 0 0 0,1-1 0 0 0,-1 0 0 0 0,0 1 0 0 0,1-1 0 0 0,-1 0-1 0 0,0 1 1 0 0,1 0 0 0 0,3 17 5 0 0,-11 24 83 0 0,6-38-56 0 0,-111 364 1837 0 0,-31-9-283 0 0,110-280-1392 0 0,1-4 151 0 0,-37 99 626 0 0,68-171-947 0 0,0 0 1 0 0,0-1-1 0 0,1 1 1 0 0,-1 0-1 0 0,1-1 1 0 0,0 1-1 0 0,0 0 1 0 0,0 0-1 0 0,0-1 1 0 0,0 5-1 0 0,1-7-23 0 0,-1 1-1 0 0,0-1 1 0 0,0 0-1 0 0,0 1 0 0 0,0-1 1 0 0,1 1-1 0 0,-1-1 1 0 0,0 1-1 0 0,1-1 1 0 0,-1 0-1 0 0,0 1 0 0 0,0-1 1 0 0,1 0-1 0 0,-1 1 1 0 0,1-1-1 0 0,-1 0 0 0 0,0 0 1 0 0,1 1-1 0 0,-1-1 1 0 0,1 0-1 0 0,-1 0 1 0 0,0 0-1 0 0,2 1 0 0 0,15-6-142 0 0,-6-1-238 0 0,0-1 1 0 0,-1 0-1 0 0,0-1 0 0 0,-1 0 0 0 0,16-17 0 0 0,39-55-1648 0 0,-43 53 1693 0 0,7-9-167 0 0,56-72 26 0 0,147-148-1 0 0,-225 250 508 0 0,0 1-1 0 0,0 0 1 0 0,0 1 0 0 0,9-5-1 0 0,-14 8-16 0 0,-1 1-1 0 0,1-1 1 0 0,0 1-1 0 0,0-1 1 0 0,-1 1-1 0 0,1-1 1 0 0,0 1-1 0 0,0 0 1 0 0,0-1-1 0 0,0 1 1 0 0,-1 0-1 0 0,1 0 0 0 0,0 0 1 0 0,0-1-1 0 0,0 1 1 0 0,0 0-1 0 0,0 0 1 0 0,0 1-1 0 0,0-1 1 0 0,-1 0-1 0 0,1 0 1 0 0,0 0-1 0 0,0 0 1 0 0,0 1-1 0 0,0-1 0 0 0,0 0 1 0 0,-1 1-1 0 0,1-1 1 0 0,0 1-1 0 0,0-1 1 0 0,-1 1-1 0 0,1-1 1 0 0,0 1-1 0 0,-1-1 1 0 0,1 1-1 0 0,0 0 1 0 0,-1 0-1 0 0,1-1 1 0 0,-1 1-1 0 0,1 0 0 0 0,-1 0 1 0 0,1-1-1 0 0,-1 1 1 0 0,0 0-1 0 0,1 0 1 0 0,-1 0-1 0 0,0 0 1 0 0,0 0-1 0 0,0-1 1 0 0,0 3-1 0 0,2 12 197 0 0,-1 0 1 0 0,0 0-1 0 0,-1 0 1 0 0,-1 0-1 0 0,-1 0 0 0 0,-3 16 1 0 0,-26 91 613 0 0,24-97-640 0 0,-22 67 599 0 0,-56 124 1 0 0,-60 78 94 0 0,85-175-627 0 0,48-96-169 0 0,7-16-35 0 0,1 1 0 0 0,0-1 0 0 0,0 1-1 0 0,1 0 1 0 0,0 0 0 0 0,0 1-1 0 0,1-1 1 0 0,-1 12 0 0 0,3-20-45 0 0,0 0-1 0 0,0 1 1 0 0,0-1 0 0 0,0 0 0 0 0,0 1-1 0 0,0-1 1 0 0,0 0 0 0 0,1 1-1 0 0,-1-1 1 0 0,0 1 0 0 0,0-1 0 0 0,0 0-1 0 0,1 0 1 0 0,-1 1 0 0 0,0-1-1 0 0,1 0 1 0 0,-1 1 0 0 0,0-1 0 0 0,1 0-1 0 0,-1 0 1 0 0,0 0 0 0 0,1 1-1 0 0,-1-1 1 0 0,0 0 0 0 0,1 0 0 0 0,-1 0-1 0 0,0 0 1 0 0,1 0 0 0 0,-1 0-1 0 0,1 0 1 0 0,-1 0 0 0 0,0 0 0 0 0,1 0-1 0 0,-1 0 1 0 0,0 0 0 0 0,1 0-1 0 0,-1 0 1 0 0,1 0 0 0 0,-1 0 0 0 0,0 0-1 0 0,1 0 1 0 0,-1 0 0 0 0,0-1-1 0 0,1 1 1 0 0,-1 0 0 0 0,0 0 0 0 0,1 0-1 0 0,-1-1 1 0 0,0 1 0 0 0,1 0-1 0 0,-1 0 1 0 0,1-1 0 0 0,20-12-332 0 0,9-13-518 0 0,-1 0-1 0 0,48-59 1 0 0,-20 21-47 0 0,46-51 143 0 0,49-51 703 0 0,-124 139 32 0 0,2 1-1 0 0,0 1 1 0 0,55-33 0 0 0,-77 53 23 0 0,1 1 1 0 0,-1 0-1 0 0,1 0 1 0 0,0 1-1 0 0,0 0 1 0 0,0 1-1 0 0,0 0 0 0 0,0 1 1 0 0,0-1-1 0 0,10 1 1 0 0,-16 1 8 0 0,-1 0 0 0 0,1 1 0 0 0,0-1 0 0 0,-1 0-1 0 0,1 1 1 0 0,0-1 0 0 0,-1 1 0 0 0,1 0 0 0 0,-1 0 0 0 0,1 0 0 0 0,-1 0 0 0 0,0 0 0 0 0,1 1 0 0 0,-1-1 0 0 0,0 1 0 0 0,0-1 0 0 0,0 1 0 0 0,0 0 0 0 0,0 0 0 0 0,0 0 0 0 0,-1 0 0 0 0,1 0 0 0 0,-1 0 0 0 0,1 1 0 0 0,-1-1 0 0 0,0 0 0 0 0,0 1 0 0 0,0-1 0 0 0,0 1 0 0 0,0-1 0 0 0,-1 1 0 0 0,1-1 0 0 0,-1 1 0 0 0,1 0 0 0 0,-1-1 0 0 0,0 1 0 0 0,0 0 0 0 0,0-1 0 0 0,-1 4-1 0 0,-1 14 199 0 0,0-1 0 0 0,-1 0-1 0 0,-1 1 1 0 0,-1-2-1 0 0,-1 1 1 0 0,-16 35-1 0 0,-64 104 1060 0 0,67-125-983 0 0,-118 185 1078 0 0,189-272-2596 0 0,115-206-3138 0 0,-22-13 4414 0 0,-96 177 352 0 0,-41 81-186 0 0,-4 6 5 0 0,0 1 0 0 0,0 0 0 0 0,0 0-1 0 0,1 0 1 0 0,1 0 0 0 0,-1 1 0 0 0,1 0-1 0 0,1 0 1 0 0,8-8 0 0 0,-14 15-196 0 0,-1 0 0 0 0,0 0 1 0 0,0 0-1 0 0,0-1 0 0 0,0 1 1 0 0,1 0-1 0 0,-1 0 0 0 0,0 0 0 0 0,0 0 1 0 0,1 0-1 0 0,-1 0 0 0 0,0 0 1 0 0,0-1-1 0 0,0 1 0 0 0,1 0 0 0 0,-1 0 1 0 0,0 0-1 0 0,0 0 0 0 0,1 0 1 0 0,-1 0-1 0 0,0 0 0 0 0,0 0 0 0 0,1 0 1 0 0,-1 0-1 0 0,0 0 0 0 0,0 1 1 0 0,1-1-1 0 0,-1 0 0 0 0,0 0 0 0 0,0 0 1 0 0,0 0-1 0 0,1 0 0 0 0,-1 0 1 0 0,0 0-1 0 0,0 1 0 0 0,1-1 0 0 0,0 11 356 0 0,-5 17-125 0 0,3-26-194 0 0,-32 117 385 0 0,-96 226 1 0 0,-5-90-503 0 0,91-182 9 0 0,4 1 0 0 0,-38 100 0 0 0,72-163 30 0 0,3-6 9 0 0,0-1 1 0 0,1 0-1 0 0,-1 1 0 0 0,1 0 1 0 0,0-1-1 0 0,0 1 1 0 0,0 0-1 0 0,1-1 1 0 0,0 1-1 0 0,0 0 1 0 0,0 7-1 0 0,1-11-5 0 0,-1 0 1 0 0,1-1-1 0 0,-1 1 0 0 0,1 0 0 0 0,0-1 0 0 0,-1 1 0 0 0,1 0 0 0 0,0-1 0 0 0,-1 1 1 0 0,1-1-1 0 0,0 1 0 0 0,-1-1 0 0 0,1 0 0 0 0,0 1 0 0 0,0-1 0 0 0,0 0 1 0 0,0 1-1 0 0,-1-1 0 0 0,1 0 0 0 0,0 0 0 0 0,0 0 0 0 0,0 0 0 0 0,0 0 0 0 0,0 0 1 0 0,-1 0-1 0 0,1 0 0 0 0,0 0 0 0 0,0 0 0 0 0,0 0 0 0 0,0 0 0 0 0,0-1 1 0 0,-1 1-1 0 0,1 0 0 0 0,0-1 0 0 0,1 0 0 0 0,32-14-1103 0 0,-2-4-58 0 0,-1-2 0 0 0,-2 0-1 0 0,54-51 1 0 0,70-92-1751 0 0,-80 82 2540 0 0,53-42 315 0 0,167-129 1 0 0,-246 215 163 0 0,-15 11 241 0 0,1 2-1 0 0,57-32 1 0 0,-79 50-207 0 0,0 2 0 0 0,1 0-1 0 0,0 0 1 0 0,0 1 0 0 0,0 0-1 0 0,0 1 1 0 0,0 0 0 0 0,1 1 0 0 0,-1 1-1 0 0,1 0 1 0 0,0 0 0 0 0,21 3-1 0 0,-30-1-92 0 0,0-1-1 0 0,0 1 0 0 0,0 0 0 0 0,0 0 0 0 0,-1 1 0 0 0,1-1 0 0 0,0 1 1 0 0,-1 0-1 0 0,0 0 0 0 0,1 0 0 0 0,-1 0 0 0 0,0 0 0 0 0,0 1 0 0 0,0 0 1 0 0,0-1-1 0 0,0 1 0 0 0,3 6 0 0 0,-3-4-27 0 0,0 0 1 0 0,-1 1 0 0 0,1-1-1 0 0,-1 1 1 0 0,0 0-1 0 0,-1-1 1 0 0,0 1-1 0 0,0 0 1 0 0,0 0-1 0 0,0 9 1 0 0,-2 9-28 0 0,-1 0 0 0 0,-1-1 0 0 0,-1 0 0 0 0,-12 41 0 0 0,-30 70 526 0 0,-70 145 0 0 0,66-166 128 0 0,3-7-91 0 0,10-26 117 0 0,-39 121 0 0 0,73-191-548 0 0,0 1 0 0 0,1-1 0 0 0,0 1 0 0 0,1 0 0 0 0,0 15 0 0 0,1-24-96 0 0,0 0-1 0 0,0 0 0 0 0,0 0 0 0 0,0 0 0 0 0,1 0 0 0 0,-1 0 1 0 0,1 0-1 0 0,-1 0 0 0 0,1 0 0 0 0,0 0 0 0 0,0 0 0 0 0,0 0 1 0 0,0-1-1 0 0,0 1 0 0 0,0 0 0 0 0,0-1 0 0 0,1 1 0 0 0,-1 0 1 0 0,0-1-1 0 0,1 0 0 0 0,0 1 0 0 0,-1-1 0 0 0,1 0 0 0 0,0 0 1 0 0,0 0-1 0 0,-1 0 0 0 0,1 0 0 0 0,0 0 0 0 0,0 0 1 0 0,0-1-1 0 0,0 1 0 0 0,0-1 0 0 0,0 1 0 0 0,0-1 0 0 0,3 0 1 0 0,5 0-102 0 0,0 0 1 0 0,1-1 0 0 0,-1 0 0 0 0,0-1 0 0 0,0 0-1 0 0,0-1 1 0 0,0 0 0 0 0,-1 0 0 0 0,14-8 0 0 0,13-7-700 0 0,35-25 1 0 0,-38 22 82 0 0,291-186-3346 0 0,-13 8 3840 0 0,-238 153 588 0 0,151-85 2041 0 0,-190 114-1902 0 0,0 2-1 0 0,0 2 1 0 0,1 1-1 0 0,1 2 1 0 0,36-6-1 0 0,-63 15-443 0 0,14-3 351 0 0,41-1-1 0 0,-59 4-385 0 0,1 1 0 0 0,0 1-1 0 0,-1-1 1 0 0,1 1 0 0 0,-1 0 0 0 0,0 0 0 0 0,1 1 0 0 0,-1-1 0 0 0,0 1-1 0 0,0 1 1 0 0,0-1 0 0 0,0 1 0 0 0,6 3 0 0 0,-9-4-38 0 0,-1 0-1 0 0,1 0 1 0 0,-1 0 0 0 0,0 0 0 0 0,1 0-1 0 0,-1 0 1 0 0,0 0 0 0 0,-1 0 0 0 0,1 0-1 0 0,0 0 1 0 0,0 0 0 0 0,-1 1-1 0 0,1-1 1 0 0,-1 0 0 0 0,0 1 0 0 0,0-1-1 0 0,0 0 1 0 0,0 1 0 0 0,0-1 0 0 0,0 0-1 0 0,-1 0 1 0 0,1 1 0 0 0,-2 3 0 0 0,-2 7 8 0 0,0-1 1 0 0,-11 23 0 0 0,14-32-4 0 0,-13 26 198 0 0,-2-2 0 0 0,-18 28 0 0 0,24-42-153 0 0,0 0 0 0 0,0-1 1 0 0,-1 0-1 0 0,-1 0 1 0 0,-22 17-1 0 0,74-87-1110 0 0,-4 7 17 0 0,-1-2 0 0 0,-4-2 0 0 0,-1-1 0 0 0,-4-1 0 0 0,31-93 0 0 0,-55 144 1083 0 0,0-1-1 0 0,-1 1 1 0 0,0-1-1 0 0,0 1 1 0 0,-1-1-1 0 0,1 0 1 0 0,-2 0-1 0 0,1 1 1 0 0,-2-9-1 0 0,2 13-12 0 0,-1 0-1 0 0,0 0 1 0 0,1 0-1 0 0,-1 0 1 0 0,0 0 0 0 0,0 1-1 0 0,0-1 1 0 0,0 0-1 0 0,0 1 1 0 0,-1-1-1 0 0,1 0 1 0 0,0 1 0 0 0,-1 0-1 0 0,0-1 1 0 0,1 1-1 0 0,-1 0 1 0 0,1 0-1 0 0,-1 0 1 0 0,0 0-1 0 0,0 0 1 0 0,0 0 0 0 0,0 0-1 0 0,1 1 1 0 0,-1-1-1 0 0,0 1 1 0 0,0-1-1 0 0,0 1 1 0 0,0 0-1 0 0,0-1 1 0 0,-1 1 0 0 0,1 1-1 0 0,0-1 1 0 0,0 0-1 0 0,-3 1 1 0 0,-13 3 175 0 0,-1 0 0 0 0,1 2 0 0 0,0 0 0 0 0,0 1 0 0 0,1 1 0 0 0,-30 18 0 0 0,7-5 211 0 0,-303 179 1878 0 0,15 27-827 0 0,-41 25-454 0 0,251-179-644 0 0,-154 70 0 0 0,267-140-365 0 0,-17 7 20 0 0,-2 0 1 0 0,-27 7-1 0 0,46-15-30 0 0,0-1 1 0 0,0 0-1 0 0,-1 0 1 0 0,1 0-1 0 0,-1-1 1 0 0,1 0-1 0 0,-1 0 1 0 0,1 0-1 0 0,0 0 1 0 0,-1-1-1 0 0,1 0 1 0 0,-1 0-1 0 0,1-1 1 0 0,0 1-1 0 0,0-1 0 0 0,-5-3 1 0 0,7 3-23 0 0,0-1 0 0 0,0 1 0 0 0,0-1 0 0 0,1 0 0 0 0,-1 0 0 0 0,1 0 0 0 0,0-1 0 0 0,0 1 0 0 0,0 0 0 0 0,0-1 0 0 0,1 0 0 0 0,0 1 0 0 0,-1-1 0 0 0,1 0 0 0 0,0 1-1 0 0,1-1 1 0 0,-1 0 0 0 0,1 0 0 0 0,0 0 0 0 0,0 0 0 0 0,0 0 0 0 0,1-7 0 0 0,1-9-238 0 0,1-1-1 0 0,11-36 1 0 0,-14 55 249 0 0,16-50-554 0 0,2 1 0 0 0,26-50 0 0 0,57-93 229 0 0,-47 93 909 0 0,-53 101-543 0 0,-1 0 0 0 0,0-1 0 0 0,1 1 0 0 0,-1-1 0 0 0,0 1 0 0 0,1-1 0 0 0,-1 1 0 0 0,0 0 0 0 0,1-1 0 0 0,-1 1 0 0 0,0-1 0 0 0,0 1 0 0 0,0-1 0 0 0,1 1 0 0 0,-1-1 0 0 0,0 0 0 0 0,0 1 0 0 0,0-1 0 0 0,0 1 0 0 0,0-1 0 0 0,0 1 0 0 0,0-1 0 0 0,0 1 0 0 0,0-1 0 0 0,0 1 0 0 0,0-1 0 0 0,0 0 0 0 0,-1 1 0 0 0,1-1 0 0 0,0 1 0 0 0,0-1 0 0 0,-1 1 0 0 0,1-1 0 0 0,0 1 0 0 0,-1-1 0 0 0,-19 6 480 0 0,-26 24 100 0 0,-112 96-102 0 0,-149 150 0 0 0,250-220-575 0 0,-186 169-144 0 0,-16-22 294 0 0,248-194-81 0 0,7-4-2 0 0,0-1 0 0 0,0-1 1 0 0,0 1-1 0 0,0 0 0 0 0,0-1 1 0 0,-1 0-1 0 0,1 0 0 0 0,-1 0 0 0 0,0 0 1 0 0,1-1-1 0 0,-8 1 0 0 0,11-2-2 0 0,1 0-1 0 0,0 0 0 0 0,-1 0 1 0 0,1 0-1 0 0,0 0 0 0 0,-1 0 1 0 0,1 0-1 0 0,-1 0 0 0 0,1-1 1 0 0,0 1-1 0 0,-1 0 0 0 0,1 0 0 0 0,0 0 1 0 0,0-1-1 0 0,-1 1 0 0 0,1 0 1 0 0,0-1-1 0 0,-1 1 0 0 0,1 0 1 0 0,0 0-1 0 0,0-1 0 0 0,0 1 1 0 0,-1 0-1 0 0,1-1 0 0 0,0 1 1 0 0,0-1-1 0 0,0 1 0 0 0,0 0 1 0 0,0-1-1 0 0,0 1 0 0 0,-1-1 1 0 0,3-18-244 0 0,10-21-145 0 0,-10 36 304 0 0,32-85-1064 0 0,4 3-1 0 0,4 1 1 0 0,4 2-1 0 0,3 2 1 0 0,65-81-1 0 0,148-204 1116 0 0,-260 363 67 0 0,0 0 0 0 0,0 0 0 0 0,0 0 0 0 0,-1-1 1 0 0,1 1-1 0 0,-1 0 0 0 0,1-5 0 0 0,-2 8-14 0 0,0 0 0 0 0,0-1 1 0 0,0 1-1 0 0,0 0 0 0 0,0-1 0 0 0,0 1 0 0 0,0 0 0 0 0,0 0 0 0 0,0-1 1 0 0,0 1-1 0 0,0 0 0 0 0,0 0 0 0 0,0-1 0 0 0,0 1 0 0 0,0 0 0 0 0,-1 0 1 0 0,1 0-1 0 0,0-1 0 0 0,0 1 0 0 0,0 0 0 0 0,0 0 0 0 0,-1 0 1 0 0,1-1-1 0 0,0 1 0 0 0,0 0 0 0 0,0 0 0 0 0,-1 0 0 0 0,1 0 0 0 0,0 0 1 0 0,0-1-1 0 0,0 1 0 0 0,-1 0 0 0 0,1 0 0 0 0,0 0 0 0 0,-1 0 0 0 0,-18 4 574 0 0,-4 6 134 0 0,0 2 0 0 0,1 0 0 0 0,-41 31 1 0 0,-57 56 1121 0 0,105-86-1597 0 0,-319 321 1703 0 0,186-177-1685 0 0,-84 93-145 0 0,-236 223-116 0 0,483-500-2143 0 0,23-27 152 0 0,-6 10 658 0 0,223-334-3938 0 0,-217 311 5135 0 0,47-78-20 0 0,-68 119 231 0 0,1 2 1 0 0,1 0 0 0 0,31-30-1 0 0,-45 49-41 0 0,-3 3 3 0 0,0-1 1 0 0,1 1-1 0 0,0-1 0 0 0,-1 1 0 0 0,1 0 1 0 0,0 0-1 0 0,0 0 0 0 0,0 0 0 0 0,0 1 1 0 0,1-1-1 0 0,5-1 0 0 0,-8 3-10 0 0,-1 0 0 0 0,0 0 0 0 0,1 0 0 0 0,-1 1-1 0 0,0-1 1 0 0,0 0 0 0 0,1 0 0 0 0,-1 0 0 0 0,0 0 0 0 0,1 1 0 0 0,-1-1 0 0 0,0 0-1 0 0,0 0 1 0 0,0 1 0 0 0,1-1 0 0 0,-1 0 0 0 0,0 0 0 0 0,0 1 0 0 0,0-1 0 0 0,1 0 0 0 0,-1 1-1 0 0,0-1 1 0 0,0 0 0 0 0,0 1 0 0 0,0-1 0 0 0,0 0 0 0 0,0 0 0 0 0,0 1 0 0 0,0-1-1 0 0,0 0 1 0 0,0 1 0 0 0,0-1 0 0 0,0 0 0 0 0,0 1 0 0 0,0-1 0 0 0,0 0 0 0 0,0 1 0 0 0,0-1-1 0 0,0 0 1 0 0,0 1 0 0 0,-1-1 0 0 0,1 0 0 0 0,0 1 0 0 0,0-1 0 0 0,0 0 0 0 0,0 0-1 0 0,-1 1 1 0 0,-7 19 716 0 0,7-18-628 0 0,-90 195 3657 0 0,-117 246-694 0 0,-30-18-2463 0 0,224-403-600 0 0,7-13-13 0 0,0 1 1 0 0,1 1-1 0 0,0-1 1 0 0,-5 16-1 0 0,11-26 0 0 0,0 0 0 0 0,-1 0 0 0 0,1 0 0 0 0,0 1 0 0 0,0-1 0 0 0,0 0 0 0 0,0 0 0 0 0,0 0 0 0 0,0 1 0 0 0,0-1 0 0 0,-1 0 0 0 0,1 0 0 0 0,0 1 0 0 0,0-1 0 0 0,0 0 0 0 0,0 0 0 0 0,0 1 0 0 0,0-1 0 0 0,0 0 0 0 0,0 0 0 0 0,0 0 0 0 0,0 1 0 0 0,1-1 0 0 0,-1 0 0 0 0,0 0 0 0 0,0 1 0 0 0,0-1 0 0 0,0 0 0 0 0,0 0 0 0 0,0 0 0 0 0,0 1 0 0 0,0-1 0 0 0,1 0 0 0 0,-1 0 0 0 0,0 0 0 0 0,0 0 0 0 0,0 1 0 0 0,1-1 0 0 0,-1 0 0 0 0,0 0 0 0 0,0 0 0 0 0,0 0 0 0 0,1 0 0 0 0,-1 0 0 0 0,0 1 0 0 0,0-1 0 0 0,0 0 0 0 0,1 0 0 0 0,-1 0 0 0 0,0 0 0 0 0,0 0 0 0 0,1 0 0 0 0,-1 0 0 0 0,0 0 0 0 0,0 0 0 0 0,1 0 0 0 0,-1 0 0 0 0,0 0 0 0 0,0 0 0 0 0,0 0 0 0 0,1-1 0 0 0,15-5 0 0 0,-13 5 0 0 0,18-10-171 0 0,-1-1 0 0 0,0 0-1 0 0,-1-2 1 0 0,0 0 0 0 0,-2-1 0 0 0,1-1 0 0 0,18-22-1 0 0,98-135-1237 0 0,-131 170 1408 0 0,344-445-1156 0 0,-259 335 967 0 0,35-38-17 0 0,-119 145 210 0 0,1 1 0 0 0,0 0 0 0 0,0 0 0 0 0,0 0 0 0 0,1 0 0 0 0,-1 1 0 0 0,1 0 0 0 0,0 0 0 0 0,1 1 0 0 0,-1 0 0 0 0,1 0 0 0 0,-1 0 0 0 0,10-2 1 0 0,-15 5-1 0 0,0 0 1 0 0,0 0 0 0 0,1 0 0 0 0,-1 0-1 0 0,0 1 1 0 0,0-1 0 0 0,0 0 0 0 0,0 1-1 0 0,1-1 1 0 0,-1 0 0 0 0,0 1 0 0 0,0 0-1 0 0,0-1 1 0 0,0 1 0 0 0,0 0 0 0 0,0-1-1 0 0,0 1 1 0 0,0 0 0 0 0,-1 0 0 0 0,1 0-1 0 0,0 0 1 0 0,0 0 0 0 0,-1 0 0 0 0,1 0-1 0 0,0 0 1 0 0,-1 0 0 0 0,1 0 0 0 0,-1 0-1 0 0,0 0 1 0 0,1 0 0 0 0,-1 0 0 0 0,0 1-1 0 0,1-1 1 0 0,-1 0 0 0 0,0 3 0 0 0,1 5 59 0 0,-1 0-1 0 0,1 1 1 0 0,-3 13 0 0 0,2-18-9 0 0,-6 53 416 0 0,-3 0 1 0 0,-27 93 0 0 0,-51 111 672 0 0,72-219-1047 0 0,-135 300 333 0 0,-29-14-52 0 0,-27 54 9 0 0,196-363-386 0 0,5-10 0 0 0,0 0 0 0 0,0 0 0 0 0,1 1 0 0 0,0-1 0 0 0,-2 13 0 0 0,6-22 1 0 0,0-1 0 0 0,0 0 0 0 0,0 0 0 0 0,0 0 0 0 0,0 0 0 0 0,0 0 0 0 0,0 0 0 0 0,0 1 0 0 0,0-1-1 0 0,0 0 1 0 0,0 0 0 0 0,0 0 0 0 0,0 0 0 0 0,0 0 0 0 0,0 1 0 0 0,0-1 0 0 0,0 0 0 0 0,0 0 0 0 0,0 0 0 0 0,0 0 0 0 0,0 0 0 0 0,0 0 0 0 0,0 1 0 0 0,0-1-1 0 0,1 0 1 0 0,-1 0 0 0 0,0 0 0 0 0,0 0 0 0 0,0 0 0 0 0,0 0 0 0 0,0 0 0 0 0,0 0 0 0 0,0 0 0 0 0,0 1 0 0 0,1-1 0 0 0,-1 0 0 0 0,0 0 0 0 0,0 0 0 0 0,0 0 0 0 0,0 0-1 0 0,0 0 1 0 0,0 0 0 0 0,1 0 0 0 0,-1 0 0 0 0,0 0 0 0 0,0 0 0 0 0,0 0 0 0 0,0 0 0 0 0,0 0 0 0 0,0 0 0 0 0,1 0 0 0 0,-1 0 0 0 0,0 0 0 0 0,0 0 0 0 0,0 0-1 0 0,0 0 1 0 0,0 0 0 0 0,0-1 0 0 0,1 1 0 0 0,-1 0 0 0 0,0 0 0 0 0,14-8 30 0 0,11-14-56 0 0,33-44-1077 0 0,82-122 1 0 0,-72 91 463 0 0,175-262-398 0 0,-51 70 512 0 0,-157 240 663 0 0,2 1 1 0 0,1 1-1 0 0,3 2 0 0 0,2 3 1 0 0,1 1-1 0 0,79-56 0 0 0,-115 92-58 0 0,-1 0 0 0 0,1 1 0 0 0,-1 0 0 0 0,1 0 0 0 0,1 1 0 0 0,-1 0 0 0 0,13-3 0 0 0,-20 6-61 0 0,1 0 0 0 0,-1 0-1 0 0,1-1 1 0 0,0 1 0 0 0,-1 0 0 0 0,1 1 0 0 0,-1-1 0 0 0,1 0 0 0 0,-1 0-1 0 0,1 1 1 0 0,-1-1 0 0 0,1 1 0 0 0,-1-1 0 0 0,1 1 0 0 0,-1 0-1 0 0,0-1 1 0 0,1 1 0 0 0,-1 0 0 0 0,2 1 0 0 0,-2 0-9 0 0,1 0 0 0 0,-1 0 0 0 0,0 0 0 0 0,0 1 0 0 0,0-1 0 0 0,0 0 1 0 0,0 0-1 0 0,0 0 0 0 0,-1 1 0 0 0,1-1 0 0 0,-1 0 0 0 0,0 1 0 0 0,1-1 0 0 0,-1 1 0 0 0,0-1 1 0 0,-1 5-1 0 0,-4 37 122 0 0,-3 0 0 0 0,-1 0 1 0 0,-2-1-1 0 0,-27 68 1 0 0,23-69-51 0 0,-33 86 391 0 0,-71 131 0 0 0,-83 113 261 0 0,24-46 192 0 0,121-205-384 0 0,57-121-539 0 0,0 0 0 0 0,0 0 0 0 0,0 0 0 0 0,-1 0 0 0 0,1 1-1 0 0,0-1 1 0 0,0 0 0 0 0,0 0 0 0 0,0 0 0 0 0,-1 0 0 0 0,1 1 0 0 0,0-1 0 0 0,0 0-1 0 0,0 0 1 0 0,0 0 0 0 0,0 1 0 0 0,0-1 0 0 0,0 0 0 0 0,0 0 0 0 0,-1 0 0 0 0,1 1-1 0 0,0-1 1 0 0,0 0 0 0 0,0 0 0 0 0,0 1 0 0 0,0-1 0 0 0,0 0 0 0 0,0 0 0 0 0,0 1-1 0 0,0-1 1 0 0,1 0 0 0 0,-1 0 0 0 0,0 0 0 0 0,0 1 0 0 0,0-1 0 0 0,0 0 0 0 0,0 0-1 0 0,0 0 1 0 0,0 1 0 0 0,0-1 0 0 0,1 0 0 0 0,-1 0 0 0 0,0 0 0 0 0,0 0 0 0 0,0 1-1 0 0,0-1 1 0 0,1 0 0 0 0,-1 0 0 0 0,0 0 0 0 0,0 0 0 0 0,0 0 0 0 0,1 0 0 0 0,-1 1-1 0 0,0-1 1 0 0,0 0 0 0 0,1 0 0 0 0,15-9-13 0 0,20-22-106 0 0,11-23-830 0 0,-2-2 0 0 0,42-69-1 0 0,2-2 30 0 0,206-288-269 0 0,-284 397 1141 0 0,161-226-269 0 0,-144 209 317 0 0,2 2 0 0 0,0 0-1 0 0,3 3 1 0 0,57-44 0 0 0,-83 69 34 0 0,1 0 0 0 0,-1 0-1 0 0,1 1 1 0 0,1 0 0 0 0,14-5 0 0 0,-22 9-12 0 0,0-1 1 0 0,1 1-1 0 0,-1-1 0 0 0,0 1 0 0 0,1 0 1 0 0,-1 0-1 0 0,0 0 0 0 0,1 0 0 0 0,-1 0 0 0 0,0 0 1 0 0,1 0-1 0 0,-1 0 0 0 0,0 0 0 0 0,1 1 0 0 0,-1-1 1 0 0,0 1-1 0 0,0-1 0 0 0,1 1 0 0 0,-1-1 0 0 0,0 1 1 0 0,0 0-1 0 0,0-1 0 0 0,0 1 0 0 0,0 0 1 0 0,0 0-1 0 0,0 0 0 0 0,0 0 0 0 0,0 0 0 0 0,0 0 1 0 0,0 0-1 0 0,-1 0 0 0 0,1 0 0 0 0,0 0 0 0 0,-1 1 1 0 0,1-1-1 0 0,-1 0 0 0 0,1 0 0 0 0,-1 1 0 0 0,0-1 1 0 0,1 0-1 0 0,-1 1 0 0 0,0-1 0 0 0,0 0 1 0 0,0 1-1 0 0,0-1 0 0 0,0 0 0 0 0,0 2 0 0 0,0 19 204 0 0,-1 1-1 0 0,-1-1 0 0 0,-1 0 1 0 0,0 0-1 0 0,-9 27 0 0 0,-41 107 686 0 0,47-138-784 0 0,-272 580 1596 0 0,147-335-1413 0 0,73-145-289 0 0,-45 97-1051 0 0,147-272-4056 0 0,-8 0 3392 0 0,62-90 331 0 0,-85 131 1444 0 0,1-1 0 0 0,1 2 0 0 0,0 0 0 0 0,1 0 0 0 0,0 2 0 0 0,20-13 0 0 0,-35 24-54 0 0,1 1 0 0 0,0 0 0 0 0,0 0-1 0 0,0 0 1 0 0,0 0 0 0 0,0 0 0 0 0,0 0 0 0 0,0 0-1 0 0,0 0 1 0 0,0 1 0 0 0,0-1 0 0 0,0 1 0 0 0,1 0 0 0 0,-1 0-1 0 0,0-1 1 0 0,0 1 0 0 0,0 1 0 0 0,0-1 0 0 0,1 0-1 0 0,-1 0 1 0 0,0 1 0 0 0,0 0 0 0 0,0-1 0 0 0,0 1 0 0 0,0 0-1 0 0,0 0 1 0 0,4 2 0 0 0,-3 0 51 0 0,-1 0-1 0 0,1 0 1 0 0,-1 0-1 0 0,0 0 1 0 0,0 1-1 0 0,0-1 1 0 0,0 1-1 0 0,0-1 1 0 0,-1 1-1 0 0,1 0 1 0 0,-1-1-1 0 0,0 1 1 0 0,0 0-1 0 0,0 7 1 0 0,1 13 230 0 0,0 1 1 0 0,-2 0-1 0 0,-1-1 1 0 0,-1 1-1 0 0,-6 24 1 0 0,-31 123 865 0 0,29-134-917 0 0,-112 370 1414 0 0,-3 16-159 0 0,120-404-1444 0 0,2-14-44 0 0,1 1 0 0 0,0 0 0 0 0,0-1 1 0 0,1 1-1 0 0,0 0 0 0 0,0 0 0 0 0,1 0 0 0 0,0 0 0 0 0,0 0 1 0 0,2 14-1 0 0,-1-20-33 0 0,-1 0 1 0 0,1 0-1 0 0,0 0 0 0 0,-1 0 1 0 0,1-1-1 0 0,0 1 0 0 0,-1 0 1 0 0,1 0-1 0 0,0-1 1 0 0,0 1-1 0 0,0-1 0 0 0,0 1 1 0 0,0 0-1 0 0,0-1 1 0 0,0 0-1 0 0,0 1 0 0 0,0-1 1 0 0,0 0-1 0 0,0 1 1 0 0,0-1-1 0 0,0 0 0 0 0,0 0 1 0 0,0 0-1 0 0,0 0 1 0 0,0 0-1 0 0,0 0 0 0 0,0 0 1 0 0,1 0-1 0 0,-1-1 1 0 0,0 1-1 0 0,0 0 0 0 0,0-1 1 0 0,0 1-1 0 0,0 0 1 0 0,1-1-1 0 0,37-17-504 0 0,-39 18 508 0 0,140-89-2697 0 0,-93 57 1985 0 0,0 2-1 0 0,76-34 0 0 0,-112 59 635 0 0,0 1 0 0 0,0 0-1 0 0,0 0 1 0 0,1 1 0 0 0,-1 1 0 0 0,1 0-1 0 0,13-1 1 0 0,-22 3 74 0 0,0 1 0 0 0,0-1 0 0 0,0 0 0 0 0,0 1-1 0 0,0-1 1 0 0,0 1 0 0 0,0 0 0 0 0,0 0 0 0 0,-1 0 0 0 0,1 0 0 0 0,0 1 0 0 0,-1-1 0 0 0,1 1-1 0 0,-1 0 1 0 0,1-1 0 0 0,-1 1 0 0 0,0 0 0 0 0,0 1 0 0 0,0-1 0 0 0,0 0 0 0 0,0 0 0 0 0,0 1-1 0 0,0-1 1 0 0,-1 1 0 0 0,0 0 0 0 0,1-1 0 0 0,-1 1 0 0 0,0 0 0 0 0,0 0 0 0 0,0 0 0 0 0,-1 0-1 0 0,2 5 1 0 0,0 9 179 0 0,0-1 1 0 0,-1 1-1 0 0,-1-1 0 0 0,-1 1 0 0 0,-2 19 0 0 0,-21 85 910 0 0,15-77-744 0 0,-63 235 1310 0 0,7-31-243 0 0,62-235-1300 0 0,0 1 1 0 0,1-1 0 0 0,1 1 0 0 0,0 25 0 0 0,2-36-94 0 0,-1-1-1 0 0,0 1 0 0 0,1-1 1 0 0,-1 1-1 0 0,1-1 1 0 0,0 0-1 0 0,-1 1 0 0 0,1-1 1 0 0,0 0-1 0 0,1 0 1 0 0,-1 0-1 0 0,0 0 0 0 0,1 0 1 0 0,2 4-1 0 0,-2-5-25 0 0,0 0 0 0 0,-1 0 0 0 0,1 0 0 0 0,0 0 0 0 0,0-1-1 0 0,0 1 1 0 0,-1 0 0 0 0,1-1 0 0 0,0 0 0 0 0,0 1 0 0 0,0-1-1 0 0,0 0 1 0 0,0 0 0 0 0,0 0 0 0 0,0 0 0 0 0,0 0 0 0 0,0-1 0 0 0,0 1-1 0 0,0 0 1 0 0,0-1 0 0 0,3-1 0 0 0,3-1-208 0 0,0-1 1 0 0,0 0-1 0 0,-1 0 0 0 0,1 0 1 0 0,-1-1-1 0 0,0-1 0 0 0,-1 1 1 0 0,1-1-1 0 0,-1 0 0 0 0,0 0 1 0 0,0-1-1 0 0,-1 0 0 0 0,0 0 1 0 0,7-12-1 0 0,5-13-344 0 0,-1 0 0 0 0,13-40 0 0 0,-21 53 609 0 0,-4 8-70 0 0,3-5 31 0 0,-1 0-1 0 0,0 0 1 0 0,-1-1-1 0 0,-1 0 0 0 0,-1 1 1 0 0,2-21-1 0 0,-5 37 2 0 0,0 0 0 0 0,0 0 0 0 0,0-1 0 0 0,0 1 0 0 0,0 0 0 0 0,0 0 0 0 0,-1 0 0 0 0,1 0 0 0 0,0 0 0 0 0,0 0 1 0 0,0 0-1 0 0,0-1 0 0 0,0 1 0 0 0,0 0 0 0 0,0 0 0 0 0,0 0 0 0 0,0 0 0 0 0,0 0 0 0 0,0 0 0 0 0,-1 0 0 0 0,1 0 0 0 0,0 0 0 0 0,0-1 0 0 0,0 1 0 0 0,0 0 0 0 0,0 0 0 0 0,0 0 1 0 0,0 0-1 0 0,-1 0 0 0 0,1 0 0 0 0,0 0 0 0 0,0 0 0 0 0,0 0 0 0 0,0 0 0 0 0,0 0 0 0 0,0 0 0 0 0,-1 0 0 0 0,1 0 0 0 0,0 0 0 0 0,0 0 0 0 0,0 0 0 0 0,0 0 0 0 0,0 0 0 0 0,0 0 0 0 0,-1 0 1 0 0,1 1-1 0 0,0-1 0 0 0,0 0 0 0 0,0 0 0 0 0,0 0 0 0 0,0 0 0 0 0,0 0 0 0 0,0 0 0 0 0,0 0 0 0 0,0 0 0 0 0,-1 0 0 0 0,1 0 0 0 0,0 1 0 0 0,0-1 0 0 0,0 0 0 0 0,0 0 0 0 0,-13 11 602 0 0,-10 17 444 0 0,-123 238 1911 0 0,16-24-2567 0 0,42-109-241 0 0,80-117-1611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12.0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91 97 2625 0 0,'-2'-9'118'0'0,"-9"-21"8705"0"0,11 38-8635 0 0,0-1 0 0 0,1 0 0 0 0,0 0 0 0 0,0 0 0 0 0,0 0 0 0 0,1 0-1 0 0,0 0 1 0 0,1-1 0 0 0,-1 1 0 0 0,6 9 0 0 0,-6-14-123 0 0,-1 0 0 0 0,0 1 0 0 0,1-1 1 0 0,-1 0-1 0 0,1 0 0 0 0,0 0 0 0 0,-1 0 0 0 0,1 0 1 0 0,0-1-1 0 0,0 1 0 0 0,0-1 0 0 0,1 1 1 0 0,-1-1-1 0 0,0 1 0 0 0,1-1 0 0 0,-1 0 0 0 0,0 0 1 0 0,1-1-1 0 0,-1 1 0 0 0,1 0 0 0 0,-1-1 0 0 0,1 1 1 0 0,0-1-1 0 0,-1 0 0 0 0,1 0 0 0 0,-1 0 1 0 0,1 0-1 0 0,0 0 0 0 0,-1-1 0 0 0,1 1 0 0 0,-1-1 1 0 0,1 0-1 0 0,4-1 0 0 0,-4 0-1 0 0,0 1 0 0 0,0-1 0 0 0,0 1-1 0 0,0-1 1 0 0,0 0 0 0 0,0 0 0 0 0,0-1 0 0 0,-1 1 0 0 0,1 0 0 0 0,-1-1-1 0 0,0 0 1 0 0,1 1 0 0 0,-1-1 0 0 0,-1 0 0 0 0,1 0 0 0 0,0 0-1 0 0,-1 0 1 0 0,1-1 0 0 0,-1 1 0 0 0,0 0 0 0 0,0-1 0 0 0,0 1 0 0 0,-1 0-1 0 0,1-1 1 0 0,-1 1 0 0 0,1-1 0 0 0,-1 1 0 0 0,-1-1 0 0 0,1 1-1 0 0,0-1 1 0 0,-1 1 0 0 0,0-1 0 0 0,1 1 0 0 0,-1 0 0 0 0,-3-7 0 0 0,2 6-77 0 0,1 0 0 0 0,-1 1-1 0 0,0-1 1 0 0,0 1 0 0 0,0-1 0 0 0,0 1 0 0 0,0 0 0 0 0,-1 0 0 0 0,0 0 0 0 0,0 0 0 0 0,1 0 0 0 0,-2 1 0 0 0,1-1 0 0 0,0 1 0 0 0,0 0 0 0 0,-1 0 0 0 0,1 0 0 0 0,-1 0 0 0 0,0 0 0 0 0,1 1 0 0 0,-1 0 0 0 0,0 0 0 0 0,0 0 0 0 0,0 0 0 0 0,0 1 0 0 0,0-1 0 0 0,0 1 0 0 0,0 0 0 0 0,0 0 0 0 0,0 1 0 0 0,-7 0 0 0 0,5 2-78 0 0,0-1 1 0 0,0 1-1 0 0,0 0 0 0 0,0 0 1 0 0,1 1-1 0 0,-1-1 1 0 0,1 1-1 0 0,0 1 0 0 0,0-1 1 0 0,0 1-1 0 0,1 0 0 0 0,-1 0 1 0 0,1 0-1 0 0,1 0 1 0 0,-1 1-1 0 0,-3 7 0 0 0,3-6-17 0 0,0 1 0 0 0,1-1 0 0 0,0 1 0 0 0,0 0 0 0 0,0 0 0 0 0,1 0 0 0 0,1 0 0 0 0,-1 0 0 0 0,1 1 0 0 0,1-1 0 0 0,-1 0 0 0 0,3 14 0 0 0,-2-20 136 0 0,0 0 0 0 0,0 0-1 0 0,0 0 1 0 0,1-1 0 0 0,-1 1-1 0 0,1 0 1 0 0,0-1 0 0 0,-1 1-1 0 0,1 0 1 0 0,0-1 0 0 0,0 1-1 0 0,0-1 1 0 0,0 1 0 0 0,0-1-1 0 0,0 0 1 0 0,0 1 0 0 0,1-1-1 0 0,-1 0 1 0 0,0 0 0 0 0,1 0-1 0 0,-1 0 1 0 0,1 0 0 0 0,-1 0-1 0 0,1 0 1 0 0,0 0 0 0 0,-1-1-1 0 0,1 1 1 0 0,0-1 0 0 0,-1 1-1 0 0,1-1 1 0 0,0 1 0 0 0,0-1-1 0 0,0 0 1 0 0,-1 0 0 0 0,1 0-1 0 0,0 0 1 0 0,0 0 0 0 0,-1-1-1 0 0,1 1 1 0 0,0 0 0 0 0,2-2-1 0 0,1 1 77 0 0,1-1-1 0 0,0 0 0 0 0,-1 0 0 0 0,0-1 0 0 0,1 0 1 0 0,-1 0-1 0 0,0 0 0 0 0,-1 0 0 0 0,1-1 0 0 0,0 0 0 0 0,4-6 1 0 0,-5 5-44 0 0,0 0 1 0 0,-1-1-1 0 0,0 0 1 0 0,0 0-1 0 0,0 0 1 0 0,-1 0-1 0 0,0 0 1 0 0,0 0-1 0 0,2-10 1 0 0,-4 13-44 0 0,1 1 0 0 0,-1 0 1 0 0,0 0-1 0 0,1-1 1 0 0,-1 1-1 0 0,0 0 0 0 0,0-1 1 0 0,0 1-1 0 0,-1 0 0 0 0,1-1 1 0 0,0 1-1 0 0,-1 0 0 0 0,0 0 1 0 0,1-1-1 0 0,-1 1 0 0 0,0 0 1 0 0,0 0-1 0 0,-1 0 0 0 0,1 0 1 0 0,0 0-1 0 0,0 0 0 0 0,-1 0 1 0 0,1 1-1 0 0,-1-1 1 0 0,0 0-1 0 0,0 1 0 0 0,1-1 1 0 0,-1 1-1 0 0,-3-2 0 0 0,4 3-23 0 0,0-1 0 0 0,0 1 0 0 0,0 0 0 0 0,0 0 0 0 0,0 0 0 0 0,0 0 0 0 0,0 0 0 0 0,0 0 0 0 0,0 0 0 0 0,0 0 0 0 0,0 1 0 0 0,0-1-1 0 0,0 0 1 0 0,0 0 0 0 0,0 1 0 0 0,0-1 0 0 0,0 1 0 0 0,1-1 0 0 0,-1 1 0 0 0,0-1 0 0 0,0 1 0 0 0,0-1 0 0 0,1 1 0 0 0,-1 0 0 0 0,0-1 0 0 0,1 1 0 0 0,-1 0 0 0 0,1 0-1 0 0,-1 0 1 0 0,1-1 0 0 0,-1 1 0 0 0,1 0 0 0 0,-1 0 0 0 0,1 0 0 0 0,0 0 0 0 0,-1 1 0 0 0,-12 42-665 0 0,11-37 577 0 0,1 0 23 0 0,0-1 0 0 0,0 0 0 0 0,1 1 0 0 0,-1-1 0 0 0,1 1 0 0 0,1-1 1 0 0,-1 0-1 0 0,1 1 0 0 0,1 5 0 0 0,-1-10 67 0 0,-1-1 1 0 0,0 0-1 0 0,1 0 0 0 0,-1 0 1 0 0,1 1-1 0 0,-1-1 0 0 0,1 0 1 0 0,0 0-1 0 0,0 0 0 0 0,-1 0 1 0 0,1 0-1 0 0,0 0 0 0 0,0-1 1 0 0,0 1-1 0 0,0 0 0 0 0,0 0 1 0 0,0 0-1 0 0,0-1 0 0 0,0 1 1 0 0,2 0-1 0 0,-1-1 6 0 0,0 1 0 0 0,-1-1-1 0 0,1 0 1 0 0,0-1 0 0 0,0 1-1 0 0,0 0 1 0 0,0 0 0 0 0,-1-1-1 0 0,1 1 1 0 0,0-1 0 0 0,0 0-1 0 0,-1 1 1 0 0,1-1 0 0 0,0 0-1 0 0,-1 0 1 0 0,1 0 0 0 0,-1 0 0 0 0,3-2-1 0 0,1-2 55 0 0,-1 1 0 0 0,1-1 1 0 0,-1 1-1 0 0,0-1 0 0 0,0-1 0 0 0,-1 1 0 0 0,6-11 0 0 0,-8 15-64 0 0,0 0-1 0 0,0-1 1 0 0,-1 1-1 0 0,1-1 1 0 0,0 0-1 0 0,0 1 1 0 0,-1-1-1 0 0,1 1 1 0 0,-1-1-1 0 0,0 0 1 0 0,1 1-1 0 0,-1-1 1 0 0,0 0-1 0 0,0 0 1 0 0,0 1-1 0 0,0-1 1 0 0,0 0-1 0 0,-1 1 1 0 0,1-1-1 0 0,0 0 1 0 0,-1 1-1 0 0,1-1 1 0 0,-1 0-1 0 0,0 1 1 0 0,1-1-1 0 0,-1 1 1 0 0,0-1-1 0 0,0 1 1 0 0,0-1-1 0 0,0 1 1 0 0,0 0-1 0 0,0-1 1 0 0,-2 0-1 0 0,2 2-80 0 0,1-1 0 0 0,0 1 0 0 0,-1 0-1 0 0,1 0 1 0 0,-1 0 0 0 0,1 0 0 0 0,0 0-1 0 0,-1 0 1 0 0,1 0 0 0 0,-1 0 0 0 0,1 0 0 0 0,0 0-1 0 0,-1 0 1 0 0,1 0 0 0 0,-1 0 0 0 0,1 0-1 0 0,0 0 1 0 0,-1 0 0 0 0,1 0 0 0 0,-1 0 0 0 0,1 1-1 0 0,0-1 1 0 0,-1 0 0 0 0,1 0 0 0 0,0 0-1 0 0,-1 1 1 0 0,1-1 0 0 0,0 0 0 0 0,-1 0 0 0 0,0 1-1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12.76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5 255 11522 0 0,'0'-1'128'0'0,"-1"0"-1"0"0,0 0 0 0 0,1 0 0 0 0,0 0 0 0 0,-1 0 0 0 0,1 0 0 0 0,0 0 0 0 0,-1-1 0 0 0,1 1 0 0 0,0 0 0 0 0,0 0 0 0 0,0 0 0 0 0,0 0 0 0 0,0 0 0 0 0,0 0 0 0 0,1-3 0 0 0,-1 4-42 0 0,0-1 0 0 0,1 1 0 0 0,-1-1 0 0 0,0 1 0 0 0,1-1 0 0 0,-1 1 0 0 0,1-1 0 0 0,-1 1 0 0 0,1-1 0 0 0,-1 1 0 0 0,1 0 0 0 0,-1-1 0 0 0,1 1 0 0 0,-1 0 0 0 0,1-1 0 0 0,-1 1 0 0 0,1 0 0 0 0,0 0 0 0 0,-1 0 0 0 0,1-1 0 0 0,1 1-1 0 0,0 0 44 0 0,1 0 0 0 0,-1 0 0 0 0,1 0-1 0 0,-1 0 1 0 0,1 0 0 0 0,-1 1 0 0 0,1 0-1 0 0,-1-1 1 0 0,1 1 0 0 0,-1 0 0 0 0,1 0-1 0 0,-1 0 1 0 0,3 2 0 0 0,16 12 188 0 0,-1 1 0 0 0,0 1 0 0 0,-2 1 0 0 0,30 36-1 0 0,-34-36-152 0 0,1-1 0 0 0,1 0 0 0 0,1-2 0 0 0,0 1 0 0 0,1-2 0 0 0,35 22 0 0 0,-40-29-14 0 0,0 0 0 0 0,0-2-1 0 0,0 0 1 0 0,1 0 0 0 0,0-1-1 0 0,25 4 1 0 0,-35-8-99 0 0,0 1 0 0 0,0-1 0 0 0,0 0 0 0 0,0-1-1 0 0,0 1 1 0 0,0-1 0 0 0,0 1 0 0 0,0-1 0 0 0,0-1 0 0 0,0 1 0 0 0,0 0 0 0 0,-1-1-1 0 0,1 0 1 0 0,0 0 0 0 0,-1 0 0 0 0,0 0 0 0 0,1 0 0 0 0,-1-1 0 0 0,0 0 0 0 0,0 1-1 0 0,0-1 1 0 0,-1 0 0 0 0,1 0 0 0 0,-1-1 0 0 0,0 1 0 0 0,1 0 0 0 0,-2-1 0 0 0,4-6-1 0 0,2-7 62 0 0,-1 0-1 0 0,-1 0 0 0 0,0-1 0 0 0,-2 1 0 0 0,3-27 0 0 0,-1-94 75 0 0,-1 17-217 0 0,-3 107-178 0 0,-1 8 12 0 0,1 0 1 0 0,-1 0-1 0 0,1 0 1 0 0,0 1 0 0 0,0-1-1 0 0,1 0 1 0 0,-1 0-1 0 0,1 0 1 0 0,4-7 0 0 0,-8 37-8708 0 0,5 25 7326 0 0,-3-48 1574 0 0,1 19-29 0 0,0-2-26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12.97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3225 0 0,'0'0'142'0'0,"11"29"1471"0"0,48 171 6027 0 0,-22-65-9482 0 0,-31-118-2111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13.24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43 1840 0 0,'2'-3'195'0'0,"0"0"0"0"0,0 0 0 0 0,0 0-1 0 0,0 1 1 0 0,0-1 0 0 0,0 1-1 0 0,1-1 1 0 0,0 1 0 0 0,-1 0 0 0 0,1 0-1 0 0,0 0 1 0 0,0 0 0 0 0,0 1-1 0 0,0-1 1 0 0,0 1 0 0 0,0 0 0 0 0,0-1-1 0 0,1 2 1 0 0,-1-1 0 0 0,0 0-1 0 0,1 1 1 0 0,-1-1 0 0 0,7 1 0 0 0,-7 0 39 0 0,1-1-1 0 0,0 1 1 0 0,0 1 0 0 0,0-1 0 0 0,0 0 0 0 0,0 1 0 0 0,-1 0 0 0 0,1 0 0 0 0,0 0 0 0 0,0 0 0 0 0,-1 1 0 0 0,1 0 0 0 0,-1-1 0 0 0,0 1 0 0 0,1 0 0 0 0,-1 1 0 0 0,0-1 0 0 0,0 0 0 0 0,0 1-1 0 0,4 5 1 0 0,-3-1-16 0 0,0 0 0 0 0,-1 0 0 0 0,0 0 0 0 0,0 0 0 0 0,0 0 0 0 0,-1 1 0 0 0,0-1 0 0 0,-1 1 0 0 0,0-1 0 0 0,0 1 0 0 0,0-1-1 0 0,-1 1 1 0 0,0 0 0 0 0,-1 0 0 0 0,0-1 0 0 0,0 1 0 0 0,-1-1 0 0 0,1 1 0 0 0,-2-1 0 0 0,-5 14 0 0 0,-4 6-265 0 0,-2-2 0 0 0,-1 0 0 0 0,-1 0-1 0 0,-21 24 1 0 0,26-35-701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13.5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 0 9674 0 0,'-1'13'5954'0'0,"-3"7"-3770"0"0,-4 41-1400 0 0,6-13-434 0 0,0 89 422 0 0,3-122-1144 0 0,1 0 0 0 0,0-1 0 0 0,1 1 1 0 0,1-1-1 0 0,0 1 0 0 0,12 26 1 0 0,-15-39 101 0 0,-1-1 0 0 0,1 1 0 0 0,0-1 0 0 0,-1 1 0 0 0,1-1 0 0 0,0 0 0 0 0,0 1 0 0 0,0-1-1 0 0,0 0 1 0 0,0 0 0 0 0,1 0 0 0 0,-1 0 0 0 0,0 0 0 0 0,0 0 0 0 0,1 0 0 0 0,1 1 0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13.7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0 105 456 0 0,'0'-4'379'0'0,"1"-1"-1"0"0,-1 1 0 0 0,1 0 1 0 0,0 0-1 0 0,0-1 1 0 0,1 1-1 0 0,-1 0 1 0 0,1 0-1 0 0,0 0 0 0 0,0 1 1 0 0,0-1-1 0 0,1 0 1 0 0,-1 1-1 0 0,1-1 1 0 0,0 1-1 0 0,0 0 0 0 0,0 0 1 0 0,0 0-1 0 0,0 1 1 0 0,1-1-1 0 0,-1 1 1 0 0,1-1-1 0 0,0 1 0 0 0,0 0 1 0 0,-1 0-1 0 0,1 1 1 0 0,9-3-1 0 0,-4 1-81 0 0,1 1-1 0 0,1-1 1 0 0,-1 2 0 0 0,0-1-1 0 0,0 2 1 0 0,1-1 0 0 0,-1 1-1 0 0,0 1 1 0 0,0 0-1 0 0,21 4 1 0 0,-27-3-232 0 0,1 0 0 0 0,0-1-1 0 0,-1 2 1 0 0,1-1 0 0 0,-1 0 0 0 0,0 1 0 0 0,0 0-1 0 0,0 0 1 0 0,0 0 0 0 0,0 0 0 0 0,0 1 0 0 0,-1-1 0 0 0,0 1-1 0 0,0 0 1 0 0,0 0 0 0 0,0 0 0 0 0,0 1 0 0 0,-1-1-1 0 0,0 1 1 0 0,0-1 0 0 0,0 1 0 0 0,-1 0 0 0 0,1 0-1 0 0,-1-1 1 0 0,1 9 0 0 0,-1-4 17 0 0,-1-1-1 0 0,1 0 1 0 0,-2 1 0 0 0,1-1-1 0 0,-1 0 1 0 0,0 1 0 0 0,-1-1-1 0 0,0 0 1 0 0,0 0 0 0 0,-1 0-1 0 0,0 0 1 0 0,0-1 0 0 0,-1 1-1 0 0,-7 11 1 0 0,-1-3-197 0 0,-1-1-1 0 0,0 0 1 0 0,-2 0 0 0 0,1-2-1 0 0,-24 17 1 0 0,20-16-5776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15.91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68 128 3657 0 0,'-7'-15'291'0'0,"0"1"1"0"0,2-1-1 0 0,-5-20 1 0 0,7 25 1144 0 0,1 0-1 0 0,1-1 1 0 0,-1-6 5924 0 0,0 30-4750 0 0,-7 56-2550 0 0,8-28-79 0 0,1 0 0 0 0,3 0 0 0 0,11 59 0 0 0,-14-95 55 0 0,0 0-1 0 0,0-1 1 0 0,0 1-1 0 0,-1 0 1 0 0,1-1-1 0 0,-1 1 1 0 0,-3 8 0 0 0,2-7 0 0 0,1-1 1 0 0,0 1-1 0 0,0-1 0 0 0,0 1 1 0 0,0-1-1 0 0,1 1 1 0 0,0 5-1 0 0,1-8 9 0 0,0 0 0 0 0,0 0 0 0 0,0-1 0 0 0,0 1 0 0 0,0-1 0 0 0,0 1 0 0 0,1-1 0 0 0,0 1 0 0 0,-1-1 0 0 0,1 0 0 0 0,0 0 0 0 0,0 0 0 0 0,0 0 0 0 0,0 0 0 0 0,0 0 0 0 0,0 0 0 0 0,1-1 0 0 0,-1 1 0 0 0,4 1 0 0 0,8 6 67 0 0,-12-8-120 0 0,-1-1 0 0 0,0 1 0 0 0,0-1 0 0 0,0 0 0 0 0,1 0 0 0 0,-1 0 0 0 0,0 0 0 0 0,0 0 0 0 0,0 0 0 0 0,1 0 0 0 0,-1 0 0 0 0,0 0 0 0 0,0 0 0 0 0,0-1 0 0 0,1 1 0 0 0,-1-1 0 0 0,0 1 0 0 0,0-1 0 0 0,0 1 0 0 0,0-1 0 0 0,0 1 0 0 0,0-1 0 0 0,0 0 0 0 0,0 0 0 0 0,0 1 0 0 0,0-1 0 0 0,0 0 0 0 0,-1 0 0 0 0,1 0 0 0 0,1-1 0 0 0,24-34-4000 0 0,-59 41-7678 0 0,31-5 11808 0 0,1 1-1 0 0,0-1 1 0 0,-1 1-1 0 0,1 0 0 0 0,0-1 1 0 0,-1 1-1 0 0,1 0 0 0 0,0 0 1 0 0,0 0-1 0 0,-1 0 1 0 0,1 0-1 0 0,0 0 0 0 0,0 0 1 0 0,0 0-1 0 0,0 0 1 0 0,0 1-1 0 0,1-1 0 0 0,-1 0 1 0 0,0 1-1 0 0,1-1 1 0 0,-1 1-1 0 0,1-1 0 0 0,-1 0 1 0 0,1 1-1 0 0,-1-1 1 0 0,1 1-1 0 0,0-1 0 0 0,0 1 1 0 0,0 0-1 0 0,0-1 1 0 0,0 1-1 0 0,0-1 0 0 0,0 1 1 0 0,1-1-1 0 0,-1 1 1 0 0,1-1-1 0 0,-1 0 0 0 0,1 1 1 0 0,-1-1-1 0 0,1 1 0 0 0,0-1 1 0 0,-1 0-1 0 0,1 1 1 0 0,0-1-1 0 0,0 0 0 0 0,0 0 1 0 0,0 0-1 0 0,0 0 1 0 0,2 2-1 0 0,-1-2 15 0 0,-1 1 0 0 0,1-1 0 0 0,0 0 0 0 0,0 1 0 0 0,0-1 0 0 0,0 0 0 0 0,0 0 0 0 0,0 0 0 0 0,1 0 0 0 0,-1 0 0 0 0,0-1 0 0 0,0 1 0 0 0,1-1 0 0 0,-1 1 0 0 0,0-1 0 0 0,1 0 0 0 0,-1 0 0 0 0,0 0 0 0 0,1 0 0 0 0,-1-1 0 0 0,0 1 0 0 0,0 0 0 0 0,1-1 0 0 0,-1 0 0 0 0,0 1-1 0 0,0-1 1 0 0,1 0 0 0 0,-1 0 0 0 0,0 0 0 0 0,0-1 0 0 0,0 1 0 0 0,-1 0 0 0 0,4-3 0 0 0,-3 2-94 0 0,-1 1 1 0 0,0-1-1 0 0,1 0 0 0 0,-1 0 0 0 0,0 1 0 0 0,0-1 0 0 0,0 0 0 0 0,0 0 1 0 0,0 0-1 0 0,-1 0 0 0 0,1 0 0 0 0,-1 0 0 0 0,1 0 0 0 0,-1 0 0 0 0,0-1 0 0 0,1 1 1 0 0,-1 0-1 0 0,0 0 0 0 0,0 0 0 0 0,-1-4 0 0 0,0 2-62 0 0,0 0 1 0 0,0 1-1 0 0,-1-1 0 0 0,1 0 1 0 0,-1 0-1 0 0,0 1 0 0 0,0-1 1 0 0,0 1-1 0 0,-1-1 0 0 0,-4-4 0 0 0,4 4-55 0 0,-1 1-1 0 0,1-1 0 0 0,-1 1 0 0 0,0 0 1 0 0,0 1-1 0 0,0-1 0 0 0,0 1 0 0 0,0-1 0 0 0,-6-1 1 0 0,8 3 34 0 0,0 1 0 0 0,0-1 0 0 0,-1 0-1 0 0,1 1 1 0 0,-1-1 0 0 0,1 1 0 0 0,-1 0 0 0 0,1 0 0 0 0,0 0 0 0 0,-1 0 0 0 0,1 0 0 0 0,-1 1 0 0 0,1-1 0 0 0,0 1 0 0 0,-1-1 0 0 0,1 1 0 0 0,-4 2 0 0 0,2-1 25 0 0,1 1 0 0 0,-1 0-1 0 0,1 0 1 0 0,0 1 0 0 0,0-1-1 0 0,0 1 1 0 0,1-1 0 0 0,-1 1 0 0 0,1 0-1 0 0,0 0 1 0 0,0 0 0 0 0,0 0 0 0 0,0 1-1 0 0,-1 5 1 0 0,-1 3-33 0 0,1 0 0 0 0,0 0 0 0 0,-1 22 0 0 0,4-32 111 0 0,0 0 0 0 0,0 0 0 0 0,1 0 0 0 0,-1 0 0 0 0,1 0 0 0 0,-1 0 0 0 0,1 0 0 0 0,0 0 0 0 0,0 0 0 0 0,1-1 0 0 0,-1 1 0 0 0,0 0-1 0 0,1-1 1 0 0,0 1 0 0 0,0-1 0 0 0,-1 1 0 0 0,4 2 0 0 0,-4-5-31 0 0,0 1-1 0 0,0 0 0 0 0,0 0 1 0 0,0-1-1 0 0,0 1 1 0 0,0-1-1 0 0,0 1 0 0 0,0-1 1 0 0,1 1-1 0 0,-1-1 1 0 0,0 1-1 0 0,0-1 0 0 0,0 0 1 0 0,1 0-1 0 0,-1 0 1 0 0,0 0-1 0 0,0 0 0 0 0,1 0 1 0 0,-1 0-1 0 0,0 0 1 0 0,0 0-1 0 0,0-1 0 0 0,1 1 1 0 0,-1 0-1 0 0,0-1 0 0 0,0 1 1 0 0,0-1-1 0 0,0 1 1 0 0,0-1-1 0 0,0 0 0 0 0,0 1 1 0 0,0-1-1 0 0,0 0 1 0 0,0 0-1 0 0,0 0 0 0 0,0 0 1 0 0,0 1-1 0 0,0-1 1 0 0,-1 0-1 0 0,1-1 0 0 0,-1 1 1 0 0,1 0-1 0 0,0-1 1 0 0,1-2 130 0 0,0-1 0 0 0,-1 1 1 0 0,0 0-1 0 0,1 0 0 0 0,-1-1 1 0 0,-1 1-1 0 0,1-1 0 0 0,-1 1 1 0 0,0-1-1 0 0,0 1 0 0 0,0-1 1 0 0,0 1-1 0 0,-1-1 0 0 0,0 1 1 0 0,-1-5-1 0 0,0 2-51 0 0,1 1-1 0 0,-1-1 1 0 0,-1 1-1 0 0,1 0 1 0 0,-1 0-1 0 0,0 0 1 0 0,0 0-1 0 0,-1 0 1 0 0,-7-8-1 0 0,11 13-105 0 0,-1 1 0 0 0,1-1 0 0 0,-1 0 0 0 0,0 1 0 0 0,0-1 0 0 0,1 1 0 0 0,-1-1 0 0 0,0 1 0 0 0,0-1 0 0 0,0 1 0 0 0,0 0 0 0 0,1-1 0 0 0,-1 1 0 0 0,0 0 0 0 0,0-1 0 0 0,0 1 0 0 0,0 0-1 0 0,0 0 1 0 0,0 0 0 0 0,0 0 0 0 0,0 0 0 0 0,0 0 0 0 0,0 0 0 0 0,0 0 0 0 0,0 1 0 0 0,1-1 0 0 0,-1 0 0 0 0,0 1 0 0 0,0-1 0 0 0,0 0 0 0 0,0 1 0 0 0,0-1 0 0 0,1 1 0 0 0,-1-1 0 0 0,0 1 0 0 0,0-1 0 0 0,1 1 0 0 0,-1 0 0 0 0,0-1-1 0 0,1 1 1 0 0,-1 0 0 0 0,1 0 0 0 0,-1-1 0 0 0,1 1 0 0 0,-1 0 0 0 0,0 1 0 0 0,-1 1-181 0 0,1 0 0 0 0,-1 0-1 0 0,1 0 1 0 0,0 1 0 0 0,0-1-1 0 0,0 0 1 0 0,0 0 0 0 0,0 1-1 0 0,1-1 1 0 0,-1 0 0 0 0,1 1 0 0 0,0 3-1 0 0,2 1-935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18.50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106 49 2761 0 0,'0'-2'7767'0'0,"22"17"-6146"0"0,-13-16-642 0 0,-10-16-544 0 0,1 15-391 0 0,0 0 0 0 0,-1 0 0 0 0,0-1 0 0 0,1 1 0 0 0,-1 0 0 0 0,0 0 0 0 0,0 0 0 0 0,0 0 0 0 0,-1 0 0 0 0,1 0 0 0 0,0 0 0 0 0,-1 0 0 0 0,1 1 0 0 0,-1-1 0 0 0,0 1 0 0 0,1-1 0 0 0,-1 1 0 0 0,0-1 0 0 0,0 1 0 0 0,0 0 0 0 0,0 0 0 0 0,0 0 0 0 0,0 0 0 0 0,-5-1 0 0 0,5 2 8 0 0,-1 0 0 0 0,0 0 0 0 0,1 0-1 0 0,-1 1 1 0 0,1-1 0 0 0,-1 1 0 0 0,1 0 0 0 0,-1 0 0 0 0,1 0-1 0 0,-1 0 1 0 0,1 0 0 0 0,0 0 0 0 0,-1 1 0 0 0,1-1 0 0 0,0 1-1 0 0,0 0 1 0 0,0-1 0 0 0,0 1 0 0 0,1 0 0 0 0,-1 0 0 0 0,-2 4-1 0 0,0-1-13 0 0,1 0 0 0 0,0 0-1 0 0,0 0 1 0 0,1 0-1 0 0,0 0 1 0 0,0 0-1 0 0,0 1 1 0 0,-2 10 0 0 0,4-15-29 0 0,-1 0 0 0 0,1 1 0 0 0,0-1 0 0 0,0 0 0 0 0,0 0 0 0 0,0 0 0 0 0,0 0 0 0 0,1 0 0 0 0,-1 0 0 0 0,0 0 0 0 0,0 1 0 0 0,1-1 0 0 0,-1 0 0 0 0,1 0 0 0 0,-1 0 0 0 0,1 0 0 0 0,-1 0 0 0 0,1 0 0 0 0,1 1 0 0 0,-1-1 20 0 0,0 0 0 0 0,1-1 0 0 0,-1 1 0 0 0,0-1 1 0 0,1 1-1 0 0,-1-1 0 0 0,1 1 0 0 0,-1-1 0 0 0,0 0 0 0 0,1 0 0 0 0,-1 0 0 0 0,1 0 0 0 0,-1 0 0 0 0,1 0 0 0 0,-1 0 1 0 0,1 0-1 0 0,-1 0 0 0 0,0-1 0 0 0,1 1 0 0 0,1-1 0 0 0,-2 1 2 0 0,-1 0 0 0 0,1-1 0 0 0,0 1 0 0 0,0 0-1 0 0,0 0 1 0 0,0-1 0 0 0,0 1 0 0 0,-1 0 0 0 0,1-1 0 0 0,0 1 0 0 0,0-1 0 0 0,-1 1 0 0 0,1-1-1 0 0,0 0 1 0 0,0 1 0 0 0,-1-1 0 0 0,1 0 0 0 0,-1 1 0 0 0,1-1 0 0 0,-1 0 0 0 0,1 0 0 0 0,-1 1-1 0 0,1-1 1 0 0,-1 0 0 0 0,0 0 0 0 0,1 0 0 0 0,-1 0 0 0 0,0 1 0 0 0,0-1 0 0 0,0 0 0 0 0,0 0-1 0 0,0 0 1 0 0,0-1 0 0 0,0 0 7 0 0,0 0-1 0 0,-1 0 1 0 0,1 0-1 0 0,-1 0 0 0 0,0 0 1 0 0,0 0-1 0 0,0 0 1 0 0,0 0-1 0 0,0 0 1 0 0,0 1-1 0 0,0-1 1 0 0,-1 0-1 0 0,-2-2 0 0 0,3 2-15 0 0,-1 1-1 0 0,1 0 1 0 0,-1-1-1 0 0,0 1 1 0 0,1 0-1 0 0,-1 0 0 0 0,0 0 1 0 0,0 0-1 0 0,1 0 1 0 0,-1 1-1 0 0,0-1 0 0 0,0 0 1 0 0,0 1-1 0 0,0-1 1 0 0,-2 1-1 0 0,3 0-3 0 0,-1 0-1 0 0,1 0 0 0 0,0 1 1 0 0,0-1-1 0 0,0 0 1 0 0,0 1-1 0 0,0-1 1 0 0,0 1-1 0 0,0-1 1 0 0,-1 1-1 0 0,1-1 1 0 0,1 1-1 0 0,-1 0 0 0 0,0-1 1 0 0,0 1-1 0 0,0 0 1 0 0,0 0-1 0 0,0 0 1 0 0,1 0-1 0 0,-1 0 1 0 0,0 0-1 0 0,1 0 0 0 0,-1 0 1 0 0,1 0-1 0 0,-1 0 1 0 0,1 0-1 0 0,-1 0 1 0 0,1 2-1 0 0,-1-1-16 0 0,0 0 0 0 0,0 0 0 0 0,1 0 0 0 0,-1 0 0 0 0,1 0 0 0 0,0 0 0 0 0,-1 0 0 0 0,1 0 0 0 0,0 0 0 0 0,0 0 0 0 0,1 0 0 0 0,-1 0-1 0 0,0 0 1 0 0,1 0 0 0 0,-1 0 0 0 0,1 0 0 0 0,-1 0 0 0 0,3 4 0 0 0,-2-5-4 0 0,0 0-1 0 0,0 0 1 0 0,0 0-1 0 0,0 1 0 0 0,0-1 1 0 0,1 0-1 0 0,-1-1 1 0 0,0 1-1 0 0,1 0 1 0 0,-1 0-1 0 0,1-1 1 0 0,-1 1-1 0 0,1 0 1 0 0,-1-1-1 0 0,1 0 1 0 0,-1 1-1 0 0,1-1 0 0 0,0 0 1 0 0,1 0-1 0 0,1 1 21 0 0,0-1-1 0 0,-1-1 0 0 0,1 1 0 0 0,0-1 0 0 0,-1 1 0 0 0,1-1 0 0 0,0 0 0 0 0,-1 0 0 0 0,1-1 0 0 0,-1 1 1 0 0,1-1-1 0 0,-1 0 0 0 0,0 0 0 0 0,0 0 0 0 0,0 0 0 0 0,0 0 0 0 0,0-1 0 0 0,0 1 0 0 0,-1-1 0 0 0,3-3 1 0 0,-2 3-3 0 0,-1 0 1 0 0,0 0-1 0 0,-1-1 1 0 0,1 1-1 0 0,-1-1 1 0 0,1 1-1 0 0,-1-1 1 0 0,0 0-1 0 0,0 1 1 0 0,0-7-1 0 0,-1 9-29 0 0,0 1 0 0 0,0-1-1 0 0,0 0 1 0 0,0 0 0 0 0,0 0 0 0 0,-1 0 0 0 0,1 0 0 0 0,0 0-1 0 0,-1 0 1 0 0,1 0 0 0 0,0 1 0 0 0,-1-1 0 0 0,1 0 0 0 0,-1 0-1 0 0,0 0 1 0 0,1 1 0 0 0,-1-1 0 0 0,1 0 0 0 0,-1 1 0 0 0,0-1-1 0 0,0 0 1 0 0,1 1 0 0 0,-1-1 0 0 0,0 1 0 0 0,0-1 0 0 0,0 1-1 0 0,0 0 1 0 0,1-1 0 0 0,-1 1 0 0 0,0 0 0 0 0,0 0-1 0 0,0-1 1 0 0,0 1 0 0 0,0 0 0 0 0,0 0 0 0 0,0 0 0 0 0,0 0-1 0 0,0 0 1 0 0,0 0 0 0 0,0 1 0 0 0,0-1 0 0 0,1 0 0 0 0,-3 1-1 0 0,-25 6-2420 0 0,12 2-4474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18.91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84 122 2304 0 0,'-42'-1'2550'0'0,"0"0"5896"0"0,63-6-2962 0 0,15-6-4498 0 0,49-5 155 0 0,129-8 0 0 0,91 12-814 0 0,-148 8 148 0 0,26 5-9 0 0,-91 2-141 0 0,-90-1-331 0 0,-1 1 0 0 0,1-1 0 0 0,0 0 0 0 0,0-1 0 0 0,0 1 0 0 0,-1 0 0 0 0,1 0 0 0 0,0-1 0 0 0,0 1 0 0 0,0-1 0 0 0,-1 0 0 0 0,1 1 0 0 0,0-1 0 0 0,-1 0 0 0 0,1 0 0 0 0,-1 0 0 0 0,1 0-1 0 0,-1 0 1 0 0,1 0 0 0 0,-1-1 0 0 0,0 1 0 0 0,2-2 0 0 0,5-16-3878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19.38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64 145 14283 0 0,'-13'1'738'0'0,"9"-1"-745"0"0,1 1 0 0 0,-1-1 0 0 0,0 0 0 0 0,1 1 0 0 0,-1 0 0 0 0,1 0 0 0 0,-1 0 0 0 0,-3 2 0 0 0,5-2 82 0 0,1 0 0 0 0,0 0 0 0 0,0 0 0 0 0,0 0 0 0 0,0 1 0 0 0,0-1 1 0 0,0 0-1 0 0,1 0 0 0 0,-1 1 0 0 0,0-1 0 0 0,0 1 0 0 0,1-1 0 0 0,-1 0 0 0 0,1 1 0 0 0,0-1 0 0 0,-1 1 0 0 0,1-1 0 0 0,0 1 0 0 0,0-1 0 0 0,0 1 0 0 0,0 0 0 0 0,0-1 0 0 0,0 1 0 0 0,0 1 0 0 0,1 8 38 0 0,1-1-1 0 0,0 1 1 0 0,0-1-1 0 0,1 1 1 0 0,0-1 0 0 0,1 0-1 0 0,0 0 1 0 0,1 0-1 0 0,0-1 1 0 0,0 1-1 0 0,1-1 1 0 0,0 0-1 0 0,1-1 1 0 0,0 0-1 0 0,0 0 1 0 0,1 0 0 0 0,0-1-1 0 0,0 0 1 0 0,0 0-1 0 0,1-1 1 0 0,0-1-1 0 0,1 1 1 0 0,-1-1-1 0 0,1-1 1 0 0,0 0 0 0 0,0 0-1 0 0,0-1 1 0 0,1 0-1 0 0,-1-1 1 0 0,1 0-1 0 0,0-1 1 0 0,20 1-1 0 0,-28-2-86 0 0,1 0 0 0 0,-1 0 0 0 0,1 0 0 0 0,-1-1 0 0 0,1 1 1 0 0,-1-1-1 0 0,0 0 0 0 0,1 0 0 0 0,-1 0 0 0 0,0 0 0 0 0,0-1 0 0 0,0 1 0 0 0,0-1 0 0 0,0 0 0 0 0,0 0 0 0 0,0 0 0 0 0,0 0 0 0 0,4-5 0 0 0,-5 3 19 0 0,0 1 1 0 0,1-1-1 0 0,-1 0 1 0 0,0 0-1 0 0,-1 0 1 0 0,1 0-1 0 0,-1 0 1 0 0,1 0-1 0 0,-1-1 1 0 0,-1 1-1 0 0,1 0 1 0 0,-1-1-1 0 0,1-4 1 0 0,-2-4 70 0 0,0 0 0 0 0,0 0 0 0 0,-1 0 0 0 0,-1 0 0 0 0,0 0 0 0 0,-1 1 0 0 0,0-1 0 0 0,-11-21 0 0 0,6 19-69 0 0,0 0 0 0 0,-1 1 0 0 0,0 0 1 0 0,-1 0-1 0 0,-1 1 0 0 0,0 1 0 0 0,-25-20 0 0 0,26 24-221 0 0,0 0-1 0 0,-1 1 1 0 0,0 0-1 0 0,0 1 0 0 0,-1 0 1 0 0,0 1-1 0 0,0 0 0 0 0,0 1 1 0 0,0 1-1 0 0,-19-3 1 0 0,19 6-877 0 0,3 1-235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19.88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38 1840 0 0,'2'7'14041'0'0,"18"27"-11662"0"0,1-10-318 0 0,-10-10-1556 0 0,1-1 0 0 0,1 1-1 0 0,22 17 1 0 0,-33-29-506 0 0,2 1 0 0 0,-1-1 0 0 0,0 0 0 0 0,0 0 0 0 0,1 0 0 0 0,-1-1 0 0 0,1 1 0 0 0,-1-1 0 0 0,1 0 0 0 0,0 0 1 0 0,0 0-1 0 0,-1 0 0 0 0,1-1 0 0 0,0 0 0 0 0,0 1 0 0 0,0-2 0 0 0,0 1 0 0 0,-1 0 0 0 0,1-1 0 0 0,0 1 0 0 0,0-1 0 0 0,5-2 0 0 0,-5 1-6 0 0,-1 1-1 0 0,0-1 1 0 0,0 0 0 0 0,0 0 0 0 0,0-1-1 0 0,-1 1 1 0 0,1 0 0 0 0,0-1-1 0 0,-1 0 1 0 0,0 0 0 0 0,0 1-1 0 0,0-1 1 0 0,0 0 0 0 0,0-1-1 0 0,0 1 1 0 0,-1 0 0 0 0,1-1-1 0 0,-1 1 1 0 0,0 0 0 0 0,0-1-1 0 0,0-5 1 0 0,1-8 2 0 0,0 0 0 0 0,-2 0 0 0 0,-1-24 0 0 0,0 8 398 0 0,4 41-286 0 0,1-1 0 0 0,0 0-1 0 0,7 11 1 0 0,-4-7-72 0 0,0-1 1 0 0,1 1-1 0 0,0-2 1 0 0,0 1-1 0 0,1-1 0 0 0,0 0 1 0 0,20 14-1 0 0,-24-20-349 0 0,1 1 1 0 0,-1-1-1 0 0,1 0 0 0 0,0 0 0 0 0,0 0 0 0 0,0-1 0 0 0,1 0 1 0 0,-1 0-1 0 0,0-1 0 0 0,1 0 0 0 0,-1 0 0 0 0,1 0 0 0 0,0-1 1 0 0,-1 0-1 0 0,1 0 0 0 0,8-2 0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20.14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40 17 8754 0 0,'-13'-9'91'0'0,"-13"1"11177"0"0,27 25-10282 0 0,11 29-373 0 0,2-2 0 0 0,2 0 0 0 0,38 75 0 0 0,-38-86-479 0 0,37 70-107 0 0,8 20-761 0 0,-26-37-7249 0 0,-30-70 1518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20.34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27 134 7370 0 0,'-1'-1'133'0'0,"0"1"1"0"0,-1 0 0 0 0,1 0-1 0 0,0-1 1 0 0,0 1 0 0 0,-1-1-1 0 0,1 1 1 0 0,0-1 0 0 0,0 1 0 0 0,0-1-1 0 0,0 0 1 0 0,0 1 0 0 0,-1-1-1 0 0,2 0 1 0 0,-1 0 0 0 0,0 0-1 0 0,0 0 1 0 0,0 0 0 0 0,0 0 0 0 0,0 0-1 0 0,1 0 1 0 0,-1 0 0 0 0,1-1-1 0 0,-1 1 1 0 0,1 0 0 0 0,-1-2-1 0 0,1 2 97 0 0,0-1 0 0 0,1 0 0 0 0,-1 1-1 0 0,1-1 1 0 0,-1 1 0 0 0,1-1-1 0 0,0 0 1 0 0,-1 1 0 0 0,1-1 0 0 0,0 1-1 0 0,0 0 1 0 0,0-1 0 0 0,0 1-1 0 0,1 0 1 0 0,-1 0 0 0 0,0-1 0 0 0,0 1-1 0 0,1 0 1 0 0,-1 0 0 0 0,3-1-1 0 0,13-9 855 0 0,0 1-1 0 0,1 1 0 0 0,0 1 0 0 0,35-12 1 0 0,34-3-2430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23.74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52 123 4729 0 0,'-3'-8'111'0'0,"0"0"0"0"0,0 0 0 0 0,1-1 0 0 0,-2-10 0 0 0,-32-52 16989 0 0,42 83-16154 0 0,-2-6-937 0 0,0 1 0 0 0,0-1 1 0 0,-1 1-1 0 0,1 0 0 0 0,-2 0 0 0 0,1 0 0 0 0,-1 0 0 0 0,0 0 0 0 0,2 12 0 0 0,-4 56 535 0 0,59 281-544 0 0,-31-218 0 0 0,14 214 0 0 0,-38-190 152 0 0,10 149 256 0 0,31 299 251 0 0,-41-474-618 0 0,6 69 3 0 0,4-55 40 0 0,10 67 64 0 0,23 78-20 0 0,-42-261-115 0 0,-4-18-68 0 0,1 0 0 0 0,7 24 0 0 0,-9-41 26 0 0,0 1 0 0 0,0 0 0 0 0,0 0-1 0 0,0 0 1 0 0,0 0 0 0 0,0 0 0 0 0,0 0 0 0 0,0-1-1 0 0,1 1 1 0 0,-1 0 0 0 0,0 0 0 0 0,0 0-1 0 0,0 0 1 0 0,0 0 0 0 0,0 0 0 0 0,0 0-1 0 0,0 0 1 0 0,1 0 0 0 0,-1-1 0 0 0,0 1-1 0 0,0 0 1 0 0,0 0 0 0 0,0 0 0 0 0,0 0-1 0 0,0 0 1 0 0,1 0 0 0 0,-1 0 0 0 0,0 0 0 0 0,0 0-1 0 0,0 0 1 0 0,0 0 0 0 0,0 0 0 0 0,1 0-1 0 0,-1 0 1 0 0,0 0 0 0 0,0 0 0 0 0,0 0-1 0 0,0 0 1 0 0,0 0 0 0 0,1 0 0 0 0,-1 1-1 0 0,0-1 1 0 0,0 0 0 0 0,0 0 0 0 0,0 0-1 0 0,0 0 1 0 0,0 0 0 0 0,0 0 0 0 0,1 0-1 0 0,-1 0 1 0 0,0 0 0 0 0,0 1 0 0 0,0-1 0 0 0,0 0-1 0 0,0 0 1 0 0,3-13-1149 0 0,-1 3 345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24.25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128 84 3177 0 0,'-24'-9'140'0'0,"-29"-9"1193"0"0,49 17-572 0 0,0 1 0 0 0,0-1 1 0 0,0 0-1 0 0,0 1 0 0 0,0 0 0 0 0,-1 0 0 0 0,1 0 0 0 0,0 0 0 0 0,0 1 1 0 0,-6 1-1 0 0,31-11 1866 0 0,-4 1-390 0 0,1 0 0 0 0,1 1-1 0 0,19-4 1 0 0,19 4-2232 0 0,-1 3 0 0 0,1 2-1 0 0,76 7 1 0 0,8 0 14 0 0,-107-6-278 0 0,1 3 0 0 0,-1 0 0 0 0,0 2 1 0 0,41 11-1 0 0,-72-14 347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24.62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20 1 2304 0 0,'-1'1'-310'0'0,"-17"32"13924"0"0,36-25-11404 0 0,-4-3-1704 0 0,-1 0-1 0 0,0 0 0 0 0,0 1 0 0 0,0 1 0 0 0,-1 0 0 0 0,0 0 1 0 0,0 1-1 0 0,-1 1 0 0 0,0 0 0 0 0,-1 1 0 0 0,18 20 0 0 0,-2 4-533 0 0,-1 1-1 0 0,30 61 0 0 0,-48-84 147 0 0,7 13-75 0 0,42 70-1033 0 0,-56-95 936 0 0,0 0 0 0 0,0 1 1 0 0,1-1-1 0 0,-1 0 0 0 0,0 1 0 0 0,0-1 0 0 0,1 0 1 0 0,-1 0-1 0 0,0 1 0 0 0,0-1 0 0 0,1 0 0 0 0,-1 0 1 0 0,0 0-1 0 0,1 1 0 0 0,-1-1 0 0 0,0 0 0 0 0,1 0 1 0 0,-1 0-1 0 0,0 0 0 0 0,1 0 0 0 0,-1 1 0 0 0,0-1 1 0 0,1 0-1 0 0,-1 0 0 0 0,0 0 0 0 0,1 0 0 0 0,-1 0 1 0 0,1 0-1 0 0,-1 0 0 0 0,0 0 0 0 0,1 0 1 0 0,-1-1-1 0 0,1 1 0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24.89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281 58 3681 0 0,'1'-4'712'0'0,"8"-26"3157"0"0,-9 29-3598 0 0,1 0 0 0 0,-1 0 0 0 0,1 0-1 0 0,-1 0 1 0 0,0-1 0 0 0,0 1 0 0 0,0 0 0 0 0,0 0 0 0 0,0 0 0 0 0,0-1-1 0 0,0 1 1 0 0,0 0 0 0 0,0 0 0 0 0,0 0 0 0 0,-1 0 0 0 0,1-1-1 0 0,-1 1 1 0 0,0-2 0 0 0,0 3-80 0 0,0 0 0 0 0,1 0-1 0 0,-1 0 1 0 0,0 0 0 0 0,0 0-1 0 0,0 0 1 0 0,0 0 0 0 0,0 0-1 0 0,0 1 1 0 0,1-1 0 0 0,-1 0-1 0 0,0 0 1 0 0,0 1 0 0 0,0-1 0 0 0,0 0-1 0 0,1 1 1 0 0,-1-1 0 0 0,0 1-1 0 0,0-1 1 0 0,1 1 0 0 0,-1-1-1 0 0,1 1 1 0 0,-1 0 0 0 0,0-1-1 0 0,1 1 1 0 0,-1 1 0 0 0,-18 20 1326 0 0,18-21-1340 0 0,-91 135 2697 0 0,5-6-2098 0 0,67-99-557 0 0,16-23-235 0 0,-1 0 0 0 0,0 0 1 0 0,0-1-1 0 0,-1 0 0 0 0,1 0 1 0 0,-2-1-1 0 0,-6 7 0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25.62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66 91 6913 0 0,'-1'-6'369'0'0,"0"0"0"0"0,0 0-1 0 0,0 0 1 0 0,0-1 0 0 0,1-8-1 0 0,1 9 605 0 0,-2 0-1 0 0,1 0 0 0 0,0 0 1 0 0,-1 1-1 0 0,-7-11 3798 0 0,8 17-4700 0 0,-7 7 1446 0 0,-3 11-314 0 0,2 4-1037 0 0,1 0 1 0 0,1 0 0 0 0,1 1 0 0 0,2-1 0 0 0,0 1-1 0 0,1 0 1 0 0,1 0 0 0 0,2 0 0 0 0,5 39 0 0 0,-4-51-168 0 0,0 0 0 0 0,1 0 0 0 0,1 0 0 0 0,0-1 1 0 0,1 1-1 0 0,0-1 0 0 0,1 0 0 0 0,0 0 0 0 0,0-1 1 0 0,1 0-1 0 0,1 0 0 0 0,0 0 0 0 0,0-1 0 0 0,1 0 1 0 0,0-1-1 0 0,0 0 0 0 0,1 0 0 0 0,0-1 1 0 0,1-1-1 0 0,15 9 0 0 0,22 2-213 0 0,-45-16 186 0 0,0 0 0 0 0,1 0 1 0 0,-1 0-1 0 0,0-1 0 0 0,1 0 1 0 0,-1 1-1 0 0,0-1 0 0 0,1-1 1 0 0,-1 1-1 0 0,0 0 0 0 0,1-1 1 0 0,4-1-1 0 0,-8 2 11 0 0,1-1 0 0 0,-1 1-1 0 0,0-1 1 0 0,0 1 0 0 0,0 0 0 0 0,0-1 0 0 0,0 1 0 0 0,0-1-1 0 0,0 1 1 0 0,0 0 0 0 0,0-1 0 0 0,0 1 0 0 0,0-1 0 0 0,-1 1-1 0 0,1 0 1 0 0,0-1 0 0 0,0 1 0 0 0,0-1 0 0 0,0 1 0 0 0,-1 0-1 0 0,1-1 1 0 0,0 1 0 0 0,0 0 0 0 0,-1-1 0 0 0,1 1 0 0 0,0 0-1 0 0,-1 0 1 0 0,1-1 0 0 0,0 1 0 0 0,-1 0 0 0 0,1 0 0 0 0,0-1-1 0 0,-1 1 1 0 0,1 0 0 0 0,0 0 0 0 0,-1 0 0 0 0,-18-15-306 0 0,16 13 236 0 0,-7-5 12 0 0,0 0 1 0 0,0-1-1 0 0,1 0 1 0 0,0-1 0 0 0,1 0-1 0 0,0 0 1 0 0,-7-12-1 0 0,13 17 53 0 0,0 0 0 0 0,0 0 0 0 0,0 0 0 0 0,1 0-1 0 0,-1 0 1 0 0,1 0 0 0 0,0-1 0 0 0,0 1 0 0 0,1 0-1 0 0,-1-1 1 0 0,1 1 0 0 0,0 0 0 0 0,0-1-1 0 0,1 1 1 0 0,-1-1 0 0 0,1 1 0 0 0,0 0 0 0 0,0 0-1 0 0,1-1 1 0 0,-1 1 0 0 0,1 0 0 0 0,0 0 0 0 0,3-5-1 0 0,2-2 35 0 0,1 1 0 0 0,0 0-1 0 0,0 1 1 0 0,1 0-1 0 0,0 0 1 0 0,1 0 0 0 0,0 1-1 0 0,1 1 1 0 0,-1 0-1 0 0,1 0 1 0 0,1 1 0 0 0,-1 1-1 0 0,1 0 1 0 0,0 0-1 0 0,0 1 1 0 0,0 1 0 0 0,1 0-1 0 0,14-2 1 0 0,-24 5 25 0 0,-1 0-1 0 0,1 0 1 0 0,0 0 0 0 0,-1 0 0 0 0,1 0 0 0 0,0 1 0 0 0,-1-1 0 0 0,1 1 0 0 0,-1-1 0 0 0,1 1-1 0 0,-1 0 1 0 0,1 0 0 0 0,-1 0 0 0 0,1 1 0 0 0,-1-1 0 0 0,0 1 0 0 0,0-1 0 0 0,0 1-1 0 0,3 2 1 0 0,-2-1 23 0 0,0 1 0 0 0,-1 0 1 0 0,1 0-1 0 0,-1 0 0 0 0,0 0 0 0 0,0 0 0 0 0,0 1 0 0 0,0-1 0 0 0,-1 0 0 0 0,2 7 0 0 0,0 8 91 0 0,-1 1 0 0 0,-1 0 0 0 0,0-1 0 0 0,-3 21 0 0 0,2-36-143 0 0,-5 65 216 0 0,1-36-323 0 0,2-1 1 0 0,5 65-1 0 0,-3-97 29 0 0,-1 1 1 0 0,1-1-1 0 0,0 1 0 0 0,0 0 0 0 0,0-1 1 0 0,0 1-1 0 0,0 0 0 0 0,0-1 0 0 0,1 1 1 0 0,-1 0-1 0 0,0-1 0 0 0,0 1 0 0 0,0-1 1 0 0,1 1-1 0 0,-1 0 0 0 0,0-1 0 0 0,0 1 1 0 0,1-1-1 0 0,-1 1 0 0 0,1-1 0 0 0,-1 1 1 0 0,0-1-1 0 0,1 1 0 0 0,-1-1 1 0 0,1 1-1 0 0,-1-1 0 0 0,1 0 0 0 0,-1 1 1 0 0,1-1-1 0 0,0 0 0 0 0,-1 1 0 0 0,1-1 1 0 0,-1 0-1 0 0,1 0 0 0 0,0 0 0 0 0,-1 0 1 0 0,1 1-1 0 0,0-1 0 0 0,-1 0 0 0 0,2 0 1 0 0,5-3-1592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25.89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1 6913 0 0,'-4'6'9696'0'0,"5"5"-5741"0"0,7 33-3225 0 0,-6-32 494 0 0,28 122-447 0 0,13 80-2255 0 0,-43-210 432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26.17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1 152 5529 0 0,'5'-6'6637'0'0,"-5"6"-6485"0"0,12 4 2654 0 0,8 9-604 0 0,17 16 190 0 0,44 25 0 0 0,-64-44-2167 0 0,-1-2 0 0 0,2 1-1 0 0,-1-2 1 0 0,1 0 0 0 0,29 6-1 0 0,-45-12-202 0 0,-1-1 0 0 0,0 0 0 0 0,0 0 0 0 0,1 1 0 0 0,-1-1-1 0 0,0 0 1 0 0,0 0 0 0 0,1 0 0 0 0,-1 0 0 0 0,0 0 0 0 0,0 0 0 0 0,1-1-1 0 0,-1 1 1 0 0,0 0 0 0 0,0-1 0 0 0,1 1 0 0 0,-1-1 0 0 0,0 1 0 0 0,0-1-1 0 0,0 0 1 0 0,0 1 0 0 0,0-1 0 0 0,0 0 0 0 0,0 0 0 0 0,0 1 0 0 0,0-1-1 0 0,0 0 1 0 0,0 0 0 0 0,-1 0 0 0 0,1 0 0 0 0,0 0 0 0 0,-1-1 0 0 0,1 1-1 0 0,-1 0 1 0 0,1 0 0 0 0,-1 0 0 0 0,1 0 0 0 0,-1-1 0 0 0,0 1 0 0 0,0 0-1 0 0,1 0 1 0 0,-1-1 0 0 0,0 1 0 0 0,0 0 0 0 0,0-1 0 0 0,-1-1 0 0 0,0-9 24 0 0,0-1 1 0 0,-1 1-1 0 0,0 0 1 0 0,-5-13-1 0 0,3 6-47 0 0,-12-85-501 0 0,14 59-6393 0 0,3 20-551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26.57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46 2 9218 0 0,'-3'-1'720'0'0,"0"1"-1"0"0,0 0 1 0 0,0 0 0 0 0,0 0-1 0 0,0 1 1 0 0,0-1 0 0 0,0 1-1 0 0,0-1 1 0 0,0 1 0 0 0,0 0-1 0 0,-4 2 1 0 0,6-2-502 0 0,1-1-1 0 0,-1 1 1 0 0,1-1 0 0 0,-1 1 0 0 0,1 0 0 0 0,0-1-1 0 0,-1 1 1 0 0,1 0 0 0 0,0-1 0 0 0,-1 1-1 0 0,1 0 1 0 0,0 0 0 0 0,0-1 0 0 0,-1 1 0 0 0,1 0-1 0 0,0 0 1 0 0,0-1 0 0 0,0 1 0 0 0,0 0 0 0 0,0 0-1 0 0,1 1 1 0 0,3 18 237 0 0,125 338 946 0 0,-112-306-1695 0 0,-13-38 95 0 0,0 0 0 0 0,1 0 1 0 0,10 19-1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26.85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79 8290 0 0,'0'0'101'0'0,"-1"-1"0"0"0,1 1 1 0 0,0 0-1 0 0,-1-1 1 0 0,1 1-1 0 0,-1-1 0 0 0,1 1 1 0 0,0 0-1 0 0,0-1 0 0 0,-1 1 1 0 0,1-1-1 0 0,0 1 0 0 0,0-1 1 0 0,-1 1-1 0 0,1-1 0 0 0,0 1 1 0 0,0-1-1 0 0,0 1 0 0 0,0-1 1 0 0,0 1-1 0 0,0-1 0 0 0,0 1 1 0 0,0-1-1 0 0,0 0 0 0 0,0 1 1 0 0,0-1-1 0 0,0 1 1 0 0,0-1-1 0 0,0 1 0 0 0,0-1 1 0 0,0 1-1 0 0,1-1 0 0 0,-1 1 1 0 0,0-1-1 0 0,0 1 0 0 0,1 0 1 0 0,-1-1-1 0 0,0 1 0 0 0,1-1 1 0 0,-1 0-1 0 0,12-22 1465 0 0,-7 19-1241 0 0,0 1 0 0 0,0-1 0 0 0,0 1 0 0 0,0 0 0 0 0,0 0 0 0 0,1 0 0 0 0,-1 1 0 0 0,1 0 0 0 0,0 0 0 0 0,0 0 0 0 0,-1 1-1 0 0,1-1 1 0 0,0 2 0 0 0,0-1 0 0 0,1 1 0 0 0,9 0 0 0 0,0 1 114 0 0,0 0 0 0 0,1 1 0 0 0,-1 1 0 0 0,0 0 0 0 0,15 6 0 0 0,-20-6-347 0 0,-1 1 1 0 0,-1 1 0 0 0,1-1-1 0 0,0 1 1 0 0,-1 1 0 0 0,0 0-1 0 0,0 0 1 0 0,-1 1 0 0 0,0 0-1 0 0,0 0 1 0 0,-1 1 0 0 0,1 0-1 0 0,-2 0 1 0 0,8 12 0 0 0,-9-12-61 0 0,-1 0 1 0 0,0 0-1 0 0,-1 1 0 0 0,0 0 1 0 0,0-1-1 0 0,-1 1 0 0 0,0 0 1 0 0,-1 0-1 0 0,1 1 1 0 0,-2-1-1 0 0,1 0 0 0 0,-2 0 1 0 0,1 0-1 0 0,-1 0 0 0 0,0 1 1 0 0,-6 16-1 0 0,-1 0 49 0 0,-1 0 1 0 0,-1-1-1 0 0,-2 0 0 0 0,-25 42 1 0 0,26-51-159 0 0,0 0 0 0 0,-1-1 0 0 0,-1 0 0 0 0,0-1 0 0 0,-1 0 0 0 0,0-1 0 0 0,-26 17 0 0 0,40-30 70 0 0,-1 2-138 0 0,-1-1-1 0 0,1 0 1 0 0,-1 0-1 0 0,1 0 1 0 0,-1-1-1 0 0,0 1 1 0 0,1 0-1 0 0,-1-1 0 0 0,0 1 1 0 0,0-1-1 0 0,1 1 1 0 0,-1-1-1 0 0,0 0 1 0 0,0 0-1 0 0,-3 0 1 0 0,-6-5-1240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37.78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109 1 5985 0 0,'-2'0'145'0'0,"-1"1"1"0"0,0 0-1 0 0,0-1 0 0 0,0 1 0 0 0,1 0 0 0 0,-1 0 1 0 0,0 1-1 0 0,1-1 0 0 0,-1 0 0 0 0,1 1 0 0 0,-1 0 0 0 0,1-1 1 0 0,0 1-1 0 0,0 0 0 0 0,-1 0 0 0 0,2 1 0 0 0,-1-1 1 0 0,0 0-1 0 0,0 1 0 0 0,-2 4 0 0 0,0 0 6 0 0,0 1-1 0 0,0 0 1 0 0,0 0 0 0 0,1 0-1 0 0,-3 16 1 0 0,1 1 120 0 0,2 0 1 0 0,1 1-1 0 0,1-1 0 0 0,5 46 1 0 0,1-26-11 0 0,21 81 0 0 0,-22-113-246 0 0,0 1 0 0 0,1-1 0 0 0,0 0-1 0 0,1 0 1 0 0,1 0 0 0 0,0-1 0 0 0,0 0-1 0 0,1 0 1 0 0,1-1 0 0 0,12 14 0 0 0,-15-20 38 0 0,0 0 0 0 0,0 0 1 0 0,0-1-1 0 0,1 1 0 0 0,-1-1 1 0 0,1-1-1 0 0,0 1 1 0 0,0-1-1 0 0,0-1 0 0 0,1 1 1 0 0,-1-1-1 0 0,1 0 0 0 0,-1-1 1 0 0,1 0-1 0 0,0 0 0 0 0,-1-1 1 0 0,1 0-1 0 0,0 0 0 0 0,0 0 1 0 0,10-3-1 0 0,-12 2-17 0 0,0-1 0 0 0,0 1 0 0 0,0-1-1 0 0,0 0 1 0 0,0 0 0 0 0,0-1 0 0 0,-1 0 0 0 0,0 0-1 0 0,1 0 1 0 0,-1-1 0 0 0,0 1 0 0 0,-1-1 0 0 0,1 0-1 0 0,-1-1 1 0 0,6-6 0 0 0,-5 5 37 0 0,-1-1 1 0 0,0 0-1 0 0,0-1 0 0 0,-1 1 0 0 0,0-1 1 0 0,0 1-1 0 0,0-1 0 0 0,-1 0 1 0 0,-1 0-1 0 0,2-13 0 0 0,-2 6 139 0 0,0 0 0 0 0,-2 0 0 0 0,0 0 0 0 0,0 0 0 0 0,-2 0 0 0 0,0 0 0 0 0,0 1 0 0 0,-1-1 0 0 0,-1 1 1 0 0,-1 0-1 0 0,0 0 0 0 0,-10-16 0 0 0,4 12 168 0 0,-2 0 1 0 0,-1 1-1 0 0,0 0 1 0 0,-1 1 0 0 0,0 1-1 0 0,-35-24 1 0 0,-4 3 230 0 0,-62-31 0 0 0,108 62-701 0 0,5 2-195 0 0,-1 1 1 0 0,1-1-1 0 0,-1 1 0 0 0,0 0 1 0 0,0 0-1 0 0,0 0 0 0 0,0 1 1 0 0,0 0-1 0 0,-10-1 0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39.2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309 24 2761 0 0,'-3'-2'261'0'0,"1"1"0"0"0,-1-1 0 0 0,0 1 0 0 0,0 0 0 0 0,0-1 0 0 0,1 2 0 0 0,-1-1 1 0 0,0 0-1 0 0,0 0 0 0 0,-1 1 0 0 0,1 0 0 0 0,-5 0 0 0 0,-41 0 2132 0 0,46 1-2211 0 0,-4-1 29 0 0,-1 1 0 0 0,1 0 0 0 0,0 0 0 0 0,0 1 0 0 0,0 0 0 0 0,1 0 0 0 0,-1 1 0 0 0,0-1 0 0 0,1 1 0 0 0,0 1 0 0 0,-1 0 0 0 0,1 0 0 0 0,1 0 0 0 0,-1 0 0 0 0,1 1 0 0 0,-1 0 0 0 0,1 0 0 0 0,1 0 0 0 0,-6 7 0 0 0,1 3-63 0 0,0 1 0 0 0,1 0-1 0 0,0 0 1 0 0,1 0 0 0 0,1 1 0 0 0,-6 29-1 0 0,4-14-83 0 0,1 0-1 0 0,2 1 1 0 0,2 0-1 0 0,1 0 0 0 0,2 46 1 0 0,2-60-88 0 0,0 0-1 0 0,1 0 1 0 0,1 0-1 0 0,1 0 1 0 0,1-1-1 0 0,0 0 1 0 0,1 0 0 0 0,1-1-1 0 0,1 1 1 0 0,19 27-1 0 0,-22-37 10 0 0,0-1-1 0 0,0 0 0 0 0,1 0 1 0 0,0 0-1 0 0,1-1 1 0 0,-1 0-1 0 0,1-1 0 0 0,1 0 1 0 0,-1 0-1 0 0,1 0 1 0 0,-1-1-1 0 0,1-1 0 0 0,0 1 1 0 0,0-2-1 0 0,14 4 0 0 0,-17-5 82 0 0,0-1 0 0 0,0 1 0 0 0,0-1 0 0 0,0 0-1 0 0,0 0 1 0 0,1-1 0 0 0,-1 1 0 0 0,0-1 0 0 0,0-1-1 0 0,0 1 1 0 0,0-1 0 0 0,-1 0 0 0 0,1-1 0 0 0,0 1-1 0 0,-1-1 1 0 0,0 0 0 0 0,1-1 0 0 0,-1 1 0 0 0,0-1-1 0 0,-1 0 1 0 0,1 0 0 0 0,-1 0 0 0 0,0-1 0 0 0,7-9-1 0 0,7-16 309 0 0,-1-1 0 0 0,-1-1 0 0 0,-2-1 0 0 0,-1 0 0 0 0,-2-1 0 0 0,-1 0 0 0 0,6-41 0 0 0,-12 55-242 0 0,-1-1 0 0 0,-1 1 0 0 0,-1 0 1 0 0,-1-1-1 0 0,0 1 0 0 0,-2-1 0 0 0,-5-24 1 0 0,4 33-67 0 0,0 0 1 0 0,-1 0 0 0 0,-1 0 0 0 0,0 1 0 0 0,0 0 0 0 0,-1 0-1 0 0,0 0 1 0 0,-1 0 0 0 0,-1 1 0 0 0,0 1 0 0 0,0-1 0 0 0,0 1 0 0 0,-12-8-1 0 0,10 7-491 0 0,-1 1 0 0 0,0 0-1 0 0,-1 1 1 0 0,0 0-1 0 0,0 1 1 0 0,0 0-1 0 0,-21-7 1 0 0,24 12-837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39.93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21 391 3681 0 0,'-5'-20'508'0'0,"-2"-3"1059"0"0,-1 11 2628 0 0,24 13-357 0 0,9 2-2887 0 0,-18 3-644 0 0,0 0 0 0 0,0 0 0 0 0,0 0 0 0 0,-1 1 0 0 0,0 0 0 0 0,0 0-1 0 0,-1 0 1 0 0,10 17 0 0 0,11 15 251 0 0,1-10-221 0 0,2-1 0 0 0,0-1 1 0 0,2-1-1 0 0,1-2 0 0 0,0-1 0 0 0,66 33 0 0 0,-89-51-289 0 0,1-1-1 0 0,0 0 0 0 0,0-1 1 0 0,0 0-1 0 0,12 2 0 0 0,-18-4 1 0 0,-1 0-1 0 0,1-1 1 0 0,-1 1-1 0 0,1-1 0 0 0,-1 0 1 0 0,1 0-1 0 0,-1 0 1 0 0,1-1-1 0 0,-1 1 1 0 0,1-1-1 0 0,-1 0 0 0 0,0 0 1 0 0,1 0-1 0 0,-1 0 1 0 0,0 0-1 0 0,0-1 0 0 0,0 0 1 0 0,0 1-1 0 0,3-4 1 0 0,-4 4 0 0 0,-1-1 0 0 0,0 0 1 0 0,0 1-1 0 0,0-1 0 0 0,0 0 1 0 0,0 0-1 0 0,-1 0 1 0 0,1 0-1 0 0,0 0 0 0 0,-1 0 1 0 0,1 0-1 0 0,-1 0 0 0 0,0 0 1 0 0,0 0-1 0 0,0-1 0 0 0,0 1 1 0 0,0-3-1 0 0,-9-41 321 0 0,3 21-208 0 0,-19-199 421 0 0,24 193-555 0 0,1 0 0 0 0,2 0 0 0 0,1 1 0 0 0,2-1 0 0 0,10-38 0 0 0,-6 29-24 0 0,-7 27-87 0 0,1 1-1 0 0,0 0 1 0 0,10-23-1 0 0,-10 30-237 0 0,1 0-85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0.2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243 186 5065 0 0,'5'-21'735'0'0,"-1"0"0"0"0,0-1 0 0 0,-2 1 0 0 0,-1-1 0 0 0,-2-43 0 0 0,-3 53 1996 0 0,-2 11-897 0 0,-10 21-110 0 0,-10 40-791 0 0,-9 61 371 0 0,-25 153 0 0 0,36-156-853 0 0,-12 83 99 0 0,-14 299 0 0 0,51 207 167 0 0,35-151 69 0 0,-10-187-381 0 0,-12 65-70 0 0,20 232 131 0 0,53-88 199 0 0,18 156-175 0 0,-27-60 546 0 0,-58-503-839 0 0,21 237-48 0 0,-40-385-733 0 0,5 60 1057 0 0,0-28-8211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1.3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167 741 4609 0 0,'-100'5'-1703'0'0,"98"-5"1709"0"0,1 0 0 0 0,-1-1 0 0 0,0 1 0 0 0,1 0 0 0 0,-1 0 0 0 0,0-1 1 0 0,1 1-1 0 0,-1-1 0 0 0,1 1 0 0 0,-1-1 0 0 0,1 0 0 0 0,-1 1 0 0 0,1-1 0 0 0,-1 0 0 0 0,1 0 0 0 0,0 0 0 0 0,-1 0 0 0 0,1-1 0 0 0,0 1 1 0 0,-1-1-1 0 0,-14-31 953 0 0,15 29-337 0 0,-1 0-1 0 0,1 0 0 0 0,-1 0 1 0 0,0 0-1 0 0,0 0 1 0 0,0 1-1 0 0,-5-6 1 0 0,19 8 3930 0 0,13-4-4361 0 0,-23 4 8 0 0,371-53 2786 0 0,188-28-1273 0 0,-225 28-947 0 0,608-59 372 0 0,-476 61-727 0 0,764-49 223 0 0,-883 92-633 0 0,-170 6 0 0 0,362-1 64 0 0,585-36 2 0 0,-980 33-56 0 0,427-22 156 0 0,615-16 140 0 0,-958 44-258 0 0,935-16 38 0 0,-77-27 384 0 0,-617 49-281 0 0,-270 14-6934 0 0,-166-14-222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2.6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 1 6449 0 0,'0'0'110'0'0,"0"0"-1"0"0,-1 0 0 0 0,1 0 1 0 0,0 0-1 0 0,-1 0 0 0 0,1 1 0 0 0,0-1 1 0 0,-1 0-1 0 0,1 0 0 0 0,0 1 0 0 0,-1-1 1 0 0,1 0-1 0 0,0 0 0 0 0,0 1 1 0 0,-1-1-1 0 0,1 0 0 0 0,0 1 0 0 0,0-1 1 0 0,0 0-1 0 0,-1 1 0 0 0,1-1 1 0 0,0 0-1 0 0,0 1 0 0 0,0-1 0 0 0,0 1 1 0 0,0-1-1 0 0,0 0 0 0 0,0 1 1 0 0,0-1-1 0 0,0 1 0 0 0,0-1 0 0 0,0 0 1 0 0,0 1-1 0 0,0-1 0 0 0,0 1 0 0 0,0-1 1 0 0,0 1-1 0 0,-2 20 1053 0 0,-2 300 4079 0 0,5-84-4212 0 0,9-79-4300 0 0,-9-129-2146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2.9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1 10594 0 0,'-1'1'34'0'0,"1"-1"-1"0"0,-1 1 0 0 0,1 0 0 0 0,-1 0 1 0 0,1 0-1 0 0,0-1 0 0 0,-1 1 1 0 0,1 0-1 0 0,0 0 0 0 0,0 0 0 0 0,-1 0 1 0 0,1 0-1 0 0,0 0 0 0 0,0 0 1 0 0,0 0-1 0 0,0-1 0 0 0,0 1 0 0 0,0 0 1 0 0,1 0-1 0 0,-1 2 0 0 0,3 30 1745 0 0,-2-24-1338 0 0,3 119 1100 0 0,3 33-441 0 0,-4-140-1970 0 0,0 1 0 0 0,2-1 0 0 0,0 0 0 0 0,1 0 0 0 0,12 26 0 0 0,-10-31-3828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3.2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8 274 10594 0 0,'-7'-6'579'0'0,"12"24"1140"0"0,1-3-1574 0 0,1-1-1 0 0,0 1 0 0 0,0-2 1 0 0,2 1-1 0 0,0-1 1 0 0,0 0-1 0 0,1-1 0 0 0,1 0 1 0 0,0 0-1 0 0,1-1 1 0 0,0-1-1 0 0,0 0 1 0 0,1-1-1 0 0,0 0 0 0 0,1-1 1 0 0,15 7-1 0 0,2 0 415 0 0,0-1-1 0 0,36 11 1 0 0,-56-22-379 0 0,0 1-1 0 0,1-2 1 0 0,-1 0 0 0 0,1 0 0 0 0,-1-1-1 0 0,1 0 1 0 0,0-1 0 0 0,-1-1-1 0 0,22-3 1 0 0,-30 3-104 0 0,1 0 1 0 0,0-1-1 0 0,-1 1 0 0 0,0-1 0 0 0,1 0 1 0 0,-1 0-1 0 0,0 0 0 0 0,0-1 0 0 0,0 1 1 0 0,0-1-1 0 0,-1 0 0 0 0,1 0 1 0 0,-1 1-1 0 0,0-2 0 0 0,1 1 0 0 0,-1 0 1 0 0,0 0-1 0 0,-1-1 0 0 0,1 1 0 0 0,-1-1 1 0 0,0 1-1 0 0,1-1 0 0 0,-2 0 0 0 0,2-4 1 0 0,1-11 341 0 0,0-1 1 0 0,-1 1-1 0 0,-2-29 0 0 0,0 38-269 0 0,-6-130 315 0 0,2 78-722 0 0,5-87 0 0 0,1 134-1464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3.9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201 126 2761 0 0,'-19'-33'495'0'0,"14"25"608"0"0,0 0 0 0 0,-1 1 0 0 0,0-1-1 0 0,-14-11 1 0 0,19 17-943 0 0,-1 1 0 0 0,1-1 0 0 0,-1 1 0 0 0,1 0 0 0 0,-1-1 0 0 0,0 1 0 0 0,0 0 0 0 0,0 0 0 0 0,0 0 0 0 0,0 0 0 0 0,0 0 0 0 0,0 1 0 0 0,0-1 0 0 0,0 1 0 0 0,0-1 0 0 0,0 1 0 0 0,0 0 0 0 0,0 0 0 0 0,0 0 0 0 0,-1 0 0 0 0,1 0-1 0 0,0 0 1 0 0,0 0 0 0 0,0 1 0 0 0,0-1 0 0 0,0 1 0 0 0,0 0 0 0 0,0-1 0 0 0,0 1 0 0 0,0 0 0 0 0,0 0 0 0 0,0 0 0 0 0,0 1 0 0 0,1-1 0 0 0,-1 0 0 0 0,0 1 0 0 0,1-1 0 0 0,-1 1 0 0 0,1-1 0 0 0,0 1 0 0 0,-1 0 0 0 0,1-1 0 0 0,0 1 0 0 0,-2 3 0 0 0,-5 10 54 0 0,0 1 1 0 0,1-1-1 0 0,0 1 1 0 0,1 1-1 0 0,1-1 1 0 0,1 1-1 0 0,0 0 1 0 0,1 0-1 0 0,1 0 1 0 0,0 33-1 0 0,2-35-219 0 0,1 1 0 0 0,0-1-1 0 0,2 1 1 0 0,-1-1 0 0 0,2 1 0 0 0,0-1-1 0 0,1-1 1 0 0,0 1 0 0 0,1-1 0 0 0,1 1-1 0 0,0-2 1 0 0,12 17 0 0 0,-14-23-1 0 0,0-1 0 0 0,1 1 1 0 0,0-1-1 0 0,0 0 0 0 0,1-1 0 0 0,0 1 1 0 0,0-1-1 0 0,0-1 0 0 0,0 1 0 0 0,1-1 1 0 0,0 0-1 0 0,0-1 0 0 0,0 0 0 0 0,0 0 1 0 0,10 1-1 0 0,-11-2 16 0 0,0-2-1 0 0,1 1 1 0 0,-1-1 0 0 0,0 0 0 0 0,0-1-1 0 0,0 1 1 0 0,0-1 0 0 0,0-1 0 0 0,0 0-1 0 0,0 0 1 0 0,0 0 0 0 0,0 0 0 0 0,-1-1-1 0 0,1 0 1 0 0,-1-1 0 0 0,0 0 0 0 0,0 0-1 0 0,9-8 1 0 0,-6 4 63 0 0,0 0 0 0 0,0-1 0 0 0,-1 0-1 0 0,-1 0 1 0 0,0-1 0 0 0,0 0 0 0 0,-1-1 0 0 0,0 1-1 0 0,0-1 1 0 0,-2 0 0 0 0,1 0 0 0 0,-1-1 0 0 0,-1 1-1 0 0,0-1 1 0 0,-1 0 0 0 0,0 0 0 0 0,0 0-1 0 0,-1-16 1 0 0,-2 14 9 0 0,0 0 0 0 0,-1 1-1 0 0,0 0 1 0 0,-1-1 0 0 0,-1 1-1 0 0,0 0 1 0 0,0 0 0 0 0,-2 1-1 0 0,1-1 1 0 0,-2 1 0 0 0,1 0-1 0 0,-2 1 1 0 0,1 0 0 0 0,-2 0-1 0 0,0 0 1 0 0,-10-9 0 0 0,8 10-65 0 0,0 0 1 0 0,0 1 0 0 0,-1 0 0 0 0,-1 1 0 0 0,-21-11-1 0 0,28 16-237 0 0,-1 1-1 0 0,1 0 1 0 0,-1 0 0 0 0,0 0-1 0 0,0 1 1 0 0,-7-1-1 0 0,10 1-332 0 0,-1 1 0 0 0,1 0 0 0 0,0 1 0 0 0,-1-1 0 0 0,1 1 0 0 0,0 0 0 0 0,0 0 1 0 0,0 0-1 0 0,0 0 0 0 0,-7 4 0 0 0,-6 6-5315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4.3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4609 0 0,'1'1'141'0'0,"-1"-1"0"0"0,1 1 0 0 0,-1-1 1 0 0,1 1-1 0 0,-1-1 0 0 0,1 0 0 0 0,-1 1 0 0 0,0 0 0 0 0,1-1 1 0 0,-1 1-1 0 0,0-1 0 0 0,1 1 0 0 0,-1-1 0 0 0,0 1 0 0 0,0 0 1 0 0,1-1-1 0 0,-1 1 0 0 0,0 0 0 0 0,0-1 0 0 0,0 1 0 0 0,0-1 1 0 0,0 1-1 0 0,0 0 0 0 0,0-1 0 0 0,0 1 0 0 0,-1 1 0 0 0,0 23 1726 0 0,1-21-1374 0 0,-3 21 138 0 0,2 0 1 0 0,1 1 0 0 0,1-1 0 0 0,7 36 0 0 0,-6-50-453 0 0,1-1-1 0 0,0 1 1 0 0,1-1 0 0 0,0 0 0 0 0,0 0 0 0 0,1-1 0 0 0,0 1 0 0 0,1-1 0 0 0,0 0 0 0 0,1-1 0 0 0,0 1 0 0 0,0-1 0 0 0,9 7 0 0 0,-9-9-269 0 0,0 0 0 0 0,0 0 1 0 0,1-1-1 0 0,0 0 1 0 0,0 0-1 0 0,0-1 1 0 0,1 0-1 0 0,-1-1 1 0 0,13 4-1 0 0,-17-6 54 0 0,0-1-1 0 0,0 1 0 0 0,0-1 0 0 0,1 1 1 0 0,-1-1-1 0 0,0 0 0 0 0,0-1 0 0 0,1 1 1 0 0,-1-1-1 0 0,0 0 0 0 0,0 0 0 0 0,0 0 1 0 0,0-1-1 0 0,0 1 0 0 0,0-1 0 0 0,-1 0 1 0 0,1 0-1 0 0,0 0 0 0 0,-1-1 0 0 0,0 1 1 0 0,1-1-1 0 0,4-5 0 0 0,4-6 183 0 0,-1 0 1 0 0,0 0-1 0 0,-1-1 0 0 0,-1 0 0 0 0,9-20 0 0 0,31-85 789 0 0,-5 9 731 0 0,-44 110-1600 0 0,1 0 0 0 0,-1 0 0 0 0,0 0 0 0 0,1 0 0 0 0,-1 0 0 0 0,1 0 0 0 0,0 0 0 0 0,-1 0 0 0 0,1 0-1 0 0,0 1 1 0 0,0-1 0 0 0,-1 0 0 0 0,1 0 0 0 0,0 1 0 0 0,0-1 0 0 0,0 0 0 0 0,0 1 0 0 0,1-1 0 0 0,-1 1-30 0 0,-1 0-1 0 0,1 0 1 0 0,-1 0 0 0 0,1 0 0 0 0,0 0 0 0 0,-1 0-1 0 0,1 1 1 0 0,-1-1 0 0 0,1 0 0 0 0,-1 0 0 0 0,1 1 0 0 0,-1-1-1 0 0,0 0 1 0 0,1 1 0 0 0,-1-1 0 0 0,1 1 0 0 0,-1-1 0 0 0,0 0-1 0 0,1 1 1 0 0,-1-1 0 0 0,0 1 0 0 0,1-1 0 0 0,-1 1-1 0 0,0-1 1 0 0,1 1 0 0 0,14 47 890 0 0,-13-38-884 0 0,5 12 25 0 0,0 1 0 0 0,2-1 1 0 0,1 0-1 0 0,0-1 1 0 0,21 31-1 0 0,23 19-2067 0 0,8-5-4705 0 0,-42-45 1075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4.6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 2 9674 0 0,'0'0'50'0'0,"-1"0"-1"0"0,1 0 1 0 0,0-1-1 0 0,-1 1 1 0 0,1 0-1 0 0,0 0 1 0 0,-1 0-1 0 0,1 0 1 0 0,0-1-1 0 0,-1 1 1 0 0,1 0 0 0 0,-1 0-1 0 0,1 0 1 0 0,0 0-1 0 0,-1 0 1 0 0,1 0-1 0 0,-1 0 1 0 0,1 0-1 0 0,0 0 1 0 0,-1 0-1 0 0,1 1 1 0 0,0-1-1 0 0,-1 0 1 0 0,1 0-1 0 0,-1 0 1 0 0,1 0 0 0 0,0 0-1 0 0,-1 1 1 0 0,1-1-1 0 0,0 0 1 0 0,-1 0-1 0 0,1 1 1 0 0,0-1-1 0 0,0 0 1 0 0,-1 0-1 0 0,1 1 1 0 0,-1 0-1 0 0,-7 20 1653 0 0,3 24 755 0 0,6-11-1201 0 0,2-1-1 0 0,14 66 0 0 0,27 64-407 0 0,-20-78-338 0 0,64 211-577 0 0,-61-208-1217 0 0,-14-45-80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4.8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64 116 9218 0 0,'-6'-2'567'0'0,"0"0"-1"0"0,0-1 1 0 0,1 1 0 0 0,-1-1-1 0 0,1 0 1 0 0,-1 0 0 0 0,1-1-1 0 0,0 0 1 0 0,-6-6 0 0 0,10 10-524 0 0,1-1 0 0 0,0 1 1 0 0,0-1-1 0 0,0 1 1 0 0,-1-1-1 0 0,1 0 0 0 0,0 1 1 0 0,0-1-1 0 0,0 1 1 0 0,0-1-1 0 0,0 1 0 0 0,0-1 1 0 0,0 1-1 0 0,0-1 1 0 0,0 1-1 0 0,0-1 0 0 0,0 0 1 0 0,0 1-1 0 0,1-1 1 0 0,-1 1-1 0 0,0-1 1 0 0,0 1-1 0 0,1-1 0 0 0,-1 1 1 0 0,0-1-1 0 0,0 1 1 0 0,1 0-1 0 0,-1-1 0 0 0,1 1 1 0 0,-1-1-1 0 0,0 1 1 0 0,1 0-1 0 0,-1-1 0 0 0,1 1 1 0 0,-1 0-1 0 0,1-1 1 0 0,-1 1-1 0 0,1 0 0 0 0,-1 0 1 0 0,1 0-1 0 0,-1-1 1 0 0,1 1-1 0 0,27-12 147 0 0,-24 10-198 0 0,27-8-1221 0 0,-1 2 1 0 0,1 0-1 0 0,47-4 1 0 0,-52 9-1198 0 0,14-3-1734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5.0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 0 5985 0 0,'-1'6'536'0'0,"-1"-2"-432"0"0,1 0-104 0 0,0 3 1897 0 0,-1-5-841 0 0,1 3 8 0 0,-2 1 249 0 0,-1 3 55 0 0,1-1 8 0 0,0 2 0 0 0,1-3-911 0 0,2-3-177 0 0,1 0-40 0 0,2 0-8 0 0,4 0-240 0 0,1-1 0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0.4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8 102 6913 0 0,'-8'-101'8889'0'0,"23"358"-8231"0"0,-10-119-410 0 0,70 506 881 0 0,50-6-512 0 0,8 48 436 0 0,-105-511-49 0 0,9 312 0 0 0,2 630 179 0 0,-26-959-1036 0 0,27 280 493 0 0,-31-376-2141 0 0,16 64 0 0 0,-19-101-5883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1.2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8290 0 0,'1'1'222'0'0,"1"-1"0"0"0,0 1 1 0 0,0 0-1 0 0,-1 0 0 0 0,1 0 1 0 0,0 0-1 0 0,-1 0 1 0 0,1 0-1 0 0,-1 0 0 0 0,1 1 1 0 0,-1-1-1 0 0,0 0 0 0 0,1 1 1 0 0,-1-1-1 0 0,0 1 0 0 0,0 0 1 0 0,0-1-1 0 0,0 1 0 0 0,0 2 1 0 0,17 35 2051 0 0,-8-6-1623 0 0,-2 0-1 0 0,-1 1 1 0 0,-1 0-1 0 0,1 67 1 0 0,-5-68-395 0 0,8 296 655 0 0,-3-46-326 0 0,-3-176-3433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1.9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232 450 3225 0 0,'-39'6'562'0'0,"1"-3"1"0"0,-1-1 0 0 0,-56-4 0 0 0,74 0 1732 0 0,32 0-1280 0 0,405-13 680 0 0,-58 3-606 0 0,504-56 59 0 0,183-10 405 0 0,-221 29-1869 0 0,-305 15 97 0 0,-70 5 170 0 0,362-17 838 0 0,1153-19 954 0 0,-1390 39-1638 0 0,228-7 255 0 0,0 51 2 0 0,-653-8 174 0 0,122 10 680 0 0,-186-9-1018 0 0,98 24 1 0 0,-165-32-2395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2.7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22 1376 0 0,'0'-1'275'0'0,"0"0"-1"0"0,1 0 1 0 0,-1 0-1 0 0,0 0 0 0 0,1 0 1 0 0,-1 0-1 0 0,1 0 1 0 0,-1 0-1 0 0,1 0 0 0 0,-1 0 1 0 0,1 0-1 0 0,0 0 1 0 0,-1 1-1 0 0,1-1 0 0 0,0 0 1 0 0,-1 0-1 0 0,1 1 1 0 0,0-1-1 0 0,0 1 0 0 0,0-1 1 0 0,0 1-1 0 0,0-1 1 0 0,0 1-1 0 0,0-1 1 0 0,1 0-1 0 0,1 1-15 0 0,0 0 0 0 0,-1-1 0 0 0,1 1 0 0 0,0 0 0 0 0,0 1 0 0 0,-1-1-1 0 0,1 0 1 0 0,0 1 0 0 0,-1-1 0 0 0,4 2 0 0 0,0 0 36 0 0,0 0-1 0 0,0 1 0 0 0,0 0 1 0 0,0 0-1 0 0,-1 0 0 0 0,1 0 1 0 0,-1 1-1 0 0,8 8 0 0 0,-7-5-151 0 0,0 1-1 0 0,-1 0 0 0 0,0 0 0 0 0,0 0 1 0 0,-1 1-1 0 0,0 0 0 0 0,-1 0 0 0 0,0 0 1 0 0,3 18-1 0 0,0 9 44 0 0,2 48 1 0 0,-1-11-76 0 0,47 272 216 0 0,-16-115-298 0 0,11 262-1 0 0,-50 45-28 0 0,-2-339 0 0 0,17 693 1569 0 0,68-262-1402 0 0,-9-107 651 0 0,14 214 2142 0 0,-84-677-7120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3.9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83 296 920 0 0,'-37'4'63'0'0,"-1"1"4829"0"0,31-5-2651 0 0,16-4-1203 0 0,92-18-933 0 0,167-17 0 0 0,-25 6-104 0 0,111-10-52 0 0,-201 28 62 0 0,280-7 151 0 0,2 30 3 0 0,-71 1-143 0 0,856-33 743 0 0,-444 3 716 0 0,944-32 1377 0 0,-455 8-2341 0 0,0 55-291 0 0,-13 94 339 0 0,-727-13 305 0 0,-490-83-675 0 0,48 18 0 0 0,-71-22-59 0 0,0 2-1 0 0,0-1 1 0 0,0 1 0 0 0,-1 1 0 0 0,0 0 0 0 0,0 1 0 0 0,12 11 0 0 0,-22-19-158 0 0,-1 1 0 0 0,1 0-1 0 0,0-1 1 0 0,-1 1 0 0 0,1 0-1 0 0,-1 0 1 0 0,1-1 0 0 0,-1 1-1 0 0,1 0 1 0 0,-1 0 0 0 0,0 0-1 0 0,1-1 1 0 0,-1 1 0 0 0,0 0-1 0 0,1 0 1 0 0,-1 0 0 0 0,0 0-1 0 0,0 0 1 0 0,0 0 0 0 0,0 0-1 0 0,0 0 1 0 0,0-1 0 0 0,0 1-1 0 0,0 0 1 0 0,-1 0 0 0 0,1 0-1 0 0,0 0 1 0 0,0 0 0 0 0,-1 0 0 0 0,0 0-1 0 0,0 1-509 0 0,0 0 0 0 0,-1 0-1 0 0,0 0 1 0 0,1 0 0 0 0,-1 0 0 0 0,0-1 0 0 0,0 1-1 0 0,0-1 1 0 0,0 1 0 0 0,-2 0 0 0 0,-12 7-4594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4.2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 4609 0 0,'2'0'112'0'0,"-1"-1"-1"0"0,1 1 1 0 0,0-1 0 0 0,0 1-1 0 0,-1 0 1 0 0,1-1 0 0 0,0 1 0 0 0,-1 0-1 0 0,1 0 1 0 0,0 0 0 0 0,0 1-1 0 0,-1-1 1 0 0,1 0 0 0 0,0 1 0 0 0,-1-1-1 0 0,1 1 1 0 0,0-1 0 0 0,-1 1-1 0 0,1 0 1 0 0,-1 0 0 0 0,1 0-1 0 0,-1 0 1 0 0,1 0 0 0 0,-1 0 0 0 0,0 0-1 0 0,0 0 1 0 0,1 1 0 0 0,-1-1-1 0 0,0 0 1 0 0,0 1 0 0 0,0-1-1 0 0,0 1 1 0 0,0-1 0 0 0,0 3 0 0 0,4 4 318 0 0,-1 0 0 0 0,0 0-1 0 0,-1 1 1 0 0,1 0 0 0 0,1 10 0 0 0,12 72 1211 0 0,9 163-1 0 0,-11-68-1208 0 0,4-69-347 0 0,39 133-1 0 0,-11-59-70 0 0,-28-76 73 0 0,-6 0-1 0 0,0 139 1 0 0,-3-34-1223 0 0,-7-182 325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5.1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 5065 0 0,'0'-1'31'0'0,"0"1"-1"0"0,0 0 1 0 0,1 0-1 0 0,-1 0 1 0 0,0 0-1 0 0,0 0 1 0 0,0 0-1 0 0,0-1 1 0 0,1 1-1 0 0,-1 0 1 0 0,0 0 0 0 0,0 0-1 0 0,0 0 1 0 0,1 0-1 0 0,-1 0 1 0 0,0 0-1 0 0,0 0 1 0 0,1 0-1 0 0,-1 0 1 0 0,0 0-1 0 0,0 0 1 0 0,0 0-1 0 0,1 0 1 0 0,-1 0-1 0 0,0 0 1 0 0,0 0 0 0 0,0 0-1 0 0,1 0 1 0 0,-1 0-1 0 0,0 0 1 0 0,0 1-1 0 0,0-1 1 0 0,0 0-1 0 0,1 0 1 0 0,-1 0-1 0 0,0 0 1 0 0,0 0-1 0 0,0 0 1 0 0,0 1 0 0 0,1-1-1 0 0,-1 0 1 0 0,7 13 699 0 0,0 13 110 0 0,7 155 500 0 0,-7-61-596 0 0,22 569 1219 0 0,-24-463-1645 0 0,37 330 422 0 0,-21-287-168 0 0,-21-255-5445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6.4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199 738 5065 0 0,'-55'21'802'0'0,"40"-14"-238"0"0,-1 0 1 0 0,-1-1-1 0 0,1-1 1 0 0,-1-1-1 0 0,0 0 1 0 0,-22 1-1 0 0,38-4-560 0 0,1-1 0 0 0,0 0 0 0 0,0 0 0 0 0,0 0 0 0 0,0 0 0 0 0,0 0 0 0 0,0 0 0 0 0,-1 0 0 0 0,1 0-1 0 0,0 0 1 0 0,0 0 0 0 0,0 0 0 0 0,0 0 0 0 0,0 0 0 0 0,-1 0 0 0 0,1 0 0 0 0,0 0 0 0 0,0 0 0 0 0,0 0 0 0 0,0 0 0 0 0,0 0 0 0 0,-1 0 0 0 0,1 0 0 0 0,0 0 0 0 0,0 0 0 0 0,0 0-1 0 0,0 0 1 0 0,0 0 0 0 0,0 0 0 0 0,-1 0 0 0 0,1 0 0 0 0,0 0 0 0 0,0 0 0 0 0,0-1 0 0 0,0 1 0 0 0,0 0 0 0 0,0 0 0 0 0,0 0 0 0 0,-1 0 0 0 0,1 0 0 0 0,0 0 0 0 0,0 0-1 0 0,0-1 1 0 0,0 1 0 0 0,0 0 0 0 0,0 0 0 0 0,0 0 0 0 0,0 0 0 0 0,0 0 0 0 0,0-1 0 0 0,0 1 0 0 0,0 0 0 0 0,0 0 0 0 0,0 0 0 0 0,0 0 0 0 0,0 0 0 0 0,0-1 0 0 0,0 1 0 0 0,0 0-1 0 0,0 0 1 0 0,11-8 374 0 0,16-7 124 0 0,46-11 449 0 0,105-25 0 0 0,-89 28-535 0 0,71-13-688 0 0,202-19 0 0 0,-210 35 505 0 0,447-56 1409 0 0,-300 36-906 0 0,1 14 0 0 0,448 18-1 0 0,-654 12-631 0 0,422 17-37 0 0,0-30-202 0 0,9-59-327 0 0,-55 5-389 0 0,-420 59 772 0 0,430-33-132 0 0,76-8 211 0 0,-11 7 0 0 0,45-2-152 0 0,93-12 1 0 0,24-2 176 0 0,0 30-1030 0 0,-265 49 4776 0 0,-387-20-3498 0 0,-29-3-625 0 0,56 7 875 0 0,-32 6-6075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7.3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85 451 6913 0 0,'-34'-66'1223'0'0,"25"52"-435"0"0,1-1 0 0 0,1 1 0 0 0,0-1 1 0 0,1-1-1 0 0,-6-21 0 0 0,12 36-740 0 0,0 1 0 0 0,0 0 0 0 0,-1 0 0 0 0,1 0 0 0 0,0-1 0 0 0,0 1-1 0 0,0 0 1 0 0,0 0 0 0 0,0 0 0 0 0,0-1 0 0 0,0 1 0 0 0,0 0 0 0 0,0 0 0 0 0,0 0-1 0 0,0-1 1 0 0,0 1 0 0 0,0 0 0 0 0,0 0 0 0 0,0 0 0 0 0,0-1 0 0 0,0 1-1 0 0,0 0 1 0 0,0 0 0 0 0,0 0 0 0 0,1-1 0 0 0,-1 1 0 0 0,0 0 0 0 0,0 0 0 0 0,0 0-1 0 0,0 0 1 0 0,0-1 0 0 0,0 1 0 0 0,1 0 0 0 0,-1 0 0 0 0,0 0 0 0 0,0 0-1 0 0,0 0 1 0 0,0 0 0 0 0,1-1 0 0 0,-1 1 0 0 0,0 0 0 0 0,0 0 0 0 0,0 0 0 0 0,1 0-1 0 0,-1 0 1 0 0,0 0 0 0 0,0 0 0 0 0,0 0 0 0 0,1 0 0 0 0,-1 0 0 0 0,0 0-1 0 0,0 0 1 0 0,0 0 0 0 0,1 0 0 0 0,-1 0 0 0 0,17 9 974 0 0,14 16-308 0 0,2 13-165 0 0,-2 2 0 0 0,27 45 0 0 0,37 48-202 0 0,-58-89-311 0 0,55 51 0 0 0,-80-84 6 0 0,1 0 1 0 0,0-1-1 0 0,1-1 1 0 0,0 0-1 0 0,0 0 1 0 0,1-2-1 0 0,0 0 0 0 0,0 0 1 0 0,22 5-1 0 0,-36-12 3 0 0,1 1 0 0 0,-1-1-1 0 0,1 0 1 0 0,-1 0 0 0 0,1 1 0 0 0,-1-1-1 0 0,1 0 1 0 0,-1-1 0 0 0,1 1 0 0 0,-1 0-1 0 0,1 0 1 0 0,-1-1 0 0 0,1 1 0 0 0,-1-1-1 0 0,1 1 1 0 0,-1-1 0 0 0,0 1 0 0 0,1-1-1 0 0,-1 0 1 0 0,0 0 0 0 0,0 0 0 0 0,1 0-1 0 0,-1 0 1 0 0,0 0 0 0 0,0 0 0 0 0,0 0-1 0 0,0 0 1 0 0,0 0 0 0 0,0-1 0 0 0,-1 1-1 0 0,1 0 1 0 0,0-1 0 0 0,-1 1 0 0 0,1 0-1 0 0,-1-1 1 0 0,1 1 0 0 0,-1-3 0 0 0,3-6 116 0 0,-1-1 0 0 0,-1 0 0 0 0,0 1 0 0 0,0-16 1 0 0,-1 10-87 0 0,4-87 46 0 0,13-180 383 0 0,-10 226-1548 0 0,2 1 1 0 0,31-106-1 0 0,-38 156 559 0 0,-1 1-1 0 0,1 0 1 0 0,0 0-1 0 0,0 1 0 0 0,1-1 1 0 0,0 0-1 0 0,-1 1 1 0 0,2-1-1 0 0,4-5 1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7.6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7 8754 0 0,'1'-1'59'0'0,"-1"1"1"0"0,0 0 0 0 0,0-1-1 0 0,0 1 1 0 0,1 0-1 0 0,-1-1 1 0 0,0 1 0 0 0,0 0-1 0 0,1 0 1 0 0,-1-1-1 0 0,0 1 1 0 0,1 0-1 0 0,-1 0 1 0 0,0-1 0 0 0,1 1-1 0 0,-1 0 1 0 0,0 0-1 0 0,1 0 1 0 0,-1-1 0 0 0,0 1-1 0 0,1 0 1 0 0,-1 0-1 0 0,1 0 1 0 0,-1 0-1 0 0,0 0 1 0 0,1 0 0 0 0,-1 0-1 0 0,1 0 1 0 0,-1 0-1 0 0,0 0 1 0 0,1 0 0 0 0,-1 0-1 0 0,1 0 1 0 0,0 1-1 0 0,14 10 1684 0 0,9 19 816 0 0,-15-9-2037 0 0,-1 1 0 0 0,-2 0 0 0 0,0 0 0 0 0,-1 0 0 0 0,-1 0 0 0 0,1 29 0 0 0,11 52-2305 0 0,-12-86-2413 0 0,0-2-1322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7.9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47 6913 0 0,'0'-2'-4'0'0,"1"1"0"0"0,-1-1-1 0 0,1 1 1 0 0,-1-1-1 0 0,1 1 1 0 0,0-1 0 0 0,0 1-1 0 0,0 0 1 0 0,-1-1-1 0 0,1 1 1 0 0,0 0-1 0 0,1 0 1 0 0,-1 0 0 0 0,0 0-1 0 0,0 0 1 0 0,0 0-1 0 0,1 0 1 0 0,-1 0-1 0 0,0 0 1 0 0,1 1 0 0 0,-1-1-1 0 0,3 0 1 0 0,36-14-642 0 0,-37 15 873 0 0,5-2 42 0 0,1 1 0 0 0,0 0 0 0 0,-1 0-1 0 0,1 1 1 0 0,0 1 0 0 0,-1-1-1 0 0,1 1 1 0 0,0 1 0 0 0,-1-1 0 0 0,1 2-1 0 0,-1-1 1 0 0,0 1 0 0 0,0 0-1 0 0,0 1 1 0 0,0 0 0 0 0,0 0 0 0 0,-1 1-1 0 0,0 0 1 0 0,0 0 0 0 0,11 11-1 0 0,-11-10-189 0 0,0 0 0 0 0,0 1 0 0 0,-1 0-1 0 0,0 0 1 0 0,0 1 0 0 0,-1-1-1 0 0,0 1 1 0 0,-1 1 0 0 0,1-1 0 0 0,-2 0-1 0 0,1 1 1 0 0,-1 0 0 0 0,0 0 0 0 0,-1 0-1 0 0,0 0 1 0 0,-1 0 0 0 0,1 0-1 0 0,-2 1 1 0 0,0 11 0 0 0,-1-12-40 0 0,0-1 0 0 0,-1 1-1 0 0,-1-1 1 0 0,1 1 0 0 0,-1-1 0 0 0,-1 0 0 0 0,0 0 0 0 0,0 0 0 0 0,0-1 0 0 0,-1 1-1 0 0,-6 7 1 0 0,2-5-643 0 0,0-1-1 0 0,-1 1 1 0 0,0-1-1 0 0,0-1 1 0 0,-1 0 0 0 0,-19 10-1 0 0,11-7-3632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8.1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1376 0 0,'2'1'276'0'0,"0"-1"0"0"0,1 1 0 0 0,-1-1 0 0 0,0 1 0 0 0,0 0 0 0 0,1 0 0 0 0,-1 0 0 0 0,0 0 0 0 0,0 0 0 0 0,0 0 0 0 0,-1 1-1 0 0,1-1 1 0 0,0 1 0 0 0,0-1 0 0 0,-1 1 0 0 0,1 0 0 0 0,-1 0 0 0 0,1 0 0 0 0,-1-1 0 0 0,1 4 0 0 0,25 46 2828 0 0,-23-40-2507 0 0,18 37 1249 0 0,0 4-513 0 0,59 98-1 0 0,-64-118-6225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8.4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80 6913 0 0,'0'0'15'0'0,"0"-1"-1"0"0,-1 1 0 0 0,1 0 0 0 0,0-1 0 0 0,0 1 1 0 0,0-1-1 0 0,-1 1 0 0 0,1 0 0 0 0,0-1 0 0 0,0 1 0 0 0,0-1 1 0 0,0 1-1 0 0,0-1 0 0 0,0 1 0 0 0,0 0 0 0 0,0-1 0 0 0,0 1 1 0 0,0-1-1 0 0,0 1 0 0 0,0-1 0 0 0,0 1 0 0 0,0 0 0 0 0,1-1 1 0 0,-1 1-1 0 0,0-1 0 0 0,0 1 0 0 0,0 0 0 0 0,1-1 0 0 0,-1 1 1 0 0,0-1-1 0 0,14-15 33 0 0,19-7 1290 0 0,-26 19-985 0 0,1 0 1 0 0,-1 0 0 0 0,1 1 0 0 0,0 0 0 0 0,0 1 0 0 0,0 0 0 0 0,0 0 0 0 0,0 1 0 0 0,0-1 0 0 0,0 2 0 0 0,1-1 0 0 0,8 2 0 0 0,-13-1-288 0 0,-1 1 0 0 0,1 0 1 0 0,0 0-1 0 0,0 0 0 0 0,-1 0 1 0 0,1 1-1 0 0,-1-1 0 0 0,1 1 1 0 0,-1 0-1 0 0,0 0 0 0 0,0 0 1 0 0,0 1-1 0 0,0-1 0 0 0,0 1 1 0 0,0-1-1 0 0,-1 1 0 0 0,1 0 1 0 0,-1 0-1 0 0,0 0 0 0 0,0 1 1 0 0,0-1-1 0 0,0 0 0 0 0,0 1 1 0 0,-1-1-1 0 0,0 1 0 0 0,1 0 1 0 0,0 7-1 0 0,0 0-34 0 0,-1 1 1 0 0,0-1-1 0 0,0 1 1 0 0,-1 0-1 0 0,-1-1 1 0 0,0 1-1 0 0,-1-1 0 0 0,0 1 1 0 0,0-1-1 0 0,-1 0 1 0 0,-1 1-1 0 0,0-2 1 0 0,-1 1-1 0 0,0 0 0 0 0,0-1 1 0 0,-9 12-1 0 0,4-6-189 0 0,-2 0 0 0 0,0-1 0 0 0,-1 0 0 0 0,0-1 0 0 0,-1 0 0 0 0,-1-1 0 0 0,0-1 0 0 0,-31 20 0 0 0,28-22-5002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9.2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158 79 10018 0 0,'-3'-1'72'0'0,"1"1"0"0"0,-1 0 0 0 0,0 0 0 0 0,0-1 0 0 0,1 2 0 0 0,-1-1-1 0 0,0 0 1 0 0,0 0 0 0 0,1 1 0 0 0,-1 0 0 0 0,0-1 0 0 0,1 1 0 0 0,-1 0 0 0 0,0 0 0 0 0,1 1 0 0 0,-1-1 0 0 0,1 0-1 0 0,-3 3 1 0 0,-2 0 74 0 0,1 1 0 0 0,-1 0-1 0 0,1 0 1 0 0,0 1 0 0 0,-6 7 0 0 0,4-1-22 0 0,0 1 0 0 0,1-1 0 0 0,1 1 1 0 0,0 0-1 0 0,1 1 0 0 0,0-1 0 0 0,1 1 0 0 0,1 0 1 0 0,0 0-1 0 0,1 0 0 0 0,-1 28 0 0 0,2 0-38 0 0,2 0-1 0 0,12 74 1 0 0,-10-97-117 0 0,1-1 0 0 0,1 0 0 0 0,0-1 0 0 0,1 1 0 0 0,1-1 0 0 0,0 0 0 0 0,2-1 0 0 0,0 0 0 0 0,0 0 0 0 0,2-1 0 0 0,18 21 0 0 0,-21-27-16 0 0,0-1 1 0 0,1-1 0 0 0,0 1-1 0 0,0-2 1 0 0,0 1 0 0 0,1-1-1 0 0,0 0 1 0 0,1-1 0 0 0,-1 0-1 0 0,1-1 1 0 0,0 0 0 0 0,0-1-1 0 0,0 0 1 0 0,1-1-1 0 0,-1 0 1 0 0,1-1 0 0 0,-1 0-1 0 0,1 0 1 0 0,15-3 0 0 0,-14 1 105 0 0,0-1 0 0 0,0 0 1 0 0,-1-1-1 0 0,1-1 0 0 0,0 0 1 0 0,-1 0-1 0 0,0-1 0 0 0,0-1 1 0 0,-1 0-1 0 0,1-1 0 0 0,-1 0 1 0 0,-1-1-1 0 0,1 0 1 0 0,-1 0-1 0 0,15-18 0 0 0,-14 12 253 0 0,0 0-1 0 0,-1 0 0 0 0,-1-1 1 0 0,0-1-1 0 0,-1 0 0 0 0,-1 0 1 0 0,-1 0-1 0 0,0-1 0 0 0,-1 0 1 0 0,0 0-1 0 0,1-18 0 0 0,-3 15 81 0 0,-1-1-1 0 0,-1 0 1 0 0,-1 1-1 0 0,-1-1 1 0 0,-1 0 0 0 0,0 1-1 0 0,-2-1 1 0 0,0 1-1 0 0,-10-28 1 0 0,9 34-286 0 0,-1 0 0 0 0,-1 0 1 0 0,0 1-1 0 0,-1-1 0 0 0,0 1 0 0 0,-1 1 1 0 0,0 0-1 0 0,-1 0 0 0 0,0 1 0 0 0,-1 0 1 0 0,0 1-1 0 0,-1 0 0 0 0,-14-9 1 0 0,-14-4-869 0 0,0 1 0 0 0,-86-31 0 0 0,106 46-6625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9.8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10 361 4145 0 0,'-1'0'105'0'0,"1"1"1"0"0,-1-1 0 0 0,0 0-1 0 0,1 1 1 0 0,-1-1-1 0 0,1 1 1 0 0,-1-1-1 0 0,1 1 1 0 0,-1-1 0 0 0,1 1-1 0 0,0 0 1 0 0,-1-1-1 0 0,1 1 1 0 0,-1-1-1 0 0,1 1 1 0 0,0 0 0 0 0,0-1-1 0 0,0 1 1 0 0,-1 0-1 0 0,1-1 1 0 0,0 1-1 0 0,0 0 1 0 0,0 1-1 0 0,14-3 1753 0 0,26-14-243 0 0,-38 14-1610 0 0,98-41 728 0 0,2 4 0 0 0,130-30 0 0 0,-174 55-669 0 0,346-68 108 0 0,-147 35 35 0 0,103-13 785 0 0,-280 51-844 0 0,0 4 1 0 0,143 11-1 0 0,-49 8-212 0 0,26 2 1387 0 0,-191-15-1133 0 0,-1 0 0 0 0,0 0 0 0 0,0 1 1 0 0,0 0-1 0 0,-1 0 0 0 0,1 1 0 0 0,-1 0 0 0 0,0 0 0 0 0,0 1 0 0 0,8 7 0 0 0,-11-9-179 0 0,-2-2 18 0 0,0 0 0 0 0,0 0 1 0 0,0 0-1 0 0,0 0 1 0 0,0-1-1 0 0,1 1 0 0 0,-1 0 1 0 0,0-1-1 0 0,0 0 0 0 0,1 1 1 0 0,-1-1-1 0 0,0 0 0 0 0,0 0 1 0 0,1 0-1 0 0,-1-1 0 0 0,0 1 1 0 0,0 0-1 0 0,1-1 0 0 0,-1 0 1 0 0,0 1-1 0 0,0-1 0 0 0,4-2 1 0 0,23-4 330 0 0,-28 8-267 0 0,0-1 1 0 0,0 0-1 0 0,0 1 1 0 0,0 0-1 0 0,0-1 1 0 0,0 1-1 0 0,0-1 1 0 0,-1 1-1 0 0,1 0 0 0 0,0 0 1 0 0,0-1-1 0 0,-1 1 1 0 0,1 0-1 0 0,-1 0 1 0 0,1 0-1 0 0,-1 0 1 0 0,1 0-1 0 0,-1-1 1 0 0,1 1-1 0 0,-1 0 1 0 0,0 0-1 0 0,1 0 1 0 0,-1 2-1 0 0,6 24 784 0 0,7 109-634 0 0,31 202 496 0 0,-43-333-739 0 0,90 479 400 0 0,-82-436-381 0 0,-3-22-82 0 0,-1 0-1 0 0,-2 1 1 0 0,-1 0 0 0 0,0-1 0 0 0,-4 31 0 0 0,2-53 69 0 0,-1 0 0 0 0,1 0 0 0 0,-1 0 0 0 0,-1 0 0 0 0,1 0 0 0 0,0-1 0 0 0,-1 1 0 0 0,0 0 0 0 0,0 0 0 0 0,0-1 0 0 0,0 1 0 0 0,0-1 0 0 0,-1 0 0 0 0,1 0 0 0 0,-1 0 0 0 0,-5 5 0 0 0,-1-3 11 0 0,0 1-1 0 0,0-1 1 0 0,-1-1 0 0 0,1 0 0 0 0,-13 4 0 0 0,12-4-20 0 0,-108 41-5 0 0,-132 44 37 0 0,203-75-22 0 0,-1-2 0 0 0,-1-3-1 0 0,-67 6 1 0 0,-54 2-162 0 0,1 8 1 0 0,-230 64-1 0 0,326-73 118 0 0,-2-3 0 0 0,-86 4 1 0 0,-152-8-893 0 0,229-13 927 0 0,-91-16 0 0 0,80 8 53 0 0,84 11-42 0 0,7 1 3 0 0,-1-1 0 0 0,1 1 0 0 0,-1-1 1 0 0,1 0-1 0 0,0 0 0 0 0,-8-4 0 0 0,11 5-18 0 0,0-1 1 0 0,0 0-1 0 0,0 0 0 0 0,-1 0 1 0 0,1 0-1 0 0,0 0 0 0 0,0 0 0 0 0,1 0 1 0 0,-1 0-1 0 0,0-1 0 0 0,0 1 1 0 0,0 0-1 0 0,1-1 0 0 0,-1 1 1 0 0,1 0-1 0 0,-1-1 0 0 0,1 1 1 0 0,0 0-1 0 0,-1-1 0 0 0,1 1 0 0 0,0-1 1 0 0,0 1-1 0 0,0-1 0 0 0,0-2 1 0 0,0 4-26 0 0,0 0 0 0 0,0 0 0 0 0,0-1 0 0 0,0 1 1 0 0,0 0-1 0 0,1-1 0 0 0,-1 1 0 0 0,0 0 1 0 0,-1 0-1 0 0,1-1 0 0 0,0 1 0 0 0,0 0 0 0 0,0-1 1 0 0,0 1-1 0 0,0 0 0 0 0,0 0 0 0 0,0-1 1 0 0,0 1-1 0 0,0 0 0 0 0,-1-1 0 0 0,1 1 0 0 0,0 0 1 0 0,0 0-1 0 0,0 0 0 0 0,0-1 0 0 0,-1 1 1 0 0,1 0-1 0 0,0 0 0 0 0,0 0 0 0 0,-1-1 0 0 0,1 1 1 0 0,0 0-1 0 0,0 0 0 0 0,-1 0 0 0 0,1 0 1 0 0,0 0-1 0 0,-1 0 0 0 0,1-1 0 0 0,0 1 0 0 0,-1 0 1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20.3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0 456 0 0,'0'1'139'0'0,"1"-1"0"0"0,-1 1 1 0 0,1-1-1 0 0,-1 1 0 0 0,1-1 0 0 0,-1 1 0 0 0,1-1 1 0 0,-1 1-1 0 0,0-1 0 0 0,1 1 0 0 0,-1 0 0 0 0,0-1 1 0 0,0 1-1 0 0,1 0 0 0 0,-1-1 0 0 0,0 1 0 0 0,0 0 1 0 0,0-1-1 0 0,0 1 0 0 0,0 0 0 0 0,0-1 0 0 0,0 1 1 0 0,0 0-1 0 0,0-1 0 0 0,0 1 0 0 0,0 0 0 0 0,-1 0 1 0 0,-1 26 2298 0 0,2-24-1830 0 0,-1 83 5793 0 0,2-26-5474 0 0,0 46 129 0 0,16 110 0 0 0,0 8 60 0 0,-13-137-983 0 0,21 132 1 0 0,-23-208 344 0 0,-1 1 0 0 0,-1 0 1 0 0,0-1-1 0 0,-1 1 1 0 0,0-1-1 0 0,0 1 0 0 0,-6 18 1 0 0,5-18-48 0 0,2-11-429 0 0,-1-1 0 0 0,1 0 1 0 0,0 0-1 0 0,0 0 0 0 0,0 0 0 0 0,0 0 1 0 0,0 0-1 0 0,0 1 0 0 0,0-1 0 0 0,0 0 1 0 0,0 0-1 0 0,0 0 0 0 0,0 0 0 0 0,0 0 1 0 0,0 1-1 0 0,0-1 0 0 0,0 0 0 0 0,0 0 1 0 0,0 0-1 0 0,0 0 0 0 0,0 0 0 0 0,0 1 1 0 0,0-1-1 0 0,0 0 0 0 0,0 0 0 0 0,0 0 1 0 0,0 0-1 0 0,0 0 0 0 0,0 0 0 0 0,0 1 0 0 0,0-1 1 0 0,1 0-1 0 0,-1 0 0 0 0,0 0 0 0 0,0 0 1 0 0,0 0-1 0 0,0 0 0 0 0,0 0 0 0 0,0 0 1 0 0,0 0-1 0 0,1 1 0 0 0,-1-1 0 0 0,0 0 1 0 0,0 0-1 0 0,0 0 0 0 0,0 0 0 0 0,0 0 1 0 0,1 0-1 0 0,-1 0 0 0 0,0 0 0 0 0,0 0 1 0 0,0 0-1 0 0,0 0 0 0 0,0 0 0 0 0,1 0 1 0 0,-1 0-1 0 0,0 0 0 0 0,0 0 0 0 0,0 0 1 0 0,0 0-1 0 0,0 0 0 0 0,0 0 0 0 0,1 0 1 0 0,-1-1-1 0 0,0 1 0 0 0,0 0 0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04.66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249 1 3681 0 0,'-5'8'358'0'0,"1"1"-1"0"0,0 0 1 0 0,0 1 0 0 0,1-1 0 0 0,1 1-1 0 0,-3 11 1 0 0,0 2 221 0 0,-21 88 1585 0 0,6 1 0 0 0,4 0 0 0 0,-1 144-1 0 0,-50 538-1173 0 0,18-316-1022 0 0,27 3 248 0 0,51 392 62 0 0,-1-2-49 0 0,-28-831-228 0 0,32 1125 735 0 0,28-531 432 0 0,23 313 159 0 0,-71-739-1130 0 0,54 681 911 0 0,-57-802-1074 0 0,69 828 308 0 0,-76-884-337 0 0,-2-1 1 0 0,-2 1 0 0 0,-7 46 0 0 0,6-63-496 0 0,0-1 1 0 0,-1 1-1 0 0,-12 23 1 0 0,11-26-466 0 0,-1-1 0 0 0,-1 0 0 0 0,0 0 0 0 0,0 0 0 0 0,-10 9 0 0 0,-1-2-4503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05.3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0 131 2761 0 0,'415'-48'3290'0'0,"300"2"-979"0"0,603 9-2559 0 0,-988 52 248 0 0,-144-4 0 0 0,-141-8-543 0 0,-2 0-2171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06.45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3813 1 1840 0 0,'-10'3'501'0'0,"0"1"-1"0"0,1 0 0 0 0,-1 1 0 0 0,1 0 0 0 0,0 0 1 0 0,1 1-1 0 0,-1 0 0 0 0,1 1 0 0 0,1 0 0 0 0,-1 0 1 0 0,1 0-1 0 0,0 1 0 0 0,1 0 0 0 0,0 1 0 0 0,-8 13 1 0 0,3-2 33 0 0,2-1 1 0 0,0 2-1 0 0,1-1 1 0 0,1 1-1 0 0,1 1 1 0 0,-4 27 0 0 0,-3 41 804 0 0,0 159 0 0 0,24 93-89 0 0,-7-253-898 0 0,2 49-256 0 0,4 504 522 0 0,-23-233-618 0 0,35-3 0 0 0,8-121-123 0 0,-8 361 1 0 0,-21 261 164 0 0,28 115 33 0 0,-23-291 1088 0 0,-6-534-990 0 0,34 567 172 0 0,-11-401-346 0 0,-16-261 93 0 0,3-1-1 0 0,5-1 0 0 0,5-1 0 0 0,47 144 0 0 0,-57-213-178 0 0,-1 1 0 0 0,-1 1 0 0 0,4 36 0 0 0,-11-53 53 0 0,0 0-1 0 0,0 0 0 0 0,-1 0 0 0 0,-1 0 0 0 0,-1 0 0 0 0,0 0 1 0 0,-1-1-1 0 0,0 1 0 0 0,-6 15 0 0 0,7-28 40 0 0,1 1 0 0 0,0-1 0 0 0,-1 0-1 0 0,0 0 1 0 0,1 0 0 0 0,-1 0 0 0 0,0 0 0 0 0,0 0-1 0 0,0 0 1 0 0,0-1 0 0 0,-1 1 0 0 0,1-1 0 0 0,0 1-1 0 0,-1-1 1 0 0,1 0 0 0 0,-6 2 0 0 0,-48 11 124 0 0,28-9-100 0 0,19-2-29 0 0,-153 39-196 0 0,-173 22 0 0 0,-50 0-737 0 0,-7 0 1186 0 0,-457 83 803 0 0,739-127-1089 0 0,0-5 0 0 0,0-5-1 0 0,-138-6 1 0 0,178-9 129 0 0,0-4 1 0 0,-94-24-1 0 0,-7-1 396 0 0,105 26-211 0 0,-129 4 0 0 0,64 5-144 0 0,75-1-63 0 0,39 1 32 0 0,0 0 1 0 0,0-1 0 0 0,0-1-1 0 0,0-1 1 0 0,0 0 0 0 0,-27-8-1 0 0,31 1-1481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42.45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301 353 920 0 0,'3'-17'810'0'0,"0"0"1"0"0,-1-1-1 0 0,0 1 0 0 0,-2 0 0 0 0,0-1 0 0 0,-1 1 0 0 0,0 0 1 0 0,-7-27-1 0 0,6 35-228 0 0,-1 0 0 0 0,0 0 1 0 0,0 0-1 0 0,-1 0 0 0 0,-1 1 0 0 0,1 0 1 0 0,-10-13-1 0 0,10 16-354 0 0,0 1 1 0 0,0-1-1 0 0,0 1 0 0 0,-1 1 1 0 0,1-1-1 0 0,-1 1 0 0 0,0-1 0 0 0,0 1 1 0 0,0 1-1 0 0,0-1 0 0 0,-1 1 1 0 0,1 0-1 0 0,-8-2 0 0 0,10 3-62 0 0,-1 0 0 0 0,0 1 0 0 0,1-1 0 0 0,-1 1 0 0 0,0 0 0 0 0,0 0 0 0 0,1 0-1 0 0,-1 1 1 0 0,0-1 0 0 0,1 1 0 0 0,-1 0 0 0 0,0 0 0 0 0,1 0 0 0 0,-1 0 0 0 0,1 1 0 0 0,-5 2 0 0 0,3-1 17 0 0,-1 1 1 0 0,1 0 0 0 0,1 0-1 0 0,-1 1 1 0 0,0-1-1 0 0,1 1 1 0 0,0 0 0 0 0,-6 11-1 0 0,1 0-6 0 0,1 0-1 0 0,1 0 0 0 0,0 1 0 0 0,1 0 0 0 0,-6 33 1 0 0,2 6-15 0 0,-4 78 1 0 0,13-105-156 0 0,1-1 0 0 0,1 0 0 0 0,2 0 0 0 0,10 49 0 0 0,-10-68-8 0 0,0 0 1 0 0,0-1-1 0 0,0 1 1 0 0,1-1-1 0 0,0 0 1 0 0,1 0-1 0 0,0 0 1 0 0,0-1-1 0 0,1 0 1 0 0,0 0 0 0 0,9 9-1 0 0,-5-7 3 0 0,1-1 0 0 0,0-1-1 0 0,0 0 1 0 0,0 0 0 0 0,1-1 0 0 0,0 0-1 0 0,15 4 1 0 0,4-1-19 0 0,1-1-1 0 0,1-2 1 0 0,-1-1-1 0 0,1-1 1 0 0,50-2 0 0 0,-71-1-2 0 0,0-2 1 0 0,-1 0-1 0 0,1 0 0 0 0,-1-1 1 0 0,1 0-1 0 0,-1-1 1 0 0,0-1-1 0 0,0 0 1 0 0,11-5-1 0 0,-16 6 29 0 0,0-1-1 0 0,-1 1 0 0 0,0-1 1 0 0,0 0-1 0 0,0-1 1 0 0,0 1-1 0 0,0-1 1 0 0,-1 0-1 0 0,0 0 0 0 0,0 0 1 0 0,-1 0-1 0 0,1-1 1 0 0,-1 0-1 0 0,0 0 0 0 0,-1 0 1 0 0,1 0-1 0 0,2-10 1 0 0,-1-5 76 0 0,0-1 0 0 0,-1 0 0 0 0,-2 0 0 0 0,0 1 0 0 0,-1-1-1 0 0,-1 0 1 0 0,-5-25 0 0 0,-38-152 479 0 0,27 134-402 0 0,12 46-128 0 0,-1 1-1 0 0,0-1 1 0 0,-2 1 0 0 0,0 0 0 0 0,-1 1 0 0 0,0 0 0 0 0,-16-20 0 0 0,21 32-41 0 0,-1-1 0 0 0,0 1 0 0 0,0 0 1 0 0,0 0-1 0 0,-1 1 0 0 0,0 0 0 0 0,0-1 1 0 0,0 2-1 0 0,0-1 0 0 0,-7-2 0 0 0,8 4-17 0 0,0 1 0 0 0,0 0 0 0 0,0 0 0 0 0,0 0 0 0 0,0 0 0 0 0,0 1 1 0 0,0 0-1 0 0,0 0 0 0 0,0 0 0 0 0,0 1 0 0 0,0-1 0 0 0,0 1 0 0 0,0 1 0 0 0,0-1 0 0 0,-8 4 0 0 0,-2 3-1622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42.9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1 258 5529 0 0,'7'4'690'0'0,"0"1"0"0"0,0-1 1 0 0,0 2-1 0 0,-1-1 0 0 0,0 1 0 0 0,0 0 0 0 0,0 0 0 0 0,-1 0 0 0 0,7 11 1 0 0,6 11 413 0 0,15 34 0 0 0,1 0-261 0 0,64 70 455 0 0,-38-55-742 0 0,-56-73-374 0 0,1 1 1 0 0,-1-1-1 0 0,1 0 0 0 0,0 0 1 0 0,0 0-1 0 0,11 5 1 0 0,-14-7-37 0 0,0-1 0 0 0,1 0 0 0 0,-1 0 0 0 0,0-1 0 0 0,1 1 0 0 0,-1 0 0 0 0,1-1 0 0 0,-1 1 0 0 0,4-1 1 0 0,-5 0-73 0 0,0 0 0 0 0,0 0 1 0 0,0 0-1 0 0,0-1 1 0 0,-1 1-1 0 0,1 0 0 0 0,0 0 1 0 0,0-1-1 0 0,0 1 1 0 0,0 0-1 0 0,0-1 1 0 0,-1 1-1 0 0,1-1 0 0 0,0 1 1 0 0,0-1-1 0 0,-1 0 1 0 0,1 1-1 0 0,0-1 1 0 0,-1 0-1 0 0,1 1 0 0 0,0-1 1 0 0,-1 0-1 0 0,1 0 1 0 0,0-1-1 0 0,2-6 163 0 0,0 0 0 0 0,-1-1-1 0 0,0 0 1 0 0,2-15 0 0 0,1-6 1 0 0,16-85 238 0 0,8-131 0 0 0,-17 121-213 0 0,-9 102-246 0 0,3-37 40 0 0,-6 56-55 0 0,0 1 1 0 0,0-1-1 0 0,0 1 0 0 0,0 0 1 0 0,-1-1-1 0 0,1 1 0 0 0,-1 0 0 0 0,0 0 1 0 0,0-1-1 0 0,0 1 0 0 0,-1 0 1 0 0,1 0-1 0 0,-4-5 0 0 0,5 8-14 0 0,-1-1 0 0 0,1 1 0 0 0,-1 0 0 0 0,1-1 0 0 0,-1 1 0 0 0,1 0 0 0 0,-1-1 0 0 0,1 1 0 0 0,-1 0 0 0 0,1 0 0 0 0,-1-1 0 0 0,0 1 0 0 0,1 0 0 0 0,-1 0 0 0 0,1 0 0 0 0,-1 0 0 0 0,0 0 0 0 0,1 0 0 0 0,-1 0 0 0 0,1 0 0 0 0,-1 0 0 0 0,0 0 0 0 0,0 0 0 0 0,-4 2-308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6:22.35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 1 6913 0 0,'-2'53'1471'0'0,"2"0"0"0"0,3-1-1 0 0,9 54 1 0 0,-1-15-1835 0 0,3 103 811 0 0,-17 314 1 0 0,-45 634 1899 0 0,49 655 1954 0 0,44-537-4008 0 0,-27 98 250 0 0,8 336-253 0 0,6-710-128 0 0,24 473 132 0 0,-32-1139-147 0 0,11 299 371 0 0,17-14 505 0 0,-48-563-964 0 0,-3-1 0 0 0,-1 1 0 0 0,-2 0 0 0 0,-1-1 1 0 0,-13 56-1 0 0,12-76 43 0 0,-4 35 265 0 0,8-51-356 0 0,0 1 0 0 0,0-1 1 0 0,0 0-1 0 0,1 0 0 0 0,-1 0 1 0 0,1 0-1 0 0,-1 0 0 0 0,1 0 1 0 0,0 0-1 0 0,0 0 0 0 0,1 0 1 0 0,-1-1-1 0 0,0 1 0 0 0,4 4 1 0 0,3 2-102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39.2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309 24 2761 0 0,'-3'-2'261'0'0,"1"1"0"0"0,-1-1 0 0 0,0 1 0 0 0,0 0 0 0 0,0-1 0 0 0,1 2 0 0 0,-1-1 1 0 0,0 0-1 0 0,0 0 0 0 0,-1 1 0 0 0,1 0 0 0 0,-5 0 0 0 0,-41 0 2132 0 0,46 1-2211 0 0,-4-1 29 0 0,-1 1 0 0 0,1 0 0 0 0,0 0 0 0 0,0 1 0 0 0,0 0 0 0 0,1 0 0 0 0,-1 1 0 0 0,0-1 0 0 0,1 1 0 0 0,0 1 0 0 0,-1 0 0 0 0,1 0 0 0 0,1 0 0 0 0,-1 0 0 0 0,1 1 0 0 0,-1 0 0 0 0,1 0 0 0 0,1 0 0 0 0,-6 7 0 0 0,1 3-63 0 0,0 1 0 0 0,1 0-1 0 0,0 0 1 0 0,1 0 0 0 0,1 1 0 0 0,-6 29-1 0 0,4-14-83 0 0,1 0-1 0 0,2 1 1 0 0,2 0-1 0 0,1 0 0 0 0,2 46 1 0 0,2-60-88 0 0,0 0-1 0 0,1 0 1 0 0,1 0-1 0 0,1 0 1 0 0,1-1-1 0 0,0 0 1 0 0,1 0 0 0 0,1-1-1 0 0,1 1 1 0 0,19 27-1 0 0,-22-37 10 0 0,0-1-1 0 0,0 0 0 0 0,1 0 1 0 0,0 0-1 0 0,1-1 1 0 0,-1 0-1 0 0,1-1 0 0 0,1 0 1 0 0,-1 0-1 0 0,1 0 1 0 0,-1-1-1 0 0,1-1 0 0 0,0 1 1 0 0,0-2-1 0 0,14 4 0 0 0,-17-5 82 0 0,0-1 0 0 0,0 1 0 0 0,0-1 0 0 0,0 0-1 0 0,0 0 1 0 0,1-1 0 0 0,-1 1 0 0 0,0-1 0 0 0,0-1-1 0 0,0 1 1 0 0,0-1 0 0 0,-1 0 0 0 0,1-1 0 0 0,0 1-1 0 0,-1-1 1 0 0,0 0 0 0 0,1-1 0 0 0,-1 1 0 0 0,0-1-1 0 0,-1 0 1 0 0,1 0 0 0 0,-1 0 0 0 0,0-1 0 0 0,7-9-1 0 0,7-16 309 0 0,-1-1 0 0 0,-1-1 0 0 0,-2-1 0 0 0,-1 0 0 0 0,-2-1 0 0 0,-1 0 0 0 0,6-41 0 0 0,-12 55-242 0 0,-1-1 0 0 0,-1 1 0 0 0,-1 0 1 0 0,-1-1-1 0 0,0 1 0 0 0,-2-1 0 0 0,-5-24 1 0 0,4 33-67 0 0,0 0 1 0 0,-1 0 0 0 0,-1 0 0 0 0,0 1 0 0 0,0 0 0 0 0,-1 0-1 0 0,0 0 1 0 0,-1 0 0 0 0,-1 1 0 0 0,0 1 0 0 0,0-1 0 0 0,0 1 0 0 0,-12-8-1 0 0,10 7-491 0 0,-1 1 0 0 0,0 0-1 0 0,-1 1 1 0 0,0 0-1 0 0,0 1 1 0 0,0 0-1 0 0,-21-7 1 0 0,24 12-837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39.93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21 391 3681 0 0,'-5'-20'508'0'0,"-2"-3"1059"0"0,-1 11 2628 0 0,24 13-357 0 0,9 2-2887 0 0,-18 3-644 0 0,0 0 0 0 0,0 0 0 0 0,0 0 0 0 0,-1 1 0 0 0,0 0 0 0 0,0 0-1 0 0,-1 0 1 0 0,10 17 0 0 0,11 15 251 0 0,1-10-221 0 0,2-1 0 0 0,0-1 1 0 0,2-1-1 0 0,1-2 0 0 0,0-1 0 0 0,66 33 0 0 0,-89-51-289 0 0,1-1-1 0 0,0 0 0 0 0,0-1 1 0 0,0 0-1 0 0,12 2 0 0 0,-18-4 1 0 0,-1 0-1 0 0,1-1 1 0 0,-1 1-1 0 0,1-1 0 0 0,-1 0 1 0 0,1 0-1 0 0,-1 0 1 0 0,1-1-1 0 0,-1 1 1 0 0,1-1-1 0 0,-1 0 0 0 0,0 0 1 0 0,1 0-1 0 0,-1 0 1 0 0,0 0-1 0 0,0-1 0 0 0,0 0 1 0 0,0 1-1 0 0,3-4 1 0 0,-4 4 0 0 0,-1-1 0 0 0,0 0 1 0 0,0 1-1 0 0,0-1 0 0 0,0 0 1 0 0,0 0-1 0 0,-1 0 1 0 0,1 0-1 0 0,0 0 0 0 0,-1 0 1 0 0,1 0-1 0 0,-1 0 0 0 0,0 0 1 0 0,0 0-1 0 0,0-1 0 0 0,0 1 1 0 0,0-3-1 0 0,-9-41 321 0 0,3 21-208 0 0,-19-199 421 0 0,24 193-555 0 0,1 0 0 0 0,2 0 0 0 0,1 1 0 0 0,2-1 0 0 0,10-38 0 0 0,-6 29-24 0 0,-7 27-87 0 0,1 1-1 0 0,0 0 1 0 0,10-23-1 0 0,-10 30-237 0 0,1 0-85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16.15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1145 31 9674 0 0,'-4'-20'1841'0'0,"1"10"1928"0"0,2 27-1647 0 0,8 125-1085 0 0,30 172 1 0 0,-22-206-843 0 0,-3-26-187 0 0,4-2 0 0 0,3 0 0 0 0,47 124 0 0 0,-61-192 168 0 0,-1 0 0 0 0,0 0 0 0 0,0 1 0 0 0,-1-1 0 0 0,1 17 0 0 0,-4-27-149 0 0,1 0 0 0 0,-1 0 0 0 0,0 0 0 0 0,0 1 0 0 0,-1-1 0 0 0,1 0 0 0 0,0 0 0 0 0,-1 0 0 0 0,1 1 0 0 0,-1-1 0 0 0,0 0 0 0 0,1 0 1 0 0,-1 0-1 0 0,0 0 0 0 0,0 0 0 0 0,-1 0 0 0 0,1 0 0 0 0,0-1 0 0 0,-1 1 0 0 0,1 0 0 0 0,-1-1 0 0 0,1 1 0 0 0,-1-1 0 0 0,0 1 0 0 0,0-1 0 0 0,1 0 0 0 0,-1 0 0 0 0,0 0 0 0 0,0 0 0 0 0,0 0 0 0 0,0 0 0 0 0,-1 0 0 0 0,1-1 0 0 0,0 1 0 0 0,0-1 0 0 0,0 0 0 0 0,0 1 0 0 0,-1-1 0 0 0,-1 0 0 0 0,-23 0 79 0 0,0-1 0 0 0,1-1 0 0 0,-35-7 1 0 0,29 3-44 0 0,-55-1 1 0 0,-22 13-39 0 0,0 4 0 0 0,-139 33 0 0 0,87-14-20 0 0,55-16-39 0 0,58-8 3 0 0,-62 14 0 0 0,97-16 31 0 0,3 1 0 0 0,0-2 0 0 0,0 1 0 0 0,-1-1 0 0 0,1-1 0 0 0,0 1 0 0 0,-1-2 0 0 0,1 0 0 0 0,-22-2 0 0 0,32 3 5 0 0,-1 0 0 0 0,1 1 0 0 0,0-1 0 0 0,0 0 0 0 0,-1 0-1 0 0,1 0 1 0 0,0 1 0 0 0,0-1 0 0 0,0 0 0 0 0,0 0 0 0 0,0 0 0 0 0,1 1 0 0 0,-1-1 0 0 0,0 0 0 0 0,0 0 0 0 0,1 0 0 0 0,0 2 0 0 0,9 47 155 0 0,-2-13-89 0 0,34 290-71 0 0,6 32 0 0 0,-21-177 0 0 0,-15-90 0 0 0,30 119 0 0 0,-38-198 14 0 0,0 0 1 0 0,1 1-1 0 0,1-1 0 0 0,0-1 1 0 0,0 1-1 0 0,1-1 1 0 0,1 0-1 0 0,0-1 0 0 0,12 13 1 0 0,-15-19-8 0 0,0 0 0 0 0,0 0 0 0 0,1-1 1 0 0,0 0-1 0 0,0 0 0 0 0,1 0 0 0 0,-1 0 0 0 0,1-1 1 0 0,-1 0-1 0 0,1-1 0 0 0,0 0 0 0 0,0 0 0 0 0,0 0 1 0 0,0-1-1 0 0,1 1 0 0 0,-1-2 0 0 0,0 1 0 0 0,0-1 1 0 0,10-1-1 0 0,102-17-7 0 0,-75 10 0 0 0,73-5 0 0 0,379 33-80 0 0,-445-16 83 0 0,13-3 26 0 0,-45-1 11 0 0,1 0 1 0 0,-1 2 0 0 0,0 0 0 0 0,1 1 0 0 0,23 6 0 0 0,33 7-22 0 0,-75-16 22 0 0,0 0-1 0 0,0 1 1 0 0,0-1 0 0 0,0 0-1 0 0,0 1 1 0 0,0-1 0 0 0,0 1 0 0 0,-1-1-1 0 0,1 1 1 0 0,0-1 0 0 0,0 1-1 0 0,0 0 1 0 0,0-1 0 0 0,0 1 0 0 0,-1 0-1 0 0,1 0 1 0 0,0-1 0 0 0,-1 1-1 0 0,1 0 1 0 0,-1 0 0 0 0,1 0-1 0 0,0 2 257 0 0,2 18-179 0 0,5 23 17 0 0,15 51 0 0 0,-2-13-139 0 0,99 326 4 0 0,-31-120 0 0 0,-36-121-8 0 0,11 46 160 0 0,-57-191-72 0 0,1 1-1 0 0,1-2 0 0 0,0 1 1 0 0,2-1-1 0 0,14 21 0 0 0,-23-37-59 0 0,1 0-4 0 0,-1 0 1 0 0,0 1-1 0 0,0 0 0 0 0,-1-1 0 0 0,1 1 0 0 0,-1 0 0 0 0,0 8 0 0 0,-1-9-2 0 0,1 0 1 0 0,0 0 0 0 0,0 0-1 0 0,0 0 1 0 0,0 0 0 0 0,1 0-1 0 0,0 0 1 0 0,4 7-1 0 0,-6-11-6 0 0,0-1-1 0 0,1 1 0 0 0,-1-1 0 0 0,0 0 0 0 0,1 1 0 0 0,-1-1 0 0 0,0 1 0 0 0,1-1 0 0 0,-1 1 0 0 0,0-1 0 0 0,0 1 0 0 0,0-1 0 0 0,0 1 0 0 0,1-1 0 0 0,-1 1 0 0 0,0-1 0 0 0,0 1 1 0 0,0-1-1 0 0,0 1 0 0 0,0-1 0 0 0,0 1 0 0 0,0 0 0 0 0,0-1 0 0 0,-1 1 0 0 0,1-1 0 0 0,0 1 0 0 0,0-1 0 0 0,0 1 0 0 0,0-1 0 0 0,-1 1 0 0 0,1-1 0 0 0,0 1 0 0 0,-1-1 0 0 0,1 0 1 0 0,0 1-1 0 0,-1-1 0 0 0,1 1 0 0 0,0-1 0 0 0,-1 1 0 0 0,-26 7 3 0 0,-114 16-669 0 0,-84 17-731 0 0,-26 6 712 0 0,-84 22 105 0 0,309-63 498 0 0,0-1 0 0 0,0-2 1 0 0,0-1-1 0 0,-1-1 0 0 0,1-1 0 0 0,-33-4 0 0 0,-2 0 92 0 0,-77 8 994 0 0,140-3-948 0 0,1-1 0 0 0,-1 1 0 0 0,0 0 1 0 0,0 0-1 0 0,0 0 0 0 0,0 1 0 0 0,0-1 0 0 0,-1 0 0 0 0,1 1 0 0 0,0-1 0 0 0,-1 1 0 0 0,1-1 0 0 0,-1 1 0 0 0,1 0 0 0 0,-1 0 0 0 0,0-1 0 0 0,1 1 0 0 0,-1 0 0 0 0,1 4 1 0 0,26 54-58 0 0,-19-38 7 0 0,18 38-65 0 0,-4 1 0 0 0,-1 1 0 0 0,-4 1 0 0 0,-2 1 0 0 0,8 68-1 0 0,2 234-40 0 0,-26-350 85 0 0,0 28 23 0 0,2 0-1 0 0,1 0 0 0 0,3-1 1 0 0,13 53-1 0 0,-16-85-1 0 0,-2-8 10 0 0,-1 0 0 0 0,1 0-1 0 0,0 0 1 0 0,0 0 0 0 0,1 0 0 0 0,-1 0 0 0 0,0 0-1 0 0,1-1 1 0 0,2 4 0 0 0,-2-5-14 0 0,-1 0-1 0 0,1 0 1 0 0,-1 0 0 0 0,1 0 0 0 0,-1-1 0 0 0,1 1-1 0 0,0 0 1 0 0,0-1 0 0 0,-1 1 0 0 0,1-1-1 0 0,0 0 1 0 0,0 1 0 0 0,0-1 0 0 0,-1 0-1 0 0,1 0 1 0 0,0 0 0 0 0,0-1 0 0 0,0 1-1 0 0,3-1 1 0 0,106-10-22 0 0,1 5 1 0 0,0 5-1 0 0,1 5 0 0 0,133 22 0 0 0,-110 1 53 0 0,17 3 53 0 0,-135-29-83 0 0,1 1 0 0 0,-1-2-1 0 0,1-1 1 0 0,-1 0 0 0 0,0-1 0 0 0,26-7 0 0 0,-28 5-119 0 0,1 0 1 0 0,-1 1 0 0 0,33-2-1 0 0,-48 6 132 0 0,-1 0 0 0 0,1 0-1 0 0,-1 0 1 0 0,1 0 0 0 0,-1 0 0 0 0,0 0-1 0 0,0 1 1 0 0,0-1 0 0 0,1 0-1 0 0,-1 0 1 0 0,0 0 0 0 0,0 0 0 0 0,-1 1-1 0 0,1-1 1 0 0,0 0 0 0 0,-1 2-1 0 0,1 13 136 0 0,72 428-31 0 0,-10-91-38 0 0,3 461 844 0 0,-52-591-799 0 0,-11-187-262 0 0,1-1 0 0 0,3 1-1 0 0,17 62 1 0 0,-23-96-5 0 0,1-1 16 0 0,-1 0 0 0 0,0 0 0 0 0,0 1 0 0 0,1-1 0 0 0,-1 0-1 0 0,1 0 1 0 0,-1 0 0 0 0,1 1 0 0 0,-1-1 0 0 0,1 0-1 0 0,0 0 1 0 0,-1 0 0 0 0,1 0 0 0 0,0 0 0 0 0,0 0-1 0 0,0-1 1 0 0,0 1 0 0 0,0 0 0 0 0,0 0 0 0 0,0-1 0 0 0,0 1-1 0 0,0 0 1 0 0,0-1 0 0 0,2 1 0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16.82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56 47 8754 0 0,'-12'-14'2475'0'0,"11"11"-2025"0"0,-1 1 0 0 0,0-1 0 0 0,0 1 0 0 0,1-1 0 0 0,-1 1 0 0 0,-1 0 0 0 0,1 0 0 0 0,0 0 0 0 0,-1 0 0 0 0,1 0 0 0 0,-1 0 0 0 0,1 1 0 0 0,-6-3 0 0 0,7 4-342 0 0,1 1-1 0 0,-1 0 1 0 0,0-1 0 0 0,1 1 0 0 0,-1-1-1 0 0,1 1 1 0 0,-1 0 0 0 0,1-1-1 0 0,-1 1 1 0 0,1 0 0 0 0,0 0-1 0 0,-1-1 1 0 0,1 1 0 0 0,0 0-1 0 0,0 0 1 0 0,-1 0 0 0 0,1 0 0 0 0,0-1-1 0 0,0 1 1 0 0,0 0 0 0 0,0 0-1 0 0,0 0 1 0 0,0 0 0 0 0,0-1-1 0 0,0 2 1 0 0,1 26 551 0 0,-1-26-584 0 0,42 315 1198 0 0,-6-70-1111 0 0,-20-36-142 0 0,-11-107 65 0 0,36 194 0 0 0,-36-281-265 0 0,-1 0 0 0 0,2-1 1 0 0,0 0-1 0 0,15 28 0 0 0,9-3-3590 0 0,-23-36 2462 0 0,-10-8 998 0 0,-5-4 256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17.2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237 43 4145 0 0,'-14'-6'846'0'0,"-1"1"-1"0"0,1 0 1 0 0,-1 2 0 0 0,0-1 0 0 0,-24-1 0 0 0,35 5-605 0 0,0-1 0 0 0,0 1 1 0 0,1 0-1 0 0,-1 0 0 0 0,0 1 1 0 0,0-1-1 0 0,1 1 0 0 0,-1 0 1 0 0,0 0-1 0 0,1 0 0 0 0,-1 1 1 0 0,1-1-1 0 0,0 1 0 0 0,-1-1 1 0 0,1 1-1 0 0,0 0 0 0 0,0 1 1 0 0,0-1-1 0 0,0 0 0 0 0,0 1 0 0 0,1 0 1 0 0,-1 0-1 0 0,1-1 0 0 0,0 1 1 0 0,0 1-1 0 0,0-1 0 0 0,0 0 1 0 0,-2 5-1 0 0,-2 8-46 0 0,1 0 0 0 0,0 1 0 0 0,1 0 0 0 0,1 0 0 0 0,0 1 0 0 0,2-1 0 0 0,0 35 0 0 0,1-44-128 0 0,1 0-1 0 0,0-1 1 0 0,0 1-1 0 0,1 0 1 0 0,0 0-1 0 0,0-1 1 0 0,1 1-1 0 0,0-1 1 0 0,0 0-1 0 0,0 0 1 0 0,1 0-1 0 0,0 0 1 0 0,1-1-1 0 0,-1 1 1 0 0,1-1-1 0 0,1 0 1 0 0,-1-1-1 0 0,1 1 1 0 0,12 8-1 0 0,-16-12-52 0 0,1-1 0 0 0,-1 1 1 0 0,0-1-1 0 0,1 0 0 0 0,-1 0 0 0 0,1 1 1 0 0,0-2-1 0 0,-1 1 0 0 0,1 0 0 0 0,0 0 0 0 0,-1-1 1 0 0,1 0-1 0 0,0 1 0 0 0,0-1 0 0 0,0 0 0 0 0,-1 0 1 0 0,1-1-1 0 0,0 1 0 0 0,0-1 0 0 0,-1 1 0 0 0,4-2 1 0 0,-3 0 31 0 0,0 1 1 0 0,0-1-1 0 0,0 0 0 0 0,-1-1 1 0 0,1 1-1 0 0,0 0 1 0 0,-1-1-1 0 0,0 0 1 0 0,1 1-1 0 0,-1-1 1 0 0,0 0-1 0 0,0 0 1 0 0,-1 0-1 0 0,3-5 1 0 0,0-4 75 0 0,0 1 1 0 0,0-1 0 0 0,-1 0 0 0 0,-1 0 0 0 0,0 0 0 0 0,0 0 0 0 0,-1 0-1 0 0,-1-19 1 0 0,-1 21-150 0 0,0-1 0 0 0,-1 0-1 0 0,0 1 1 0 0,-1 0 0 0 0,0 0-1 0 0,-1 0 1 0 0,0 0 0 0 0,0 0 0 0 0,-1 0-1 0 0,0 1 1 0 0,-1 0 0 0 0,0 0-1 0 0,0 1 1 0 0,-1 0 0 0 0,0 0 0 0 0,0 0-1 0 0,-1 1 1 0 0,0 0 0 0 0,0 0-1 0 0,-1 1 1 0 0,0 0 0 0 0,0 1-1 0 0,0 0 1 0 0,-1 0 0 0 0,0 1 0 0 0,0 0-1 0 0,-14-3 1 0 0,7 4-1292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17.67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1044 35 4145 0 0,'1'-1'213'0'0,"0"0"1"0"0,-1 0 0 0 0,1 0-1 0 0,-1 0 1 0 0,1 0 0 0 0,-1 0-1 0 0,1 0 1 0 0,-1 0-1 0 0,0-1 1 0 0,0 1 0 0 0,1 0-1 0 0,-1 0 1 0 0,0 0-1 0 0,0 0 1 0 0,0 0 0 0 0,0 0-1 0 0,0-1 1 0 0,-1 1-1 0 0,1 0 1 0 0,0 0 0 0 0,0 0-1 0 0,-2-2 1 0 0,2 2 20 0 0,-1 0-1 0 0,0 1 1 0 0,0-1 0 0 0,0 0 0 0 0,0 1-1 0 0,0-1 1 0 0,0 1 0 0 0,0-1 0 0 0,0 1 0 0 0,0 0-1 0 0,0-1 1 0 0,0 1 0 0 0,-1 0 0 0 0,1 0-1 0 0,0-1 1 0 0,0 1 0 0 0,0 0 0 0 0,-2 1 0 0 0,-8 0 1012 0 0,0 0 0 0 0,0 1 0 0 0,-17 5 0 0 0,20-5-1199 0 0,-77 17 1089 0 0,0-3 1 0 0,-1-5-1 0 0,-90 1 1 0 0,101-13-1088 0 0,-89-12-1 0 0,-40-1-33 0 0,122 10-562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18.4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46 3 5985 0 0,'-6'-1'-282'0'0,"4"1"790"0"0,0-1 0 0 0,0 1 0 0 0,0 0 0 0 0,0-1 0 0 0,0 1 1 0 0,0 0-1 0 0,0 0 0 0 0,0 0 0 0 0,0 1 0 0 0,-1-1 0 0 0,-1 1 0 0 0,3 0-292 0 0,0 0 0 0 0,0 0 0 0 0,0 0 0 0 0,0 0 0 0 0,0 0 0 0 0,1 0 0 0 0,-1 0 0 0 0,0 0 0 0 0,1 0 0 0 0,-1 0 0 0 0,1 1 0 0 0,-1-1 0 0 0,1 0 0 0 0,0 1 0 0 0,-1-1 0 0 0,1 0 0 0 0,0 0 0 0 0,0 1 0 0 0,0-1 0 0 0,0 0 0 0 0,0 3 0 0 0,-1 60 771 0 0,10 105 0 0 0,23 64-629 0 0,-21-161-202 0 0,101 448-73 0 0,-60-302-142 0 0,62 422 47 0 0,-91-497-74 0 0,30 256 179 0 0,6-1 105 0 0,0 12 1404 0 0,-54-363-1432 0 0,-2-15 345 0 0,-1 0-1 0 0,-4 63 1 0 0,1-86-494 0 0,0-6 137 0 0,0 1 0 0 0,1-1 0 0 0,0 1 0 0 0,-1 0 0 0 0,1 0 0 0 0,1 7 0 0 0,-1-11-142 0 0,1 1 0 0 0,-1-1 0 0 0,0 1-1 0 0,0-1 1 0 0,0 0 0 0 0,1 1 0 0 0,-1-1 0 0 0,0 1 0 0 0,0-1-1 0 0,1 1 1 0 0,-1-1 0 0 0,0 0 0 0 0,1 1 0 0 0,-1-1 0 0 0,0 0-1 0 0,1 1 1 0 0,-1-1 0 0 0,1 0 0 0 0,-1 1 0 0 0,1-1-1 0 0,-1 0 1 0 0,1 0 0 0 0,0 1 0 0 0,0-1-38 0 0,0 0 0 0 0,1 0 0 0 0,-1 0 0 0 0,0 0 0 0 0,1 0 0 0 0,-1-1 1 0 0,0 1-1 0 0,1 0 0 0 0,-1-1 0 0 0,0 1 0 0 0,1 0 0 0 0,-1-1 0 0 0,1 0 0 0 0,56-31-5 0 0,-44 24 35 0 0,0 0-1 0 0,0 1 1 0 0,1 0 0 0 0,0 1-1 0 0,17-4 1 0 0,365-50-282 0 0,-348 55 285 0 0,-15-1-21 0 0,0-2 0 0 0,0 0 0 0 0,-1-3 0 0 0,0 0 0 0 0,48-26 0 0 0,-62 30 32 0 0,0 0 0 0 0,0 2 1 0 0,33-6-1 0 0,-37 9-454 0 0,1-1 0 0 0,-1 0 0 0 0,1-2 0 0 0,-1 1 0 0 0,0-2 0 0 0,22-11 0 0 0,-27 10-962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18.81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44 7 4145 0 0,'-1'-1'432'0'0,"0"0"1"0"0,0 1-1 0 0,0-1 1 0 0,0 0-1 0 0,-1 1 0 0 0,1 0 1 0 0,0-1-1 0 0,-1 1 1 0 0,1-1-1 0 0,0 1 0 0 0,-1 0 1 0 0,1 0-1 0 0,0 0 1 0 0,-1 0-1 0 0,1 0 1 0 0,0 0-1 0 0,-1 0 0 0 0,1 0 1 0 0,0 1-1 0 0,-1-1 1 0 0,1 0-1 0 0,0 1 0 0 0,-2 0 1 0 0,2 0-178 0 0,0 0 0 0 0,0 0-1 0 0,0 1 1 0 0,0-1 0 0 0,0 0 0 0 0,1 0 0 0 0,-1 1-1 0 0,0-1 1 0 0,1 1 0 0 0,-1-1 0 0 0,0 0 0 0 0,1 1-1 0 0,0-1 1 0 0,-1 1 0 0 0,1-1 0 0 0,0 1 0 0 0,0 1 0 0 0,0 9 126 0 0,0 0 1 0 0,1 1-1 0 0,5 22 1 0 0,-5-28-94 0 0,64 254 1334 0 0,-30-133-1488 0 0,7 37 29 0 0,45 169 223 0 0,-70-272-2816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1.31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2085 46 6913 0 0,'10'-10'750'0'0,"7"-7"393"0"0,-14 14 123 0 0,-2 3-1125 0 0,-1 0 0 0 0,0-1-1 0 0,0 1 1 0 0,1 0 0 0 0,-1-1 0 0 0,0 1-1 0 0,0 0 1 0 0,0-1 0 0 0,0 1-1 0 0,0-1 1 0 0,0 1 0 0 0,1-1 0 0 0,-1 1-1 0 0,0 0 1 0 0,0-1 0 0 0,0 1 0 0 0,0-1-1 0 0,0 1 1 0 0,-1 0 0 0 0,1-1-1 0 0,0 1 1 0 0,0-1 0 0 0,0 0 0 0 0,-4 0 266 0 0,0 0 1 0 0,1 1 0 0 0,-1-1 0 0 0,0 1 0 0 0,0-1-1 0 0,1 1 1 0 0,-1 1 0 0 0,0-1 0 0 0,0 0 0 0 0,-4 2 0 0 0,-10-1 212 0 0,-149-4 2216 0 0,-91 1-1807 0 0,-437 51-1309 0 0,509-28 576 0 0,-350 86 0 0 0,493-94-301 0 0,20-5-18 0 0,0-1 0 0 0,0-2 1 0 0,0 0-1 0 0,-38 2 0 0 0,47-9-452 0 0,13-4-217 0 0,21-6-7263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1.6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297 1 6449 0 0,'-12'2'348'0'0,"0"1"-1"0"0,0 0 0 0 0,1 0 1 0 0,-1 2-1 0 0,1-1 1 0 0,0 1-1 0 0,0 1 0 0 0,0 0 1 0 0,1 1-1 0 0,0 0 0 0 0,0 0 1 0 0,-12 13-1 0 0,1-1 68 0 0,1 2 1 0 0,1 0-1 0 0,1 1 0 0 0,-19 31 0 0 0,33-46-317 0 0,0-1 0 0 0,1 0-1 0 0,-1 1 1 0 0,1 0-1 0 0,1 0 1 0 0,-4 12-1 0 0,6-17-34 0 0,0-1 1 0 0,-1 0-1 0 0,1 1 0 0 0,0-1 1 0 0,0 0-1 0 0,0 0 0 0 0,1 1 0 0 0,-1-1 1 0 0,0 0-1 0 0,0 0 0 0 0,1 1 1 0 0,-1-1-1 0 0,1 0 0 0 0,-1 0 0 0 0,1 0 1 0 0,-1 0-1 0 0,1 1 0 0 0,1 0 1 0 0,-1-1 39 0 0,1 0 0 0 0,-1 0 0 0 0,1 0 1 0 0,-1 0-1 0 0,1 0 0 0 0,0 0 0 0 0,-1 0 1 0 0,1-1-1 0 0,0 1 0 0 0,-1-1 1 0 0,1 1-1 0 0,0-1 0 0 0,0 0 0 0 0,0 0 1 0 0,-1 0-1 0 0,5 0 0 0 0,1 0 2 0 0,0-1-1 0 0,0 0 0 0 0,0-1 1 0 0,0 0-1 0 0,0 0 0 0 0,0 0 1 0 0,0-1-1 0 0,0 0 0 0 0,-1 0 1 0 0,0-1-1 0 0,0 1 0 0 0,0-2 1 0 0,0 1-1 0 0,0 0 1 0 0,-1-1-1 0 0,0 0 0 0 0,8-9 1 0 0,-7 7-68 0 0,-1-1 0 0 0,0 1 1 0 0,0-1-1 0 0,0 1 1 0 0,-1-2-1 0 0,0 1 0 0 0,0 0 1 0 0,-1-1-1 0 0,0 1 1 0 0,-1-1-1 0 0,0 0 0 0 0,0 0 1 0 0,0-15-1 0 0,-2 22-22 0 0,0 0 1 0 0,0 0-1 0 0,0 0 0 0 0,0 1 0 0 0,0-1 1 0 0,0 0-1 0 0,0 0 0 0 0,-1 0 0 0 0,1 1 1 0 0,-1-1-1 0 0,0 0 0 0 0,1 1 1 0 0,-1-1-1 0 0,0 0 0 0 0,0 1 0 0 0,0-1 1 0 0,0 1-1 0 0,0-1 0 0 0,0 1 0 0 0,0 0 1 0 0,-2-2-1 0 0,1 2 22 0 0,1 1 1 0 0,-1-1 0 0 0,0 0-1 0 0,1 1 1 0 0,-1 0-1 0 0,0-1 1 0 0,0 1 0 0 0,0 0-1 0 0,1 0 1 0 0,-1 0-1 0 0,0 0 1 0 0,0 0-1 0 0,1 0 1 0 0,-1 0 0 0 0,0 1-1 0 0,0-1 1 0 0,-2 1-1 0 0,-3 2 84 0 0,-1 0-1 0 0,1 1 1 0 0,-1-1-1 0 0,1 1 1 0 0,0 1-1 0 0,0 0 1 0 0,-10 9-1 0 0,13-10-195 0 0,0 0-1 0 0,0 1 0 0 0,0-1 1 0 0,1 1-1 0 0,0 0 0 0 0,0 0 1 0 0,-4 8-1 0 0,1 3-503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2.15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60 103 10594 0 0,'-6'-14'1277'0'0,"0"1"-1"0"0,0-1 0 0 0,-1 2 0 0 0,-1-1 1 0 0,0 1-1 0 0,-10-12 0 0 0,26 76 1167 0 0,15 48-2832 0 0,5-1-1 0 0,4-2 0 0 0,55 115 0 0 0,-59-159-3252 0 0,-16-31-2614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3.0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87 548 10594 0 0,'-10'-20'868'0'0,"-6"-11"592"0"0,4 15 2727 0 0,16 22-3440 0 0,0 0-1 0 0,-1-1 1 0 0,0 1 0 0 0,5 13-1 0 0,0 0-568 0 0,24 43-96 0 0,-1-1-4402 0 0,-78-158 3195 0 0,42 86 1550 0 0,0-1 0 0 0,1 1 0 0 0,-5-21 0 0 0,6 20-152 0 0,0 1 0 0 0,-1 0 0 0 0,0 0 1 0 0,-11-19-1 0 0,9 20 111 0 0,0 0 408 0 0,0 0 1 0 0,-1 0-1 0 0,-10-10 1 0 0,18 21-762 0 0,0 0 0 0 0,0 0 0 0 0,-1 0 0 0 0,1 0 0 0 0,0 0 0 0 0,0 0 0 0 0,-1 0 0 0 0,1 1 0 0 0,-1-1 1 0 0,1 0-1 0 0,-1 0 0 0 0,0 1 0 0 0,1-1 0 0 0,-1 0 0 0 0,0 3 0 0 0,1 2-5 0 0,18 36-19 0 0,1 0 1 0 0,2-2 0 0 0,2 0 0 0 0,2-1 0 0 0,1-2-1 0 0,45 47 1 0 0,-69-79-31 0 0,-1-4 4 0 0,0 1-1 0 0,0 0 1 0 0,0 0 0 0 0,-1 0-1 0 0,1 0 1 0 0,-1 0-1 0 0,1 0 1 0 0,-1 1 0 0 0,0-1-1 0 0,0 0 1 0 0,0 1-1 0 0,0-1 1 0 0,0 5-1 0 0,-31-32-44 0 0,6-4 155 0 0,2-1 0 0 0,1 0 0 0 0,2-2 0 0 0,1 0 0 0 0,1-1-1 0 0,2-1 1 0 0,2 0 0 0 0,-14-50 0 0 0,25 70 139 0 0,7 16 34 0 0,13 22-34 0 0,-14-18-353 0 0,23 32-112 0 0,52 57-1 0 0,-67-83 214 0 0,1 0 0 0 0,1-1 0 0 0,0-1 0 0 0,0 0 0 0 0,1-1 0 0 0,0 0 1 0 0,27 10-1 0 0,-33-15-1 0 0,0 0 1 0 0,1-1-1 0 0,0 0 0 0 0,0-1 1 0 0,0 0-1 0 0,0-1 1 0 0,12 1-1 0 0,-19-2 23 0 0,-1-1 0 0 0,0 1 0 0 0,1 0 0 0 0,-1 0 1 0 0,1-1-1 0 0,-1 0 0 0 0,0 1 0 0 0,1-1 0 0 0,-1 0 0 0 0,0 0 0 0 0,0 0 0 0 0,0 0 0 0 0,1-1 0 0 0,-1 1 0 0 0,0-1 1 0 0,-1 1-1 0 0,1-1 0 0 0,0 1 0 0 0,0-1 0 0 0,-1 0 0 0 0,1 0 0 0 0,-1 0 0 0 0,0 0 0 0 0,1 0 0 0 0,-1 0 0 0 0,0-1 1 0 0,0 1-1 0 0,0 0 0 0 0,-1 0 0 0 0,1-1 0 0 0,0 1 0 0 0,-1-1 0 0 0,0 1 0 0 0,1 0 0 0 0,-1-4 0 0 0,0-6 84 0 0,0-1 0 0 0,0 1 0 0 0,-2 0 0 0 0,1 0 0 0 0,-1 0-1 0 0,-6-18 1 0 0,-30-72 363 0 0,16 47-296 0 0,-4-13-58 0 0,11 34-233 0 0,2-1 0 0 0,1-1 0 0 0,2 0 0 0 0,-8-55 0 0 0,17 70-1745 0 0,4 2-5975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0.1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122 322 3225 0 0,'-19'2'1737'0'0,"-1"1"1"0"0,1 1 0 0 0,0 0 0 0 0,-26 11-1 0 0,68-17 2622 0 0,30 5-3367 0 0,-9 0-516 0 0,22-4-199 0 0,1-2 0 0 0,97-19-1 0 0,130-43 225 0 0,-220 48-216 0 0,73-21 181 0 0,111-23 315 0 0,-84 30-685 0 0,484-65 472 0 0,3 79 850 0 0,-457 14-3197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0.4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53 35 2761 0 0,'-15'-10'-39'0'0,"-21"6"15181"0"0,36 4-14892 0 0,0 2-103 0 0,-1-1 0 0 0,1 1-1 0 0,0 0 1 0 0,0-1 0 0 0,0 1 0 0 0,0-1-1 0 0,0 1 1 0 0,0-1 0 0 0,1 1-1 0 0,-1-1 1 0 0,0 1 0 0 0,1-1 0 0 0,-1 1-1 0 0,2 1 1 0 0,0 1-62 0 0,0 0 1 0 0,0-1-1 0 0,0 1 0 0 0,1-1 0 0 0,0 1 1 0 0,0-1-1 0 0,0 0 0 0 0,0 0 0 0 0,0 0 1 0 0,0 0-1 0 0,1-1 0 0 0,-1 1 1 0 0,1-1-1 0 0,0 0 0 0 0,0 0 0 0 0,0 0 1 0 0,0-1-1 0 0,0 1 0 0 0,0-1 0 0 0,0 0 1 0 0,1 0-1 0 0,-1 0 0 0 0,8-1 0 0 0,-6 1-46 0 0,1-1 0 0 0,-1 1 0 0 0,0-2 0 0 0,1 1-1 0 0,-1-1 1 0 0,0 0 0 0 0,0 0 0 0 0,1 0 0 0 0,-1-1-1 0 0,0 0 1 0 0,-1-1 0 0 0,1 1 0 0 0,0-1 0 0 0,-1 0-1 0 0,1 0 1 0 0,4-5 0 0 0,-8 7-15 0 0,-1 0 0 0 0,0 0-1 0 0,0 0 1 0 0,0 0 0 0 0,0 0 0 0 0,0 0 0 0 0,0 0-1 0 0,0 0 1 0 0,0 0 0 0 0,0-1 0 0 0,-1 1-1 0 0,1 0 1 0 0,0-1 0 0 0,-1 1 0 0 0,1 0 0 0 0,-1-1-1 0 0,0 1 1 0 0,1-1 0 0 0,-1 1 0 0 0,0-1 0 0 0,0 1-1 0 0,0-1 1 0 0,0 1 0 0 0,0-1 0 0 0,0 1 0 0 0,0-1-1 0 0,-1 1 1 0 0,1-1 0 0 0,0 1 0 0 0,-1 0 0 0 0,0-1-1 0 0,1 1 1 0 0,-1-1 0 0 0,0 1 0 0 0,1 0 0 0 0,-1 0-1 0 0,0-1 1 0 0,0 1 0 0 0,0 0 0 0 0,0 0 0 0 0,0 0-1 0 0,-2-1 1 0 0,1 0-123 0 0,-1 0 0 0 0,1 0 0 0 0,-1 1 1 0 0,0-1-1 0 0,1 1 0 0 0,-1-1 0 0 0,0 1 0 0 0,0 0 0 0 0,0 0 0 0 0,0 0 0 0 0,0 1 0 0 0,0-1 0 0 0,-1 1 0 0 0,1 0 1 0 0,0 0-1 0 0,0 0 0 0 0,0 0 0 0 0,0 0 0 0 0,-5 2 0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3.77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60 14 14283 0 0,'-1'0'109'0'0,"0"0"1"0"0,1-1-1 0 0,-1 1 1 0 0,0 0-1 0 0,0 0 0 0 0,1 0 1 0 0,-1 0-1 0 0,0-1 1 0 0,0 1-1 0 0,1 0 0 0 0,-1 0 1 0 0,0 0-1 0 0,0 1 0 0 0,1-1 1 0 0,-1 0-1 0 0,0 0 1 0 0,0 0-1 0 0,1 1 0 0 0,-1-1 1 0 0,0 0-1 0 0,1 1 1 0 0,-1-1-1 0 0,0 0 0 0 0,1 1 1 0 0,-1-1-1 0 0,0 1 1 0 0,1-1-1 0 0,-1 1 0 0 0,1-1 1 0 0,-1 1-1 0 0,1 0 0 0 0,-1-1 1 0 0,1 1-1 0 0,0-1 1 0 0,-1 2-1 0 0,-17 26 793 0 0,14-18-876 0 0,1 0 1 0 0,0 1 0 0 0,0-1-1 0 0,2 1 1 0 0,-1-1-1 0 0,1 1 1 0 0,1 0 0 0 0,0-1-1 0 0,0 1 1 0 0,1 0 0 0 0,0-1-1 0 0,1 1 1 0 0,1-1-1 0 0,-1 1 1 0 0,1-1 0 0 0,1 0-1 0 0,0 0 1 0 0,6 11 0 0 0,-5-11-10 0 0,1 1 0 0 0,0-1 1 0 0,1 0-1 0 0,0-1 1 0 0,0 0-1 0 0,1 0 0 0 0,0 0 1 0 0,0-1-1 0 0,1 0 0 0 0,0 0 1 0 0,1-1-1 0 0,-1-1 1 0 0,2 0-1 0 0,-1 0 0 0 0,0-1 1 0 0,15 6-1 0 0,-22-10 6 0 0,0 0-1 0 0,0 0 1 0 0,0 0-1 0 0,0-1 1 0 0,0 1-1 0 0,1-1 0 0 0,-1 0 1 0 0,0 1-1 0 0,0-2 1 0 0,0 1-1 0 0,0 0 1 0 0,1 0-1 0 0,-1-1 1 0 0,0 0-1 0 0,0 0 0 0 0,0 0 1 0 0,0 0-1 0 0,0 0 1 0 0,0 0-1 0 0,-1-1 1 0 0,1 0-1 0 0,0 1 1 0 0,-1-1-1 0 0,1 0 0 0 0,-1 0 1 0 0,1 0-1 0 0,-1-1 1 0 0,0 1-1 0 0,0 0 1 0 0,0-1-1 0 0,0 0 1 0 0,-1 1-1 0 0,1-1 1 0 0,-1 0-1 0 0,2-4 0 0 0,0-2 56 0 0,0 0 0 0 0,-1 1 0 0 0,0-1 0 0 0,-1-1 1 0 0,1 1-1 0 0,-2 0 0 0 0,1 0 0 0 0,-2 0 0 0 0,1 0 0 0 0,-1-1 0 0 0,-2-10 0 0 0,-1 4 36 0 0,-1 0 1 0 0,-1-1 0 0 0,0 2 0 0 0,-1-1 0 0 0,0 1-1 0 0,-1 0 1 0 0,-17-22 0 0 0,18 28-435 0 0,-1-1 0 0 0,0 1 0 0 0,-1 0 0 0 0,-17-12 0 0 0,20 16-664 0 0,-1 1 1 0 0,0-1 0 0 0,-1 1-1 0 0,1 1 1 0 0,-1 0 0 0 0,1 0-1 0 0,-14-3 1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4.21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32 131 3225 0 0,'-32'-2'12568'0'0,"34"15"-13151"0"0,3 5 1092 0 0,1-1 1 0 0,1 0-1 0 0,0 0 0 0 0,1-1 1 0 0,1 0-1 0 0,0 0 0 0 0,1-1 0 0 0,1 0 1 0 0,1-1-1 0 0,17 17 0 0 0,-24-26-486 0 0,1 0 0 0 0,-1 0-1 0 0,1-1 1 0 0,0 1-1 0 0,1-1 1 0 0,-1-1 0 0 0,1 1-1 0 0,0-1 1 0 0,7 2-1 0 0,-11-4-36 0 0,0 0-1 0 0,0-1 1 0 0,0 1-1 0 0,1-1 1 0 0,-1 0-1 0 0,0 0 1 0 0,0 0-1 0 0,1 0 1 0 0,-1-1-1 0 0,0 1 1 0 0,0-1-1 0 0,0 0 1 0 0,0 0-1 0 0,0 0 1 0 0,0 0-1 0 0,0-1 1 0 0,0 1-1 0 0,0-1 0 0 0,0 0 1 0 0,-1 1-1 0 0,1-1 1 0 0,4-4-1 0 0,0-2 29 0 0,0 0 0 0 0,0-1 0 0 0,-1 0-1 0 0,0 0 1 0 0,-1 0 0 0 0,0 0 0 0 0,0-1 0 0 0,-1 0-1 0 0,0 0 1 0 0,-1 0 0 0 0,0 0 0 0 0,-1-1-1 0 0,0 1 1 0 0,0-1 0 0 0,-1-15 0 0 0,0-10 206 0 0,-2 0 0 0 0,-2 0 0 0 0,-8-44 0 0 0,19 113-127 0 0,2 0 1 0 0,2-1-1 0 0,1 0 1 0 0,1-1-1 0 0,2 0 1 0 0,0-1-1 0 0,3-1 1 0 0,30 38-1 0 0,-41-59-693 0 0,0 0-1 0 0,0-1 1 0 0,1 0 0 0 0,16 8-1 0 0,-2-2-519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4.5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36 15 10594 0 0,'-1'-1'358'0'0,"0"0"0"0"0,0 0-1 0 0,0 0 1 0 0,0 0 0 0 0,0 0-1 0 0,0 0 1 0 0,0 0 0 0 0,0 0-1 0 0,-1 0 1 0 0,1 0 0 0 0,0 1-1 0 0,0-1 1 0 0,-1 1 0 0 0,1-1-1 0 0,-1 1 1 0 0,1-1 0 0 0,-1 1-1 0 0,1 0 1 0 0,-2-1 0 0 0,2 2-215 0 0,0-1 0 0 0,1 1 1 0 0,-1-1-1 0 0,0 1 0 0 0,1-1 1 0 0,-1 1-1 0 0,1-1 0 0 0,-1 1 1 0 0,1-1-1 0 0,-1 1 0 0 0,1 0 1 0 0,0-1-1 0 0,-1 1 0 0 0,1 0 1 0 0,0-1-1 0 0,-1 1 0 0 0,1 0 1 0 0,0 0-1 0 0,0-1 0 0 0,-1 1 1 0 0,1 0-1 0 0,0 0 0 0 0,0 0 1 0 0,0 1-1 0 0,0 7 97 0 0,0 1 0 0 0,1-1 0 0 0,0 0 0 0 0,3 13 0 0 0,10 32-24 0 0,2-1 0 0 0,3-1-1 0 0,2-1 1 0 0,34 62-1 0 0,128 182-288 0 0,-173-279-2 0 0,8 10-1260 0 0,-2 1 0 0 0,18 42 0 0 0,-23-39-5798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4.73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1 310 13363 0 0,'-1'-1'88'0'0,"1"0"0"0"0,0 0-1 0 0,0 0 1 0 0,0 0 0 0 0,0 0 0 0 0,0 0 0 0 0,0 0 0 0 0,0 0 0 0 0,1 0-1 0 0,-1 0 1 0 0,0 0 0 0 0,0 0 0 0 0,1 0 0 0 0,-1 0 0 0 0,1 0 0 0 0,-1 0-1 0 0,1 0 1 0 0,-1 0 0 0 0,1 0 0 0 0,-1 0 0 0 0,1 0 0 0 0,0 1 0 0 0,0-1-1 0 0,0-1 1 0 0,26-21 1052 0 0,-18 14-815 0 0,164-132 4252 0 0,-49 61-5244 0 0,-92 64-56 0 0,-1 0-12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5.51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239 338 10594 0 0,'-31'11'258'0'0,"-1"-1"0"0"0,1-2 0 0 0,-42 6 1 0 0,2-4 2625 0 0,420-69 808 0 0,-101 15-2912 0 0,75-19 452 0 0,-88 16-435 0 0,418-74 540 0 0,-558 103-1252 0 0,-27 5-3 0 0,-1 2 0 0 0,94-3 0 0 0,-153 14-327 0 0,0 0 1 0 0,0 0-1 0 0,1 1 1 0 0,-1 0-1 0 0,0 0 1 0 0,0 1-1 0 0,0 0 1 0 0,11 5-1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6.5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0 5985 0 0,'-1'1'170'0'0,"1"-1"-1"0"0,-1 1 0 0 0,1-1 1 0 0,-1 1-1 0 0,1 0 0 0 0,0-1 1 0 0,-1 1-1 0 0,1 0 0 0 0,0-1 1 0 0,0 1-1 0 0,-1 0 0 0 0,1-1 1 0 0,0 1-1 0 0,0 0 0 0 0,0 0 1 0 0,0-1-1 0 0,0 1 1 0 0,0 0-1 0 0,0-1 0 0 0,0 1 1 0 0,0 0-1 0 0,0 0 0 0 0,1 0 1 0 0,1 19 1192 0 0,24 109 2957 0 0,-9-52-3448 0 0,-3 0 1 0 0,6 132-1 0 0,-25-147-96 0 0,3-49-768 0 0,1 0 0 0 0,0 0 0 0 0,1 1 1 0 0,0-1-1 0 0,1 0 0 0 0,3 20 1 0 0,12-5-6600 0 0,-11-22 4415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6.95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93 129 9218 0 0,'-66'11'2255'0'0,"39"-6"2073"0"0,37-6-1929 0 0,306-64 858 0 0,-198 36-2987 0 0,167-17 1 0 0,-252 43-885 0 0,-1 2 0 0 0,54 5-1 0 0,-13 11-2473 0 0,-58-10 762 0 0,0 0 0 0 0,25 13 0 0 0,-24-9-2066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7.20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32 1 14283 0 0,'-16'4'528'0'0,"0"1"1235"0"0,17-4-1704 0 0,-1-1 0 0 0,1 1 0 0 0,-1 0 0 0 0,1-1 0 0 0,0 0 0 0 0,-1 1 0 0 0,1-1 0 0 0,0 1 0 0 0,-1-1 0 0 0,1 0 0 0 0,0 1 0 0 0,0-1 0 0 0,-1 0 0 0 0,1 0 0 0 0,0 0 1 0 0,0 1-1 0 0,0-1 0 0 0,-1 0 0 0 0,1 0 0 0 0,0 0 0 0 0,0 0 0 0 0,1-1 0 0 0,19 6 418 0 0,0 0 1 0 0,0 1-1 0 0,0 1 0 0 0,-1 1 1 0 0,0 1-1 0 0,21 13 1 0 0,111 80 919 0 0,-39-25-1207 0 0,29 2-2877 0 0,-114-63-4620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7.40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250 0 13363 0 0,'-8'11'5204'0'0,"-30"65"-2446"0"0,-135 478-598 0 0,146-428-2304 0 0,24-91-256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8.3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 1 10594 0 0,'-24'0'7211'0'0,"24"2"-7035"0"0,0 0-1 0 0,0 1 1 0 0,0-1-1 0 0,0 0 1 0 0,0 0-1 0 0,1 1 1 0 0,-1-1-1 0 0,1 0 1 0 0,0 0-1 0 0,0 0 0 0 0,1 4 1 0 0,36 93 755 0 0,27 107 0 0 0,-57-178-2073 0 0,1-1 1 0 0,1-1 0 0 0,22 41 0 0 0,-28-60-576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8.61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16 136 7370 0 0,'1'-7'294'0'0,"0"0"0"0"0,0 0 0 0 0,1 0 1 0 0,1 0-1 0 0,-1 0 0 0 0,1 1 0 0 0,0-1 1 0 0,0 1-1 0 0,1-1 0 0 0,0 1 0 0 0,0 0 1 0 0,0 1-1 0 0,1-1 0 0 0,0 1 0 0 0,0 0 0 0 0,1 0 1 0 0,-1 0-1 0 0,1 1 0 0 0,0-1 0 0 0,0 2 1 0 0,11-6-1 0 0,-15 8-177 0 0,0 0-1 0 0,0 1 1 0 0,0-1-1 0 0,0 1 1 0 0,0-1 0 0 0,0 1-1 0 0,0 0 1 0 0,0 0-1 0 0,0 0 1 0 0,0 0 0 0 0,0 0-1 0 0,0 1 1 0 0,0-1 0 0 0,-1 1-1 0 0,1-1 1 0 0,0 1-1 0 0,0-1 1 0 0,0 1 0 0 0,0 0-1 0 0,3 2 1 0 0,-3-1 8 0 0,1 1 1 0 0,0-1 0 0 0,-1 1-1 0 0,0 0 1 0 0,1-1 0 0 0,-1 1-1 0 0,0 0 1 0 0,-1 0 0 0 0,1 1-1 0 0,0-1 1 0 0,0 4-1 0 0,1 1 0 0 0,0 0-1 0 0,-1 0 0 0 0,0 1 1 0 0,-1-1-1 0 0,0 1 0 0 0,0-1 1 0 0,-1 1-1 0 0,0 0 0 0 0,-1 8 1 0 0,-3 1-38 0 0,0-1-1 0 0,-2 1 1 0 0,0-1 0 0 0,0-1 0 0 0,-2 1-1 0 0,-14 23 1 0 0,14-28-154 0 0,0 0-1 0 0,-1 0 1 0 0,0-1 0 0 0,0 0-1 0 0,-2-1 1 0 0,1 0 0 0 0,-1 0-1 0 0,-20 12 1 0 0,30-21-197 0 0,0 0 1 0 0,-1 0-1 0 0,1 0 1 0 0,-1-1-1 0 0,0 1 0 0 0,1-1 1 0 0,-1 1-1 0 0,0-1 1 0 0,1 1-1 0 0,-1-1 0 0 0,0 0 1 0 0,1 0-1 0 0,-1 0 0 0 0,0 0 1 0 0,1 0-1 0 0,-1 0 1 0 0,-2-1-1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9.2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40 103 10594 0 0,'-1'-1'112'0'0,"0"1"0"0"0,0 0-1 0 0,1 0 1 0 0,-1 0 0 0 0,0 0-1 0 0,0 0 1 0 0,1 0 0 0 0,-1 1-1 0 0,0-1 1 0 0,1 0 0 0 0,-1 0-1 0 0,0 0 1 0 0,1 1 0 0 0,-1-1-1 0 0,0 0 1 0 0,1 1 0 0 0,-1-1-1 0 0,0 1 1 0 0,1-1 0 0 0,-1 0 0 0 0,1 1-1 0 0,-1-1 1 0 0,1 1 0 0 0,-1 0-1 0 0,1-1 1 0 0,-1 1 0 0 0,1-1-1 0 0,0 1 1 0 0,-1 0 0 0 0,1-1-1 0 0,0 1 1 0 0,0 0 0 0 0,-1 0-1 0 0,-12 25 1902 0 0,10-16-1755 0 0,2 0 0 0 0,-1 0 0 0 0,1 0 0 0 0,1 0 1 0 0,0 1-1 0 0,0-1 0 0 0,3 12 0 0 0,16 71-142 0 0,-14-72-41 0 0,-2-10-140 0 0,-1-1-47 0 0,0 0 1 0 0,0 0-1 0 0,1 0 0 0 0,0 0 1 0 0,1 0-1 0 0,0-1 0 0 0,1 0 1 0 0,0 0-1 0 0,8 12 0 0 0,-15-51-3659 0 0,-1 8 3022 0 0,-16-134-1373 0 0,18 131 2613 0 0,1 0 0 0 0,0 0 1 0 0,2 0-1 0 0,7-32 0 0 0,-9 55-386 0 0,0 1 0 0 0,0 0 1 0 0,0-1-1 0 0,1 1 0 0 0,-1 0 0 0 0,0-1 0 0 0,1 1 0 0 0,-1 0 0 0 0,1-1 0 0 0,0 1 0 0 0,-1 0 1 0 0,1 0-1 0 0,0-1 0 0 0,0 1 0 0 0,-1 0 0 0 0,1 0 0 0 0,0 0 0 0 0,0 0 0 0 0,0 0 1 0 0,0 0-1 0 0,1 1 0 0 0,-1-1 0 0 0,0 0 0 0 0,1 0 0 0 0,0 1 44 0 0,-1 0 0 0 0,1 0-1 0 0,-1 0 1 0 0,0 0 0 0 0,1 1-1 0 0,-1-1 1 0 0,0 1 0 0 0,1-1 0 0 0,-1 1-1 0 0,0-1 1 0 0,0 1 0 0 0,1 0-1 0 0,-1 0 1 0 0,0-1 0 0 0,0 1 0 0 0,0 0-1 0 0,0 0 1 0 0,2 2 0 0 0,5 7 431 0 0,0 0 0 0 0,-1 0 1 0 0,11 19-1 0 0,6 20-110 0 0,-14-28-408 0 0,0-1-1 0 0,13 19 1 0 0,-20-34-66 0 0,1 0-1 0 0,-1-1 1 0 0,1 1 0 0 0,0-1-1 0 0,1 0 1 0 0,-1 0 0 0 0,1 0 0 0 0,0-1-1 0 0,-1 0 1 0 0,1 0 0 0 0,1 0-1 0 0,7 3 1 0 0,-11-5-56 0 0,0 0 0 0 0,0-1 1 0 0,0 1-1 0 0,1-1 0 0 0,-1 1 0 0 0,0-1 1 0 0,0 0-1 0 0,0 0 0 0 0,1 0 0 0 0,-1 0 1 0 0,0 0-1 0 0,0-1 0 0 0,0 1 0 0 0,1-1 1 0 0,-1 1-1 0 0,0-1 0 0 0,0 0 0 0 0,0 0 0 0 0,3-1 1 0 0,-2-1-41 0 0,0 0 0 0 0,0 1 0 0 0,1-1 0 0 0,-2 0 0 0 0,1 0 0 0 0,0-1 0 0 0,0 1 0 0 0,-1 0 0 0 0,3-7 0 0 0,3-7-44 0 0,-1 0 0 0 0,-1 0-1 0 0,7-31 1 0 0,-11 41 243 0 0,6-25 74 0 0,-6 18 37 0 0,1 0-1 0 0,0 0 1 0 0,1 1 0 0 0,1-1-1 0 0,0 1 1 0 0,1 0-1 0 0,0 0 1 0 0,10-13-1 0 0,-16 25-181 0 0,1 0 0 0 0,0 0 0 0 0,0 0 0 0 0,0 0 0 0 0,0 0-1 0 0,0 0 1 0 0,0 0 0 0 0,0 0 0 0 0,0 1 0 0 0,0-1-1 0 0,0 1 1 0 0,0-1 0 0 0,0 1 0 0 0,1-1 0 0 0,-1 1-1 0 0,0-1 1 0 0,0 1 0 0 0,0 0 0 0 0,1 0 0 0 0,-1 0-1 0 0,0-1 1 0 0,0 1 0 0 0,1 1 0 0 0,-1-1 0 0 0,0 0-1 0 0,1 0 1 0 0,-1 0 0 0 0,0 1 0 0 0,0-1 0 0 0,0 0-1 0 0,1 1 1 0 0,-1-1 0 0 0,0 1 0 0 0,0 0 0 0 0,0-1-1 0 0,0 1 1 0 0,0 0 0 0 0,0 0 0 0 0,0-1 0 0 0,0 1-1 0 0,0 0 1 0 0,0 0 0 0 0,-1 0 0 0 0,1 0 0 0 0,0 0-1 0 0,0 2 1 0 0,6 6 47 0 0,-1 0 0 0 0,0 1 1 0 0,-1 0-1 0 0,4 12 0 0 0,-6-15-40 0 0,2 2-135 0 0,5 15 236 0 0,1-1 0 0 0,18 26 0 0 0,-23-41-546 0 0,-1-1-1 0 0,1 0 1 0 0,1 0-1 0 0,-1 0 1 0 0,1-1-1 0 0,0 0 1 0 0,0-1-1 0 0,1 1 1 0 0,15 7-1 0 0,-3-4-6551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9.55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114 1 10594 0 0,'-2'1'135'0'0,"0"0"0"0"0,0 0 0 0 0,0 1 0 0 0,1-1 0 0 0,-1 0 0 0 0,1 1 0 0 0,-1-1 0 0 0,1 1 0 0 0,-1 0 0 0 0,1 0 0 0 0,0-1 0 0 0,0 1 0 0 0,0 0 0 0 0,-2 4 0 0 0,-12 35 1524 0 0,10-26-1283 0 0,0-4-250 0 0,1 1 0 0 0,1-1 0 0 0,0 0 0 0 0,1 1 0 0 0,0 0 0 0 0,0 0 0 0 0,1-1 0 0 0,1 1 0 0 0,0 0 0 0 0,1 0 0 0 0,0 0 0 0 0,1-1 0 0 0,0 1 0 0 0,1 0 0 0 0,0-1 0 0 0,1 0 0 0 0,0 0 0 0 0,0 0 0 0 0,2 0-1 0 0,-1-1 1 0 0,1 1 0 0 0,1-1 0 0 0,0-1 0 0 0,0 1 0 0 0,1-1 0 0 0,0-1 0 0 0,0 0 0 0 0,1 0 0 0 0,0 0 0 0 0,1-1 0 0 0,13 8 0 0 0,-16-11 10 0 0,0 0 0 0 0,0 0 0 0 0,0-1 0 0 0,0 0 0 0 0,0-1 0 0 0,1 1 0 0 0,-1-1 0 0 0,1-1 0 0 0,11 2-1 0 0,-16-3-94 0 0,0 0-1 0 0,0 0 0 0 0,0-1 0 0 0,1 1 0 0 0,-1-1 1 0 0,0 1-1 0 0,0-1 0 0 0,-1 0 0 0 0,1-1 0 0 0,0 1 1 0 0,0 0-1 0 0,0-1 0 0 0,-1 1 0 0 0,1-1 0 0 0,-1 0 1 0 0,1 0-1 0 0,-1 0 0 0 0,0 0 0 0 0,0 0 0 0 0,0-1 1 0 0,0 1-1 0 0,0-1 0 0 0,0 1 0 0 0,-1-1 0 0 0,1 0 1 0 0,1-3-1 0 0,1-6 87 0 0,0 1-1 0 0,0 0 1 0 0,-1-1 0 0 0,-1 0 0 0 0,0 0-1 0 0,-1 0 1 0 0,0 0 0 0 0,0 0 0 0 0,-2 0-1 0 0,1 1 1 0 0,-2-1 0 0 0,-4-23 0 0 0,3 24-85 0 0,0-1 1 0 0,0 1-1 0 0,-1 0 1 0 0,-1 0-1 0 0,0 0 1 0 0,0 1-1 0 0,-1 0 1 0 0,0 0-1 0 0,-1 0 1 0 0,0 1-1 0 0,-1 0 1 0 0,0 0-1 0 0,-11-9 1 0 0,14 14-94 0 0,0 1 1 0 0,0 0-1 0 0,0 0 1 0 0,-1 0-1 0 0,1 1 0 0 0,-1 0 1 0 0,1 0-1 0 0,-1 0 0 0 0,0 1 1 0 0,0 0-1 0 0,0 0 1 0 0,0 0-1 0 0,0 1 0 0 0,0 0 1 0 0,0 0-1 0 0,0 0 1 0 0,0 1-1 0 0,0 0 0 0 0,0 0 1 0 0,-5 3-1 0 0,2-2-239 0 0,0 2 0 0 0,1-1 1 0 0,0 1-1 0 0,0 0 0 0 0,0 1 0 0 0,0 0 0 0 0,1 0 1 0 0,0 0-1 0 0,0 1 0 0 0,0 0 0 0 0,1 1 0 0 0,-9 10 1 0 0,0 4 254 0 0,1-3 35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9.8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155 69 11522 0 0,'1'-4'365'0'0,"-1"1"0"0"0,0-1-1 0 0,0 1 1 0 0,0-1-1 0 0,-1 0 1 0 0,1 1-1 0 0,-1-1 1 0 0,0 1 0 0 0,0-1-1 0 0,0 1 1 0 0,0-1-1 0 0,-1 1 1 0 0,1 0-1 0 0,-3-4 1 0 0,4 6-279 0 0,-1 0-1 0 0,0 0 1 0 0,0 0-1 0 0,0 0 1 0 0,0 1 0 0 0,0-1-1 0 0,0 0 1 0 0,0 0-1 0 0,-1 1 1 0 0,1-1-1 0 0,0 0 1 0 0,0 1 0 0 0,0-1-1 0 0,-1 1 1 0 0,1 0-1 0 0,0-1 1 0 0,-1 1 0 0 0,1 0-1 0 0,0 0 1 0 0,-1 0-1 0 0,1 0 1 0 0,0 0 0 0 0,-1 0-1 0 0,1 0 1 0 0,0 0-1 0 0,-1 0 1 0 0,1 1 0 0 0,0-1-1 0 0,0 1 1 0 0,-1-1-1 0 0,1 1 1 0 0,0-1 0 0 0,0 1-1 0 0,0 0 1 0 0,0-1-1 0 0,-1 1 1 0 0,1 0 0 0 0,0 0-1 0 0,0 0 1 0 0,0 1-1 0 0,-8 6 3 0 0,1-1 0 0 0,0 2-1 0 0,0-1 1 0 0,1 1-1 0 0,0 1 1 0 0,1-1 0 0 0,0 1-1 0 0,0 0 1 0 0,1 0-1 0 0,0 1 1 0 0,1 0-1 0 0,0 0 1 0 0,-2 12 0 0 0,4-17-90 0 0,1-1 1 0 0,0 1 0 0 0,0-1 0 0 0,1 1 0 0 0,-1 0-1 0 0,1-1 1 0 0,0 1 0 0 0,1 0 0 0 0,-1-1 0 0 0,1 1-1 0 0,0 0 1 0 0,1-1 0 0 0,-1 1 0 0 0,1-1-1 0 0,0 0 1 0 0,0 0 0 0 0,1 0 0 0 0,0 0 0 0 0,0 0-1 0 0,0 0 1 0 0,0 0 0 0 0,1-1 0 0 0,0 0-1 0 0,0 0 1 0 0,0 0 0 0 0,0 0 0 0 0,10 6 0 0 0,7 1 35 0 0,1-1 0 0 0,29 10 1 0 0,32 14 130 0 0,-75-30-147 0 0,0 0-1 0 0,-1 1 1 0 0,1 0 0 0 0,-1 0 0 0 0,0 1 0 0 0,-1 0 0 0 0,10 11-1 0 0,-14-14-11 0 0,0 0-1 0 0,0 0 0 0 0,0 0 0 0 0,-1 0 1 0 0,1 0-1 0 0,-1 1 0 0 0,0-1 0 0 0,0 0 1 0 0,0 1-1 0 0,-1-1 0 0 0,1 1 0 0 0,-1-1 1 0 0,0 1-1 0 0,1-1 0 0 0,-2 1 0 0 0,1 0 0 0 0,0-1 1 0 0,-1 1-1 0 0,0-1 0 0 0,0 0 0 0 0,0 1 1 0 0,0-1-1 0 0,0 0 0 0 0,-1 1 0 0 0,1-1 1 0 0,-1 0-1 0 0,0 0 0 0 0,-4 5 0 0 0,-3 4 54 0 0,1-1-1 0 0,-2-1 0 0 0,1 0 0 0 0,-2 0 1 0 0,-21 15-1 0 0,-83 46-2049 0 0,87-53-5420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30.6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 2 9674 0 0,'-7'-1'9325'0'0,"7"1"-9244"0"0,5 63 280 0 0,3 0 0 0 0,16 63 0 0 0,44 127-4111 0 0,-64-238-2253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30.91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3 119 10594 0 0,'-2'-1'1050'0'0,"31"25"1601"0"0,14 42-591 0 0,-29-42-1777 0 0,1 0 0 0 0,26 29-1 0 0,-37-48-153 0 0,1 0-1 0 0,-1-1 0 0 0,1 0 1 0 0,0 1-1 0 0,0-2 0 0 0,0 1 0 0 0,1 0 1 0 0,-1-1-1 0 0,1 0 0 0 0,0-1 1 0 0,0 1-1 0 0,0-1 0 0 0,0 0 1 0 0,0-1-1 0 0,11 2 0 0 0,-16-2-71 0 0,0-1-1 0 0,0 0 1 0 0,0 0-1 0 0,0-1 1 0 0,0 1-1 0 0,0 0 0 0 0,0 0 1 0 0,0 0-1 0 0,0-1 1 0 0,0 1-1 0 0,0 0 1 0 0,0-1-1 0 0,0 1 1 0 0,0-1-1 0 0,0 0 1 0 0,0 1-1 0 0,0-1 1 0 0,0 1-1 0 0,0-1 1 0 0,-1 0-1 0 0,1 0 1 0 0,0 0-1 0 0,0-1 1 0 0,1 0 55 0 0,-1-1 0 0 0,0 1 0 0 0,1-1 0 0 0,-1 0 0 0 0,0 1 0 0 0,-1-1 0 0 0,1 0 0 0 0,0-5 0 0 0,0-3 110 0 0,-1 0 0 0 0,0 0 0 0 0,-3-17-1 0 0,-15-52-133 0 0,-1-4-270 0 0,17 75-397 0 0,1 0 0 0 0,1 0 1 0 0,-1 0-1 0 0,2 0 1 0 0,-1-1-1 0 0,4-15 1 0 0,1 9-829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31.1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 1 10594 0 0,'-2'5'6038'0'0,"2"15"-4256"0"0,1 22-1097 0 0,2 0 176 0 0,18 83 1 0 0,-16-105-1407 0 0,1 0 1 0 0,1 0-1 0 0,1 0 1 0 0,1 0-1 0 0,21 33 0 0 0,-23-43-597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31.56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0 158 3681 0 0,'4'11'8642'0'0,"5"6"-4120"0"0,34 48-3522 0 0,-23-35 127 0 0,-10-15-732 0 0,1 0 1 0 0,21 21-1 0 0,-28-31-312 0 0,0-1-1 0 0,0-1 0 0 0,0 1 1 0 0,1 0-1 0 0,0-1 0 0 0,-1 0 1 0 0,1 0-1 0 0,0-1 0 0 0,0 1 1 0 0,1-1-1 0 0,-1 0 0 0 0,11 2 1 0 0,-14-4-91 0 0,0 0 1 0 0,0-1-1 0 0,0 1 1 0 0,-1-1 0 0 0,1 1-1 0 0,0-1 1 0 0,0 0 0 0 0,-1 0-1 0 0,1 0 1 0 0,0 0 0 0 0,-1 0-1 0 0,1 0 1 0 0,-1 0-1 0 0,1 0 1 0 0,-1-1 0 0 0,1 1-1 0 0,-1-1 1 0 0,0 1 0 0 0,0-1-1 0 0,0 1 1 0 0,0-1 0 0 0,0 0-1 0 0,0 1 1 0 0,1-4-1 0 0,17-45-200 0 0,2-53-145 0 0,-18 78 505 0 0,1 1 0 0 0,2-1 1 0 0,0 1-1 0 0,2 0 0 0 0,12-28 1 0 0,-19 50-111 0 0,0 0 1 0 0,0 1 0 0 0,-1-1 0 0 0,1 0 0 0 0,0 0 0 0 0,0 1 0 0 0,1-1 0 0 0,-1 1 0 0 0,0-1-1 0 0,1 1 1 0 0,-1-1 0 0 0,0 1 0 0 0,1 0 0 0 0,0 0 0 0 0,-1-1 0 0 0,1 1 0 0 0,0 0 0 0 0,-1 1-1 0 0,1-1 1 0 0,0 0 0 0 0,0 0 0 0 0,0 1 0 0 0,0-1 0 0 0,3 0 0 0 0,-3 2-25 0 0,1 0 1 0 0,-1 0 0 0 0,0 0-1 0 0,-1 0 1 0 0,1 0-1 0 0,0 0 1 0 0,0 0 0 0 0,0 0-1 0 0,-1 1 1 0 0,1-1-1 0 0,0 1 1 0 0,-1 0 0 0 0,0-1-1 0 0,1 1 1 0 0,-1 0 0 0 0,0 0-1 0 0,0-1 1 0 0,0 1-1 0 0,0 0 1 0 0,0 0 0 0 0,0 0-1 0 0,0 4 1 0 0,23 65 240 0 0,-20-53-438 0 0,1 0 1 0 0,1-1-1 0 0,1 0 1 0 0,1 0-1 0 0,0-1 1 0 0,20 31-1 0 0,-12-28-1700 0 0,1 2-5385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31.9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53 143 10594 0 0,'0'-1'153'0'0,"-1"0"0"0"0,1 1-1 0 0,-1-1 1 0 0,1 1-1 0 0,0-1 1 0 0,-1 0 0 0 0,1 1-1 0 0,-1-1 1 0 0,1 1 0 0 0,-1-1-1 0 0,1 1 1 0 0,-1-1 0 0 0,0 1-1 0 0,1 0 1 0 0,-1-1 0 0 0,1 1-1 0 0,-1 0 1 0 0,0-1 0 0 0,1 1-1 0 0,-1 0 1 0 0,0 0-1 0 0,1 0 1 0 0,-1 0 0 0 0,0 0-1 0 0,0 0 1 0 0,1-1 0 0 0,-1 2-1 0 0,-1-1 1 0 0,1 0 47 0 0,0 1-1 0 0,0-1 1 0 0,0 1 0 0 0,-1 0 0 0 0,1 0-1 0 0,0 0 1 0 0,0-1 0 0 0,0 1 0 0 0,0 0-1 0 0,1 0 1 0 0,-1 0 0 0 0,0 1 0 0 0,0-1-1 0 0,0 1 1 0 0,-2 4 54 0 0,0 0 1 0 0,0-1-1 0 0,1 1 0 0 0,0 0 1 0 0,0 1-1 0 0,-1 6 1 0 0,2-1-232 0 0,1 1 0 0 0,0 0 0 0 0,0-1 0 0 0,1 1 0 0 0,1 0 0 0 0,0-1-1 0 0,1 1 1 0 0,0-1 0 0 0,1 0 0 0 0,0 0 0 0 0,11 21 0 0 0,-12-28-24 0 0,-1 1 0 0 0,1-1 0 0 0,1 0 0 0 0,-1 0 0 0 0,1-1 0 0 0,0 1 0 0 0,0-1 0 0 0,0 0 0 0 0,0 0 0 0 0,1 0 0 0 0,0 0 0 0 0,-1-1 0 0 0,1 0 0 0 0,1 0 0 0 0,-1 0 0 0 0,0-1 0 0 0,1 0 0 0 0,-1 0 0 0 0,1 0 0 0 0,0 0 0 0 0,0-1 0 0 0,0 0 0 0 0,-1 0-1 0 0,1-1 1 0 0,0 0 0 0 0,0 0 0 0 0,9-1 0 0 0,-13 1 13 0 0,0-1-1 0 0,1 1 1 0 0,-1-1-1 0 0,1 0 0 0 0,-1 0 1 0 0,0 0-1 0 0,0 0 1 0 0,1 0-1 0 0,-1-1 1 0 0,0 1-1 0 0,0-1 1 0 0,0 1-1 0 0,-1-1 0 0 0,1 0 1 0 0,0 1-1 0 0,0-1 1 0 0,2-4-1 0 0,-1 1 30 0 0,-1 0 0 0 0,1-1 0 0 0,-1 1 0 0 0,0 0 0 0 0,0-1 0 0 0,-1 1 0 0 0,2-10 0 0 0,-1-3 136 0 0,-1 0-1 0 0,-1-1 1 0 0,-3-34 0 0 0,-1 30-75 0 0,0 0 1 0 0,-1 0 0 0 0,-16-43 0 0 0,17 56-233 0 0,0 1-1 0 0,-1-1 1 0 0,0 1 0 0 0,0 0-1 0 0,0 0 1 0 0,-2 1 0 0 0,1-1-1 0 0,-1 2 1 0 0,0-1 0 0 0,0 1 0 0 0,-12-9-1 0 0,17 14-9 0 0,-1 1 0 0 0,0-1 0 0 0,1 1-1 0 0,-1 0 1 0 0,0 0 0 0 0,0 0 0 0 0,0 0 0 0 0,0 0-1 0 0,0 0 1 0 0,0 1 0 0 0,0 0 0 0 0,0 0 0 0 0,0-1-1 0 0,0 2 1 0 0,0-1 0 0 0,0 0 0 0 0,0 1 0 0 0,0-1-1 0 0,0 1 1 0 0,0 0 0 0 0,0 0 0 0 0,-4 2 0 0 0,-9 9-845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32.22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87 0 2304 0 0,'-3'2'441'0'0,"0"0"0"0"0,0 0 0 0 0,0 1 0 0 0,0-1 0 0 0,0 1 0 0 0,1-1 0 0 0,-1 1 0 0 0,1 0 0 0 0,0 0 0 0 0,0 0 0 0 0,0 0 0 0 0,0 0 0 0 0,0 1 0 0 0,1-1 0 0 0,-1 1 0 0 0,1-1 0 0 0,0 1 0 0 0,0-1 0 0 0,0 1 0 0 0,1 0-1 0 0,-1-1 1 0 0,1 1 0 0 0,0 0 0 0 0,0 7 0 0 0,1-5-167 0 0,0 0 0 0 0,1-1 1 0 0,-1 1-1 0 0,1 0 0 0 0,0 0 0 0 0,0-1 0 0 0,1 1 0 0 0,0-1 0 0 0,0 0 0 0 0,0 0 0 0 0,1 0 0 0 0,-1 0 1 0 0,1-1-1 0 0,8 9 0 0 0,56 36 1357 0 0,-55-41-1300 0 0,-1 0 0 0 0,0 1 0 0 0,0 0 0 0 0,0 1 0 0 0,-1 0 0 0 0,-1 1 0 0 0,0 0 0 0 0,15 22 0 0 0,-23-29-267 0 0,0 0 0 0 0,0 0 1 0 0,0 1-1 0 0,-1-1 0 0 0,0 1 0 0 0,1-1 0 0 0,-2 1 0 0 0,1-1 0 0 0,0 1 1 0 0,-1-1-1 0 0,0 1 0 0 0,0 0 0 0 0,-1-1 0 0 0,0 7 0 0 0,-1-3-9 0 0,0 0 0 0 0,-1-1 0 0 0,0 1 0 0 0,0-1 0 0 0,0 0 0 0 0,-1 0 0 0 0,-8 11 0 0 0,-4 2-94 0 0,-1-1 0 0 0,0-1 1 0 0,-2-1-1 0 0,-23 18 0 0 0,15-14 153 0 0,-56 32 0 0 0,50-35-11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38.7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190 85 920 0 0,'-8'-3'547'0'0,"1"1"-1"0"0,-1 0 1 0 0,0 1 0 0 0,1-1-1 0 0,-1 1 1 0 0,0 1-1 0 0,0 0 1 0 0,1 0 0 0 0,-1 0-1 0 0,-15 3 1 0 0,19-2-340 0 0,0 1-1 0 0,0-1 1 0 0,1 1 0 0 0,-1 0 0 0 0,0 0 0 0 0,1 0 0 0 0,-1 0 0 0 0,1 0-1 0 0,-1 1 1 0 0,1 0 0 0 0,0-1 0 0 0,0 1 0 0 0,0 0 0 0 0,1 1 0 0 0,-1-1-1 0 0,1 0 1 0 0,0 1 0 0 0,-1 0 0 0 0,2-1 0 0 0,-1 1 0 0 0,0 0 0 0 0,0 4-1 0 0,-4 11-97 0 0,1 1-1 0 0,2-1 1 0 0,0 1-1 0 0,0 0 1 0 0,2 0-1 0 0,1 0 1 0 0,0 0-1 0 0,2-1 0 0 0,0 1 1 0 0,8 31-1 0 0,-7-36-148 0 0,1-1-1 0 0,1 1 1 0 0,1-1-1 0 0,0 0 0 0 0,0 0 1 0 0,2-1-1 0 0,-1 0 1 0 0,2 0-1 0 0,0 0 1 0 0,0-1-1 0 0,1-1 0 0 0,1 0 1 0 0,0 0-1 0 0,17 13 1 0 0,-19-19-36 0 0,-1 0 1 0 0,0-1-1 0 0,1 0 1 0 0,0 0-1 0 0,0-1 1 0 0,0 0-1 0 0,1-1 1 0 0,-1 0-1 0 0,1 0 1 0 0,-1-1-1 0 0,1 0 1 0 0,-1-1-1 0 0,1 0 1 0 0,-1-1-1 0 0,13-1 1 0 0,-17 1 129 0 0,1 0 0 0 0,0-1-1 0 0,0 1 1 0 0,-1-1 0 0 0,1 0 0 0 0,-1 0 0 0 0,1-1 0 0 0,-1 0 0 0 0,0 0 0 0 0,0 0 0 0 0,0 0-1 0 0,-1-1 1 0 0,1 0 0 0 0,-1 0 0 0 0,0 0 0 0 0,0-1 0 0 0,0 1 0 0 0,-1-1 0 0 0,1 0 0 0 0,-1 0 0 0 0,0 0-1 0 0,-1 0 1 0 0,1-1 0 0 0,-1 1 0 0 0,3-10 0 0 0,-1-11 456 0 0,-1 0 0 0 0,-1 0 0 0 0,-1-1-1 0 0,-1 1 1 0 0,-1 0 0 0 0,-2 0 0 0 0,0 0 0 0 0,-2 0 0 0 0,-1 0 0 0 0,-1 1-1 0 0,-1 0 1 0 0,-14-29 0 0 0,16 40-256 0 0,-2 1-1 0 0,0-1 1 0 0,0 2-1 0 0,-1-1 1 0 0,-1 1-1 0 0,-16-16 0 0 0,19 22-235 0 0,0 0-1 0 0,0 0 1 0 0,0 0-1 0 0,-1 1 1 0 0,0 1-1 0 0,0-1 1 0 0,0 1-1 0 0,-1 0 1 0 0,1 1-1 0 0,-1 0 1 0 0,0 0-1 0 0,-9-1 1 0 0,-3 4-278 0 0,21 0 110 0 0,-1 0 0 0 0,0 0-1 0 0,1 0 1 0 0,-1 1 0 0 0,0-1 0 0 0,1 0 0 0 0,-1 0-1 0 0,0 0 1 0 0,1 1 0 0 0,-1-1 0 0 0,1 0 0 0 0,-1 1 0 0 0,1-1-1 0 0,-1 0 1 0 0,0 1 0 0 0,1-1 0 0 0,0 1 0 0 0,-1-1-1 0 0,1 1 1 0 0,-1-1 0 0 0,1 1 0 0 0,-1-1 0 0 0,1 1 0 0 0,0-1-1 0 0,-1 1 1 0 0,1-1 0 0 0,0 2 0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39.1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25 341 6913 0 0,'-14'-9'287'0'0,"3"3"2928"0"0,15 14-122 0 0,-4-7-2751 0 0,4 4-22 0 0,24 35 593 0 0,58 63 0 0 0,-74-92-699 0 0,0 1-1 0 0,0-2 1 0 0,1 0 0 0 0,1 0-1 0 0,-1-1 1 0 0,1-1-1 0 0,1 0 1 0 0,0-1-1 0 0,24 8 1 0 0,-16-8 203 0 0,-12-3-95 0 0,0 0 0 0 0,0-2 0 0 0,0 1 0 0 0,0-1 0 0 0,14 1-1 0 0,-31-40 1276 0 0,-42-187-325 0 0,5 29-2314 0 0,36 153-2151 0 0,0-47 0 0 0,7 69-3654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39.7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1222 19 6449 0 0,'-4'-19'3884'0'0,"9"31"35"0"0,8 30-1441 0 0,4 22-2088 0 0,3-1-1 0 0,29 66 1 0 0,68 114 793 0 0,-92-194-1133 0 0,1 3-109 0 0,3 4-252 0 0,35 96 1 0 0,-60-139 175 0 0,0 0 0 0 0,-1 0 0 0 0,-1 0 0 0 0,0 0 0 0 0,-1 0-1 0 0,0 0 1 0 0,-2 25 0 0 0,0-31 142 0 0,0-1 0 0 0,-1 1 0 0 0,1-1 0 0 0,-1 1 0 0 0,0-1 0 0 0,-1 0 0 0 0,0 0 0 0 0,0 0 0 0 0,0 0 0 0 0,0 0 0 0 0,-1-1 0 0 0,0 1 0 0 0,0-1 0 0 0,-1 0 0 0 0,0 0 0 0 0,1-1 0 0 0,-9 6 0 0 0,-30 18 1111 0 0,-3-2 0 0 0,-92 38-1 0 0,-10 5-546 0 0,121-54-551 0 0,-31 18 69 0 0,-1-4 0 0 0,-86 31 1 0 0,-312 94-110 0 0,261-87-51 0 0,35-7-2037 0 0,104-39-5110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40.0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98 199 2304 0 0,'-64'-127'5857'0'0,"31"55"738"0"0,74 161-1981 0 0,47 134-3758 0 0,-60-153-642 0 0,2-1 0 0 0,4-2 0 0 0,83 123 0 0 0,21 30-2025 0 0,-131-212 909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40.4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49 602 2761 0 0,'-34'-23'500'0'0,"33"22"-413"0"0,-1 0 0 0 0,1-1 0 0 0,0 1 0 0 0,0 0-1 0 0,0 0 1 0 0,0-1 0 0 0,0 1 0 0 0,0-1 0 0 0,1 1 0 0 0,-1-1-1 0 0,0 1 1 0 0,1-1 0 0 0,-1 1 0 0 0,1-1 0 0 0,0 0 0 0 0,-1 1-1 0 0,1-1 1 0 0,0 0 0 0 0,0 1 0 0 0,0-1 0 0 0,0 0 0 0 0,1-2-1 0 0,-1 3 46 0 0,1-1 0 0 0,0 1 0 0 0,0-1 0 0 0,0 1 0 0 0,-1 0 0 0 0,2-1-1 0 0,-1 1 1 0 0,0 0 0 0 0,0 0 0 0 0,0 0 0 0 0,0 0 0 0 0,1 0 0 0 0,-1 0-1 0 0,1 0 1 0 0,-1 0 0 0 0,3 0 0 0 0,29-12 815 0 0,-21 8-544 0 0,201-88 2616 0 0,41-16-406 0 0,-180 82-976 0 0,117-28 1 0 0,108-13 820 0 0,342-69-1054 0 0,-596 129-1482 0 0,1 2-242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58.6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76 206 1840 0 0,'-37'28'1457'0'0,"-1"0"4184"0"0,60-34-625 0 0,2-4-4431 0 0,-2-1 0 0 0,1 0 0 0 0,-2-2 1 0 0,28-21-1 0 0,77-73 824 0 0,-117 99-1367 0 0,0 0 0 0 0,1 0 0 0 0,0 1 0 0 0,0 1 0 0 0,0 0 0 0 0,17-8 0 0 0,18 2-6961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00.0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107 77 1840 0 0,'-5'-12'1475'0'0,"-18"-30"2261"0"0,22 41-3418 0 0,0-1 1 0 0,0 0-1 0 0,0 1 0 0 0,0-1 0 0 0,-1 1 1 0 0,1-1-1 0 0,-1 1 0 0 0,1 0 0 0 0,-1 0 1 0 0,0 0-1 0 0,1 0 0 0 0,-1 0 0 0 0,0 0 1 0 0,0 0-1 0 0,0 0 0 0 0,0 0 0 0 0,1 1 1 0 0,-1-1-1 0 0,-4 1 0 0 0,5 0-201 0 0,0 0-1 0 0,1 1 0 0 0,-1-1 1 0 0,0 0-1 0 0,0 1 1 0 0,0-1-1 0 0,1 1 0 0 0,-1 0 1 0 0,0-1-1 0 0,1 1 0 0 0,-1 0 1 0 0,0-1-1 0 0,1 1 1 0 0,-1 0-1 0 0,1 0 0 0 0,-1-1 1 0 0,1 1-1 0 0,-1 0 1 0 0,1 0-1 0 0,0 0 0 0 0,-1 0 1 0 0,1-1-1 0 0,0 1 0 0 0,0 0 1 0 0,0 0-1 0 0,0 0 1 0 0,0 2-1 0 0,-3 29 340 0 0,2-29-343 0 0,1 24-69 0 0,0-1 0 0 0,2 1 0 0 0,1 0 0 0 0,12 50 0 0 0,-11-62-34 0 0,0-1 1 0 0,1 0-1 0 0,1 0 1 0 0,0 0-1 0 0,1-1 1 0 0,1 0 0 0 0,0 0-1 0 0,1-1 1 0 0,0 0-1 0 0,14 14 1 0 0,-15-19-26 0 0,0-1 1 0 0,0 0 0 0 0,1-1-1 0 0,0 0 1 0 0,0 0 0 0 0,0-1 0 0 0,1 0-1 0 0,-1-1 1 0 0,1 0 0 0 0,0 0-1 0 0,0-1 1 0 0,0 0 0 0 0,0-1-1 0 0,0 0 1 0 0,0-1 0 0 0,0 0-1 0 0,1 0 1 0 0,18-4 0 0 0,-26 3 20 0 0,-1 0 1 0 0,1 0-1 0 0,0 0 1 0 0,-1 0-1 0 0,1 0 1 0 0,-1-1 0 0 0,0 1-1 0 0,0-1 1 0 0,1 0-1 0 0,-1 1 1 0 0,0-1-1 0 0,0 0 1 0 0,0 0-1 0 0,-1 0 1 0 0,1 0-1 0 0,0-1 1 0 0,-1 1 0 0 0,0 0-1 0 0,2-3 1 0 0,-2 1 56 0 0,0-1 0 0 0,0 1 1 0 0,0 0-1 0 0,0 0 0 0 0,-1 0 1 0 0,0 0-1 0 0,0-1 0 0 0,0 1 1 0 0,0 0-1 0 0,-1 0 0 0 0,-1-6 1 0 0,-2-6 203 0 0,-1 1 0 0 0,-1-1-1 0 0,-1 1 1 0 0,0 0 0 0 0,-10-15 0 0 0,0 1 182 0 0,0 2-1 0 0,-3 0 0 0 0,-35-39 1 0 0,48 59-441 0 0,-1-1 0 0 0,0 1 0 0 0,0 0 0 0 0,0 1 1 0 0,-1 0-1 0 0,0 0 0 0 0,-1 1 0 0 0,1 0 0 0 0,-1 0 1 0 0,0 1-1 0 0,0 1 0 0 0,0-1 0 0 0,0 2 0 0 0,-1-1 0 0 0,-11 0 1 0 0,18 3-123 0 0,0 0 0 0 0,-1 0 1 0 0,1 1-1 0 0,0-1 1 0 0,0 1-1 0 0,0 0 1 0 0,0 0-1 0 0,0 0 0 0 0,-7 4 1 0 0,-5 7-5778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00.3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 33 8842 0 0,'0'-1'253'0'0,"-11"-19"1045"0"0,10 19-1067 0 0,1 1 0 0 0,-5-8 3005 0 0,4 8-3005 0 0,1-1 1 0 0,-1 1-1 0 0,1 0 0 0 0,-1 0 0 0 0,1-1 0 0 0,-1 1 0 0 0,0 0 0 0 0,0-1 0 0 0,1 5-32 0 0,1 0 0 0 0,-1 0 0 0 0,1-1-1 0 0,0 1 1 0 0,0-1 0 0 0,0 1 0 0 0,0-1-1 0 0,1 1 1 0 0,-1-1 0 0 0,4 5 0 0 0,-3-3 63 0 0,37 94 482 0 0,17 36 231 0 0,-49-121-1149 0 0,0 0 1 0 0,1-1 0 0 0,1-1-1 0 0,0 0 1 0 0,1 0 0 0 0,0 0-1 0 0,15 12 1 0 0,-11-15-1685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00.8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40 320 456 0 0,'-12'-8'-857'0'0,"-15"-11"11166"0"0,42 34-7530 0 0,25 24-865 0 0,-19-18-1113 0 0,0-1 1 0 0,48 34-1 0 0,-63-50-673 0 0,0 0-1 0 0,0-1 1 0 0,1 0-1 0 0,0 0 1 0 0,-1 0-1 0 0,1 0 1 0 0,0-1-1 0 0,0 0 1 0 0,0-1-1 0 0,1 0 1 0 0,-1 0-1 0 0,0 0 1 0 0,0-1-1 0 0,1 0 1 0 0,-1-1-1 0 0,0 1 1 0 0,8-3-1 0 0,-12 3-22 0 0,-1-1 0 0 0,1 0 0 0 0,-1 0 0 0 0,1 0 0 0 0,-1 0 1 0 0,0-1-1 0 0,1 1 0 0 0,-1 0 0 0 0,0-1 0 0 0,0 0 0 0 0,0 1 0 0 0,0-1 0 0 0,0 0 0 0 0,-1 0 0 0 0,1 0 0 0 0,0 0 0 0 0,1-3 0 0 0,-1 1 6 0 0,0-1 1 0 0,0 0-1 0 0,-1 1 0 0 0,1-1 0 0 0,-1 0 0 0 0,0 0 0 0 0,0 0 0 0 0,0-7 1 0 0,-2-7 71 0 0,0 0 0 0 0,0 0 0 0 0,-8-31 0 0 0,8 48-166 0 0,-7-35-90 0 0,-1-1 1 0 0,-2 2-1 0 0,-2 0 0 0 0,-1 0 0 0 0,-28-49 1 0 0,38 73-1797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02.1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66 0 6449 0 0,'-2'1'183'0'0,"0"-1"-1"0"0,0 1 0 0 0,0-1 0 0 0,1 1 0 0 0,-1 0 1 0 0,0-1-1 0 0,0 1 0 0 0,1 0 0 0 0,-1 0 0 0 0,0 0 0 0 0,1 0 1 0 0,-1 1-1 0 0,1-1 0 0 0,0 0 0 0 0,-1 1 0 0 0,1-1 1 0 0,0 1-1 0 0,0-1 0 0 0,0 1 0 0 0,0-1 0 0 0,0 1 1 0 0,0 0-1 0 0,0 0 0 0 0,0 0 0 0 0,1-1 0 0 0,-1 1 0 0 0,1 0 1 0 0,-1 3-1 0 0,-1 4 136 0 0,1-1 1 0 0,-1 1-1 0 0,2-1 0 0 0,-1 1 1 0 0,1 9-1 0 0,2 1 44 0 0,1 0 0 0 0,0 0 0 0 0,1 0 0 0 0,1 0 0 0 0,1-1 0 0 0,1 0 0 0 0,14 28 0 0 0,-14-34-250 0 0,0 1-1 0 0,1-1 0 0 0,0-1 1 0 0,1 1-1 0 0,1-2 0 0 0,-1 1 1 0 0,2-1-1 0 0,-1-1 0 0 0,2 0 0 0 0,22 15 1 0 0,-29-21-68 0 0,0-1 1 0 0,-1 0-1 0 0,1 0 1 0 0,1 0-1 0 0,-1-1 1 0 0,0 0-1 0 0,0 0 1 0 0,0 0-1 0 0,1 0 1 0 0,-1-1-1 0 0,0 0 1 0 0,1 0-1 0 0,-1 0 1 0 0,0-1-1 0 0,0 0 1 0 0,1 0-1 0 0,-1 0 1 0 0,0-1-1 0 0,0 1 1 0 0,0-1-1 0 0,0-1 1 0 0,8-4-1 0 0,-9 5 3 0 0,-1-1 0 0 0,0 1 0 0 0,0-1 0 0 0,0 0 0 0 0,0 0 0 0 0,0 0 0 0 0,-1 0 0 0 0,1-1 0 0 0,-1 1 0 0 0,0-1 0 0 0,0 1 0 0 0,0-1 0 0 0,-1 0 0 0 0,1 1 0 0 0,-1-1 0 0 0,0 0 0 0 0,0 0 0 0 0,0 0 0 0 0,0 0 0 0 0,-1 0 0 0 0,0 0 0 0 0,0-1 0 0 0,0 1 0 0 0,0 0 0 0 0,-1 0 0 0 0,1 0 0 0 0,-1 0 0 0 0,0 0 0 0 0,0 0 0 0 0,-2-4 0 0 0,-4-6 158 0 0,1 0-1 0 0,-2 1 1 0 0,0 0-1 0 0,0 0 1 0 0,-1 1-1 0 0,-1 0 1 0 0,-19-19-1 0 0,-1 3 137 0 0,-56-40 0 0 0,75 60-369 0 0,-1 1 0 0 0,0 0 0 0 0,0 1 0 0 0,0 1 0 0 0,-21-7 0 0 0,-34-3-4133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02.5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23 10594 0 0,'-1'0'128'0'0,"1"0"-1"0"0,-1 0 1 0 0,0 0-1 0 0,1 0 1 0 0,-1-1-1 0 0,1 1 1 0 0,-1 0-1 0 0,0-1 1 0 0,1 1-1 0 0,-1 0 1 0 0,1-1-1 0 0,-1 1 1 0 0,1-1-1 0 0,-1 1 1 0 0,1 0-1 0 0,-1-1 1 0 0,1 1 0 0 0,0-1-1 0 0,-1 0 1 0 0,1 1-1 0 0,0-1 1 0 0,-1 1-1 0 0,1-1 1 0 0,0 1-1 0 0,0-1 1 0 0,-1 0-1 0 0,1 1 1 0 0,0-1-1 0 0,0 0 1 0 0,0 1-1 0 0,2-9 3602 0 0,11 18-2190 0 0,-2 4-1233 0 0,-1 1 0 0 0,0 0 0 0 0,0 0 1 0 0,-2 1-1 0 0,9 20 0 0 0,27 83 962 0 0,-4-6-2190 0 0,-32-95 19 0 0,0-1 0 0 0,1 0 0 0 0,0-1-1 0 0,18 23 1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02.7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5 219 456 0 0,'-2'-12'758'0'0,"1"0"0"0"0,0 1 0 0 0,0-1 0 0 0,1 0 0 0 0,1 0 0 0 0,0 1 0 0 0,0-1 0 0 0,1 0 0 0 0,1 1 0 0 0,6-18 0 0 0,-8 25-568 0 0,1 0-1 0 0,0 0 0 0 0,0 0 1 0 0,0 0-1 0 0,0 0 0 0 0,1 0 1 0 0,-1 0-1 0 0,1 1 1 0 0,0-1-1 0 0,0 1 0 0 0,0 0 1 0 0,1 0-1 0 0,-1 0 0 0 0,1 1 1 0 0,0-1-1 0 0,-1 1 0 0 0,1 0 1 0 0,0 0-1 0 0,1 0 0 0 0,-1 0 1 0 0,0 1-1 0 0,0-1 1 0 0,1 1-1 0 0,-1 0 0 0 0,1 1 1 0 0,-1-1-1 0 0,1 1 0 0 0,-1 0 1 0 0,1 0-1 0 0,6 1 0 0 0,1 1-930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02.9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0 210 7834 0 0,'20'-31'6058'0'0,"25"-40"-4068"0"0,-36 59-2422 0 0,0 1-1 0 0,1 0 1 0 0,0 1 0 0 0,1 0 0 0 0,12-9-1 0 0,-16 15-164 0 0,-1-1 0 0 0,1 1 0 0 0,0 1 0 0 0,0-1 0 0 0,0 1 0 0 0,0 1 0 0 0,1-1 0 0 0,-1 1 0 0 0,1 0 0 0 0,0 1 0 0 0,8-1 0 0 0,-2 3 578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03.2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0 3209 0 0,'-6'34'16643'0'0,"14"-23"-18043"0"0,13 22 2060 0 0,-1 1 1 0 0,-2 0-1 0 0,23 61 1 0 0,-22-46-2941 0 0,32 54 0 0 0,-46-95 541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03.4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7 148 3225 0 0,'-1'-3'586'0'0,"0"1"0"0"0,0-1 0 0 0,0 0 1 0 0,0 0-1 0 0,1 0 0 0 0,-1 1 1 0 0,1-1-1 0 0,0 0 0 0 0,0 0 0 0 0,0 0 1 0 0,0 0-1 0 0,2-5 0 0 0,-1 2-18 0 0,1 0 0 0 0,-1 0 0 0 0,2 1 0 0 0,-1-1 0 0 0,1 1 0 0 0,3-7 0 0 0,-3 8-538 0 0,0-1-1 0 0,0 0 1 0 0,0 1 0 0 0,1 0 0 0 0,-1-1 0 0 0,1 1-1 0 0,0 1 1 0 0,0-1 0 0 0,1 1 0 0 0,-1-1-1 0 0,1 1 1 0 0,0 1 0 0 0,0-1 0 0 0,9-3 0 0 0,-5 5-3754 0 0,3 3-1236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03.6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1 138 8754 0 0,'3'2'6324'0'0,"12"-15"-3511"0"0,17-19-477 0 0,23-37-2961 0 0,-38 44-6390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04.7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2240 0 0,'0'1'236'0'0,"0"0"-1"0"0,0 1 1 0 0,-1-1-1 0 0,1 1 1 0 0,0-1-1 0 0,0 0 1 0 0,0 1-1 0 0,0-1 0 0 0,1 1 1 0 0,-1-1-1 0 0,0 0 1 0 0,1 1-1 0 0,-1-1 1 0 0,1 0-1 0 0,-1 1 1 0 0,1-1-1 0 0,0 2 0 0 0,17 41 7025 0 0,-8-20-4753 0 0,2 9-2420 0 0,32 87 280 0 0,-8-41-3586 0 0,-26-60-1747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24.13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516 899 3681 0 0,'-3'0'47'0'0,"0"0"0"0"0,0 0 1 0 0,0 0-1 0 0,1 1 1 0 0,-1-1-1 0 0,0 1 0 0 0,0-1 1 0 0,0 1-1 0 0,1 0 0 0 0,-1 0 1 0 0,0 0-1 0 0,1 1 0 0 0,-1-1 1 0 0,1 1-1 0 0,-1-1 0 0 0,1 1 1 0 0,0 0-1 0 0,0 0 0 0 0,0 0 1 0 0,-3 3-1 0 0,-5 5 86 0 0,0 1 0 0 0,-15 22 0 0 0,8-5-43 0 0,2 1-1 0 0,1 0 1 0 0,1 2-1 0 0,1-1 1 0 0,-11 51-1 0 0,-24 166 371 0 0,45-233-458 0 0,-65 584 862 0 0,27 1 89 0 0,39-581-913 0 0,-4 129 482 0 0,5-120-273 0 0,2-1 0 0 0,1 0 0 0 0,9 37-1 0 0,-12-61-230 0 0,0 0 0 0 0,0-1 0 0 0,1 1 0 0 0,-1-1 0 0 0,1 1 0 0 0,-1-1 0 0 0,1 1 0 0 0,-1-1 0 0 0,1 1 0 0 0,0-1 0 0 0,0 0 0 0 0,0 1 0 0 0,0-1 0 0 0,0 0 0 0 0,0 0-1 0 0,0 0 1 0 0,0 0 0 0 0,0 0 0 0 0,1 0 0 0 0,-1 0 0 0 0,2 1 0 0 0,-2-2-4 0 0,0 0 0 0 0,1 0-1 0 0,-1 0 1 0 0,0 0 0 0 0,0 0-1 0 0,0 0 1 0 0,1-1 0 0 0,-1 1-1 0 0,0 0 1 0 0,0-1 0 0 0,0 1-1 0 0,0-1 1 0 0,0 1 0 0 0,0-1-1 0 0,0 0 1 0 0,0 1 0 0 0,0-1-1 0 0,0 0 1 0 0,0 0 0 0 0,1-1 0 0 0,6-7 12 0 0,0 0 0 0 0,-2 0 0 0 0,1-1 1 0 0,6-13-1 0 0,50-100-123 0 0,46-131 1 0 0,31-140 214 0 0,-75 194-118 0 0,68-186 0 0 0,-96 292 0 0 0,5 2 0 0 0,54-89 0 0 0,-93 175-8 0 0,126-214 60 0 0,-94 153-319 0 0,35-96 1 0 0,-68 159 203 0 0,11-37-393 0 0,-13 40 420 0 0,1-1 1 0 0,-1 0-1 0 0,0 1 0 0 0,1-1 0 0 0,-1 0 0 0 0,0 1 0 0 0,0-1 1 0 0,0 0-1 0 0,0 0 0 0 0,0 1 0 0 0,0-1 0 0 0,-1 0 0 0 0,1 1 1 0 0,-1-1-1 0 0,1 0 0 0 0,-1 1 0 0 0,1-1 0 0 0,-1 1 0 0 0,0-1 1 0 0,-1-1-1 0 0,1 3 45 0 0,0-1 0 0 0,0 1-1 0 0,0 0 1 0 0,0-1 0 0 0,0 1 0 0 0,-1 0 0 0 0,1 0 0 0 0,0 0 0 0 0,0 0 0 0 0,0 0 0 0 0,0 0-1 0 0,0 0 1 0 0,-1 0 0 0 0,1 1 0 0 0,0-1 0 0 0,0 0 0 0 0,0 1 0 0 0,0-1 0 0 0,0 1 0 0 0,0-1-1 0 0,0 1 1 0 0,0-1 0 0 0,0 1 0 0 0,0 0 0 0 0,0 0 0 0 0,0-1 0 0 0,0 1 0 0 0,1 0 0 0 0,-1 0-1 0 0,-1 1 1 0 0,-26 30 447 0 0,27-31-447 0 0,-27 42 416 0 0,2 0-1 0 0,2 2 1 0 0,-36 93-1 0 0,7-15-248 0 0,-384 929 771 0 0,303-713-665 0 0,-75 227 388 0 0,106-181 384 0 0,84-294-572 0 0,4 1-1 0 0,-4 118 1 0 0,19-197-431 0 0,-1-8-30 0 0,0 0-1 0 0,1 0 1 0 0,0 1 0 0 0,0-1 0 0 0,1 0 0 0 0,-1 0 0 0 0,1 0 0 0 0,0 0 0 0 0,0 0 0 0 0,1 0-1 0 0,4 9 1 0 0,-6-13-28 0 0,1 0-1 0 0,-1-1 0 0 0,1 1 1 0 0,-1-1-1 0 0,1 1 0 0 0,0-1 1 0 0,-1 1-1 0 0,1-1 0 0 0,0 1 1 0 0,-1-1-1 0 0,1 0 0 0 0,0 1 1 0 0,0-1-1 0 0,0 0 0 0 0,-1 0 1 0 0,1 1-1 0 0,0-1 0 0 0,0 0 1 0 0,0 0-1 0 0,-1 0 0 0 0,1 0 1 0 0,0 0-1 0 0,0 0 0 0 0,0 0 1 0 0,0 0-1 0 0,-1 0 0 0 0,1-1 1 0 0,0 1-1 0 0,0 0 0 0 0,0-1 1 0 0,-1 1-1 0 0,1 0 0 0 0,0-1 0 0 0,-1 1 1 0 0,1-1-1 0 0,0 1 0 0 0,-1-1 1 0 0,2 0-1 0 0,24-25-453 0 0,-11 4 181 0 0,-1-1-1 0 0,-1 0 1 0 0,17-40-1 0 0,21-82-516 0 0,-32 89 605 0 0,108-302 485 0 0,128-407 821 0 0,-156 397-1114 0 0,176-580 0 0 0,-227 795-317 0 0,-24 71-169 0 0,3 1-1 0 0,60-124 1 0 0,-83 198 504 0 0,-5 9 106 0 0,-11 19 316 0 0,-17 36 362 0 0,-86 263-299 0 0,66-168-494 0 0,-20 73-65 0 0,-42 241 1 0 0,-9 243-133 0 0,39-211 127 0 0,25-207 324 0 0,-26 156 401 0 0,80-431-583 0 0,-6 60 392 0 0,7-68-377 0 0,1 0 0 0 0,1 0 1 0 0,-1 0-1 0 0,1 0 0 0 0,0 0 0 0 0,1 0 0 0 0,3 8 0 0 0,-5-15-94 0 0,0 0 1 0 0,0-1 0 0 0,1 1-1 0 0,-1 0 1 0 0,0 0 0 0 0,1 0-1 0 0,-1 0 1 0 0,1 0-1 0 0,-1-1 1 0 0,1 1 0 0 0,-1 0-1 0 0,1 0 1 0 0,0-1 0 0 0,-1 1-1 0 0,1 0 1 0 0,0-1-1 0 0,0 1 1 0 0,0-1 0 0 0,-1 1-1 0 0,1-1 1 0 0,0 1 0 0 0,0-1-1 0 0,0 0 1 0 0,0 1-1 0 0,0-1 1 0 0,0 0 0 0 0,-1 0-1 0 0,1 0 1 0 0,0 1 0 0 0,0-1-1 0 0,0 0 1 0 0,0 0-1 0 0,0 0 1 0 0,0-1 0 0 0,0 1-1 0 0,0 0 1 0 0,0 0 0 0 0,0 0-1 0 0,0-1 1 0 0,0 1-1 0 0,0 0 1 0 0,-1-1 0 0 0,1 1-1 0 0,0-1 1 0 0,1 0 0 0 0,2-2-60 0 0,1-1 1 0 0,-1 1-1 0 0,0-1 1 0 0,0 1-1 0 0,0-1 1 0 0,6-9-1 0 0,6-10-258 0 0,-1-1 0 0 0,-2-1 0 0 0,18-43 1 0 0,23-85 62 0 0,-29 75 292 0 0,191-528 133 0 0,51-152 158 0 0,-124 354-330 0 0,35 14-293 0 0,182-224 1047 0 0,-248 461-583 0 0,-9 13-793 0 0,-100 134 147 0 0,-13 15 262 0 0,-14 18 51 0 0,-8 19 101 0 0,3 1 1 0 0,-40 83-1 0 0,-31 110-99 0 0,69-162 145 0 0,-97 241 27 0 0,-121 299 86 0 0,-15 68 301 0 0,26 10 252 0 0,198-579-518 0 0,-178 655 935 0 0,184-604-878 0 0,8 1 0 0 0,-8 287 1 0 0,34-448-193 0 0,2 131 63 0 0,0-115-96 0 0,0 0-1 0 0,2 0 1 0 0,11 38 0 0 0,-14-59 16 0 0,0 0 0 0 0,0 0 1 0 0,0 0-1 0 0,0-1 1 0 0,1 1-1 0 0,-1 0 0 0 0,1-1 1 0 0,0 1-1 0 0,0-1 1 0 0,0 1-1 0 0,0-1 1 0 0,0 0-1 0 0,0 0 0 0 0,0 0 1 0 0,4 2-1 0 0,-5-3 0 0 0,1-1 0 0 0,-1 0 1 0 0,1 1-1 0 0,0-1 0 0 0,-1 0 0 0 0,1 0 0 0 0,-1 1 0 0 0,1-1 1 0 0,0-1-1 0 0,-1 1 0 0 0,1 0 0 0 0,-1 0 0 0 0,1 0 0 0 0,-1-1 0 0 0,1 1 1 0 0,-1-1-1 0 0,1 0 0 0 0,-1 1 0 0 0,1-1 0 0 0,-1 0 0 0 0,0 0 0 0 0,1 1 1 0 0,-1-1-1 0 0,0 0 0 0 0,0-1 0 0 0,1 1 0 0 0,-1 0 0 0 0,0 0 0 0 0,0 0 1 0 0,1-3-1 0 0,8-8-98 0 0,-1-1 1 0 0,0-1-1 0 0,-1 1 1 0 0,-1-1-1 0 0,11-25 1 0 0,19-80 88 0 0,-23 72 123 0 0,375-1388 1553 0 0,-300 1079-1748 0 0,213-545 0 0 0,-252 777 93 0 0,151-358 221 0 0,-130 331-120 0 0,103-159 1 0 0,-143 260-120 0 0,194-335-721 0 0,-201 338 529 0 0,-2 5-405 0 0,-2-1 0 0 0,21-68 0 0 0,-41 111 618 0 0,1 0-1 0 0,-1 0 0 0 0,0 0 0 0 0,0 0 1 0 0,0-1-1 0 0,0 1 0 0 0,1 0 0 0 0,-1 0 1 0 0,0 0-1 0 0,0 0 0 0 0,0-1 1 0 0,0 1-1 0 0,0 0 0 0 0,0 0 0 0 0,0 0 1 0 0,1 0-1 0 0,-1-1 0 0 0,0 1 0 0 0,0 0 1 0 0,0 0-1 0 0,0-1 0 0 0,0 1 0 0 0,0 0 1 0 0,0 0-1 0 0,0 0 0 0 0,0-1 0 0 0,0 1 1 0 0,0 0-1 0 0,0 0 0 0 0,0 0 0 0 0,0-1 1 0 0,-1 1-1 0 0,1 0 0 0 0,0 0 0 0 0,0 0 1 0 0,0-1-1 0 0,0 1 0 0 0,0 0 1 0 0,0 0-1 0 0,0 0 0 0 0,-1 0 0 0 0,1-1 1 0 0,0 1-1 0 0,0 0 0 0 0,0 0 0 0 0,0 0 1 0 0,-1 0-1 0 0,1 0 0 0 0,0 0 0 0 0,0 0 1 0 0,-1-1-1 0 0,-9 12 154 0 0,-12 22 318 0 0,-20 47 8 0 0,-59 162-1 0 0,56-127-436 0 0,-62 148 13 0 0,-91 234 6 0 0,23 11-31 0 0,-45 178 33 0 0,18-60-56 0 0,-57 389 13 0 0,205-782 46 0 0,35-152-32 0 0,-63 305 46 0 0,69-307 25 0 0,4-1-1 0 0,3 153 0 0 0,7-208 11 0 0,1 1 0 0 0,1 0 0 0 0,10 38 0 0 0,-12-57-102 0 0,1 0 1 0 0,-1 0 0 0 0,1 0 0 0 0,0-1-1 0 0,0 1 1 0 0,0 0 0 0 0,1-1 0 0 0,0 1 0 0 0,0-1-1 0 0,0 0 1 0 0,0 0 0 0 0,1 0 0 0 0,-1 0-1 0 0,1-1 1 0 0,0 0 0 0 0,0 1 0 0 0,0-1-1 0 0,1-1 1 0 0,-1 1 0 0 0,1-1 0 0 0,0 1-1 0 0,-1-1 1 0 0,7 1 0 0 0,-8-2-29 0 0,1-1 0 0 0,0 0 0 0 0,0 0-1 0 0,0 0 1 0 0,0-1 0 0 0,0 1 0 0 0,0-1 0 0 0,-1 0 0 0 0,1 0 0 0 0,0 0 0 0 0,0-1 0 0 0,-1 1-1 0 0,1-1 1 0 0,-1 0 0 0 0,0 0 0 0 0,1 0 0 0 0,-1-1 0 0 0,0 1 0 0 0,0-1 0 0 0,0 1-1 0 0,-1-1 1 0 0,1 0 0 0 0,3-5 0 0 0,5-6-38 0 0,-1-1-1 0 0,-1-1 1 0 0,14-27 0 0 0,18-55 298 0 0,49-180 1 0 0,-59 174 47 0 0,219-755 881 0 0,-39 75-802 0 0,-53 181-307 0 0,29 10-72 0 0,149-238-1694 0 0,-331 820 1637 0 0,-1 2 30 0 0,0 1 1 0 0,-1-1-1 0 0,0 1 1 0 0,2-11-1 0 0,-5 19 36 0 0,0 0-1 0 0,0 0 1 0 0,0 0-1 0 0,0 0 0 0 0,0 0 1 0 0,0 0-1 0 0,0 1 1 0 0,0-1-1 0 0,-1 0 0 0 0,1 0 1 0 0,0 0-1 0 0,0 0 1 0 0,0 0-1 0 0,0 0 1 0 0,0 0-1 0 0,0 0 0 0 0,0 0 1 0 0,0 0-1 0 0,0 0 1 0 0,0 0-1 0 0,0 0 0 0 0,0 0 1 0 0,0 0-1 0 0,0 0 1 0 0,-1 0-1 0 0,1 0 1 0 0,0 0-1 0 0,0 0 0 0 0,0 0 1 0 0,0 0-1 0 0,0 0 1 0 0,0 0-1 0 0,0 0 0 0 0,0 0 1 0 0,0 0-1 0 0,0 0 1 0 0,0 0-1 0 0,0 0 1 0 0,0 0-1 0 0,-1 0 0 0 0,1 0 1 0 0,0 0-1 0 0,0 0 1 0 0,0 0-1 0 0,0 0 0 0 0,0 0 1 0 0,0-1-1 0 0,0 1 1 0 0,0 0-1 0 0,0 0 1 0 0,0 0-1 0 0,0 0 0 0 0,0 0 1 0 0,0 0-1 0 0,0 0 1 0 0,0 0-1 0 0,0 0 1 0 0,0 0-1 0 0,0 0 0 0 0,0 0 1 0 0,0 0-1 0 0,0-1 1 0 0,0 1-1 0 0,0 0 0 0 0,0 0 1 0 0,0 0-1 0 0,-9 8-71 0 0,-7 10-18 0 0,-15 29-13 0 0,2 1 1 0 0,2 2 0 0 0,2 1 0 0 0,-21 61 0 0 0,26-61 50 0 0,-263 665-763 0 0,39 18 64 0 0,177-500 760 0 0,-179 636 112 0 0,25 2 21 0 0,173-660-37 0 0,-117 539 894 0 0,143-638-359 0 0,-7 121 0 0 0,26-188-440 0 0,2 1-1 0 0,2-1 1 0 0,3 0 0 0 0,1 0-1 0 0,17 68 1 0 0,-21-108-228 0 0,1 1 0 0 0,1-1 0 0 0,-1 1 0 0 0,1-1 0 0 0,0 0 0 0 0,1 0 0 0 0,-1-1 0 0 0,1 1 1 0 0,7 6-1 0 0,-10-10-16 0 0,0-1 0 0 0,0 0 0 0 0,1 0 1 0 0,-1 0-1 0 0,0 0 0 0 0,1 0 1 0 0,-1 0-1 0 0,1 0 0 0 0,-1-1 0 0 0,1 1 1 0 0,0 0-1 0 0,-1-1 0 0 0,1 1 0 0 0,0-1 1 0 0,-1 0-1 0 0,1 1 0 0 0,0-1 1 0 0,0 0-1 0 0,-1 0 0 0 0,1 0 0 0 0,0-1 1 0 0,-1 1-1 0 0,1 0 0 0 0,0 0 0 0 0,0-1 1 0 0,-1 1-1 0 0,1-1 0 0 0,-1 0 1 0 0,1 0-1 0 0,-1 1 0 0 0,1-1 0 0 0,-1 0 1 0 0,1 0-1 0 0,-1 0 0 0 0,1 0 0 0 0,-1-1 1 0 0,0 1-1 0 0,0 0 0 0 0,0 0 1 0 0,2-3-1 0 0,3-4-137 0 0,0 1 0 0 0,-1-2 0 0 0,1 1 0 0 0,-2 0 0 0 0,1-1 0 0 0,-1 0 1 0 0,3-11-1 0 0,18-72-277 0 0,-20 73 370 0 0,92-461-136 0 0,-36 159 670 0 0,296-1118-417 0 0,-343 1391-33 0 0,152-478-14 0 0,38 16 620 0 0,165-247 1908 0 0,-92 225-2943 0 0,-264 511-138 0 0,-220 663-3623 0 0,39 5 4390 0 0,141-539-318 0 0,-262 988 303 0 0,45-132 469 0 0,-22 81 319 0 0,243-963-955 0 0,-140 513-18 0 0,31 3-40 0 0,126-566 43 0 0,0-6-10 0 0,2 0 1 0 0,0 0-1 0 0,2 0 1 0 0,2 50-1 0 0,0-75 10 0 0,0 1 0 0 0,0 0 0 0 0,0-1 0 0 0,0 1 0 0 0,1 0 0 0 0,-1-1 0 0 0,1 1 0 0 0,-1-1 0 0 0,1 1-1 0 0,0-1 1 0 0,-1 1 0 0 0,1-1 0 0 0,0 1 0 0 0,0-1 0 0 0,0 0 0 0 0,0 0 0 0 0,0 1 0 0 0,3 1 0 0 0,-3-3-6 0 0,0 1 1 0 0,0-1-1 0 0,0 0 1 0 0,0 0-1 0 0,0 0 1 0 0,0 1-1 0 0,0-1 1 0 0,0 0-1 0 0,0 0 1 0 0,0 0-1 0 0,0-1 0 0 0,0 1 1 0 0,0 0-1 0 0,0 0 1 0 0,0 0-1 0 0,0-1 1 0 0,0 1-1 0 0,0-1 1 0 0,0 1-1 0 0,0-1 1 0 0,1 0-1 0 0,4-3-34 0 0,-1 0 0 0 0,1 0 0 0 0,-1-1 0 0 0,0 0 1 0 0,-1 0-1 0 0,1 0 0 0 0,4-7 0 0 0,12-26-306 0 0,0 0 0 0 0,-3-2-1 0 0,-1 0 1 0 0,15-56 0 0 0,-21 64 258 0 0,406-1282 2521 0 0,-57 359-463 0 0,-255 713-1477 0 0,314-665 732 0 0,-107 344-816 0 0,-19 123-114 0 0,-119 192-263 0 0,-139 195-383 0 0,49-55 0 0 0,-161 242-2316 0 0,71-124 2536 0 0,-104 223-419 0 0,44-88 560 0 0,-430 963-433 0 0,400-874 269 0 0,-281 730-111 0 0,-245 967 419 0 0,480-1452-384 0 0,-38 135-406 0 0,36 6 220 0 0,140-594 382 0 0,-2 2-55 0 0,1 0-1 0 0,-1 56 1 0 0,6-83 89 0 0,0 0-1 0 0,0 0 1 0 0,0 0-1 0 0,0 0 0 0 0,0 0 1 0 0,0 0-1 0 0,0 0 1 0 0,0 0-1 0 0,1 0 0 0 0,-1 0 1 0 0,0 0-1 0 0,1 0 1 0 0,-1 0-1 0 0,0 0 0 0 0,1 0 1 0 0,-1 0-1 0 0,1 0 1 0 0,0 0-1 0 0,-1 0 1 0 0,1 0-1 0 0,0-1 0 0 0,-1 1 1 0 0,2 1-1 0 0,-1-2-5 0 0,0 0 1 0 0,0 0-1 0 0,0 0 0 0 0,0 0 0 0 0,0 0 1 0 0,0 0-1 0 0,0 0 0 0 0,0-1 0 0 0,0 1 1 0 0,-1 0-1 0 0,1 0 0 0 0,0-1 0 0 0,0 1 1 0 0,0-1-1 0 0,0 1 0 0 0,0 0 0 0 0,-1-1 0 0 0,1 0 1 0 0,0 1-1 0 0,0-2 0 0 0,7-5-87 0 0,0 0 0 0 0,-1-1 0 0 0,8-10 0 0 0,-15 17 89 0 0,21-27-175 0 0,-2-1-1 0 0,-2-1 0 0 0,17-36 0 0 0,35-101-341 0 0,-40 92 317 0 0,261-735 1427 0 0,-27 66 743 0 0,360-744 1043 0 0,-548 1328-2724 0 0,133-278 522 0 0,23 16-252 0 0,59-40-172 0 0,25 21-720 0 0,-262 377 90 0 0,-81 133 169 0 0,-141 371 16 0 0,34 16-210 0 0,129-434 260 0 0,-92 336-115 0 0,-129 425-17 0 0,68-325 119 0 0,-17 52 216 0 0,26 5 733 0 0,141-479-787 0 0,-1-1-19 0 0,1 0 1 0 0,3 1 0 0 0,0 0 0 0 0,0 58 0 0 0,6-91-123 0 0,0-1 1 0 0,0 1-1 0 0,1-1 0 0 0,-1 1 0 0 0,1-1 1 0 0,-1 1-1 0 0,1-1 0 0 0,2 5 1 0 0,-3-6-9 0 0,1-1-1 0 0,-1 1 1 0 0,0-1 0 0 0,1 0 0 0 0,-1 1 0 0 0,0-1 0 0 0,1 1 0 0 0,-1-1 0 0 0,1 0 0 0 0,-1 1 0 0 0,0-1-1 0 0,1 0 1 0 0,-1 0 0 0 0,1 1 0 0 0,-1-1 0 0 0,1 0 0 0 0,-1 0 0 0 0,1 0 0 0 0,-1 1 0 0 0,1-1 0 0 0,-1 0-1 0 0,1 0 1 0 0,-1 0 0 0 0,1 0 0 0 0,-1 0 0 0 0,2 0 0 0 0,1-1-42 0 0,-1-1 0 0 0,1 1 1 0 0,0-1-1 0 0,-1 1 0 0 0,1-1 0 0 0,-1 0 0 0 0,0 0 0 0 0,1 0 1 0 0,-1 0-1 0 0,0 0 0 0 0,0 0 0 0 0,-1-1 0 0 0,4-3 0 0 0,11-19-237 0 0,0-1-1 0 0,-2-1 1 0 0,15-37-1 0 0,25-89 179 0 0,-41 116 121 0 0,458-1216 1425 0 0,-45 361-408 0 0,-424 888-1018 0 0,365-651 785 0 0,-341 605-767 0 0,2 1 0 0 0,67-87 1 0 0,-76 119-52 0 0,-19 17 26 0 0,0 0 0 0 0,0 0-1 0 0,0 0 1 0 0,0 0 0 0 0,1 0 0 0 0,-1 0-1 0 0,0 0 1 0 0,0 0 0 0 0,0 0 0 0 0,0 0-1 0 0,1 0 1 0 0,-1 1 0 0 0,0-1 0 0 0,0 0-1 0 0,0 0 1 0 0,0 0 0 0 0,0 0 0 0 0,1 0 0 0 0,-1 0-1 0 0,0 1 1 0 0,0-1 0 0 0,0 0 0 0 0,0 0-1 0 0,0 0 1 0 0,0 0 0 0 0,0 1 0 0 0,0-1-1 0 0,0 0 1 0 0,1 0 0 0 0,-1 0 0 0 0,0 0-1 0 0,0 1 1 0 0,0-1 0 0 0,0 0 0 0 0,0 0-1 0 0,0 0 1 0 0,0 0 0 0 0,0 1 0 0 0,0-1-1 0 0,0 0 1 0 0,-1 0 0 0 0,1 0 0 0 0,0 0-1 0 0,0 1 1 0 0,0-1 0 0 0,0 0 0 0 0,0 0-1 0 0,0 0 1 0 0,0 0 0 0 0,0 1 0 0 0,0-1-1 0 0,0 0 1 0 0,-1 0 0 0 0,-15 45-347 0 0,15-45 344 0 0,-255 723-1030 0 0,141-372 773 0 0,-308 708-262 0 0,376-949 498 0 0,-345 740-38 0 0,200-441 92 0 0,-32 60 82 0 0,-31 32-914 0 0,439-895-2780 0 0,-47 93 4124 0 0,56-130 786 0 0,105-207 788 0 0,-263 573-1911 0 0,221-396 1302 0 0,29 18-559 0 0,-48 113-968 0 0,-232 323-16 0 0,-3 4 5 0 0,0 0 1 0 0,0 0-1 0 0,0 0 1 0 0,0 0 0 0 0,1 1-1 0 0,-1-1 1 0 0,1 1-1 0 0,3-3 1 0 0,-17 48-1136 0 0,-102 281-1227 0 0,-40 105 829 0 0,-208 563-945 0 0,200-562 2277 0 0,-56 187 1695 0 0,165-385-151 0 0,46-196-1039 0 0,3 1 0 0 0,0-1 0 0 0,3 1 0 0 0,5 50-1 0 0,-4-79-257 0 0,0-1 0 0 0,0 0-1 0 0,1-1 1 0 0,0 1 0 0 0,0 0 0 0 0,4 6-1 0 0,-6-11-24 0 0,1-1-1 0 0,0 0 1 0 0,0 1 0 0 0,-1-1-1 0 0,1 0 1 0 0,0 0-1 0 0,0 0 1 0 0,0 0 0 0 0,0 0-1 0 0,1 0 1 0 0,-1 0-1 0 0,0 0 1 0 0,0 0 0 0 0,1 0-1 0 0,-1 0 1 0 0,0-1-1 0 0,1 1 1 0 0,-1-1-1 0 0,1 1 1 0 0,-1-1 0 0 0,0 1-1 0 0,1-1 1 0 0,-1 0-1 0 0,1 0 1 0 0,-1 0 0 0 0,1 0-1 0 0,-1 0 1 0 0,1 0-1 0 0,-1 0 1 0 0,1 0 0 0 0,-1-1-1 0 0,1 1 1 0 0,-1 0-1 0 0,3-2 1 0 0,4-1-116 0 0,-1-1 0 0 0,0 0 0 0 0,0 0 0 0 0,0 0 0 0 0,-1-1 0 0 0,1 0 0 0 0,-1-1 0 0 0,7-7 0 0 0,44-56-489 0 0,-50 60 544 0 0,57-80-511 0 0,77-144-1 0 0,32-112 943 0 0,-62 120-200 0 0,-13 33-77 0 0,192-393 210 0 0,-20 26 34 0 0,43 23-253 0 0,-206 387-233 0 0,-92 131 101 0 0,0 0-1 0 0,2 1 1 0 0,0 1-1 0 0,1 1 1 0 0,33-22-1 0 0,-47 34 34 0 0,1 1 0 0 0,-1-1 0 0 0,1 1 0 0 0,0 0 0 0 0,9-2 0 0 0,-13 4 18 0 0,-1 0 0 0 0,1-1 0 0 0,0 1 1 0 0,-1 0-1 0 0,1 0 0 0 0,0 0 0 0 0,-1 0 1 0 0,1 0-1 0 0,0 1 0 0 0,-1-1 1 0 0,1 0-1 0 0,0 0 0 0 0,-1 0 0 0 0,1 0 1 0 0,0 1-1 0 0,-1-1 0 0 0,1 0 0 0 0,-1 1 1 0 0,1-1-1 0 0,0 1 0 0 0,-1-1 0 0 0,1 0 1 0 0,-1 1-1 0 0,1-1 0 0 0,-1 1 0 0 0,0-1 1 0 0,1 1-1 0 0,-1-1 0 0 0,1 1 1 0 0,-1 0-1 0 0,0-1 0 0 0,0 1 0 0 0,1 0 1 0 0,-1-1-1 0 0,0 1 0 0 0,0 0 0 0 0,0-1 1 0 0,1 1-1 0 0,-1 0 0 0 0,0-1 0 0 0,0 1 1 0 0,0 0-1 0 0,0-1 0 0 0,0 1 1 0 0,-1 0-1 0 0,1-1 0 0 0,0 1 0 0 0,0 0 1 0 0,0-1-1 0 0,0 1 0 0 0,-1 0 0 0 0,1 0 1 0 0,-5 18-13 0 0,0 0 0 0 0,-2-1 0 0 0,0 1 0 0 0,-11 20 0 0 0,1-1 194 0 0,-340 782 2094 0 0,-4-136-1365 0 0,182-364-65 0 0,-140 183 1097 0 0,230-373-1445 0 0,79-113-410 0 0,6-11-66 0 0,0 1 0 0 0,-1-1 0 0 0,0 0 0 0 0,-7 8 0 0 0,12-14-16 0 0,0 0 1 0 0,0 0-1 0 0,0 0 0 0 0,0 0 0 0 0,0 0 1 0 0,0 0-1 0 0,0-1 0 0 0,0 1 0 0 0,0 0 1 0 0,0 0-1 0 0,0 0 0 0 0,0 0 0 0 0,0 0 0 0 0,0 0 1 0 0,0 0-1 0 0,0 0 0 0 0,0 0 0 0 0,0-1 1 0 0,0 1-1 0 0,0 0 0 0 0,0 0 0 0 0,0 0 1 0 0,0 0-1 0 0,0 0 0 0 0,0 0 0 0 0,0 0 1 0 0,-1 0-1 0 0,1 0 0 0 0,0 0 0 0 0,0-1 1 0 0,0 1-1 0 0,0 0 0 0 0,0 0 0 0 0,0 0 1 0 0,0 0-1 0 0,0 0 0 0 0,0 0 0 0 0,0 0 1 0 0,0 0-1 0 0,-1 0 0 0 0,1 0 0 0 0,0 0 1 0 0,0 0-1 0 0,0 0 0 0 0,0 0 0 0 0,0 0 1 0 0,0 0-1 0 0,0 0 0 0 0,0 0 0 0 0,0 0 1 0 0,-1 0-1 0 0,1 0 0 0 0,0 0 0 0 0,0 0 1 0 0,0 0-1 0 0,0 0 0 0 0,0 0 0 0 0,0 0 1 0 0,0 0-1 0 0,0 0 0 0 0,0 0 0 0 0,-1 0 1 0 0,1 0-1 0 0,0 0 0 0 0,0 1 0 0 0,0-1 1 0 0,3-16-221 0 0,6-17-122 0 0,33-90-357 0 0,119-312 36 0 0,152-300 828 0 0,178-303 484 0 0,-426 912-631 0 0,6 3 0 0 0,113-150 0 0 0,-126 197-91 0 0,17-24-389 0 0,120-124 1 0 0,-187 216 374 0 0,0 0 1 0 0,0 1-1 0 0,1 1 1 0 0,11-8-1 0 0,-19 13 72 0 0,0 1 0 0 0,0-1-1 0 0,0 0 1 0 0,1 0-1 0 0,-1 1 1 0 0,0-1 0 0 0,0 1-1 0 0,0-1 1 0 0,1 1-1 0 0,-1-1 1 0 0,0 1-1 0 0,1 0 1 0 0,-1 0 0 0 0,0-1-1 0 0,1 1 1 0 0,-1 0-1 0 0,0 0 1 0 0,1 1-1 0 0,-1-1 1 0 0,1 0 0 0 0,-1 0-1 0 0,0 1 1 0 0,0-1-1 0 0,1 0 1 0 0,-1 1-1 0 0,0-1 1 0 0,0 1 0 0 0,1 0-1 0 0,-1-1 1 0 0,0 1-1 0 0,0 0 1 0 0,0 0-1 0 0,0 0 1 0 0,0 0 0 0 0,0 0-1 0 0,0 0 1 0 0,0 0-1 0 0,-1 0 1 0 0,1 0-1 0 0,0 0 1 0 0,-1 0 0 0 0,1 1-1 0 0,0-1 1 0 0,0 2-1 0 0,1 6-88 0 0,0-1 0 0 0,0 0 0 0 0,-1 1 0 0 0,0-1 0 0 0,-1 0 0 0 0,0 1 0 0 0,0-1 0 0 0,-2 13-1 0 0,-17 74-456 0 0,10-58 375 0 0,-237 836-1474 0 0,38-330 906 0 0,-32-14-173 0 0,225-497 911 0 0,-131 261-101 0 0,117-242 181 0 0,-3-2 0 0 0,-1 0 0 0 0,-59 64 0 0 0,88-108 1 0 0,-1-1-1 0 0,1 0 1 0 0,-1 0 0 0 0,-9 6 0 0 0,13-9-45 0 0,1-1 1 0 0,0 0-1 0 0,-1 0 1 0 0,1 1-1 0 0,0-1 1 0 0,-1 0-1 0 0,1 0 1 0 0,0 0-1 0 0,-1 0 1 0 0,1 0-1 0 0,-1 0 1 0 0,1 0-1 0 0,0 0 1 0 0,-1 0-1 0 0,1 1 1 0 0,0-2-1 0 0,-1 1 1 0 0,1 0-1 0 0,-1 0 1 0 0,1 0-1 0 0,0 0 1 0 0,-1 0-1 0 0,1 0 0 0 0,0 0 1 0 0,-1 0-1 0 0,1-1 1 0 0,-1 1-1 0 0,1 0 1 0 0,0 0-1 0 0,-1-1 1 0 0,1 0 27 0 0,-1 0-1 0 0,1 0 1 0 0,0 0 0 0 0,-1 0 0 0 0,1-1-1 0 0,0 1 1 0 0,0 0 0 0 0,0 0 0 0 0,0 0-1 0 0,0-1 1 0 0,0 1 0 0 0,0 0 0 0 0,1 0-1 0 0,-1 0 1 0 0,1-2 0 0 0,57-191 1662 0 0,-34 124-1547 0 0,85-242 140 0 0,13 4 0 0 0,228-411 0 0 0,-184 432 1261 0 0,202-265 0 0 0,-366 550-1553 0 0,342-439 1272 0 0,-244 324-772 0 0,186-167-1 0 0,-240 244-394 0 0,-17 12-115 0 0,2 1 0 0 0,2 2 0 0 0,0 1 0 0 0,48-27 0 0 0,-75 48-47 0 0,0 1 0 0 0,0 0-1 0 0,0 0 1 0 0,0 0 0 0 0,0 0 0 0 0,1 1-1 0 0,7-1 1 0 0,-13 2 14 0 0,1 0 0 0 0,-1 0 0 0 0,1 0 0 0 0,-1 0 0 0 0,1 1 1 0 0,-1-1-1 0 0,0 0 0 0 0,1 0 0 0 0,-1 1 0 0 0,1-1 0 0 0,-1 1 0 0 0,0 0 0 0 0,1-1 0 0 0,-1 1 0 0 0,0 0 0 0 0,0-1 0 0 0,0 1 0 0 0,0 0 0 0 0,1 0 0 0 0,-1 0 0 0 0,0 0 0 0 0,0 0 0 0 0,-1 1 0 0 0,1-1 0 0 0,0 0 0 0 0,0 0 0 0 0,-1 1 1 0 0,1-1-1 0 0,0 0 0 0 0,-1 1 0 0 0,1-1 0 0 0,-1 0 0 0 0,0 1 0 0 0,1-1 0 0 0,-1 1 0 0 0,0 1 0 0 0,0 5-102 0 0,0 1 0 0 0,0-1 1 0 0,-1 1-1 0 0,0-1 0 0 0,0 0 0 0 0,-1 1 0 0 0,0-1 1 0 0,-1 0-1 0 0,-4 9 0 0 0,-38 75-793 0 0,33-71 707 0 0,-56 106 502 0 0,-6-3-1 0 0,-6-4 1 0 0,-4-3-1 0 0,-112 118 1 0 0,128-164 2 0 0,-174 171 335 0 0,233-235-613 0 0,0 0 0 0 0,0 0 0 0 0,-1-1-1 0 0,0 0 1 0 0,-1 0 0 0 0,1-1 0 0 0,-17 5-1 0 0,25-10-20 0 0,0 1-1 0 0,-1-1 0 0 0,1 1 0 0 0,0-1 0 0 0,-1 0 1 0 0,1 0-1 0 0,0 0 0 0 0,-1 0 0 0 0,1 0 1 0 0,0 0-1 0 0,-1 0 0 0 0,1-1 0 0 0,0 0 0 0 0,0 1 1 0 0,0-1-1 0 0,-1 0 0 0 0,-2-2 0 0 0,3 1-30 0 0,0 0-1 0 0,0 0 1 0 0,0 0-1 0 0,1 0 1 0 0,-1 0-1 0 0,1-1 1 0 0,-1 1 0 0 0,1 0-1 0 0,0-1 1 0 0,0 1-1 0 0,0-1 1 0 0,1 1-1 0 0,-1-1 1 0 0,0 0-1 0 0,1 1 1 0 0,0-1-1 0 0,0 0 1 0 0,-1 1-1 0 0,2-5 1 0 0,-1-14-132 0 0,2-1 1 0 0,0 1 0 0 0,2 0 0 0 0,7-26-1 0 0,31-83-186 0 0,-32 101 251 0 0,351-861-1094 0 0,-352 871 1207 0 0,-9 18 15 0 0,13-38-234 0 0,-12 39 217 0 0,-1 0 0 0 0,0-1 0 0 0,0 1 0 0 0,0 0 0 0 0,0-1 0 0 0,0 1 0 0 0,0 0 0 0 0,0-1 0 0 0,0 1-1 0 0,0 0 1 0 0,0-1 0 0 0,0 1 0 0 0,0 0 0 0 0,0-1 0 0 0,-1 1 0 0 0,1 0 0 0 0,0-1 0 0 0,0 1 0 0 0,0 0 0 0 0,0 0 0 0 0,0-1 0 0 0,-1 1 0 0 0,1 0 0 0 0,0-1 0 0 0,0 1 0 0 0,-1 0-1 0 0,1 0 1 0 0,0 0 0 0 0,0-1 0 0 0,-1 1 0 0 0,1 0 0 0 0,-1 0 0 0 0,0 0 8 0 0,0 0 1 0 0,-1 0-1 0 0,1 0 1 0 0,0 0-1 0 0,-1 1 0 0 0,1-1 1 0 0,0 1-1 0 0,-1-1 0 0 0,1 1 1 0 0,0-1-1 0 0,0 1 1 0 0,0 0-1 0 0,-2 1 0 0 0,-28 20 322 0 0,2 2-1 0 0,1 0 1 0 0,1 2-1 0 0,-34 42 1 0 0,11-13 179 0 0,-493 511 1224 0 0,49-80-1354 0 0,479-473-369 0 0,7-5-6 0 0,0 0 0 0 0,-1-1 0 0 0,-1 0 1 0 0,1 0-1 0 0,-1-1 0 0 0,0 0 0 0 0,0 0 1 0 0,-1-1-1 0 0,1-1 0 0 0,-16 5 0 0 0,24-9-13 0 0,1 1 1 0 0,-1-1-1 0 0,0 0 0 0 0,1 0 0 0 0,-1 0 1 0 0,1 0-1 0 0,-1 0 0 0 0,0-1 0 0 0,1 1 1 0 0,-1 0-1 0 0,1-1 0 0 0,-1 1 0 0 0,1-1 1 0 0,-1 1-1 0 0,1-1 0 0 0,-1 0 0 0 0,1 0 1 0 0,0 1-1 0 0,-1-1 0 0 0,1 0 0 0 0,0 0 1 0 0,0 0-1 0 0,0-1 0 0 0,0 1 0 0 0,0 0 1 0 0,0 0-1 0 0,0-1 0 0 0,0 1 0 0 0,0 0 1 0 0,0-1-1 0 0,1 1 0 0 0,-1-1 0 0 0,1 1 1 0 0,-1-1-1 0 0,1 1 0 0 0,-1-1 0 0 0,1 1 1 0 0,0-4-1 0 0,-1-6-94 0 0,0 0 0 0 0,0 0-1 0 0,2 0 1 0 0,1-16 0 0 0,-2 26 102 0 0,13-97-809 0 0,35-133-1 0 0,45-92-113 0 0,-26 125 735 0 0,9 2 0 0 0,8 4 1 0 0,113-185-1 0 0,-173 334 191 0 0,100-162-74 0 0,-103 174 48 0 0,2 1 0 0 0,1 1 0 0 0,2 1 0 0 0,34-30 0 0 0,-54 53-34 0 0,0-1 0 0 0,0 2 0 0 0,0-1 0 0 0,0 1 0 0 0,1 0 0 0 0,0 0 0 0 0,0 0 0 0 0,0 1 0 0 0,0 0 0 0 0,13-3 0 0 0,-20 6 45 0 0,1 0 0 0 0,0 0 0 0 0,-1 0 0 0 0,1 0-1 0 0,-1 0 1 0 0,1 0 0 0 0,0 0 0 0 0,-1 0-1 0 0,1 0 1 0 0,0 0 0 0 0,-1 0 0 0 0,1 0-1 0 0,0 0 1 0 0,-1 0 0 0 0,1 1 0 0 0,0-1 0 0 0,-1 0-1 0 0,1 0 1 0 0,-1 1 0 0 0,1-1 0 0 0,-1 1-1 0 0,1-1 1 0 0,-1 0 0 0 0,1 1 0 0 0,-1-1-1 0 0,1 1 1 0 0,-1-1 0 0 0,1 1 0 0 0,-1-1 0 0 0,0 1-1 0 0,1-1 1 0 0,-1 1 0 0 0,0 0 0 0 0,0-1-1 0 0,1 1 1 0 0,-1-1 0 0 0,0 1 0 0 0,0 0-1 0 0,0-1 1 0 0,0 1 0 0 0,0 0 0 0 0,0-1 0 0 0,0 1-1 0 0,0 0 1 0 0,0-1 0 0 0,0 1 0 0 0,0 0-1 0 0,0 0 1 0 0,-11 34-460 0 0,11-34 473 0 0,-35 73-264 0 0,-63 98 0 0 0,59-107 592 0 0,-477 676 2334 0 0,423-619-2092 0 0,-120 145 742 0 0,200-251-1202 0 0,-1-1 0 0 0,0 0-1 0 0,-2-1 1 0 0,1-1-1 0 0,-2 0 1 0 0,0-2 0 0 0,0 1-1 0 0,-20 8 1 0 0,35-19-93 0 0,0 0 0 0 0,0 0 1 0 0,0 0-1 0 0,-1 0 0 0 0,1 0 0 0 0,0 0 0 0 0,-1-1 1 0 0,1 1-1 0 0,0-1 0 0 0,-1 0 0 0 0,1 1 0 0 0,-1-1 0 0 0,1 0 1 0 0,-1-1-1 0 0,1 1 0 0 0,0 0 0 0 0,-1-1 0 0 0,1 1 1 0 0,-1-1-1 0 0,1 0 0 0 0,-4-2 0 0 0,4 1-2 0 0,0 0-1 0 0,0 0 1 0 0,0 0 0 0 0,0 0-1 0 0,1-1 1 0 0,-1 1-1 0 0,1-1 1 0 0,0 1 0 0 0,-1-1-1 0 0,1 0 1 0 0,1 0-1 0 0,-1 1 1 0 0,0-1 0 0 0,1 0-1 0 0,-1 0 1 0 0,1 0 0 0 0,0 0-1 0 0,0-3 1 0 0,0-48 90 0 0,4 0 1 0 0,1 0 0 0 0,25-105-1 0 0,-26 142-100 0 0,100-376-856 0 0,25 6 239 0 0,-44 136 539 0 0,-13 38 135 0 0,8 3 0 0 0,118-215 0 0 0,126-170 1335 0 0,-313 577-1315 0 0,-6 10-57 0 0,-1 1 1 0 0,0-1 0 0 0,0 0-1 0 0,-1 0 1 0 0,4-13 0 0 0,-10 23 4 0 0,0-1 0 0 0,0 1 1 0 0,0 0-1 0 0,1-1 0 0 0,-1 1 1 0 0,0 1-1 0 0,1-1 0 0 0,-3 3 1 0 0,-62 68 285 0 0,-67 98 1 0 0,40-48-107 0 0,-30 33-194 0 0,-174 211 43 0 0,-21-26 102 0 0,297-319-170 0 0,4-4-25 0 0,0-1 1 0 0,0 0-1 0 0,-2-1 1 0 0,0-1-1 0 0,-1-1 1 0 0,-28 14-1 0 0,48-28 22 0 0,0 1-1 0 0,0-1 1 0 0,0 1 0 0 0,0-1-1 0 0,0 0 1 0 0,0 1 0 0 0,-1-1-1 0 0,1 0 1 0 0,0 0 0 0 0,0 1-1 0 0,0-1 1 0 0,0 0 0 0 0,-1 0-1 0 0,1-1 1 0 0,0 1 0 0 0,0 0-1 0 0,0 0 1 0 0,-1 0 0 0 0,1-1-1 0 0,0 1 1 0 0,0-1-1 0 0,0 1 1 0 0,0-1 0 0 0,0 1-1 0 0,-2-2 1 0 0,2 1-9 0 0,0-1 1 0 0,0 1-1 0 0,0-1 0 0 0,0 0 0 0 0,0 1 0 0 0,1-1 1 0 0,-1 0-1 0 0,0 0 0 0 0,1 0 0 0 0,-1 1 0 0 0,1-1 1 0 0,0 0-1 0 0,0 0 0 0 0,0-3 0 0 0,0-9-114 0 0,1 1 0 0 0,0-1 0 0 0,6-20 0 0 0,-6 29 100 0 0,28-118-786 0 0,6 1-1 0 0,84-197 1 0 0,151-209-29 0 0,-207 417 785 0 0,106-175 305 0 0,21 14 259 0 0,180-154 1388 0 0,-361 417-1854 0 0,19-19 91 0 0,-26 27-115 0 0,-1 0 0 0 0,1-1-1 0 0,0 1 1 0 0,-1 0 0 0 0,1 0 0 0 0,0 0-1 0 0,0 0 1 0 0,0 0 0 0 0,0 0-1 0 0,0 1 1 0 0,0-1 0 0 0,0 1-1 0 0,0-1 1 0 0,2 1 0 0 0,-3 0-10 0 0,-1 0 0 0 0,0 1 1 0 0,1-1-1 0 0,-1 0 0 0 0,1 0 1 0 0,-1 1-1 0 0,0-1 1 0 0,1 0-1 0 0,-1 1 0 0 0,1-1 1 0 0,-1 0-1 0 0,0 1 0 0 0,0-1 1 0 0,1 1-1 0 0,-1-1 0 0 0,0 1 1 0 0,0-1-1 0 0,1 0 1 0 0,-1 1-1 0 0,0-1 0 0 0,0 1 1 0 0,0-1-1 0 0,0 1 0 0 0,0-1 1 0 0,0 1-1 0 0,0-1 0 0 0,0 1 1 0 0,0-1-1 0 0,0 1 1 0 0,0-1-1 0 0,0 1 0 0 0,0-1 1 0 0,0 1-1 0 0,0-1 0 0 0,-1 1 1 0 0,1-1-1 0 0,0 1 0 0 0,0-1 1 0 0,0 1-1 0 0,-1 0 1 0 0,-9 24-105 0 0,8-22 83 0 0,-158 295-1227 0 0,124-236 1295 0 0,-367 514 659 0 0,306-448-572 0 0,-34 41 218 0 0,-227 224-1 0 0,343-378-288 0 0,-29 27 128 0 0,40-39-160 0 0,0 0-1 0 0,0-1 1 0 0,0 1-1 0 0,0-1 1 0 0,0 0-1 0 0,0 0 1 0 0,-1 0-1 0 0,1 0 1 0 0,-9 1-1 0 0,12-3-33 0 0,1 0 0 0 0,-1 0 0 0 0,0 0 0 0 0,0 0 0 0 0,0 0 0 0 0,0 0 0 0 0,0 0 1 0 0,1-1-1 0 0,-1 1 0 0 0,0 0 0 0 0,0 0 0 0 0,0-1 0 0 0,1 1 0 0 0,-1-1 0 0 0,0 1 0 0 0,0-1 0 0 0,1 1 0 0 0,-1-1 0 0 0,0 1 0 0 0,1-1 0 0 0,-1 1 0 0 0,1-1 1 0 0,-1 0-1 0 0,1 1 0 0 0,-1-1 0 0 0,1 0 0 0 0,-1 0 0 0 0,1 1 0 0 0,0-1 0 0 0,-1 0 0 0 0,1 0 0 0 0,0 0 0 0 0,0 1 0 0 0,0-1 0 0 0,-1 0 0 0 0,1 0 0 0 0,0 0 1 0 0,0-1-1 0 0,0-37-291 0 0,1 37 283 0 0,11-95-1141 0 0,4 2 1 0 0,38-127 0 0 0,81-185-417 0 0,-134 404 1572 0 0,304-743 666 0 0,-174 443 191 0 0,257-481 1913 0 0,-213 435-1994 0 0,-172 342-778 0 0,0 0 0 0 0,-1 0 0 0 0,0 0 0 0 0,0 0 0 0 0,-1 0 0 0 0,0 0 0 0 0,1-9 1 0 0,-2 15-3 0 0,0 0 0 0 0,0 0 1 0 0,0 0-1 0 0,-1 0 0 0 0,1 0 1 0 0,0 0-1 0 0,0 0 1 0 0,-1 0-1 0 0,1 0 0 0 0,-1 0 1 0 0,1 0-1 0 0,-1 0 0 0 0,1 0 1 0 0,-1 0-1 0 0,0 0 0 0 0,1 0 1 0 0,-1 0-1 0 0,0 1 1 0 0,0-1-1 0 0,-1-1 0 0 0,0 1-2 0 0,0 1-1 0 0,0-1 1 0 0,0 0-1 0 0,0 1 1 0 0,0 0-1 0 0,0-1 1 0 0,0 1-1 0 0,0 0 1 0 0,0 0-1 0 0,0 0 1 0 0,0 0-1 0 0,0 1 1 0 0,1-1 0 0 0,-1 0-1 0 0,-4 2 1 0 0,-9 3 21 0 0,0 0 0 0 0,1 1 0 0 0,-1 0 1 0 0,1 1-1 0 0,-17 12 0 0 0,-67 53 112 0 0,88-64-113 0 0,-105 86 350 0 0,-107 116 1 0 0,-90 126-576 0 0,260-278 61 0 0,-423 504-127 0 0,300-348 162 0 0,70-81-8 0 0,-45 51-279 0 0,146-178 340 0 0,-1 0-1 0 0,0-1 1 0 0,0 0-1 0 0,-1 0 1 0 0,0 0-1 0 0,0-1 1 0 0,-12 7-1 0 0,18-11 56 0 0,0 0 0 0 0,0 0 0 0 0,0 1-1 0 0,0-1 1 0 0,-1 0 0 0 0,1 0 0 0 0,0 0 0 0 0,0 0-1 0 0,0 0 1 0 0,-1 0 0 0 0,1 0 0 0 0,0 0 0 0 0,0 0-1 0 0,0 0 1 0 0,-1 0 0 0 0,1 0 0 0 0,0 0 0 0 0,0 0-1 0 0,0 0 1 0 0,-1 0 0 0 0,1 0 0 0 0,0 0 0 0 0,0 0-1 0 0,0 0 1 0 0,-1 0 0 0 0,1 0 0 0 0,0 0-1 0 0,0 0 1 0 0,0 0 0 0 0,0 0 0 0 0,-1-1 0 0 0,1 1-1 0 0,0 0 1 0 0,0 0 0 0 0,0 0 0 0 0,0 0 0 0 0,-1 0-1 0 0,1 0 1 0 0,0-1 0 0 0,0 1 0 0 0,0 0 0 0 0,0 0-1 0 0,0 0 1 0 0,0-1 0 0 0,2-11-276 0 0,12-16-64 0 0,-13 26 324 0 0,252-434-1724 0 0,29 16 1571 0 0,-147 237 173 0 0,81-104 16 0 0,-141 195-53 0 0,89-83-1 0 0,-122 134-6 0 0,-9 7 109 0 0,2 1 0 0 0,1 2 0 0 0,68-45 0 0 0,-74 63 83 0 0,-29 13-140 0 0,-1 0-1 0 0,1 0 0 0 0,-1 0 1 0 0,1-1-1 0 0,-1 1 1 0 0,0 0-1 0 0,1 0 0 0 0,-1 0 1 0 0,1 0-1 0 0,-1 1 0 0 0,1-1 1 0 0,-1 0-1 0 0,1 0 1 0 0,-1 0-1 0 0,1 0 0 0 0,-1 0 1 0 0,1 1-1 0 0,-1-1 0 0 0,0 0 1 0 0,1 0-1 0 0,-1 1 0 0 0,1-1 1 0 0,-1 1-1 0 0,1-1 2 0 0,-1 1-1 0 0,0 0 0 0 0,1 0 1 0 0,-1 0-1 0 0,0 0 1 0 0,0-1-1 0 0,0 1 1 0 0,0 0-1 0 0,0 0 0 0 0,0 0 1 0 0,0 0-1 0 0,0-1 1 0 0,0 1-1 0 0,0 0 0 0 0,-1 0 1 0 0,1 0-1 0 0,0 0 1 0 0,-1 1-1 0 0,-16 43 36 0 0,-3-1-1 0 0,-1-1 0 0 0,-38 58 1 0 0,18-32 14 0 0,-203 333 847 0 0,-24 42-200 0 0,-77 137-66 0 0,162-277-513 0 0,171-280-288 0 0,33-50-93 0 0,182-287-2464 0 0,-99 146 1345 0 0,436-781 562 0 0,-338 573 1412 0 0,-185 345-459 0 0,5-8 61 0 0,-19 29 579 0 0,-49 73 604 0 0,-36 71 0 0 0,22-35-442 0 0,40-68-858 0 0,-501 749-675 0 0,431-669 127 0 0,-4-5 0 0 0,-180 159 0 0 0,243-240 435 0 0,-2-1 0 0 0,-38 23 0 0 0,53-37 29 0 0,-1-1 0 0 0,0-1-1 0 0,0-1 1 0 0,0-1 0 0 0,-40 9 0 0 0,55-15-12 0 0,-1 0 0 0 0,0 0 1 0 0,0 0-1 0 0,0-1 1 0 0,1 0-1 0 0,-1 0 1 0 0,0 0-1 0 0,0 0 1 0 0,0-1-1 0 0,0 0 0 0 0,1 0 1 0 0,-1 0-1 0 0,0-1 1 0 0,1 1-1 0 0,-1-1 1 0 0,1 0-1 0 0,0 0 0 0 0,-1-1 1 0 0,1 1-1 0 0,0-1 1 0 0,1 0-1 0 0,-1 0 1 0 0,0 0-1 0 0,1-1 1 0 0,0 1-1 0 0,-1-1 0 0 0,1 0 1 0 0,1 0-1 0 0,-1 0 1 0 0,1 0-1 0 0,-1-1 1 0 0,-2-8-1 0 0,-4-10-88 0 0,2 0 0 0 0,0-1 0 0 0,1 0 0 0 0,2 0 0 0 0,-2-25 0 0 0,-1-128-453 0 0,7 133 395 0 0,-4-154-552 0 0,0-285-55 0 0,31 3 768 0 0,-11 350 25 0 0,7 0-1 0 0,5 2 1 0 0,49-136 0 0 0,-62 212 482 0 0,-15 52-499 0 0,0 0 1 0 0,-1 0 0 0 0,1 0-1 0 0,0 0 1 0 0,0 1 0 0 0,0-1-1 0 0,0 0 1 0 0,0 0 0 0 0,0 0-1 0 0,0 0 1 0 0,0 0 0 0 0,0 0-1 0 0,0 0 1 0 0,0 0 0 0 0,0 0-1 0 0,0 0 1 0 0,-1 0 0 0 0,1 0-1 0 0,0 0 1 0 0,0 0 0 0 0,0 0-1 0 0,0-1 1 0 0,0 1 0 0 0,0 0 61 0 0,0 0-61 0 0,-9 12-14 0 0,-9 17-199 0 0,-60 137-880 0 0,-58 176 1 0 0,-12 33 327 0 0,-230 364 846 0 0,371-727-42 0 0,5-7-2 0 0,0-1 1 0 0,-1 1-1 0 0,1-1 0 0 0,-1 0 0 0 0,0 0 0 0 0,0 0 0 0 0,0 0 0 0 0,-1 0 0 0 0,0-1 0 0 0,1 1 1 0 0,-1-1-1 0 0,0 0 0 0 0,-7 3 0 0 0,10-6-26 0 0,1 0 0 0 0,-1 0-1 0 0,0 0 1 0 0,0 0 0 0 0,1 0 0 0 0,-1 0 0 0 0,0 0 0 0 0,1-1 0 0 0,-1 1-1 0 0,0 0 1 0 0,1-1 0 0 0,-1 1 0 0 0,0 0 0 0 0,1-1 0 0 0,-1 1-1 0 0,1-1 1 0 0,-1 1 0 0 0,1-1 0 0 0,-1 1 0 0 0,1-1 0 0 0,-1 1 0 0 0,1-1-1 0 0,-1 0 1 0 0,1 1 0 0 0,0-1 0 0 0,-1 0 0 0 0,1 1 0 0 0,0-1 0 0 0,-1 0-1 0 0,1 1 1 0 0,0-1 0 0 0,0 0 0 0 0,0 0 0 0 0,0 1 0 0 0,0-1 0 0 0,0 0-1 0 0,0 0 1 0 0,0 1 0 0 0,0-1 0 0 0,0 0 0 0 0,1-1 0 0 0,1-39 325 0 0,-1 35-272 0 0,25-180 177 0 0,77-285 0 0 0,100-169-455 0 0,-65 270 858 0 0,31 16 613 0 0,-162 340-1191 0 0,-5 9-60 0 0,1 0 0 0 0,0 0 1 0 0,0 0-1 0 0,0 0 0 0 0,0 0 0 0 0,0 1 0 0 0,1 0 0 0 0,0 0 0 0 0,8-7 1 0 0,-12 11-16 0 0,0 0 1 0 0,1 0 0 0 0,-1-1-1 0 0,0 1 1 0 0,0 0 0 0 0,1 0-1 0 0,-1 0 1 0 0,0 0 0 0 0,0 0-1 0 0,1 0 1 0 0,-1 0 0 0 0,0 0-1 0 0,1 0 1 0 0,-1 0 0 0 0,0 0-1 0 0,0 0 1 0 0,1 0 0 0 0,-1 0-1 0 0,0 0 1 0 0,1 0 0 0 0,-1 0-1 0 0,0 0 1 0 0,0 0 0 0 0,1 0-1 0 0,-1 0 1 0 0,0 0 0 0 0,0 1-1 0 0,1-1 1 0 0,-1 0 0 0 0,0 0-1 0 0,0 0 1 0 0,1 0 0 0 0,-1 1 0 0 0,0-1-1 0 0,0 0 1 0 0,0 0 0 0 0,1 1-1 0 0,-1-1 1 0 0,0 0 0 0 0,0 0-1 0 0,0 1 1 0 0,0-1 0 0 0,0 0-1 0 0,0 0 1 0 0,0 1 0 0 0,1-1-1 0 0,-1 0 1 0 0,0 0 0 0 0,0 1-1 0 0,0-1 1 0 0,0 0 0 0 0,0 1-1 0 0,0-1 1 0 0,0 20-56 0 0,-31 174-130 0 0,10-80 295 0 0,-42 264 189 0 0,-61 392 43 0 0,30 6-221 0 0,45-103-769 0 0,40-1-1864 0 0,10-648 2356 0 0,11 144-915 0 0,-10-153 1004 0 0,1 1 0 0 0,1-1 0 0 0,0 0 0 0 0,1-1 1 0 0,0 1-1 0 0,1-1 0 0 0,1 0 0 0 0,13 21 1 0 0,-16-29 104 0 0,1-1 0 0 0,0 0 1 0 0,0 1-1 0 0,0-1 1 0 0,1-1-1 0 0,-1 1 0 0 0,1-1 1 0 0,0 0-1 0 0,0-1 0 0 0,1 1 1 0 0,-1-1-1 0 0,1 0 1 0 0,0-1-1 0 0,-1 0 0 0 0,1 0 1 0 0,0 0-1 0 0,0-1 0 0 0,1 0 1 0 0,-1 0-1 0 0,0-1 1 0 0,0 0-1 0 0,0 0 0 0 0,0 0 1 0 0,1-1-1 0 0,8-2 0 0 0,15-5 323 0 0,0-1 0 0 0,0-1 0 0 0,-1-2-1 0 0,38-20 1 0 0,-33 15 50 0 0,-28 14-329 0 0,0 0 46 0 0,0-1 1 0 0,1 1-1 0 0,-1 1 1 0 0,1-1-1 0 0,-1 1 1 0 0,13-2-1 0 0,-18 4-112 0 0,0 0 0 0 0,0 1 1 0 0,0-1-1 0 0,0 0 0 0 0,0 1 0 0 0,0-1 0 0 0,0 1 0 0 0,0-1 0 0 0,0 1 0 0 0,0 0 0 0 0,0 0 1 0 0,-1 0-1 0 0,1 0 0 0 0,0 0 0 0 0,-1 0 0 0 0,1 1 0 0 0,-1-1 0 0 0,1 0 0 0 0,-1 1 0 0 0,0-1 1 0 0,0 1-1 0 0,1 0 0 0 0,-1-1 0 0 0,0 1 0 0 0,0 0 0 0 0,-1 0 0 0 0,1-1 0 0 0,0 1 0 0 0,0 0 0 0 0,-1 0 1 0 0,1 3-1 0 0,4 13 195 0 0,-1 1 1 0 0,-1 0-1 0 0,0 1 1 0 0,-1-1-1 0 0,-2 33 1 0 0,-15 100 630 0 0,13-139-762 0 0,-113 634 2100 0 0,62-376-1802 0 0,6-20-144 0 0,-230 1168-40 0 0,60-268-898 0 0,72-355-1119 0 0,137-759 1682 0 0,-98 417-1820 0 0,152-568 1599 0 0,26-181 585 0 0,-54 202 106 0 0,4 1-1 0 0,39-102 0 0 0,-53 174-294 0 0,1 1 0 0 0,19-31 1 0 0,-25 45-43 0 0,1 0 0 0 0,-1 0 1 0 0,1 0-1 0 0,0 1 1 0 0,1-1-1 0 0,-1 1 0 0 0,1 0 1 0 0,0 0-1 0 0,0 1 0 0 0,0-1 1 0 0,0 1-1 0 0,1 0 1 0 0,10-4-1 0 0,-15 7 1 0 0,1-1 0 0 0,0 1 0 0 0,0 0 0 0 0,-1 0 0 0 0,1 0 0 0 0,0 0 0 0 0,0 0 0 0 0,-1 0 0 0 0,1 0 0 0 0,0 0 0 0 0,-1 1 0 0 0,1-1 0 0 0,0 1 0 0 0,-1-1 0 0 0,1 1 0 0 0,0 0 0 0 0,-1-1 0 0 0,1 1 1 0 0,-1 0-1 0 0,1 0 0 0 0,-1 0 0 0 0,0 0 0 0 0,1 1 0 0 0,-1-1 0 0 0,0 0 0 0 0,0 0 0 0 0,0 1 0 0 0,0-1 0 0 0,0 1 0 0 0,0-1 0 0 0,0 1 0 0 0,-1-1 0 0 0,2 4 0 0 0,2 5 7 0 0,-1 0 0 0 0,0 0 0 0 0,0 0 0 0 0,1 14 0 0 0,4 42 659 0 0,-1 123 1 0 0,-20 70 224 0 0,12-241-835 0 0,-140 1164 1110 0 0,50-747-1258 0 0,90-432 84 0 0,-10 31-55 0 0,11-33 59 0 0,0 0 1 0 0,-1 0-1 0 0,1-1 0 0 0,0 1 0 0 0,-1 0 0 0 0,1 0 0 0 0,0 0 1 0 0,-1 0-1 0 0,1 0 0 0 0,-1-1 0 0 0,1 1 0 0 0,-1 0 1 0 0,0-1-1 0 0,1 1 0 0 0,-1 0 0 0 0,0-1 0 0 0,1 1 1 0 0,-1 0-1 0 0,0-1 0 0 0,0 1 0 0 0,0-1 0 0 0,1 0 1 0 0,-1 1-1 0 0,0-1 0 0 0,0 0 0 0 0,0 1 0 0 0,-1-1 1 0 0,1-1-6 0 0,0 0 0 0 0,0 0 1 0 0,0 0-1 0 0,0 0 0 0 0,1 0 1 0 0,-1 0-1 0 0,0 0 1 0 0,1 0-1 0 0,-1 0 0 0 0,0-1 1 0 0,1 1-1 0 0,0 0 1 0 0,-1 0-1 0 0,1-1 0 0 0,0 1 1 0 0,-1 0-1 0 0,1-1 0 0 0,0 1 1 0 0,0-3-1 0 0,0-1-48 0 0,-10-82-951 0 0,5-167 0 0 0,6 161 604 0 0,-2-62 183 0 0,16-519-789 0 0,-16 653 1009 0 0,-5 28 0 0 0,-8 33 99 0 0,-11 64 955 0 0,-10 110 1 0 0,18-99-1094 0 0,1-21 50 0 0,-138 767 313 0 0,152-850-319 0 0,-4 21-57 0 0,6-32 60 0 0,0 0 0 0 0,0 0-1 0 0,0 0 1 0 0,0 0 0 0 0,0 0 0 0 0,0 0-1 0 0,0 0 1 0 0,0 0 0 0 0,0 0-1 0 0,0 0 1 0 0,0 0 0 0 0,0 0-1 0 0,0 0 1 0 0,0 0 0 0 0,1 0-1 0 0,-1 0 1 0 0,0 0 0 0 0,0 0-1 0 0,0 0 1 0 0,0 0 0 0 0,0 0-1 0 0,0 0 1 0 0,0 0 0 0 0,0 0-1 0 0,0 0 1 0 0,0 0 0 0 0,0 0 0 0 0,0 0-1 0 0,0 0 1 0 0,0 0 0 0 0,0 0-1 0 0,0 0 1 0 0,0 1 0 0 0,0-1-1 0 0,0 0 1 0 0,0 0 0 0 0,0 0-1 0 0,0 0 1 0 0,0 0 0 0 0,0 0-1 0 0,0 0 1 0 0,0 0 0 0 0,0 0-1 0 0,8-18-74 0 0,61-210-1242 0 0,-12 35 237 0 0,-43 151 1015 0 0,79-207-41 0 0,-70 195 110 0 0,3 1 1 0 0,47-73 0 0 0,-61 109 8 0 0,0 1 1 0 0,1 0-1 0 0,0 1 1 0 0,1 0-1 0 0,1 1 1 0 0,1 1-1 0 0,27-19 1 0 0,-38 28 14 0 0,1 1 1 0 0,-1 0 0 0 0,1 0-1 0 0,0 0 1 0 0,0 1-1 0 0,0 0 1 0 0,0 0 0 0 0,0 0-1 0 0,1 1 1 0 0,-1 0 0 0 0,1 0-1 0 0,-1 1 1 0 0,0 0-1 0 0,1 0 1 0 0,-1 0 0 0 0,1 1-1 0 0,-1 0 1 0 0,1 0 0 0 0,-1 1-1 0 0,0-1 1 0 0,0 1-1 0 0,0 1 1 0 0,0-1 0 0 0,0 1-1 0 0,0 0 1 0 0,-1 0-1 0 0,8 7 1 0 0,-2-1 54 0 0,-1 1 0 0 0,0 0 0 0 0,-1 1 0 0 0,0 0 0 0 0,-1 0 0 0 0,-1 1-1 0 0,1 0 1 0 0,-2 0 0 0 0,0 1 0 0 0,0 0 0 0 0,-1 0 0 0 0,4 17 0 0 0,4 22 522 0 0,10 99 0 0 0,-16-100-246 0 0,2 28 105 0 0,-6-37-242 0 0,3-1 0 0 0,1 0 0 0 0,18 57 0 0 0,-25-95-224 0 0,1 0-1 0 0,0-1 0 0 0,0 1 1 0 0,0 0-1 0 0,1 0 0 0 0,-1 0 1 0 0,1-1-1 0 0,-1 1 0 0 0,1-1 1 0 0,0 0-1 0 0,0 1 0 0 0,0-1 1 0 0,0 0-1 0 0,1 0 0 0 0,-1 0 1 0 0,1 0-1 0 0,-1-1 0 0 0,1 1 1 0 0,-1 0-1 0 0,1-1 0 0 0,0 0 1 0 0,0 0-1 0 0,3 1 0 0 0,-3-2-40 0 0,0 0 0 0 0,1 0 0 0 0,-1-1 1 0 0,0 1-1 0 0,0-1 0 0 0,0 0 0 0 0,1 1 0 0 0,-1-2 0 0 0,0 1 0 0 0,0 0 0 0 0,0-1 0 0 0,0 1 0 0 0,-1-1 0 0 0,1 0 0 0 0,0 0 0 0 0,-1 0 0 0 0,1 0 0 0 0,-1 0 0 0 0,0-1 0 0 0,1 1 0 0 0,1-4 0 0 0,17-23-481 0 0,-1-2 0 0 0,-1 0 0 0 0,-2-1-1 0 0,-1-1 1 0 0,12-34 0 0 0,-10 25 506 0 0,8-23-71 0 0,-14 33 123 0 0,1 0 0 0 0,2 1 0 0 0,32-51 0 0 0,-85 176 1427 0 0,-49 107 90 0 0,-154 316-567 0 0,233-502-944 0 0,0 1 4 0 0,0-1 1 0 0,-2 1-1 0 0,0-1 1 0 0,0-1-1 0 0,-20 21 1 0 0,30-35-44 0 0,-1 1 1 0 0,0 0 0 0 0,1 0-1 0 0,-1-1 1 0 0,0 1 0 0 0,1-1-1 0 0,-1 1 1 0 0,0 0 0 0 0,0-1-1 0 0,0 0 1 0 0,1 1 0 0 0,-1-1-1 0 0,0 1 1 0 0,0-1 0 0 0,0 0-1 0 0,0 0 1 0 0,0 1 0 0 0,0-1-1 0 0,0 0 1 0 0,0 0 0 0 0,0 0-1 0 0,1 0 1 0 0,-1 0 0 0 0,0 0-1 0 0,0 0 1 0 0,0-1 0 0 0,0 1-1 0 0,0 0 1 0 0,-1-1 0 0 0,0 0-6 0 0,1 0 0 0 0,0-1 0 0 0,0 1 1 0 0,-1-1-1 0 0,1 1 0 0 0,0-1 1 0 0,0 1-1 0 0,1-1 0 0 0,-1 0 1 0 0,0 1-1 0 0,0-1 0 0 0,1 0 0 0 0,-1-3 1 0 0,-2-8-103 0 0,1 0 1 0 0,1 0-1 0 0,0-15 1 0 0,4-28-817 0 0,1 27 109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27.2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170 152 6913 0 0,'-39'-5'-3419'0'0,"31"3"3962"0"0,-1-1 0 0 0,1-1 0 0 0,0 0 0 0 0,-9-5 0 0 0,13 8-305 0 0,1-1 0 0 0,-1 1 0 0 0,1 0 0 0 0,-1 1-1 0 0,0-1 1 0 0,1 1 0 0 0,-1-1 0 0 0,0 1 0 0 0,0 0 0 0 0,1 1-1 0 0,-1-1 1 0 0,0 1 0 0 0,1-1 0 0 0,-1 1 0 0 0,1 0 0 0 0,-1 0-1 0 0,1 1 1 0 0,-1-1 0 0 0,1 1 0 0 0,-5 3 596 0 0,42-9 3625 0 0,21-12-2646 0 0,-8 2-1098 0 0,47-9-364 0 0,5-2 498 0 0,1 4 0 0 0,103-8 0 0 0,-201 29-934 0 0,-1-1 0 0 0,0 1 0 0 0,1 0 1 0 0,-1 0-1 0 0,0 0 0 0 0,1 0 0 0 0,-1 1 1 0 0,0-1-1 0 0,1 0 0 0 0,-1 0 0 0 0,0 1 0 0 0,0-1 1 0 0,1 1-1 0 0,-1-1 0 0 0,0 1 0 0 0,0-1 1 0 0,0 1-1 0 0,0 0 0 0 0,1 0 0 0 0,-1 0 1 0 0,0-1-1 0 0,-1 1 0 0 0,1 0 0 0 0,0 0 1 0 0,0 0-1 0 0,0 0 0 0 0,0 1 0 0 0,-1-1 0 0 0,1 0 1 0 0,-1 0-1 0 0,1 0 0 0 0,-1 0 0 0 0,1 3 1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27.9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10 349 8290 0 0,'-2'-6'652'0'0,"0"1"0"0"0,1-1 0 0 0,-1 0 0 0 0,1 0 0 0 0,0 0 0 0 0,1 0 0 0 0,-1-1 0 0 0,1 1 0 0 0,0 0 0 0 0,1 0 0 0 0,0 0 0 0 0,0 0 0 0 0,2-9 0 0 0,-2 15-579 0 0,-1-1-1 0 0,1 1 0 0 0,-1-1 1 0 0,1 1-1 0 0,0-1 0 0 0,-1 1 0 0 0,1 0 1 0 0,-1-1-1 0 0,1 1 0 0 0,0 0 0 0 0,-1 0 1 0 0,1-1-1 0 0,0 1 0 0 0,-1 0 1 0 0,1 0-1 0 0,0 0 0 0 0,0 0 0 0 0,-1 0 1 0 0,1 0-1 0 0,0 0 0 0 0,-1 0 1 0 0,1 0-1 0 0,0 0 0 0 0,-1 1 0 0 0,1-1 1 0 0,0 0-1 0 0,-1 0 0 0 0,1 1 1 0 0,0-1-1 0 0,-1 0 0 0 0,1 1 0 0 0,-1-1 1 0 0,1 0-1 0 0,-1 1 0 0 0,1-1 1 0 0,-1 1-1 0 0,2 0 0 0 0,26 21 255 0 0,-24-18-103 0 0,107 104 657 0 0,-80-74-741 0 0,2-2 1 0 0,49 38-1 0 0,-75-65-105 0 0,1-1-1 0 0,-1 1 1 0 0,1-1-1 0 0,0-1 1 0 0,0 1-1 0 0,1-2 1 0 0,-1 1 0 0 0,1-1-1 0 0,-1 0 1 0 0,16 1-1 0 0,-20-3-1 0 0,-1 1-1 0 0,1-2 0 0 0,-1 1 0 0 0,1 0 0 0 0,-1 0 1 0 0,0-1-1 0 0,1 0 0 0 0,-1 0 0 0 0,0 0 1 0 0,1 0-1 0 0,-1 0 0 0 0,0-1 0 0 0,0 1 0 0 0,0-1 1 0 0,0 0-1 0 0,0 0 0 0 0,-1 0 0 0 0,1 0 1 0 0,-1 0-1 0 0,1-1 0 0 0,-1 1 0 0 0,0-1 0 0 0,0 0 1 0 0,0 0-1 0 0,0 0 0 0 0,0 1 0 0 0,0-2 1 0 0,-1 1-1 0 0,2-6 0 0 0,6-23 119 0 0,-2 0 1 0 0,-2-1-1 0 0,-1 0 0 0 0,0-37 0 0 0,8-62-318 0 0,-9 115-60 0 0,1 1 1 0 0,0-1-1 0 0,1 1 0 0 0,1 0 0 0 0,14-27 0 0 0,-14 32-820 0 0,0 1-1 0 0,0 0 1 0 0,10-10 0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28.2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4 3681 0 0,'0'0'68'0'0,"0"-1"0"0"0,-1 1 1 0 0,1 0-1 0 0,-1-1 1 0 0,1 1-1 0 0,0 0 0 0 0,-1 0 1 0 0,1-1-1 0 0,-1 1 0 0 0,1 0 1 0 0,-1 0-1 0 0,1 0 0 0 0,-1 0 1 0 0,1-1-1 0 0,-1 1 0 0 0,1 0 1 0 0,-1 0-1 0 0,1 0 0 0 0,-1 0 1 0 0,1 0-1 0 0,-1 0 0 0 0,1 0 1 0 0,-1 0-1 0 0,1 1 0 0 0,0-1 1 0 0,-1 0-1 0 0,1 0 0 0 0,-1 0 1 0 0,1 0-1 0 0,-1 1 0 0 0,1-1 1 0 0,-1 0-1 0 0,0 1 1 0 0,-4 17 2430 0 0,10 26 442 0 0,-5-42-2940 0 0,10 62 1836 0 0,20 101 1540 0 0,-24-141-4573 0 0,2 0 1 0 0,13 31-1 0 0,-16-45 54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28.5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0 123 920 0 0,'0'-3'145'0'0,"0"1"-1"0"0,0-1 1 0 0,1 1-1 0 0,-1-1 1 0 0,0 1-1 0 0,1-1 1 0 0,0 1-1 0 0,-1-1 1 0 0,1 1 0 0 0,0-1-1 0 0,0 1 1 0 0,1 0-1 0 0,-1 0 1 0 0,0 0-1 0 0,3-3 1 0 0,25-30 2457 0 0,-23 30-2234 0 0,0 0 1 0 0,0 1 0 0 0,1-1-1 0 0,-1 1 1 0 0,1 1 0 0 0,0-1-1 0 0,0 1 1 0 0,0 0 0 0 0,0 1-1 0 0,0 0 1 0 0,1 0 0 0 0,-1 0-1 0 0,1 1 1 0 0,0 0 0 0 0,-1 1-1 0 0,1 0 1 0 0,-1 0 0 0 0,1 0-1 0 0,0 1 1 0 0,-1 0 0 0 0,13 4-1 0 0,-14-3-263 0 0,0 0-1 0 0,0 0 0 0 0,0 1 1 0 0,-1 0-1 0 0,1 0 1 0 0,-1 1-1 0 0,0-1 0 0 0,0 1 1 0 0,0 0-1 0 0,-1 1 1 0 0,1-1-1 0 0,-1 1 0 0 0,0 0 1 0 0,0 0-1 0 0,-1 0 0 0 0,1 0 1 0 0,-1 1-1 0 0,0-1 1 0 0,-1 1-1 0 0,1 0 0 0 0,-1 0 1 0 0,-1 0-1 0 0,1 0 0 0 0,-1 0 1 0 0,0 0-1 0 0,1 11 1 0 0,-2-4-142 0 0,0-1 0 0 0,-1 1 0 0 0,0-1 1 0 0,-1 0-1 0 0,-1 1 0 0 0,0-1 1 0 0,0 0-1 0 0,-1-1 0 0 0,-1 1 0 0 0,0-1 1 0 0,-1 1-1 0 0,-10 15 0 0 0,10-18-583 0 0,-1 0 0 0 0,0-1 0 0 0,0 0 0 0 0,-17 15-1 0 0,17-18-433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28.8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32 1376 0 0,'5'-31'8062'0'0,"-5"35"-7219"0"0,-5 93 2422 0 0,0 34-1427 0 0,5-116-1770 0 0,1 0 0 0 0,1 1 1 0 0,1-1-1 0 0,0 0 0 0 0,0 0 1 0 0,9 19-1 0 0,-10-29-310 0 0,1-1-1 0 0,-1 0 1 0 0,1 1 0 0 0,0-1-1 0 0,0 0 1 0 0,0 0 0 0 0,1-1-1 0 0,-1 1 1 0 0,1-1 0 0 0,0 0-1 0 0,0 0 1 0 0,0 0 0 0 0,6 3-1 0 0,0-1-1048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29.1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1 135 1928 0 0,'4'-39'343'0'0,"-3"34"177"0"0,1 0 1 0 0,0 1-1 0 0,0-1 1 0 0,0 0-1 0 0,0 1 1 0 0,1-1-1 0 0,0 1 1 0 0,0 0-1 0 0,0 0 1 0 0,0 0-1 0 0,1 0 1 0 0,0 1-1 0 0,-1-1 1 0 0,9-5-1 0 0,-6 6-280 0 0,0-1 0 0 0,0 1 0 0 0,0 0 0 0 0,0 0 0 0 0,0 1 0 0 0,1 0 0 0 0,-1 0-1 0 0,1 1 1 0 0,0-1 0 0 0,-1 1 0 0 0,1 1 0 0 0,0-1 0 0 0,0 1 0 0 0,-1 0 0 0 0,1 1 0 0 0,0 0 0 0 0,0 0 0 0 0,-1 0-1 0 0,1 1 1 0 0,-1 0 0 0 0,1 0 0 0 0,-1 0 0 0 0,0 1 0 0 0,0 0 0 0 0,0 1 0 0 0,0-1 0 0 0,5 5 0 0 0,-5-4-173 0 0,-1 0 0 0 0,0 0 1 0 0,0 1-1 0 0,0-1 1 0 0,-1 1-1 0 0,0 0 1 0 0,0 0-1 0 0,0 1 1 0 0,0-1-1 0 0,-1 1 0 0 0,0 0 1 0 0,0 0-1 0 0,0 0 1 0 0,-1 0-1 0 0,0 1 1 0 0,0-1-1 0 0,-1 0 1 0 0,0 1-1 0 0,0-1 0 0 0,0 1 1 0 0,-1 0-1 0 0,0-1 1 0 0,0 1-1 0 0,-1-1 1 0 0,0 1-1 0 0,0 0 1 0 0,-3 10-1 0 0,-2-4 8 0 0,0 0-1 0 0,0-1 1 0 0,-1 0 0 0 0,-1 0 0 0 0,0-1-1 0 0,-1 0 1 0 0,0 0 0 0 0,-16 15-1 0 0,9-11-513 0 0,-2-1-1 0 0,1 0 1 0 0,-2-2-1 0 0,-31 18 0 0 0,35-23-5764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37.3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 29 6449 0 0,'-22'-28'10291'0'0,"22"28"-10219"0"0,-1 24 755 0 0,1 36 234 0 0,0-55-916 0 0,0-1-1 0 0,0 0 1 0 0,1 0-1 0 0,0 0 1 0 0,0 0-1 0 0,0 0 1 0 0,0 0-1 0 0,1 0 1 0 0,0 0-1 0 0,3 6 1 0 0,-4-9-114 0 0,-1-1 0 0 0,1 1 0 0 0,0-1 1 0 0,-1 0-1 0 0,1 0 0 0 0,-1 1 0 0 0,1-1 1 0 0,0 0-1 0 0,-1 0 0 0 0,1 0 0 0 0,-1 1 1 0 0,1-1-1 0 0,0 0 0 0 0,-1 0 0 0 0,1 0 1 0 0,0 0-1 0 0,-1 0 0 0 0,1 0 0 0 0,0-1 1 0 0,-1 1-1 0 0,1 0 0 0 0,0 0 0 0 0,-1 0 1 0 0,1-1-1 0 0,-1 1 0 0 0,1 0 0 0 0,-1 0 1 0 0,1-1-1 0 0,-1 1 0 0 0,1-1 1 0 0,0 1-1 0 0,-1 0 0 0 0,0-1 0 0 0,1 1 1 0 0,-1-1-1 0 0,1 1 0 0 0,-1-1 0 0 0,0 1 1 0 0,1-1-1 0 0,-1 0 0 0 0,0 1 0 0 0,1-1 1 0 0,-1 1-1 0 0,0-2 0 0 0,15-26 422 0 0,-13-12-211 0 0,-2 39-236 0 0,0-1-1 0 0,0 1 1 0 0,0 0 0 0 0,0-1 0 0 0,0 1-1 0 0,-1-1 1 0 0,1 1 0 0 0,0 0 0 0 0,-1-1-1 0 0,1 1 1 0 0,-1 0 0 0 0,1-1 0 0 0,-1 1 0 0 0,0 0-1 0 0,0 0 1 0 0,1 0 0 0 0,-1-1 0 0 0,0 1-1 0 0,0 0 1 0 0,0 0 0 0 0,0 0 0 0 0,0 0 0 0 0,0 1-1 0 0,-1-1 1 0 0,0-1 0 0 0,1 2 1 0 0,1 0-1 0 0,-1 0 1 0 0,1 0 0 0 0,-1-1-1 0 0,1 1 1 0 0,-1 0 0 0 0,1 0-1 0 0,-1 0 1 0 0,0 0 0 0 0,1 0 0 0 0,-1 0-1 0 0,1 0 1 0 0,-1 0 0 0 0,1 1-1 0 0,-1-1 1 0 0,1 0 0 0 0,-1 0-1 0 0,1 0 1 0 0,-1 1 0 0 0,1-1-1 0 0,-1 0 1 0 0,1 0 0 0 0,-1 1 0 0 0,1-1-1 0 0,-1 0 1 0 0,1 1 0 0 0,0-1-1 0 0,-1 1 1 0 0,1-1 0 0 0,-1 1-1 0 0,1-1 1 0 0,0 0 0 0 0,0 1 0 0 0,-1-1-1 0 0,1 1 1 0 0,0-1 0 0 0,0 1-1 0 0,0-1 1 0 0,-1 1 0 0 0,1 1-1 0 0,2 21-3606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37.8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247 85 2761 0 0,'-90'-4'-674'0'0,"60"1"2881"0"0,0 2-1 0 0,-66-2 7348 0 0,125-10-7333 0 0,23 3-1210 0 0,1 2 1 0 0,56-1-1 0 0,71-11 194 0 0,-164 17-1180 0 0,-6 0-110 0 0,-1 1 0 0 0,1 0 0 0 0,0 0 0 0 0,0 1 0 0 0,0 1 1 0 0,0 0-1 0 0,0 0 0 0 0,0 1 0 0 0,16 3 0 0 0,-25-4-99 0 0,0 1 0 0 0,1 0 1 0 0,-1-1-1 0 0,0 1 0 0 0,0 0 0 0 0,0 0 0 0 0,0 0 1 0 0,0 0-1 0 0,0 0 0 0 0,0 0 0 0 0,-1 0 1 0 0,1 0-1 0 0,1 2 0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38.4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4145 0 0,'7'31'17062'0'0,"8"-21"-16735"0"0,15 23 1459 0 0,-29-33-1744 0 0,-4-20-2565 0 0,4 20 2546 0 0,-1 1 0 0 0,0-1 0 0 0,1 0 0 0 0,-1 0 0 0 0,0 1 1 0 0,1-1-1 0 0,-1 0 0 0 0,0 0 0 0 0,1 0 0 0 0,-1 1 0 0 0,0-1 0 0 0,1 0 0 0 0,-1 0 0 0 0,0 0 0 0 0,1 0 0 0 0,-1 0 0 0 0,1 0 0 0 0,-1 0 0 0 0,0 0 1 0 0,1 0-1 0 0,-1 0 0 0 0,1 0 0 0 0,-1 0 0 0 0,0 0 0 0 0,1 0 0 0 0,-1 0 0 0 0,0 0 0 0 0,1-1 0 0 0,-1 1 0 0 0,1 0 0 0 0,-1 0 0 0 0,0 0 0 0 0,1-1 0 0 0,-1 1 1 0 0,0 0-1 0 0,0 0 0 0 0,1-1 0 0 0,-1 1 0 0 0,0 0 0 0 0,0 0 0 0 0,1-1 0 0 0,-1 1 0 0 0,0 0 0 0 0,0-1 0 0 0,0 1 0 0 0,1-1 0 0 0,-1 1 0 0 0,0 0 1 0 0,0-1-1 0 0,0 1 0 0 0,0 0 0 0 0,0-1 0 0 0,0 1 0 0 0,0-1 0 0 0,0 1 0 0 0,0 0 0 0 0,0-1 0 0 0,0 1 0 0 0,0-1 0 0 0,0 1 0 0 0,0 0 0 0 0,0-1 1 0 0,0 1-1 0 0,0 0 0 0 0,-1-1 0 0 0,1 0 0 0 0,19 15 484 0 0,41 36-228 0 0,-2 3 0 0 0,-2 2 1 0 0,63 83-1 0 0,-49-56-147 0 0,-28-33-273 0 0,-15-16-185 0 0,47 45 0 0 0,-72-76 164 0 0,0 0 0 0 0,0 0 0 0 0,0-1 1 0 0,0 1-1 0 0,0-1 0 0 0,0 0 0 0 0,0 1 0 0 0,0-1 1 0 0,1 0-1 0 0,-1 0 0 0 0,0 0 0 0 0,1-1 1 0 0,-1 1-1 0 0,1 0 0 0 0,-1-1 0 0 0,1 0 0 0 0,-1 0 1 0 0,1 1-1 0 0,-1-1 0 0 0,1-1 0 0 0,0 1 1 0 0,4-1-1 0 0,4-5-973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38.6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314 51 6913 0 0,'0'-5'758'0'0,"0"-27"1434"0"0,-5 18 3287 0 0,-2 23-1624 0 0,-2 15-2846 0 0,8-23-869 0 0,-101 220 2557 0 0,8-20-2287 0 0,80-164-466 0 0,-42 117 404 0 0,49-131-623 0 0,2 1 0 0 0,0 1 0 0 0,1-1 0 0 0,0 38 0 0 0,4-48-754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39.2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45 4337 0 0,'-3'1'174'0'0,"0"0"1"0"0,0 0-1 0 0,0 0 0 0 0,0-1 0 0 0,0 1 1 0 0,0-1-1 0 0,0 0 0 0 0,-11-8 5211 0 0,33-3-3047 0 0,-3 5-1580 0 0,-1 1 1 0 0,1 0 0 0 0,0 0 0 0 0,1 2 0 0 0,-1 0 0 0 0,1 1 0 0 0,-1 1 0 0 0,18 0-1 0 0,12 4-1326 0 0,73 14 0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39.5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114 299 10138 0 0,'-2'1'214'0'0,"0"-1"1"0"0,0 0-1 0 0,0-1 0 0 0,0 1 0 0 0,0 0 1 0 0,0-1-1 0 0,0 1 0 0 0,0-1 0 0 0,0 1 1 0 0,0-1-1 0 0,1 0 0 0 0,-1 0 0 0 0,0 0 1 0 0,0 0-1 0 0,1 0 0 0 0,-1 0 0 0 0,1 0 1 0 0,-1-1-1 0 0,1 1 0 0 0,-1-1 0 0 0,1 1 1 0 0,0-1-1 0 0,0 1 0 0 0,0-1 0 0 0,0 0 1 0 0,0 0-1 0 0,-2-3 0 0 0,-4-9 976 0 0,0 0-1 0 0,-7-23 1 0 0,9 24-797 0 0,-3-9 63 0 0,1 0 0 0 0,-6-32 0 0 0,7-14-2482 0 0,7 44-4972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32.7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55 456 0 0,'-1'0'0'0'0,"0"-1"-5"0"0,1 1 1 0 0,-1 0-1 0 0,1-1 0 0 0,-1 1 0 0 0,1-1 1 0 0,0 1-1 0 0,-1-1 0 0 0,1 1 0 0 0,-1 0 1 0 0,1-1-1 0 0,0 0 0 0 0,-1 1 0 0 0,1-1 1 0 0,0 1-1 0 0,0-1 0 0 0,-1 1 0 0 0,1-1 1 0 0,0 0-1 0 0,0 1 0 0 0,0-1 1 0 0,0 1-1 0 0,0-1 0 0 0,0 0 0 0 0,0 1 1 0 0,0-1-1 0 0,0 1 0 0 0,0-1 0 0 0,0 0 1 0 0,0 1-1 0 0,0-1 0 0 0,0 1 0 0 0,1-1 1 0 0,-1-1-1 0 0,9-32 9327 0 0,-19 72-3913 0 0,6-20-5000 0 0,4-11-114 0 0,0 0 0 0 0,1-1 1 0 0,-1 1-1 0 0,1-1 0 0 0,1 1 0 0 0,-1-1 0 0 0,1 1 0 0 0,0-1 0 0 0,1 0 0 0 0,-1 0 0 0 0,1 0 0 0 0,5 7 0 0 0,-4-5-99 0 0,1 1-1 0 0,-2-1 1 0 0,1 1-1 0 0,-1 1 1 0 0,2 9-1 0 0,5 41 285 0 0,22 149 1066 0 0,-28-161-1461 0 0,-1-1 0 0 0,-6 69 0 0 0,-2 63 176 0 0,3-70-178 0 0,4 115 16 0 0,0-77-70 0 0,-1-58 5 0 0,-11 254 236 0 0,8-302-246 0 0,2 1 1 0 0,7 58-1 0 0,-2-50 3 0 0,-2 53 1 0 0,-3-95-28 0 0,-6 129 64 0 0,15 161 0 0 0,1-181 4 0 0,14 111 120 0 0,-18-189-148 0 0,-5-22-13 0 0,2-1 0 0 0,0 1 1 0 0,0 0-1 0 0,11 27 0 0 0,-3 4 233 0 0,-10-48-112 0 0,-2 1-132 0 0,0 0-5 0 0,1-1 82 0 0,21-4-221 0 0,-15 1 122 0 0,1 1-1 0 0,0-2 0 0 0,-1 1 0 0 0,1-1 0 0 0,-1 0 1 0 0,0 0-1 0 0,11-10 0 0 0,15-10-117 0 0,-3 10 72 0 0,2 1 0 0 0,-1 1 1 0 0,2 2-1 0 0,51-10 1 0 0,-4 0 36 0 0,-22 8-2 0 0,0 2 0 0 0,69-3-1 0 0,-64 7 65 0 0,99-20 0 0 0,-67 8 9 0 0,181-13 1 0 0,-20 5 431 0 0,-220 20-488 0 0,0 2 0 0 0,1 1 0 0 0,-1 2 0 0 0,69 7 0 0 0,-60 3-208 0 0,-49-17 208 0 0,3 5 10 0 0,0 1-1 0 0,0 0 0 0 0,0 0 1 0 0,-1 0-1 0 0,1 0 1 0 0,-1 0-1 0 0,0 0 0 0 0,1 1 1 0 0,-1-1-1 0 0,0 1 1 0 0,0-1-1 0 0,-4 0 1 0 0,5 2-9 0 0,0-1 0 0 0,0 1 0 0 0,0 0 0 0 0,0 0 0 0 0,0 0 0 0 0,0 1 0 0 0,0-1 0 0 0,1 0 0 0 0,-1 1 0 0 0,0-1 0 0 0,0 1 0 0 0,0-1 0 0 0,0 1 0 0 0,1 0 0 0 0,-1 0 0 0 0,0 0 0 0 0,1 0 0 0 0,-1 0 0 0 0,1 0 0 0 0,-1 1 0 0 0,1-1 0 0 0,-1 0 0 0 0,1 1 0 0 0,-2 1 0 0 0,-2 4-18 0 0,0 0 0 0 0,0 0 0 0 0,0 1 0 0 0,1-1 0 0 0,0 1 0 0 0,-4 9 0 0 0,7-15 14 0 0,1 0 0 0 0,-1 0 1 0 0,0 0-1 0 0,1-1 0 0 0,-1 1 0 0 0,1 0 0 0 0,0 0 0 0 0,-1 0 0 0 0,1 0 0 0 0,0 0 1 0 0,0 0-1 0 0,0 0 0 0 0,0 0 0 0 0,1 0 0 0 0,-1 0 0 0 0,0 0 0 0 0,1-1 0 0 0,0 1 0 0 0,-1 0 1 0 0,1 0-1 0 0,0 0 0 0 0,0-1 0 0 0,0 1 0 0 0,0 0 0 0 0,0-1 0 0 0,0 1 0 0 0,0-1 0 0 0,1 1 1 0 0,-1-1-1 0 0,1 0 0 0 0,-1 1 0 0 0,1-1 0 0 0,-1 0 0 0 0,3 1 0 0 0,-2-1 3 0 0,1-1 0 0 0,-1 1-1 0 0,1-1 1 0 0,0 1 0 0 0,-1-1-1 0 0,1 0 1 0 0,0 0 0 0 0,0 0 0 0 0,-1-1-1 0 0,1 1 1 0 0,0-1 0 0 0,-1 1-1 0 0,1-1 1 0 0,-1 0 0 0 0,1 0-1 0 0,-1 0 1 0 0,1 0 0 0 0,-1 0 0 0 0,0-1-1 0 0,1 1 1 0 0,-1-1 0 0 0,0 1-1 0 0,0-1 1 0 0,0 0 0 0 0,0 0 0 0 0,3-4-1 0 0,2-1 0 0 0,-1-1 0 0 0,0 0 0 0 0,0 0 0 0 0,-1 0 0 0 0,0 0-1 0 0,5-11 1 0 0,-9 16 10 0 0,0 0 1 0 0,1 0-1 0 0,-1 0 0 0 0,0-1 0 0 0,-1 1 1 0 0,1 0-1 0 0,0-1 0 0 0,-1 1 0 0 0,0 0 1 0 0,0-1-1 0 0,0 1 0 0 0,0 0 0 0 0,0-1 0 0 0,-1 1 1 0 0,0 0-1 0 0,1-1 0 0 0,-1 1 0 0 0,0 0 1 0 0,-1 0-1 0 0,1 0 0 0 0,-1 0 0 0 0,1 0 0 0 0,-1 0 1 0 0,-4-5-1 0 0,3 5 5 0 0,-1-1-1 0 0,0 1 1 0 0,0 1 0 0 0,0-1-1 0 0,0 0 1 0 0,0 1 0 0 0,0 0 0 0 0,-1 0-1 0 0,1 0 1 0 0,-1 1 0 0 0,0-1-1 0 0,1 1 1 0 0,-1 0 0 0 0,0 1 0 0 0,0-1-1 0 0,1 1 1 0 0,-6 0 0 0 0,9 0-86 0 0,-14 1 307 0 0,15-1-271 0 0,0 0 0 0 0,-1 0 0 0 0,1 0 0 0 0,0 0 0 0 0,0 0 0 0 0,0 0 0 0 0,-1 0 0 0 0,1 0 0 0 0,0 0 0 0 0,0 0 0 0 0,0 0 0 0 0,-1 1 0 0 0,1-1 0 0 0,0 0 0 0 0,0 0 0 0 0,0 0 0 0 0,0 0 0 0 0,-1 0 0 0 0,1 0 0 0 0,0 0 0 0 0,0 1 0 0 0,0-1 0 0 0,0 0 0 0 0,0 0 0 0 0,0 0 0 0 0,-1 0 0 0 0,1 1 0 0 0,0-1 0 0 0,0 0 1 0 0,0 0-1 0 0,0 0 0 0 0,0 1 0 0 0,0-1 0 0 0,0 0 0 0 0,0 0 0 0 0,0 0 0 0 0,0 0 0 0 0,0 1 0 0 0,0-1 0 0 0,0 0 0 0 0,0 0 0 0 0,0 0 0 0 0,0 1 0 0 0,0-1 0 0 0,0 0 0 0 0,0 0 0 0 0,0 0 0 0 0,0 1 0 0 0,0-1 0 0 0,0 0 0 0 0,1 0 0 0 0,-1 0 0 0 0,0 0 0 0 0,0 1 0 0 0,0-1 0 0 0,0 0 0 0 0,0 0 0 0 0,0 0 0 0 0,1 0 0 0 0,-1 0 0 0 0,0 0 0 0 0,0 1 0 0 0,1-1 1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33.3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55 25 6913 0 0,'-1'-2'199'0'0,"1"0"-1"0"0,-1 1 1 0 0,1-1-1 0 0,-1 0 0 0 0,0 1 1 0 0,0-1-1 0 0,0 1 1 0 0,0-1-1 0 0,0 1 0 0 0,0-1 1 0 0,0 1-1 0 0,0 0 0 0 0,-1-1 1 0 0,-2-1-1 0 0,3 3-33 0 0,1 1 0 0 0,-1-1 0 0 0,0 0 0 0 0,0 0 0 0 0,0 1-1 0 0,1-1 1 0 0,-1 1 0 0 0,0-1 0 0 0,0 1 0 0 0,1-1 0 0 0,-1 1 0 0 0,0-1-1 0 0,1 1 1 0 0,-1-1 0 0 0,1 1 0 0 0,-1 0 0 0 0,0 0 0 0 0,1-1 0 0 0,0 1-1 0 0,-1 0 1 0 0,1 0 0 0 0,-1-1 0 0 0,1 1 0 0 0,0 0 0 0 0,0 0 0 0 0,-1 0 0 0 0,1 0-1 0 0,0-1 1 0 0,0 3 0 0 0,-5 11 21 0 0,1 1-1 0 0,0-1 1 0 0,1 1-1 0 0,1 0 1 0 0,0 0-1 0 0,1 1 1 0 0,0-1-1 0 0,2 0 1 0 0,0 0 0 0 0,0 0-1 0 0,6 22 1 0 0,-5-28-90 0 0,1 0 0 0 0,0 0 1 0 0,1 0-1 0 0,0 0 0 0 0,0-1 1 0 0,1 1-1 0 0,0-1 0 0 0,0 0 1 0 0,1-1-1 0 0,0 0 0 0 0,1 1 1 0 0,-1-2-1 0 0,1 1 0 0 0,0-1 0 0 0,1 0 1 0 0,0-1-1 0 0,0 0 0 0 0,0 0 1 0 0,14 6-1 0 0,-19-10-49 0 0,0 1 0 0 0,0-1 0 0 0,0 1 1 0 0,1-1-1 0 0,-1 0 0 0 0,0-1 0 0 0,1 1 0 0 0,-1-1 0 0 0,1 1 0 0 0,-1-1 1 0 0,1 0-1 0 0,-1 0 0 0 0,1 0 0 0 0,-1-1 0 0 0,1 1 0 0 0,-1-1 0 0 0,0 0 1 0 0,1 0-1 0 0,-1 0 0 0 0,0-1 0 0 0,0 1 0 0 0,1-1 0 0 0,-1 1 0 0 0,0-1 1 0 0,-1 0-1 0 0,1 0 0 0 0,0 0 0 0 0,-1-1 0 0 0,1 1 0 0 0,-1-1 0 0 0,1 1 1 0 0,-1-1-1 0 0,0 0 0 0 0,0 0 0 0 0,-1 0 0 0 0,1 0 0 0 0,0 0 0 0 0,-1 0 1 0 0,0-1-1 0 0,0 1 0 0 0,0 0 0 0 0,0-1 0 0 0,0 1 0 0 0,-1-1 0 0 0,1-6 1 0 0,-1 0 52 0 0,-1 0 1 0 0,1 0 0 0 0,-2 0-1 0 0,1 1 1 0 0,-1-1-1 0 0,-1 0 1 0 0,0 1 0 0 0,0-1-1 0 0,0 1 1 0 0,-2 0 0 0 0,1 0-1 0 0,-6-8 1 0 0,5 10-95 0 0,0-1 0 0 0,0 2 0 0 0,0-1 0 0 0,0 1 0 0 0,-1-1 0 0 0,0 2 0 0 0,-1-1 0 0 0,1 1 0 0 0,-1 0-1 0 0,0 0 1 0 0,-1 0 0 0 0,1 1 0 0 0,-1 0 0 0 0,-11-3 0 0 0,17 6-155 0 0,0 0 0 0 0,-1 0-1 0 0,1 1 1 0 0,-1-1 0 0 0,1 1 0 0 0,0 0-1 0 0,-1 0 1 0 0,1 0 0 0 0,-1 0-1 0 0,1 0 1 0 0,-1 0 0 0 0,1 1 0 0 0,-1-1-1 0 0,1 1 1 0 0,0-1 0 0 0,-1 1 0 0 0,1 0-1 0 0,0 0 1 0 0,0 0 0 0 0,0 0 0 0 0,-1 1-1 0 0,1-1 1 0 0,0 1 0 0 0,1-1-1 0 0,-1 1 1 0 0,-2 2 0 0 0,-2 5-1099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33.7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34 5529 0 0,'1'-14'10276'0'0,"1"29"-7777"0"0,1 30-1632 0 0,-3-36-751 0 0,2-1 0 0 0,-1 1 0 0 0,1-1 0 0 0,0 0 1 0 0,1 0-1 0 0,-1 0 0 0 0,2 0 0 0 0,-1 0 0 0 0,1 0 1 0 0,1-1-1 0 0,-1 0 0 0 0,1 0 0 0 0,0 0 0 0 0,1 0 0 0 0,-1-1 1 0 0,1 0-1 0 0,1 0 0 0 0,-1 0 0 0 0,1-1 0 0 0,0 0 1 0 0,0-1-1 0 0,1 1 0 0 0,-1-1 0 0 0,1-1 0 0 0,16 6 0 0 0,-22-8-106 0 0,0-1 0 0 0,0 1 0 0 0,0-1 0 0 0,0 0 0 0 0,0 0 0 0 0,0 0 0 0 0,0 0 0 0 0,1 0 0 0 0,-1 0-1 0 0,0-1 1 0 0,0 1 0 0 0,0 0 0 0 0,0-1 0 0 0,0 0 0 0 0,0 0 0 0 0,0 1 0 0 0,-1-1 0 0 0,1 0 0 0 0,0 0 0 0 0,3-3-1 0 0,-2 1-4 0 0,0 0-1 0 0,0 0 0 0 0,-1-1 1 0 0,1 1-1 0 0,-1-1 0 0 0,0 0 0 0 0,0 1 1 0 0,0-1-1 0 0,2-7 0 0 0,1-7-5 0 0,-1 0-1 0 0,0 1 0 0 0,1-32 0 0 0,-5 47 6 0 0,1-14 43 0 0,-1 10-18 0 0,0 0 0 0 0,0 0 0 0 0,1 0 0 0 0,-1 0-1 0 0,1 0 1 0 0,1 0 0 0 0,-1 0 0 0 0,1 1 0 0 0,0-1-1 0 0,0 0 1 0 0,1 1 0 0 0,3-6 0 0 0,-5 10-25 0 0,0 1 0 0 0,0-1 0 0 0,0 1 0 0 0,0 0 0 0 0,-1-1 0 0 0,1 1 0 0 0,0 0 0 0 0,0 0 0 0 0,0 0 0 0 0,0 0 0 0 0,0 0 0 0 0,0 0 0 0 0,0 0 0 0 0,0 0 0 0 0,0 0 0 0 0,0 0 0 0 0,0 0 0 0 0,0 1 0 0 0,0-1 0 0 0,0 0 0 0 0,0 1 0 0 0,0-1 0 0 0,0 1 0 0 0,0-1 0 0 0,0 1 0 0 0,-1-1 0 0 0,1 1 0 0 0,0 0 0 0 0,0-1 0 0 0,-1 1 0 0 0,1 0 0 0 0,0-1 0 0 0,-1 1 0 0 0,1 0 0 0 0,0 1 0 0 0,24 30 108 0 0,-18-19-494 0 0,2 1 1 0 0,0-2-1 0 0,0 1 0 0 0,1-1 1 0 0,1-1-1 0 0,0 0 0 0 0,0 0 1 0 0,1-1-1 0 0,1-1 1 0 0,-1 0-1 0 0,19 10 0 0 0,-13-12-1271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34.0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2 5985 0 0,'-22'-1'5512'0'0,"17"19"-1057"0"0,4-4-4274 0 0,0-3 321 0 0,1 0 0 0 0,1 0 0 0 0,0 0 0 0 0,0 0 0 0 0,1 0 0 0 0,1 0 0 0 0,0 0 0 0 0,0 0 0 0 0,6 12 0 0 0,9 14 212 0 0,26 42 0 0 0,-6-13-455 0 0,10 43-528 0 0,-25-33-4237 0 0,-20-59-2181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34.2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19 225 3209 0 0,'-17'-6'62'0'0,"15"-3"2721"0"0,22-13 4219 0 0,-13 16-6126 0 0,18-17 1712 0 0,38-25-1 0 0,-25 23-1335 0 0,74-37 0 0 0,-103 58-1572 0 0,1 0 1 0 0,-1 1-1 0 0,1-1 0 0 0,0 2 0 0 0,0-1 0 0 0,11 0 0 0 0,-4 3-6689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36.3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11 203 3225 0 0,'2'-3'-33'0'0,"0"0"0"0"0,0 0 0 0 0,-1 0 0 0 0,1-1 1 0 0,-1 1-1 0 0,0-1 0 0 0,1 1 0 0 0,-2-1 0 0 0,1 0 0 0 0,0 1 1 0 0,-1-1-1 0 0,1-4 0 0 0,-1 7 256 0 0,0-1 0 0 0,1 0-1 0 0,-1 1 1 0 0,0-1 0 0 0,0 0 0 0 0,0 1 0 0 0,0-1-1 0 0,-1 1 1 0 0,1-1 0 0 0,0 0 0 0 0,-1 1 0 0 0,1-1-1 0 0,-1 1 1 0 0,1-1 0 0 0,-1 1 0 0 0,0-1 0 0 0,1 1-1 0 0,-1-1 1 0 0,0 1 0 0 0,0 0 0 0 0,0-1 0 0 0,0 1-1 0 0,-1 0 1 0 0,1 0 0 0 0,0 0 0 0 0,0 0 0 0 0,-1 0-1 0 0,1 0 1 0 0,-2-1 0 0 0,3 3-136 0 0,-1-1 0 0 0,1 0 0 0 0,0 0 0 0 0,-1 0 0 0 0,1 1 0 0 0,0-1 0 0 0,-1 0 0 0 0,1 0 1 0 0,0 1-1 0 0,-1-1 0 0 0,1 0 0 0 0,0 0 0 0 0,0 1 0 0 0,-1-1 0 0 0,1 0 0 0 0,0 1 0 0 0,0-1 0 0 0,0 1 0 0 0,-1-1 0 0 0,1 0 0 0 0,0 1 0 0 0,0-1 0 0 0,0 1 0 0 0,0-1 0 0 0,0 0 0 0 0,0 1 0 0 0,0-1 1 0 0,0 1-1 0 0,0-1 0 0 0,0 0 0 0 0,0 1 0 0 0,0 0 0 0 0,0 18 348 0 0,0-17-176 0 0,0 9 56 0 0,1 0-1 0 0,0-1 0 0 0,1 1 0 0 0,0 0 1 0 0,1-1-1 0 0,0 0 0 0 0,6 13 0 0 0,-7-17-160 0 0,0-1 0 0 0,1-1 0 0 0,0 1 0 0 0,0 0 0 0 0,0 0-1 0 0,0-1 1 0 0,1 0 0 0 0,-1 0 0 0 0,1 0 0 0 0,0 0 0 0 0,1 0-1 0 0,-1-1 1 0 0,1 0 0 0 0,-1 0 0 0 0,1 0 0 0 0,5 2 0 0 0,-9-5-137 0 0,-1 0 0 0 0,1 1 0 0 0,-1-1 1 0 0,1 0-1 0 0,0 0 0 0 0,-1 0 1 0 0,1 0-1 0 0,0 0 0 0 0,-1 0 0 0 0,1 0 1 0 0,-1 0-1 0 0,1 0 0 0 0,0 0 1 0 0,-1 0-1 0 0,1 0 0 0 0,0 0 0 0 0,-1-1 1 0 0,1 1-1 0 0,-1 0 0 0 0,1 0 1 0 0,-1-1-1 0 0,1 1 0 0 0,-1 0 0 0 0,1-1 1 0 0,-1 1-1 0 0,1-1 0 0 0,-1 1 1 0 0,1 0-1 0 0,-1-1 0 0 0,1 0 0 0 0,8-24 469 0 0,-7-26 200 0 0,-3 37-643 0 0,0 1 1 0 0,-1 0 0 0 0,-5-17-1 0 0,6 25-25 0 0,-1-1 0 0 0,0 1 0 0 0,0 0 0 0 0,0 1-1 0 0,0-1 1 0 0,-1 0 0 0 0,0 1 0 0 0,0-1-1 0 0,0 1 1 0 0,0 0 0 0 0,-5-4 0 0 0,8 7-17 0 0,-1 1 1 0 0,1-1-1 0 0,-1 0 0 0 0,1 1 1 0 0,0-1-1 0 0,-1 1 1 0 0,1-1-1 0 0,-1 1 1 0 0,1 0-1 0 0,-1-1 1 0 0,1 1-1 0 0,-1 0 0 0 0,0-1 1 0 0,1 1-1 0 0,-1 0 1 0 0,1-1-1 0 0,-1 1 1 0 0,0 0-1 0 0,1 0 1 0 0,-1 0-1 0 0,0 0 0 0 0,1-1 1 0 0,-1 1-1 0 0,0 0 1 0 0,1 0-1 0 0,-1 0 1 0 0,0 1-1 0 0,1-1 1 0 0,-1 0-1 0 0,1 0 0 0 0,-1 0 1 0 0,0 0-1 0 0,1 1 1 0 0,-1-1-1 0 0,0 0 1 0 0,1 0-1 0 0,-1 1 1 0 0,1-1-1 0 0,-1 0 0 0 0,1 1 1 0 0,-1-1-1 0 0,1 1 1 0 0,-1-1-1 0 0,1 1 1 0 0,-1-1-1 0 0,1 1 1 0 0,0-1-1 0 0,-1 1 0 0 0,1-1 1 0 0,0 1-1 0 0,-1 0 1 0 0,1-1-1 0 0,0 1 1 0 0,-1 1-1 0 0,1 0-68 0 0,-1 0-1 0 0,1 1 1 0 0,0-1-1 0 0,0 0 1 0 0,-1 1-1 0 0,1-1 1 0 0,1 0 0 0 0,-1 1-1 0 0,0-1 1 0 0,1 0-1 0 0,-1 0 1 0 0,1 1-1 0 0,-1-1 1 0 0,3 4-1 0 0,-1-3 102 0 0,0-1 0 0 0,0 1 0 0 0,1-1 0 0 0,-1 0 0 0 0,1 0-1 0 0,-1 1 1 0 0,1-2 0 0 0,0 1 0 0 0,0 0 0 0 0,0 0-1 0 0,0-1 1 0 0,0 0 0 0 0,0 0 0 0 0,0 0 0 0 0,0 0 0 0 0,1 0-1 0 0,-1 0 1 0 0,0-1 0 0 0,1 1 0 0 0,-1-1 0 0 0,0 0-1 0 0,1 0 1 0 0,-1-1 0 0 0,1 1 0 0 0,-1-1 0 0 0,0 1 0 0 0,0-1-1 0 0,1 0 1 0 0,-1 0 0 0 0,0-1 0 0 0,0 1 0 0 0,0-1 0 0 0,0 1-1 0 0,0-1 1 0 0,-1 0 0 0 0,1 0 0 0 0,0 0 0 0 0,2-3-1 0 0,-2 1 62 0 0,-1 0-1 0 0,1-1 1 0 0,0 1-1 0 0,-1 0 1 0 0,0-1-1 0 0,0 0 1 0 0,-1 0-1 0 0,1 1 1 0 0,-1-1-1 0 0,0 0 1 0 0,0 0-1 0 0,-1 0 1 0 0,0 0-1 0 0,1 0 1 0 0,-2-10-1 0 0,0 12-74 0 0,1 0 1 0 0,0 0-1 0 0,-1 0 0 0 0,0 0 1 0 0,0 0-1 0 0,0 0 0 0 0,0 0 1 0 0,0 0-1 0 0,0 1 0 0 0,-1-1 1 0 0,0 0-1 0 0,1 1 0 0 0,-1-1 1 0 0,0 1-1 0 0,0 0 0 0 0,0-1 1 0 0,-1 1-1 0 0,1 0 0 0 0,0 0 1 0 0,-1 0-1 0 0,1 1 0 0 0,-1-1 1 0 0,0 1-1 0 0,0-1 0 0 0,1 1 1 0 0,-7-2-1 0 0,7 3-10 0 0,1 0 1 0 0,-1-1-1 0 0,0 1 1 0 0,0 0-1 0 0,0 0 1 0 0,0 0-1 0 0,0 1 0 0 0,0-1 1 0 0,0 0-1 0 0,0 1 1 0 0,0-1-1 0 0,1 1 1 0 0,-1 0-1 0 0,0-1 1 0 0,0 1-1 0 0,1 0 0 0 0,-1 0 1 0 0,0 0-1 0 0,1 0 1 0 0,-1 0-1 0 0,1 1 1 0 0,-1-1-1 0 0,1 0 1 0 0,0 1-1 0 0,0-1 0 0 0,-1 1 1 0 0,0 2-1 0 0,-10 23-1733 0 0,12 0-4977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42.6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26 3857 0 0,'1'-1'18'0'0,"0"0"-1"0"0,1 1 1 0 0,-1-1 0 0 0,0 0 0 0 0,1 1-1 0 0,-1-1 1 0 0,0 1 0 0 0,1 0 0 0 0,-1-1-1 0 0,1 1 1 0 0,-1 0 0 0 0,1 0-1 0 0,-1 0 1 0 0,1 0 0 0 0,-1 0 0 0 0,0 0-1 0 0,1 0 1 0 0,2 1 0 0 0,-3-1-29 0 0,0 1 1 0 0,0-1-1 0 0,0 0 1 0 0,0 0-1 0 0,0 0 0 0 0,0 0 1 0 0,1 0-1 0 0,-1 0 0 0 0,0 0 1 0 0,0 0-1 0 0,0 0 1 0 0,0 0-1 0 0,0-1 0 0 0,0 1 1 0 0,0 0-1 0 0,0-1 1 0 0,0 1-1 0 0,0-1 0 0 0,0 1 1 0 0,0-1-1 0 0,0 0 1 0 0,0 1-1 0 0,0-1 0 0 0,-1 0 1 0 0,2 0-1 0 0,1-2 130 0 0,9-7-765 0 0,-11 24 892 0 0,-2-13 185 0 0,0 5-86 0 0,-5 24 61 0 0,1-10 4 0 0,1 0-1 0 0,0 0 0 0 0,2 1 0 0 0,0-1 1 0 0,1 1-1 0 0,4 38 0 0 0,10 18 451 0 0,-4 1-1 0 0,-3 0 0 0 0,-4 0 1 0 0,-9 93-1 0 0,-6 10-431 0 0,15 299 0 0 0,14-17 1248 0 0,6 82-1162 0 0,51-106-718 0 0,-51-333 576 0 0,-14-64-345 0 0,2 0 0 0 0,30 79 0 0 0,-34-107-62 0 0,0-2 0 0 0,1 1 0 0 0,0-1-1 0 0,1 0 1 0 0,1 0 0 0 0,-1-1-1 0 0,2 0 1 0 0,0 0 0 0 0,0-1 0 0 0,0-1-1 0 0,2 0 1 0 0,21 15 0 0 0,-10-12-338 0 0,0 0-1 0 0,1-1 1 0 0,0-1 0 0 0,1-2 0 0 0,0 0-1 0 0,29 4 1 0 0,-35-9 328 0 0,0-1-1 0 0,0-1 0 0 0,1-1 1 0 0,-1 0-1 0 0,0-1 0 0 0,1-2 1 0 0,-1 0-1 0 0,36-11 1 0 0,73-32-530 0 0,-75 26 353 0 0,0 1 0 0 0,70-14 0 0 0,-60 21 326 0 0,41-8 676 0 0,139-8 1 0 0,-164 21 12 0 0,1-4 1 0 0,-2-3-1 0 0,93-29 1 0 0,-150 38-799 0 0,1 1 1 0 0,28-1 0 0 0,14-3-1037 0 0,-57 7 413 0 0,0-1 0 0 0,0 0 0 0 0,0 0 0 0 0,0 0-1 0 0,-1-1 1 0 0,1 0 0 0 0,0-1 0 0 0,-1 0 0 0 0,0 0 0 0 0,8-6 0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43.0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157 32 6913 0 0,'-16'-7'739'0'0,"-1"1"0"0"0,-25-7 0 0 0,36 12-138 0 0,-1-1 0 0 0,1 1 0 0 0,-1 0 1 0 0,1 1-1 0 0,-1 0 0 0 0,1 0 0 0 0,-1 0 1 0 0,1 1-1 0 0,-1 0 0 0 0,-7 2 0 0 0,14-3-565 0 0,0 0-1 0 0,0 0 0 0 0,0 0 0 0 0,0 0 0 0 0,0 0 0 0 0,0 0 0 0 0,0 0 1 0 0,-1 0-1 0 0,1 0 0 0 0,0 0 0 0 0,0 0 0 0 0,0 0 0 0 0,0 0 0 0 0,0 0 1 0 0,0 0-1 0 0,0 1 0 0 0,-1-1 0 0 0,1 0 0 0 0,0 0 0 0 0,0 0 0 0 0,0 0 1 0 0,0 0-1 0 0,0 0 0 0 0,0 0 0 0 0,0 0 0 0 0,0 0 0 0 0,0 1 1 0 0,0-1-1 0 0,0 0 0 0 0,0 0 0 0 0,0 0 0 0 0,0 0 0 0 0,-1 0 0 0 0,1 0 1 0 0,0 0-1 0 0,0 1 0 0 0,0-1 0 0 0,0 0 0 0 0,0 0 0 0 0,0 0 0 0 0,0 0 1 0 0,0 0-1 0 0,1 0 0 0 0,-1 1 0 0 0,0-1 0 0 0,0 0 0 0 0,0 0 1 0 0,0 0-1 0 0,0 0 0 0 0,0 0 0 0 0,0 0 0 0 0,0 0 0 0 0,0 1 0 0 0,0-1 1 0 0,0 0-1 0 0,0 0 0 0 0,0 0 0 0 0,0 0 0 0 0,1 0 0 0 0,-1 0 0 0 0,0 0 1 0 0,0 0-1 0 0,0 0 0 0 0,0 0 0 0 0,0 0 0 0 0,1 0 0 0 0,13 7 909 0 0,16 3-232 0 0,-12-4-606 0 0,0 0 1 0 0,-1 1-1 0 0,0 1 1 0 0,0 1-1 0 0,22 15 1 0 0,-9-2 147 0 0,49 45-1 0 0,-76-65-233 0 0,-1 0-1 0 0,1 0 0 0 0,-1 0 0 0 0,0 1 0 0 0,0-1 0 0 0,0 1 0 0 0,0 0 0 0 0,0-1 0 0 0,-1 1 0 0 0,1 0 0 0 0,-1 0 0 0 0,0 0 0 0 0,0 0 1 0 0,0 0-1 0 0,0 0 0 0 0,0 1 0 0 0,-1-1 0 0 0,1 0 0 0 0,-1 0 0 0 0,0 1 0 0 0,0-1 0 0 0,0 4 0 0 0,-2-2 26 0 0,0 1-1 0 0,0-1 1 0 0,-1 1-1 0 0,1-1 1 0 0,-1 0 0 0 0,0 0-1 0 0,-1 0 1 0 0,1 0-1 0 0,-1-1 1 0 0,0 1-1 0 0,-7 5 1 0 0,-54 52 357 0 0,35-35-1176 0 0,1 1 0 0 0,-49 62 0 0 0,64-68-6449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44.0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3 264 10594 0 0,'0'0'60'0'0,"0"1"0"0"0,0-1 0 0 0,-1 0-1 0 0,1 0 1 0 0,0 0 0 0 0,0 1 0 0 0,0-1-1 0 0,-1 0 1 0 0,1 1 0 0 0,0-1 0 0 0,0 0 0 0 0,0 0-1 0 0,0 1 1 0 0,0-1 0 0 0,0 0 0 0 0,-1 1-1 0 0,1-1 1 0 0,0 0 0 0 0,0 1 0 0 0,0-1-1 0 0,0 0 1 0 0,0 1 0 0 0,0-1 0 0 0,0 0 0 0 0,0 1-1 0 0,1-1 1 0 0,-1 0 0 0 0,0 1 0 0 0,0-1-1 0 0,0 0 1 0 0,0 0 0 0 0,0 1 0 0 0,0-1 0 0 0,1 0-1 0 0,-1 1 1 0 0,0-1 0 0 0,0 0 0 0 0,0 0-1 0 0,1 0 1 0 0,-1 1 0 0 0,0-1 0 0 0,0 0-1 0 0,1 0 1 0 0,-1 0 0 0 0,1 1 0 0 0,10 14 1271 0 0,44 43 1414 0 0,77 108-1 0 0,-123-154-2605 0 0,8 12 4 0 0,33 36-1 0 0,-46-56-102 0 0,1 1 0 0 0,0-1-1 0 0,0 0 1 0 0,0 0 0 0 0,0 0-1 0 0,0-1 1 0 0,1 1 0 0 0,-1-1-1 0 0,1-1 1 0 0,0 1 0 0 0,0-1-1 0 0,0 0 1 0 0,0 0 0 0 0,7 0-1 0 0,-12-2 12 0 0,1 0 0 0 0,0 0 0 0 0,0 0 0 0 0,0-1 0 0 0,-1 1 0 0 0,1 0 0 0 0,0-1 0 0 0,0 0 1 0 0,-1 1-1 0 0,1-1 0 0 0,0 0 0 0 0,-1 0 0 0 0,1 0 0 0 0,-1 0 0 0 0,1 0 0 0 0,-1 0 0 0 0,0 0 0 0 0,1-1 0 0 0,-1 1 0 0 0,0 0 0 0 0,0-1 0 0 0,0 1 0 0 0,0-1 0 0 0,0 1 0 0 0,0-1 0 0 0,0 0 0 0 0,0 1 0 0 0,-1-1 0 0 0,1 0 0 0 0,-1 0 0 0 0,1 1 0 0 0,-1-3 0 0 0,3-8 62 0 0,-1-1 0 0 0,0 1 0 0 0,-1-21 0 0 0,-1 20 1 0 0,5-109 203 0 0,14-173-78 0 0,-16 270-388 0 0,-2 12-87 0 0,0-1 0 0 0,2 1 0 0 0,0-1 0 0 0,8-24 0 0 0,-7 32-1652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44.2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12443 0 0,'0'6'437'0'0,"0"0"0"0"0,1 0 0 0 0,0 1 0 0 0,0-1 0 0 0,0 0 0 0 0,1 0 0 0 0,0 0 0 0 0,0 0 1 0 0,4 7-1 0 0,2 8 522 0 0,8 34 1218 0 0,19 57-410 0 0,-27-91-2379 0 0,0 0 0 0 0,2-1-1 0 0,13 20 1 0 0,-18-31-764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44.5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11 11058 0 0,'27'-3'4868'0'0,"-20"3"-4198"0"0,11-2 411 0 0,7-1-146 0 0,0 1 0 0 0,0 1 0 0 0,1 2 0 0 0,44 5 0 0 0,-64-5-909 0 0,0 1 1 0 0,-1-1 0 0 0,1 1 0 0 0,-1 0 0 0 0,1 0 0 0 0,-1 1-1 0 0,0-1 1 0 0,1 1 0 0 0,-1 0 0 0 0,-1 1 0 0 0,1-1-1 0 0,0 1 1 0 0,-1 0 0 0 0,0 0 0 0 0,0 0 0 0 0,0 1-1 0 0,-1-1 1 0 0,1 1 0 0 0,-1 0 0 0 0,0 0 0 0 0,0 0 0 0 0,-1 1-1 0 0,1-1 1 0 0,-1 1 0 0 0,-1-1 0 0 0,3 10 0 0 0,-3-5-12 0 0,0 1 1 0 0,0 0 0 0 0,-1 0 0 0 0,0 0 0 0 0,-1 0-1 0 0,-1-1 1 0 0,1 1 0 0 0,-2 0 0 0 0,1-1-1 0 0,-2 0 1 0 0,1 1 0 0 0,-1-1 0 0 0,-1 0 0 0 0,0-1-1 0 0,0 1 1 0 0,-1-1 0 0 0,-12 16 0 0 0,5-10-436 0 0,0 0 1 0 0,-1-1 0 0 0,0 0-1 0 0,-1-1 1 0 0,-1-1 0 0 0,0 0-1 0 0,-1-1 1 0 0,-34 17 0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44.8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 5985 0 0,'1'-1'151'0'0,"0"1"0"0"0,0 0 0 0 0,0 0 0 0 0,0-1-1 0 0,-1 1 1 0 0,1 0 0 0 0,0 0 0 0 0,0 0 0 0 0,0 0-1 0 0,0 0 1 0 0,0 0 0 0 0,0 1 0 0 0,0-1 0 0 0,0 0-1 0 0,0 0 1 0 0,0 1 0 0 0,-1-1 0 0 0,1 0 0 0 0,0 1-1 0 0,0-1 1 0 0,0 1 0 0 0,-1-1 0 0 0,1 1 0 0 0,0 0 0 0 0,0-1-1 0 0,-1 1 1 0 0,1 0 0 0 0,-1-1 0 0 0,1 1 0 0 0,0 0-1 0 0,-1 0 1 0 0,1-1 0 0 0,-1 1 0 0 0,0 0 0 0 0,1 0-1 0 0,-1 1 1 0 0,17 41 4255 0 0,-12-29-3265 0 0,14 42 1718 0 0,13 64-1 0 0,-11-35-3261 0 0,5-2-3478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45.0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62 6449 0 0,'-1'-1'160'0'0,"-1"0"0"0"0,1 0-1 0 0,1 0 1 0 0,-1-1-1 0 0,0 1 1 0 0,0 0 0 0 0,0-1-1 0 0,1 1 1 0 0,-1-1-1 0 0,0 1 1 0 0,1-1 0 0 0,0 1-1 0 0,-1-1 1 0 0,1 1 0 0 0,0-1-1 0 0,0 1 1 0 0,0-1-1 0 0,0 1 1 0 0,0-1 0 0 0,0 0-1 0 0,0 1 1 0 0,0-1-1 0 0,1 1 1 0 0,-1-1 0 0 0,1 1-1 0 0,-1-1 1 0 0,2-1-1 0 0,0 1 124 0 0,0 0-1 0 0,-1 0 0 0 0,1 1 0 0 0,1-1 0 0 0,-1 1 0 0 0,0 0 0 0 0,0-1 0 0 0,1 1 1 0 0,-1 0-1 0 0,0 0 0 0 0,1 1 0 0 0,-1-1 0 0 0,1 0 0 0 0,-1 1 0 0 0,1-1 1 0 0,-1 1-1 0 0,4 0 0 0 0,3 0-162 0 0,0 0 0 0 0,0 0 1 0 0,0 1-1 0 0,-1 0 0 0 0,1 1 1 0 0,0 0-1 0 0,0 1 0 0 0,-1-1 1 0 0,0 2-1 0 0,1-1 0 0 0,-1 1 1 0 0,0 0-1 0 0,-1 1 0 0 0,1 0 0 0 0,-1 0 1 0 0,0 0-1 0 0,0 1 0 0 0,-1 0 1 0 0,1 1-1 0 0,-1-1 0 0 0,7 12 1 0 0,-8-11-27 0 0,0-1 0 0 0,-1 1 1 0 0,0 0-1 0 0,0 1 0 0 0,0-1 1 0 0,-1 1-1 0 0,-1 0 1 0 0,1 0-1 0 0,-1 0 0 0 0,0 0 1 0 0,-1 0-1 0 0,0 0 0 0 0,0 0 1 0 0,-1 1-1 0 0,0-1 1 0 0,0 0-1 0 0,-1 0 0 0 0,0 1 1 0 0,-1-1-1 0 0,0 0 0 0 0,0 0 1 0 0,0 0-1 0 0,-5 8 0 0 0,-1-3-413 0 0,0 0-1 0 0,-1 0 1 0 0,-1-1-1 0 0,0 0 1 0 0,-1-1-1 0 0,0 0 0 0 0,-1-1 1 0 0,0-1-1 0 0,0 1 1 0 0,-25 12-1 0 0,17-10-6015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4.30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60 6913 0 0,'1'-6'4128'0'0,"-1"6"-4066"0"0,19-7 2036 0 0,27-5 111 0 0,178-18 2745 0 0,-133 26-4204 0 0,159 12-1 0 0,-119 13-3360 0 0,-110-18 1587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5.02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126 0 4609 0 0,'-2'0'165'0'0,"-36"0"4276"0"0,-48 11 3230 0 0,87-11-7622 0 0,10 8 1211 0 0,15 8-315 0 0,8 4-620 0 0,0 2 1 0 0,-2 2-1 0 0,-1 0 1 0 0,-1 3-1 0 0,46 50 1 0 0,-73-75-334 0 0,-1 0 1 0 0,0 1 0 0 0,0-1 0 0 0,0 1-1 0 0,-1-1 1 0 0,1 1 0 0 0,0 0 0 0 0,-1 0-1 0 0,0 0 1 0 0,0 0 0 0 0,0 0 0 0 0,0 0-1 0 0,0 0 1 0 0,0 6 0 0 0,-1-7-6 0 0,-1 0 0 0 0,1 1 0 0 0,-1-1-1 0 0,0 0 1 0 0,0 0 0 0 0,0 0 0 0 0,0 0 0 0 0,0 0 0 0 0,0 0 0 0 0,0-1-1 0 0,-1 1 1 0 0,1 0 0 0 0,-1-1 0 0 0,1 1 0 0 0,-1-1 0 0 0,0 1 0 0 0,0-1-1 0 0,1 0 1 0 0,-1 1 0 0 0,0-1 0 0 0,0 0 0 0 0,-3 0 0 0 0,-141 64 259 0 0,105-48-822 0 0,24-9-1103 0 0,0 3-5071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5.70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97 9218 0 0,'1'9'6001'0'0,"15"23"-3664"0"0,-6-13-1717 0 0,11 39-49 0 0,3 10-665 0 0,-23-68 70 0 0,0 0-1 0 0,-1 0 1 0 0,1-1-1 0 0,-1 1 1 0 0,1 0-1 0 0,-1-1 0 0 0,1 1 1 0 0,-1 0-1 0 0,1-1 1 0 0,-1 1-1 0 0,1-1 1 0 0,-1 1-1 0 0,1-1 1 0 0,-1 1-1 0 0,0-1 1 0 0,1 1-1 0 0,-1-1 0 0 0,0 1 1 0 0,1-1-1 0 0,-1 1 1 0 0,0-1-1 0 0,0 0 1 0 0,1 1-1 0 0,-1-1 1 0 0,0 1-1 0 0,0-2 1 0 0,14-30-76 0 0,-9 21 21 0 0,9-18-40 0 0,22-35 1 0 0,-30 54 300 0 0,1 0 0 0 0,1 0 0 0 0,-1 1 0 0 0,2 0 0 0 0,-1 0 0 0 0,16-11 0 0 0,-23 19-85 0 0,1 0 0 0 0,-1 0 0 0 0,1 0 0 0 0,-1 1 0 0 0,1-1 0 0 0,-1 0 0 0 0,1 1 0 0 0,-1-1 0 0 0,1 1 1 0 0,0 0-1 0 0,-1-1 0 0 0,1 1 0 0 0,0 0 0 0 0,-1 0 0 0 0,1 0 0 0 0,0 0 0 0 0,-1 0 0 0 0,1 1 0 0 0,0-1 0 0 0,2 1 0 0 0,0 1-11 0 0,-1-1 1 0 0,0 1 0 0 0,0 0-1 0 0,0 0 1 0 0,0 0 0 0 0,-1 0-1 0 0,1 1 1 0 0,0-1 0 0 0,3 5-1 0 0,3 5 16 0 0,0 1 0 0 0,-1 0-1 0 0,10 22 1 0 0,-15-31-41 0 0,7 25-128 0 0,-9-24 72 0 0,0 0 0 0 0,0-1 0 0 0,1 1 0 0 0,-1-1 1 0 0,1 0-1 0 0,1 1 0 0 0,-1-1 0 0 0,0 0 0 0 0,6 6 0 0 0,-7-9-8 0 0,-1-1 1 0 0,1 1-1 0 0,0 0 1 0 0,0-1-1 0 0,-1 0 1 0 0,1 1-1 0 0,0-1 1 0 0,0 1-1 0 0,0-1 1 0 0,0 0-1 0 0,-1 0 1 0 0,1 0-1 0 0,0 1 1 0 0,0-1-1 0 0,0 0 1 0 0,0 0-1 0 0,0 0 1 0 0,0 0-1 0 0,0 0 1 0 0,0-1-1 0 0,-1 1 1 0 0,1 0 0 0 0,0 0-1 0 0,0 0 1 0 0,1-1-1 0 0,0 0-6 0 0,0-1 0 0 0,0 1 0 0 0,0-1 0 0 0,0 1 0 0 0,0-1-1 0 0,-1 0 1 0 0,1 1 0 0 0,0-1 0 0 0,1-3 0 0 0,3-5-58 0 0,0-1 0 0 0,9-21 0 0 0,-14 28 48 0 0,6-14-19 0 0,2 0 0 0 0,-1 1 1 0 0,2 0-1 0 0,14-19 0 0 0,-21 31 69 0 0,0 1 0 0 0,1 0 0 0 0,-1 0-1 0 0,1 1 1 0 0,0-1 0 0 0,-1 1 0 0 0,2 0-1 0 0,-1 0 1 0 0,0 0 0 0 0,0 0 0 0 0,1 1-1 0 0,0-1 1 0 0,-1 1 0 0 0,1 1 0 0 0,0-1-1 0 0,0 1 1 0 0,0-1 0 0 0,0 2 0 0 0,0-1-1 0 0,1 0 1 0 0,6 1 0 0 0,-10 1-17 0 0,0-1 0 0 0,0 1 1 0 0,0 0-1 0 0,0 0 0 0 0,0 0 0 0 0,0 0 1 0 0,0 0-1 0 0,0 0 0 0 0,-1 1 1 0 0,1-1-1 0 0,0 0 0 0 0,-1 1 0 0 0,1 0 1 0 0,-1-1-1 0 0,0 1 0 0 0,0 0 1 0 0,1 0-1 0 0,-1-1 0 0 0,0 1 0 0 0,0 0 1 0 0,1 4-1 0 0,15 49 327 0 0,-15-46-324 0 0,4 15 6 0 0,0 0-891 0 0,1 0-1 0 0,14 34 1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6.1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78 103 10138 0 0,'-2'-1'195'0'0,"1"0"-1"0"0,-1-1 1 0 0,0 1 0 0 0,1 0-1 0 0,-1 0 1 0 0,0 0 0 0 0,0 1-1 0 0,1-1 1 0 0,-1 0 0 0 0,0 1-1 0 0,0-1 1 0 0,0 1-1 0 0,0 0 1 0 0,0-1 0 0 0,0 1-1 0 0,0 0 1 0 0,0 0 0 0 0,0 0-1 0 0,0 1 1 0 0,0-1 0 0 0,0 0-1 0 0,-4 2 1 0 0,5-1 3 0 0,-1 1 0 0 0,0-1 0 0 0,0 1 0 0 0,0-1 0 0 0,1 1 0 0 0,-1 0 0 0 0,1 0 0 0 0,-1 0-1 0 0,1 0 1 0 0,0 0 0 0 0,0 0 0 0 0,0 0 0 0 0,0 0 0 0 0,0 0 0 0 0,0 1 0 0 0,0 2 0 0 0,-2 6 127 0 0,1 1 0 0 0,1 0 0 0 0,0 0 0 0 0,0 0 0 0 0,1 0 0 0 0,3 16 0 0 0,-1-15-256 0 0,0 0-1 0 0,2-1 1 0 0,-1 1-1 0 0,2-1 1 0 0,-1 0-1 0 0,10 16 1 0 0,-12-24-121 0 0,0 0 1 0 0,1 0 0 0 0,-1 0 0 0 0,1-1 0 0 0,-1 1 0 0 0,1-1-1 0 0,0 1 1 0 0,0-1 0 0 0,1 0 0 0 0,-1 0 0 0 0,1-1-1 0 0,-1 1 1 0 0,1-1 0 0 0,0 0 0 0 0,0 0 0 0 0,0 0 0 0 0,0 0-1 0 0,0-1 1 0 0,0 1 0 0 0,1-1 0 0 0,-1 0 0 0 0,5 0 0 0 0,-5-1 47 0 0,-1-1 0 0 0,1 1 0 0 0,-1-1 0 0 0,0 0 0 0 0,1 0 0 0 0,-1 0 0 0 0,0-1 1 0 0,0 1-1 0 0,0-1 0 0 0,0 1 0 0 0,0-1 0 0 0,0 0 0 0 0,0 0 0 0 0,0-1 1 0 0,-1 1-1 0 0,0-1 0 0 0,1 1 0 0 0,-1-1 0 0 0,0 0 0 0 0,0 1 0 0 0,0-1 1 0 0,0 0-1 0 0,-1-1 0 0 0,1 1 0 0 0,-1 0 0 0 0,0 0 0 0 0,0 0 0 0 0,1-5 1 0 0,1-4 216 0 0,0-1 1 0 0,-1 1 0 0 0,0 0 0 0 0,-1-1-1 0 0,0 1 1 0 0,-2-20 0 0 0,-1 12 42 0 0,-1 0 1 0 0,-1 0-1 0 0,-1 0 0 0 0,-7-20 1 0 0,10 34-231 0 0,-1-1 0 0 0,1 1 0 0 0,-1 0 0 0 0,-1-1 0 0 0,1 1 1 0 0,-1 1-1 0 0,0-1 0 0 0,0 1 0 0 0,-1-1 0 0 0,0 1 0 0 0,0 0 1 0 0,0 1-1 0 0,0-1 0 0 0,-1 1 0 0 0,-9-5 0 0 0,11 7-212 0 0,0 1-1 0 0,-1 0 0 0 0,1 0 1 0 0,-1 0-1 0 0,0 0 0 0 0,1 1 1 0 0,-1 0-1 0 0,-4 0 0 0 0,2 0-740 0 0,-12 0-6329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6.61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3225 0 0,'1'0'288'0'0,"1"0"-288"0"0,-1 0 0 0 0,0 0-168 0 0,-1 1-88 0 0,2-1-24 0 0,-2 1 0 0 0,1 2 280 0 0,-1 0-64 0 0,0 1 64 0 0,7 18-64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6.88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 4 4145 0 0,'-1'0'280'0'0,"0"-1"0"0"0,1 1 1 0 0,-1-1-1 0 0,0 1 0 0 0,0 0 1 0 0,0-1-1 0 0,0 1 0 0 0,0 0 0 0 0,0 0 1 0 0,0 0-1 0 0,0-1 0 0 0,0 1 0 0 0,0 0 1 0 0,0 0-1 0 0,0 1 0 0 0,0-1 1 0 0,0 0-1 0 0,0 0 0 0 0,0 0 0 0 0,0 1 1 0 0,0-1-1 0 0,0 0 0 0 0,0 1 1 0 0,0-1-1 0 0,0 1 0 0 0,1-1 0 0 0,-1 1 1 0 0,0 0-1 0 0,0-1 0 0 0,0 1 0 0 0,1 0 1 0 0,-1-1-1 0 0,0 1 0 0 0,1 0 1 0 0,-1 0-1 0 0,0 1 0 0 0,2 4 403 0 0,-1 0 1 0 0,1 0-1 0 0,1 1 1 0 0,-1-1-1 0 0,1 0 0 0 0,0-1 1 0 0,1 1-1 0 0,-1 0 1 0 0,4 5-1 0 0,34 52 373 0 0,-22-37-839 0 0,34 53-2317 0 0,-43-63 422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7.18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73 0 456 0 0,'8'3'7005'0'0,"14"4"-2952"0"0,-12-2-3740 0 0,-1-1 0 0 0,1 2 0 0 0,-1-1 0 0 0,-1 1 0 0 0,1 1 0 0 0,-1 0 0 0 0,0 0-1 0 0,-1 0 1 0 0,0 1 0 0 0,0 0 0 0 0,0 0 0 0 0,-1 1 0 0 0,0 0 0 0 0,-1 0-1 0 0,0 1 1 0 0,-1-1 0 0 0,1 1 0 0 0,-2 0 0 0 0,4 14 0 0 0,-4-12-3 0 0,-1 1 1 0 0,-1-1 0 0 0,0 0-1 0 0,0 1 1 0 0,-2 0 0 0 0,1-1-1 0 0,-1 1 1 0 0,-1-1 0 0 0,-1 0-1 0 0,1 1 1 0 0,-2-1 0 0 0,0 0-1 0 0,0-1 1 0 0,-1 1 0 0 0,0-1-1 0 0,-8 11 1 0 0,3-6-445 0 0,-1 0 0 0 0,-1-1 1 0 0,-1-1-1 0 0,0 0 0 0 0,-16 13 0 0 0,22-21-101 0 0,0 0 1 0 0,0-1-1 0 0,-1 0 0 0 0,0 0 1 0 0,0 0-1 0 0,0-1 0 0 0,0 0 0 0 0,-1-1 1 0 0,0 0-1 0 0,0 0 0 0 0,0-1 0 0 0,-13 2 1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7.38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32 47 1840 0 0,'-7'-4'160'0'0,"-9"-4"5858"0"0,13 7-4834 0 0,-1-2-72 0 0,2-1-24 0 0,4 1 1 0 0,6-1-889 0 0,2-3-200 0 0,-1-5 0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7.78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140 49 10594 0 0,'-10'-10'-815'0'0,"6"5"1278"0"0,-1 0-1 0 0,0 1 1 0 0,1-1 0 0 0,-2 1 0 0 0,1 0 0 0 0,-7-3 0 0 0,10 6-326 0 0,1 0 1 0 0,-1 0-1 0 0,0 1 1 0 0,0-1 0 0 0,0 1-1 0 0,1 0 1 0 0,-1-1-1 0 0,0 1 1 0 0,0 0 0 0 0,0 0-1 0 0,0 0 1 0 0,0 1-1 0 0,1-1 1 0 0,-1 0 0 0 0,0 1-1 0 0,0-1 1 0 0,0 1 0 0 0,0-1-1 0 0,1 1 1 0 0,-1 0-1 0 0,0 0 1 0 0,1 0 0 0 0,-1 0-1 0 0,1 0 1 0 0,-1 0-1 0 0,1 0 1 0 0,-2 2 0 0 0,-1 0-88 0 0,1 1 0 0 0,-1 0 0 0 0,1 0 0 0 0,0 0 1 0 0,0 0-1 0 0,0 1 0 0 0,1-1 0 0 0,0 1 0 0 0,0-1 1 0 0,0 1-1 0 0,0 0 0 0 0,1 0 0 0 0,-1 0 0 0 0,1 0 1 0 0,1 0-1 0 0,-1 0 0 0 0,1 0 0 0 0,-1 0 1 0 0,2 0-1 0 0,-1 0 0 0 0,0 0 0 0 0,1 0 0 0 0,0 0 1 0 0,0 0-1 0 0,1 0 0 0 0,2 8 0 0 0,-1-7-72 0 0,-1-1-1 0 0,0 0 0 0 0,1 1 1 0 0,0-1-1 0 0,1 0 1 0 0,-1 0-1 0 0,1 0 0 0 0,0-1 1 0 0,0 1-1 0 0,0-1 1 0 0,0 0-1 0 0,1 0 1 0 0,0-1-1 0 0,0 1 0 0 0,0-1 1 0 0,0 0-1 0 0,0-1 1 0 0,1 1-1 0 0,-1-1 1 0 0,1 0-1 0 0,0 0 0 0 0,9 1 1 0 0,-10-2 45 0 0,0 0 0 0 0,0-1 1 0 0,0 0-1 0 0,0 0 0 0 0,0-1 1 0 0,1 1-1 0 0,-1-1 0 0 0,0 0 0 0 0,0 0 1 0 0,0-1-1 0 0,-1 1 0 0 0,1-1 1 0 0,0 0-1 0 0,7-5 0 0 0,-10 5-17 0 0,0 1 1 0 0,0-1-1 0 0,0 0 0 0 0,-1 0 1 0 0,1 0-1 0 0,-1 0 0 0 0,1 0 0 0 0,-1 0 1 0 0,0-1-1 0 0,0 1 0 0 0,0 0 1 0 0,0-1-1 0 0,0 1 0 0 0,-1-1 0 0 0,1 1 1 0 0,-1-1-1 0 0,1 1 0 0 0,-1-1 1 0 0,0 1-1 0 0,0-1 0 0 0,0 1 0 0 0,0-1 1 0 0,-1 0-1 0 0,1 1 0 0 0,-1-1 0 0 0,1 1 1 0 0,-1 0-1 0 0,0-1 0 0 0,0 1 1 0 0,-3-5-1 0 0,0-2-121 0 0,-1-1-1 0 0,0 1 1 0 0,-1 0 0 0 0,0 0 0 0 0,0 0-1 0 0,-1 1 1 0 0,0 0 0 0 0,-1 1 0 0 0,0-1-1 0 0,0 1 1 0 0,0 1 0 0 0,-1-1-1 0 0,-15-7 1 0 0,7 7-1104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8.05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1 166 8754 0 0,'12'5'791'0'0,"0"1"0"0"0,0 0 0 0 0,0 1 0 0 0,-1 0 1 0 0,15 12-1 0 0,-20-14-506 0 0,-1 0 0 0 0,1 0 0 0 0,-1 1 0 0 0,0-1 0 0 0,0 1 0 0 0,-1 0 0 0 0,1 1 0 0 0,-1-1 0 0 0,-1 1 0 0 0,1 0 0 0 0,2 7 0 0 0,-6-13-251 0 0,0-1-1 0 0,1 1 1 0 0,-1 0 0 0 0,0 0 0 0 0,1 0 0 0 0,-1-1-1 0 0,0 1 1 0 0,0 0 0 0 0,0 0 0 0 0,0 0-1 0 0,0 0 1 0 0,0-1 0 0 0,0 1 0 0 0,0 0 0 0 0,0 0-1 0 0,0 0 1 0 0,0 0 0 0 0,0-1 0 0 0,0 1-1 0 0,-1 0 1 0 0,1 0 0 0 0,0 0 0 0 0,-1-1-1 0 0,1 1 1 0 0,-1 0 0 0 0,1-1 0 0 0,-1 1 0 0 0,1 0-1 0 0,-1-1 1 0 0,1 1 0 0 0,-1 0 0 0 0,0-1-1 0 0,1 1 1 0 0,-1-1 0 0 0,0 1 0 0 0,-1 0-1 0 0,1-1 38 0 0,0 0-1 0 0,0 0 0 0 0,-1 0 1 0 0,1-1-1 0 0,0 1 0 0 0,0 0 0 0 0,0 0 1 0 0,0-1-1 0 0,0 1 0 0 0,-1-1 1 0 0,1 1-1 0 0,0-1 0 0 0,0 1 1 0 0,0-1-1 0 0,0 0 0 0 0,0 0 0 0 0,1 1 1 0 0,-1-1-1 0 0,0 0 0 0 0,0 0 1 0 0,0 0-1 0 0,1 0 0 0 0,-1 0 0 0 0,0 0 1 0 0,1 0-1 0 0,-2-2 0 0 0,-2-5 182 0 0,0-2 0 0 0,1 1 0 0 0,0 0 0 0 0,0-1 0 0 0,1 0 0 0 0,0 1 0 0 0,1-1-1 0 0,0-19 1 0 0,1 5-181 0 0,1-1 0 0 0,6-33-1 0 0,5 13-865 0 0,0 16-4960 0 0,-2 10-1128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8.2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10594 0 0,'8'15'691'0'0,"-1"1"0"0"0,-1-1-1 0 0,0 1 1 0 0,-1 0 0 0 0,4 26 0 0 0,-5-23-419 0 0,0 0 0 0 0,2-1 0 0 0,12 30 0 0 0,-18-47-293 0 0,1-1 0 0 0,-1 1-1 0 0,0 0 1 0 0,0-1-1 0 0,1 1 1 0 0,-1 0 0 0 0,0-1-1 0 0,1 1 1 0 0,-1-1-1 0 0,0 1 1 0 0,1-1 0 0 0,-1 1-1 0 0,1-1 1 0 0,-1 1 0 0 0,1-1-1 0 0,-1 1 1 0 0,1-1-1 0 0,0 1 1 0 0,-1-1 0 0 0,1 0-1 0 0,-1 1 1 0 0,1-1-1 0 0,0 0 1 0 0,-1 0 0 0 0,1 0-1 0 0,0 1 1 0 0,-1-1-1 0 0,1 0 1 0 0,0 0 0 0 0,-1 0-1 0 0,1 0 1 0 0,0 0-1 0 0,-1 0 1 0 0,1 0 0 0 0,0 0-1 0 0,-1-1 1 0 0,1 1-1 0 0,0 0 1 0 0,-1 0 0 0 0,1 0-1 0 0,0-1 1 0 0,-1 1 0 0 0,1 0-1 0 0,0-1 1 0 0,-1 1-1 0 0,1 0 1 0 0,-1-1 0 0 0,2 0-1 0 0,2-11 22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8.43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1 11979 0 0,'-2'1'4118'0'0,"6"6"-1969"0"0,9 14-1619 0 0,-5-9-1311 0 0,5 11-4149 0 0,30 38 1 0 0,-30-45 4051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8.6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6913 0 0,'6'31'2597'0'0,"26"165"6150"0"0,-11-59-4047 0 0,-16-113-5156 0 0,1-1 1 0 0,1 0 0 0 0,1-1-1 0 0,1 0 1 0 0,20 34-1 0 0,-16-32-6869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8.84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 44 6913 0 0,'-12'-7'1252'0'0,"11"2"782"0"0,19 0 971 0 0,-10 4-3324 0 0,124-21 594 0 0,-102 18-4945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9.19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 0 6913 0 0,'-9'4'8512'0'0,"8"0"-8320"0"0,0 0 1 0 0,1 0-1 0 0,-1 0 1 0 0,1 0-1 0 0,0 1 1 0 0,0-1-1 0 0,1 0 1 0 0,-1 0-1 0 0,1 0 1 0 0,-1 0-1 0 0,1 0 1 0 0,1 0-1 0 0,-1 0 1 0 0,1-1-1 0 0,-1 1 1 0 0,4 5-1 0 0,-2-3-213 0 0,-1 0-1 0 0,1-1 0 0 0,0 0 1 0 0,1 0-1 0 0,-1 0 0 0 0,1 0 0 0 0,0 0 1 0 0,0 0-1 0 0,7 5 0 0 0,-10-9 25 0 0,1 0 0 0 0,-1 0 0 0 0,1 0-1 0 0,0 0 1 0 0,-1-1 0 0 0,1 1 0 0 0,-1 0 0 0 0,1-1 0 0 0,0 1-1 0 0,0-1 1 0 0,-1 0 0 0 0,1 1 0 0 0,0-1 0 0 0,0 0-1 0 0,0 0 1 0 0,-1 0 0 0 0,1 0 0 0 0,0 0 0 0 0,0-1-1 0 0,-1 1 1 0 0,1-1 0 0 0,0 1 0 0 0,0-1 0 0 0,-1 1-1 0 0,1-1 1 0 0,-1 0 0 0 0,1 0 0 0 0,0 0 0 0 0,-1 0-1 0 0,0 0 1 0 0,1 0 0 0 0,-1 0 0 0 0,0 0 0 0 0,1-1-1 0 0,1-2 1 0 0,19-25 58 0 0,-15 18-109 0 0,0 1 0 0 0,1 1-1 0 0,1-1 1 0 0,10-9-1 0 0,-17 17 96 0 0,-1 1 1 0 0,1 0-1 0 0,0-1 0 0 0,0 1 0 0 0,0 0 0 0 0,0 0 0 0 0,0 0 0 0 0,0 0 0 0 0,0 0 0 0 0,1 0 0 0 0,-1 1 0 0 0,0-1 0 0 0,0 1 0 0 0,1-1 0 0 0,-1 1 1 0 0,0 0-1 0 0,1 0 0 0 0,-1 0 0 0 0,0 0 0 0 0,0 1 0 0 0,1-1 0 0 0,-1 0 0 0 0,0 1 0 0 0,0 0 0 0 0,1-1 0 0 0,-1 1 0 0 0,0 0 0 0 0,2 1 1 0 0,-1 1 50 0 0,0 0 1 0 0,0-1 0 0 0,0 1 0 0 0,-1 0 0 0 0,1 0 0 0 0,-1 1-1 0 0,1-1 1 0 0,-1 0 0 0 0,0 1 0 0 0,-1-1 0 0 0,1 1 0 0 0,-1 0 0 0 0,1 0-1 0 0,-1-1 1 0 0,1 6 0 0 0,8 61 493 0 0,-9-55-547 0 0,-1-1-1 0 0,-1 1 0 0 0,0 0 0 0 0,-1-1 1 0 0,-1 0-1 0 0,0 1 0 0 0,-1-1 1 0 0,0 0-1 0 0,-1 0 0 0 0,-1-1 0 0 0,0 0 1 0 0,0 0-1 0 0,-16 21 0 0 0,10-17-118 0 0,-1 0 1 0 0,-2-1-1 0 0,1 0 0 0 0,-2-1 0 0 0,0-1 1 0 0,0-1-1 0 0,-2 0 0 0 0,-31 17 0 0 0,27-18-504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9.4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157 1 7370 0 0,'-3'1'602'0'0,"0"1"1"0"0,0 0-1 0 0,0 0 1 0 0,1 0 0 0 0,-1 1-1 0 0,1-1 1 0 0,-1 1 0 0 0,1-1-1 0 0,0 1 1 0 0,0 0 0 0 0,0 0-1 0 0,0 0 1 0 0,-2 6-1 0 0,-13 48 4801 0 0,5-15-4270 0 0,-5 3-1030 0 0,-2-1 0 0 0,-28 48 1 0 0,38-78-119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0.25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0 251 10138 0 0,'0'7'4524'0'0,"0"-7"-4423"0"0,22 0 2808 0 0,-6-6-2772 0 0,-1-1 0 0 0,0 0 1 0 0,0 0-1 0 0,-1-2 0 0 0,0 0 1 0 0,22-19-1 0 0,-30 23-100 0 0,0 0 0 0 0,0 0 0 0 0,0-1 0 0 0,-1 0-1 0 0,0 0 1 0 0,0-1 0 0 0,-1 0 0 0 0,0 1 0 0 0,0-1 0 0 0,-1-1 0 0 0,1 1 0 0 0,-1 0 0 0 0,-1-1-1 0 0,0 1 1 0 0,0-1 0 0 0,1-8 0 0 0,-3 14-30 0 0,0-1 0 0 0,0 1 0 0 0,0 0 0 0 0,0-1 0 0 0,-1 1 0 0 0,1 0 0 0 0,-1-1 0 0 0,0 1-1 0 0,1 0 1 0 0,-1 0 0 0 0,0-1 0 0 0,0 1 0 0 0,0 0 0 0 0,-1 0 0 0 0,1 0 0 0 0,0 0 0 0 0,-1 1 0 0 0,1-1 0 0 0,-1 0 0 0 0,0 0 0 0 0,-3-2-1 0 0,1 2 21 0 0,1 0 0 0 0,0 0 0 0 0,-1 1-1 0 0,0-1 1 0 0,1 1 0 0 0,-1 0 0 0 0,0 0-1 0 0,1 0 1 0 0,-1 0 0 0 0,0 1-1 0 0,0-1 1 0 0,-7 1 0 0 0,8 0-10 0 0,0 0 0 0 0,0 0-1 0 0,0 0 1 0 0,0 1 0 0 0,0-1 0 0 0,0 1 0 0 0,0 0-1 0 0,0-1 1 0 0,0 1 0 0 0,0 1 0 0 0,1-1 0 0 0,-1 0-1 0 0,0 1 1 0 0,1-1 0 0 0,-1 1 0 0 0,1 0 0 0 0,-1-1-1 0 0,1 1 1 0 0,0 1 0 0 0,0-1 0 0 0,0 0 0 0 0,0 0-1 0 0,0 1 1 0 0,1-1 0 0 0,-1 1 0 0 0,1 0 0 0 0,-1-1-1 0 0,1 1 1 0 0,0 0 0 0 0,0 0 0 0 0,0 0 0 0 0,1 0-1 0 0,-1 0 1 0 0,0 0 0 0 0,1 0 0 0 0,0 5 0 0 0,2 7 10 0 0,1-1 0 0 0,1 0 0 0 0,0 0 1 0 0,0-1-1 0 0,2 1 0 0 0,-1-1 0 0 0,2 0 1 0 0,0-1-1 0 0,0 1 0 0 0,1-1 0 0 0,1-1 0 0 0,0 1 1 0 0,1-2-1 0 0,0 1 0 0 0,0-1 0 0 0,1-1 1 0 0,0 0-1 0 0,16 10 0 0 0,-6-10-1419 0 0,2-2-3436 0 0,0-2-1497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0.47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27 21 6913 0 0,'-27'-20'10932'0'0,"32"29"-7062"0"0,-2-4-3250 0 0,8 23-235 0 0,-1 0-1 0 0,-1 0 1 0 0,-2 1-1 0 0,8 53 1 0 0,-3-12-518 0 0,17 44-2818 0 0,-19-84-4716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0.77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0 206 2761 0 0,'30'-21'2330'0'0,"-21"16"-1450"0"0,0-1-1 0 0,-1 0 1 0 0,0 0-1 0 0,0-1 1 0 0,0-1-1 0 0,-1 1 0 0 0,0-1 1 0 0,-1 0-1 0 0,9-14 1 0 0,-11 15-421 0 0,0-1 0 0 0,-1 1 0 0 0,0-1 0 0 0,-1 1 0 0 0,1-1 0 0 0,1-12 0 0 0,-4 18-404 0 0,0 1 0 0 0,0 0 0 0 0,1 0 0 0 0,-1-1 0 0 0,0 1 0 0 0,-1 0 0 0 0,1-1 0 0 0,0 1 0 0 0,0 0 0 0 0,0 0 0 0 0,-1-1 1 0 0,1 1-1 0 0,-1 0 0 0 0,1 0 0 0 0,-1-1 0 0 0,1 1 0 0 0,-1 0 0 0 0,0 0 0 0 0,0 0 0 0 0,1 0 0 0 0,-1 0 0 0 0,0 0 0 0 0,0 0 0 0 0,0 0 0 0 0,0 1 0 0 0,0-1 0 0 0,0 0 0 0 0,0 0 0 0 0,0 1 0 0 0,-1-1 0 0 0,1 1 0 0 0,0-1 0 0 0,0 1 1 0 0,0-1-1 0 0,-1 1 0 0 0,1 0 0 0 0,0 0 0 0 0,-1-1 0 0 0,1 1 0 0 0,0 0 0 0 0,0 0 0 0 0,-1 0 0 0 0,1 0 0 0 0,0 1 0 0 0,-1-1 0 0 0,1 0 0 0 0,0 1 0 0 0,-2 0 0 0 0,-1-1-62 0 0,0 1-1 0 0,0-1 1 0 0,0 1-1 0 0,0 0 1 0 0,0 0-1 0 0,1 1 1 0 0,-1-1-1 0 0,0 1 1 0 0,1 0-1 0 0,-1 0 1 0 0,1 0-1 0 0,0 0 1 0 0,0 0-1 0 0,0 1 1 0 0,0 0-1 0 0,0-1 1 0 0,0 1-1 0 0,1 0 1 0 0,-1 1-1 0 0,1-1 1 0 0,0 0-1 0 0,0 1 1 0 0,0-1-1 0 0,0 1 1 0 0,1-1-1 0 0,-1 1 1 0 0,1 0-1 0 0,0 0 1 0 0,0 0-1 0 0,0-1 1 0 0,1 1-1 0 0,0 0 1 0 0,-1 0-1 0 0,2 7 1 0 0,-1-4-35 0 0,1 0 1 0 0,0-1 0 0 0,1 1 0 0 0,-1-1 0 0 0,1 1 0 0 0,0-1 0 0 0,1 0 0 0 0,0 0 0 0 0,0 0 0 0 0,0 0 0 0 0,1 0-1 0 0,-1-1 1 0 0,1 1 0 0 0,1-1 0 0 0,-1 0 0 0 0,1-1 0 0 0,0 1 0 0 0,0-1 0 0 0,0 0 0 0 0,8 5 0 0 0,8 1-1170 0 0,3 0-6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1.04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101 0 8698 0 0,'-10'3'1438'0'0,"1"1"0"0"0,0-1-1 0 0,-1 2 1 0 0,1-1 0 0 0,1 1 0 0 0,-14 10 0 0 0,20-13-1114 0 0,0 0 0 0 0,0 0 1 0 0,0 0-1 0 0,0 0 0 0 0,0 1 1 0 0,0-1-1 0 0,1 0 0 0 0,-1 1 1 0 0,1 0-1 0 0,0-1 1 0 0,-1 4-1 0 0,1-3-281 0 0,0 0 0 0 0,1 0 1 0 0,0-1-1 0 0,-1 1 0 0 0,1 0 1 0 0,1 0-1 0 0,-1 0 0 0 0,0 0 0 0 0,1-1 1 0 0,-1 1-1 0 0,1 0 0 0 0,0 0 1 0 0,1 3-1 0 0,2 2-62 0 0,-1-1 0 0 0,2 0 0 0 0,-1 0 0 0 0,1-1 0 0 0,0 1 0 0 0,0-1 0 0 0,1 0 0 0 0,-1 0 0 0 0,9 5 0 0 0,35 24-3532 0 0,-31-25-3582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1.46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44 30 11058 0 0,'-43'-29'10543'0'0,"48"68"-9396"0"0,10 46-243 0 0,-7-34-1736 0 0,27 95-1 0 0,-27-120-7071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1.83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1 152 3225 0 0,'4'-3'186'0'0,"0"1"0"0"0,0 0 1 0 0,0-1-1 0 0,1 1 1 0 0,-1 1-1 0 0,1-1 0 0 0,-1 1 1 0 0,1-1-1 0 0,9 0 1 0 0,49-3 4111 0 0,-30 4-3015 0 0,-7-1 289 0 0,6-2 227 0 0,1 2 0 0 0,43 4 0 0 0,-68-2-1710 0 0,0 1 0 0 0,-1 0 0 0 0,1 0 0 0 0,-1 1 0 0 0,1 0 0 0 0,-1 0 0 0 0,0 1 0 0 0,0 0 1 0 0,0 0-1 0 0,0 1 0 0 0,0 0 0 0 0,-1 0 0 0 0,0 1 0 0 0,1-1 0 0 0,7 9 0 0 0,-11-9-196 0 0,-1 0 0 0 0,1 1 0 0 0,-1-1 0 0 0,0 0 0 0 0,0 1 0 0 0,-1-1 0 0 0,1 1 0 0 0,-1-1 0 0 0,0 1 0 0 0,0 0 0 0 0,-1 0 0 0 0,1 6 0 0 0,-1-6 36 0 0,1 0 0 0 0,-1-1 0 0 0,1 1 0 0 0,0 0 0 0 0,0 0 0 0 0,1-1 0 0 0,-1 1 0 0 0,1-1 0 0 0,0 1 0 0 0,4 5 0 0 0,-7-84 4896 0 0,2 66-4776 0 0,0-1 0 0 0,1 0-1 0 0,0 1 1 0 0,0-1 0 0 0,1 1 0 0 0,1 0 0 0 0,-1 0 0 0 0,1 0 0 0 0,0 0 0 0 0,1 0 0 0 0,0 1 0 0 0,0 0 0 0 0,1 0 0 0 0,0 0 0 0 0,0 1 0 0 0,0 0 0 0 0,1 0 0 0 0,0 1 0 0 0,0-1 0 0 0,11-5-1 0 0,1 1-823 0 0,-1 1 0 0 0,1 1 0 0 0,0 1 0 0 0,0 1 0 0 0,1 0 0 0 0,0 2 0 0 0,37-5 0 0 0,-45 8-222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2.1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80 1 1376 0 0,'-3'0'536'0'0,"0"1"-1"0"0,-1 0 1 0 0,1 0-1 0 0,0 0 1 0 0,-1 0-1 0 0,1 0 1 0 0,0 1-1 0 0,0 0 1 0 0,0-1-1 0 0,0 1 1 0 0,1 0-1 0 0,-1 1 1 0 0,0-1-1 0 0,1 0 1 0 0,-1 1-1 0 0,1-1 1 0 0,0 1-1 0 0,0 0 1 0 0,0 0 0 0 0,0 0-1 0 0,-2 5 1 0 0,2-3-104 0 0,-1 0 1 0 0,1 0-1 0 0,0 0 1 0 0,0 0-1 0 0,0 1 1 0 0,1-1-1 0 0,-1 0 1 0 0,1 1-1 0 0,1 0 1 0 0,-1-1-1 0 0,1 1 1 0 0,1 10-1 0 0,0-11-315 0 0,1-1 0 0 0,0 0 0 0 0,0 1 1 0 0,0-1-1 0 0,0 0 0 0 0,1 0 0 0 0,0-1 0 0 0,0 1 0 0 0,0 0 0 0 0,0-1 1 0 0,0 0-1 0 0,1 0 0 0 0,-1 0 0 0 0,1 0 0 0 0,0 0 0 0 0,0-1 1 0 0,0 1-1 0 0,6 2 0 0 0,-6-4-124 0 0,-1 1 0 0 0,1-1-1 0 0,-1 1 1 0 0,1-1 0 0 0,0 0 0 0 0,-1 0 0 0 0,1-1 0 0 0,0 1 0 0 0,-1-1 0 0 0,1 0 0 0 0,0 0-1 0 0,0 0 1 0 0,0 0 0 0 0,-1-1 0 0 0,1 0 0 0 0,0 1 0 0 0,-1-1 0 0 0,1-1 0 0 0,0 1 0 0 0,-1 0-1 0 0,0-1 1 0 0,1 0 0 0 0,3-2 0 0 0,-5 2-4 0 0,-1 1 0 0 0,0-1 0 0 0,0 1 0 0 0,0-1 0 0 0,0 1 0 0 0,0-1-1 0 0,0 0 1 0 0,-1 1 0 0 0,1-1 0 0 0,0 0 0 0 0,-1 0 0 0 0,1 1 0 0 0,-1-1 0 0 0,0 0 0 0 0,0 0 0 0 0,1 0 0 0 0,-1 0-1 0 0,0 0 1 0 0,-1 1 0 0 0,1-1 0 0 0,0 0 0 0 0,-1 0 0 0 0,1 0 0 0 0,-1 0 0 0 0,1 1 0 0 0,-1-1 0 0 0,0 0 0 0 0,1 1-1 0 0,-1-1 1 0 0,0 0 0 0 0,-2-1 0 0 0,-1-5 3 0 0,-1 1 1 0 0,0 1-1 0 0,0-1 0 0 0,-1 1 0 0 0,-10-10 1 0 0,-2 2-1074 0 0,-2 2-3550 0 0,-1 0-1689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2.65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0 656 0 0,'46'14'4315'0'0,"15"6"5832"0"0,-56-18-9576 0 0,-1 0 0 0 0,0 0 0 0 0,0 0 1 0 0,0 1-1 0 0,0 0 0 0 0,0-1 1 0 0,-1 1-1 0 0,1 1 0 0 0,-1-1 1 0 0,5 6-1 0 0,-5-4-433 0 0,0 1 1 0 0,-1-1-1 0 0,0 1 1 0 0,0 0 0 0 0,0-1-1 0 0,0 1 1 0 0,-1 0-1 0 0,0 0 1 0 0,0 0-1 0 0,-1 0 1 0 0,0 7-1 0 0,-6 69-362 0 0,5-74 144 0 0,0-7 53 0 0,1 0 0 0 0,0-1 0 0 0,0 1 0 0 0,0-1 0 0 0,0 1 0 0 0,0 0 1 0 0,0-1-1 0 0,0 1 0 0 0,0-1 0 0 0,0 1 0 0 0,0 0 0 0 0,0-1 1 0 0,0 1-1 0 0,0 0 0 0 0,0-1 0 0 0,0 1 0 0 0,1-1 0 0 0,-1 1 1 0 0,0-1-1 0 0,0 1 0 0 0,1 0 0 0 0,0 0 0 0 0,9-6-456 0 0,9-18-41 0 0,-6 0 395 0 0,47-69 880 0 0,-54 84-600 0 0,0 0 1 0 0,1 0-1 0 0,1 1 0 0 0,-1 0 0 0 0,1 0 0 0 0,0 1 0 0 0,1 0 0 0 0,10-6 0 0 0,-17 10-120 0 0,0 1 1 0 0,0 0-1 0 0,0 1 0 0 0,0-1 1 0 0,1 0-1 0 0,-1 0 0 0 0,0 1 0 0 0,0 0 1 0 0,0-1-1 0 0,0 1 0 0 0,1 0 1 0 0,-1 0-1 0 0,0 0 0 0 0,0 0 1 0 0,1 0-1 0 0,-1 1 0 0 0,0-1 1 0 0,0 1-1 0 0,0-1 0 0 0,0 1 0 0 0,0 0 1 0 0,3 1-1 0 0,-2 1-3 0 0,0-1 0 0 0,0 1 0 0 0,0-1 0 0 0,-1 1 0 0 0,1 0 0 0 0,-1 0 0 0 0,1 0 0 0 0,-1 0 0 0 0,0 1 0 0 0,0-1 0 0 0,2 7 0 0 0,2 5-97 0 0,-1 1 0 0 0,-1-1 0 0 0,0 1 0 0 0,2 31 0 0 0,-5-37-486 0 0,0-1 0 0 0,1 1 0 0 0,1-1 1 0 0,4 14-1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3.00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230 29 7370 0 0,'0'-1'242'0'0,"0"0"1"0"0,0 0 0 0 0,0-1 0 0 0,0 1 0 0 0,0 0-1 0 0,0 0 1 0 0,0 0 0 0 0,-1 0 0 0 0,1 0 0 0 0,0 0-1 0 0,-1 0 1 0 0,1 0 0 0 0,-1 0 0 0 0,1 0 0 0 0,-1 0-1 0 0,0 0 1 0 0,1 0 0 0 0,-1 0 0 0 0,0 1 0 0 0,1-1-1 0 0,-1 0 1 0 0,0 0 0 0 0,0 1 0 0 0,0-1 0 0 0,-1 0-1 0 0,0 0 125 0 0,0 0 0 0 0,0 1-1 0 0,0-1 1 0 0,0 1-1 0 0,0 0 1 0 0,0-1 0 0 0,0 1-1 0 0,-1 0 1 0 0,1 0-1 0 0,0 1 1 0 0,0-1 0 0 0,-4 1-1 0 0,2 0-45 0 0,-1 0 0 0 0,1 1 0 0 0,-1-1 0 0 0,1 1 0 0 0,0 0-1 0 0,-1 1 1 0 0,1-1 0 0 0,0 0 0 0 0,0 1 0 0 0,1 0 0 0 0,-1 0 0 0 0,-4 5-1 0 0,7-6-293 0 0,0 0-1 0 0,0 1 0 0 0,0-1 1 0 0,0 0-1 0 0,0 1 0 0 0,1 0 1 0 0,-1-1-1 0 0,1 1 0 0 0,-1-1 0 0 0,1 1 1 0 0,0-1-1 0 0,0 1 0 0 0,0 0 1 0 0,0-1-1 0 0,1 1 0 0 0,-1-1 0 0 0,1 1 1 0 0,0-1-1 0 0,-1 1 0 0 0,1-1 1 0 0,0 1-1 0 0,0-1 0 0 0,1 0 1 0 0,-1 1-1 0 0,0-1 0 0 0,1 0 0 0 0,0 0 1 0 0,3 3-1 0 0,6 8 44 0 0,0 0 1 0 0,1-1-1 0 0,18 13 0 0 0,-22-18-27 0 0,13 9-37 0 0,32 29-57 0 0,-50-42 16 0 0,0 0 0 0 0,0 1 0 0 0,-1-1 0 0 0,1 1 0 0 0,-1-1 0 0 0,1 1-1 0 0,-1 0 1 0 0,0-1 0 0 0,-1 1 0 0 0,1 0 0 0 0,-1 1 0 0 0,2 5 0 0 0,-3-9 18 0 0,0 1 1 0 0,0-1-1 0 0,0 1 1 0 0,-1-1-1 0 0,1 1 1 0 0,0-1 0 0 0,-1 0-1 0 0,1 1 1 0 0,-1-1-1 0 0,1 0 1 0 0,-1 1-1 0 0,0-1 1 0 0,0 0-1 0 0,1 0 1 0 0,-1 1-1 0 0,0-1 1 0 0,0 0-1 0 0,0 0 1 0 0,0 0-1 0 0,-1 0 1 0 0,1 0-1 0 0,0 0 1 0 0,0-1-1 0 0,0 1 1 0 0,-1 0-1 0 0,1-1 1 0 0,0 1-1 0 0,-1-1 1 0 0,-2 2-1 0 0,-46 9-173 0 0,46-11 164 0 0,-21 3-251 0 0,1-1 0 0 0,-1-2 1 0 0,1 0-1 0 0,-1-2 0 0 0,1 0 0 0 0,-42-11 0 0 0,45 8-299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3.91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38 7834 0 0,'21'-3'2696'0'0,"64"-10"1882"0"0,43-5-423 0 0,-97 15-3918 0 0,65 3-1 0 0,-89 1-2012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4.52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1 108 8754 0 0,'0'-5'762'0'0,"0"0"-1"0"0,1-1 1 0 0,0 1-1 0 0,0 0 1 0 0,1 0 0 0 0,-1-1-1 0 0,1 1 1 0 0,0 0 0 0 0,4-6-1 0 0,-5 10-676 0 0,-1 1 0 0 0,1 0 0 0 0,-1 0 0 0 0,1 0 0 0 0,-1 0 0 0 0,1 0 0 0 0,0 0 0 0 0,-1 0 0 0 0,1 0 0 0 0,-1 0 0 0 0,1 0 0 0 0,0 0 0 0 0,-1 0 0 0 0,1 0 0 0 0,-1 0 0 0 0,1 0-1 0 0,-1 0 1 0 0,1 1 0 0 0,0-1 0 0 0,-1 0 0 0 0,1 0 0 0 0,-1 1 0 0 0,1-1 0 0 0,-1 1 0 0 0,1-1 0 0 0,-1 0 0 0 0,0 1 0 0 0,1-1 0 0 0,-1 1 0 0 0,1-1 0 0 0,-1 1 0 0 0,0-1 0 0 0,1 1 0 0 0,-1 0 0 0 0,15 18 965 0 0,-9-9-877 0 0,-1 0 0 0 0,-1 0 0 0 0,0 1 0 0 0,0 0 1 0 0,-1 0-1 0 0,0 0 0 0 0,-1 0 0 0 0,0 0 0 0 0,0 1 0 0 0,-1 17 0 0 0,0-9-339 0 0,8 39-1 0 0,18-108-2154 0 0,-8 18 2000 0 0,1 0-1 0 0,2 2 1 0 0,41-45 0 0 0,-51 60 298 0 0,-6 6 271 0 0,1 1 0 0 0,0 0-1 0 0,0 0 1 0 0,0 1 0 0 0,0 0 0 0 0,15-9 0 0 0,-19 14-134 0 0,1 0-1 0 0,-1-1 1 0 0,1 1 0 0 0,-1 0 0 0 0,1 1-1 0 0,-1-1 1 0 0,1 1 0 0 0,0-1 0 0 0,-1 1-1 0 0,1 0 1 0 0,0 1 0 0 0,-1-1-1 0 0,1 0 1 0 0,-1 1 0 0 0,1 0 0 0 0,0 0-1 0 0,-1 0 1 0 0,0 0 0 0 0,1 1 0 0 0,4 2-1 0 0,0 0-81 0 0,0 1-1 0 0,-1 0 0 0 0,0 0 0 0 0,0 0 0 0 0,0 1 0 0 0,-1 0 1 0 0,1 0-1 0 0,-1 0 0 0 0,9 14 0 0 0,-2 1 3 0 0,-1 0 1 0 0,11 29-1 0 0,-18-39-18 0 0,18 29-135 0 0,-22-38-115 0 0,1 0 1 0 0,-1 0-1 0 0,1 0 0 0 0,0-1 1 0 0,0 1-1 0 0,0 0 1 0 0,0-1-1 0 0,0 1 1 0 0,0-1-1 0 0,0 0 0 0 0,0 0 1 0 0,1 0-1 0 0,-1 0 1 0 0,0 0-1 0 0,1 0 1 0 0,2 0-1 0 0,1-1-1402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5.04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6 124 7834 0 0,'-1'-2'222'0'0,"1"1"0"0"0,-1-1 0 0 0,0 0 0 0 0,1 0 0 0 0,-1 0 0 0 0,1 0 0 0 0,-1 0 1 0 0,1 0-1 0 0,0 0 0 0 0,0 0 0 0 0,0 0 0 0 0,0 0 0 0 0,0 0 0 0 0,1 0 0 0 0,-1 0 0 0 0,0 0 0 0 0,1 0 1 0 0,0 0-1 0 0,-1 0 0 0 0,1 1 0 0 0,1-3 0 0 0,21-39 2340 0 0,-20 39-2446 0 0,0 1 0 0 0,0 0 0 0 0,0 0-1 0 0,0 0 1 0 0,1 1 0 0 0,0-1 0 0 0,-1 1 0 0 0,1 0 0 0 0,0 0 0 0 0,0 0-1 0 0,0 1 1 0 0,0-1 0 0 0,0 1 0 0 0,1 0 0 0 0,-1 0 0 0 0,0 1 0 0 0,0-1-1 0 0,1 1 1 0 0,-1 0 0 0 0,1 0 0 0 0,-1 0 0 0 0,0 1 0 0 0,0-1 0 0 0,1 1 0 0 0,-1 0-1 0 0,0 0 1 0 0,0 1 0 0 0,5 1 0 0 0,1 1 171 0 0,-1 0 1 0 0,1 0-1 0 0,-1 1 1 0 0,0 1-1 0 0,0-1 0 0 0,0 1 1 0 0,-1 1-1 0 0,0-1 1 0 0,0 2-1 0 0,11 13 0 0 0,-11-8-269 0 0,0 0 0 0 0,0 1 0 0 0,-2 1 0 0 0,0-1-1 0 0,0 1 1 0 0,-2 0 0 0 0,0 0 0 0 0,0 1 0 0 0,1 16-1 0 0,0-2-1512 0 0,1-20-1847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5.24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7834 0 0,'0'0'356'0'0,"11"21"4010"0"0,13 29 2393 0 0,12 28-2635 0 0,-28-61-4480 0 0,-2 0 1 0 0,0 1 0 0 0,0 0-1 0 0,4 32 1 0 0,-10-46-943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5.4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 0 12899 0 0,'0'3'1264'0'0,"1"-2"-1128"0"0,-1 1-136 0 0,0-1 0 0 0,0 2 632 0 0,0 0 96 0 0,-1 2 17 0 0,-1 1 7 0 0,1 1-920 0 0,1 1-184 0 0,-2-1-41 0 0,2 1-7 0 0,2 0 400 0 0,-2 2 0 0 0,0 1 0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5.84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53 11979 0 0,'1'-3'333'0'0,"0"1"0"0"0,-1-1 0 0 0,1 1 0 0 0,1-1 0 0 0,-1 1 1 0 0,0 0-1 0 0,0 0 0 0 0,1-1 0 0 0,0 1 0 0 0,-1 0 0 0 0,1 0 1 0 0,0 0-1 0 0,0 1 0 0 0,0-1 0 0 0,0 0 0 0 0,0 1 1 0 0,0-1-1 0 0,4-1 0 0 0,-4 2-140 0 0,0-1 1 0 0,0 1-1 0 0,0 0 0 0 0,0 0 1 0 0,1 0-1 0 0,-1 0 0 0 0,0 0 1 0 0,1 0-1 0 0,-1 1 0 0 0,1-1 0 0 0,-1 1 1 0 0,1-1-1 0 0,-1 1 0 0 0,1 0 1 0 0,-1 0-1 0 0,1 0 0 0 0,-1 0 1 0 0,1 1-1 0 0,3 0 0 0 0,-5 0-172 0 0,1 0-1 0 0,-1 1 1 0 0,0-1 0 0 0,0 0-1 0 0,1 1 1 0 0,-1-1-1 0 0,0 1 1 0 0,0-1-1 0 0,-1 1 1 0 0,1-1-1 0 0,0 1 1 0 0,0 0-1 0 0,-1-1 1 0 0,1 1-1 0 0,0 3 1 0 0,5 32 332 0 0,-5-21-285 0 0,15 38-274 0 0,-15-51 189 0 0,0-1 1 0 0,0 1-1 0 0,0 0 0 0 0,0 0 1 0 0,1-1-1 0 0,0 1 0 0 0,-1-1 1 0 0,1 1-1 0 0,0-1 1 0 0,0 1-1 0 0,0-1 0 0 0,0 0 1 0 0,1 0-1 0 0,-1 0 0 0 0,6 3 1 0 0,-7-6-16 0 0,0 1 0 0 0,1 0 1 0 0,-1 0-1 0 0,0 0 0 0 0,0-1 1 0 0,1 1-1 0 0,-1-1 0 0 0,0 1 1 0 0,0-1-1 0 0,0 0 0 0 0,0 1 1 0 0,1-1-1 0 0,-1 0 0 0 0,0 0 0 0 0,0 0 1 0 0,0 1-1 0 0,0-3 0 0 0,21-19-87 0 0,-19 19 97 0 0,10-11-43 0 0,-3 2 76 0 0,1 0-1 0 0,0 2 1 0 0,0-1-1 0 0,1 1 1 0 0,20-13-1 0 0,-31 23 3 0 0,0 0-1 0 0,-1-1 0 0 0,1 1 0 0 0,0 0 0 0 0,0 0 1 0 0,-1 0-1 0 0,1-1 0 0 0,0 1 0 0 0,-1 0 1 0 0,1 0-1 0 0,0 0 0 0 0,0 0 0 0 0,-1 0 0 0 0,1 0 1 0 0,0 1-1 0 0,0-1 0 0 0,-1 0 0 0 0,1 0 1 0 0,0 0-1 0 0,-1 1 0 0 0,1-1 0 0 0,0 0 0 0 0,-1 1 1 0 0,1-1-1 0 0,0 1 0 0 0,-1-1 0 0 0,1 0 1 0 0,-1 1-1 0 0,1 0 0 0 0,-1-1 0 0 0,1 1 0 0 0,-1-1 1 0 0,1 1-1 0 0,-1-1 0 0 0,1 1 0 0 0,-1 0 1 0 0,0-1-1 0 0,0 1 0 0 0,1 0 0 0 0,-1 0 1 0 0,0-1-1 0 0,0 1 0 0 0,0 0 0 0 0,1-1 0 0 0,-1 1 1 0 0,0 1-1 0 0,5 43 437 0 0,-5-34-439 0 0,9 22-433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6.14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 17 7834 0 0,'-11'-14'8438'0'0,"10"16"-8201"0"0,-7 26 5577 0 0,6-11-6560 0 0,4-11 782 0 0,-1-1 1 0 0,1 1-1 0 0,0 0 1 0 0,0-1-1 0 0,0 1 1 0 0,1-1 0 0 0,0 0-1 0 0,0 0 1 0 0,0 0-1 0 0,0 0 1 0 0,1 0-1 0 0,0-1 1 0 0,0 1-1 0 0,0-1 1 0 0,1 0 0 0 0,-1-1-1 0 0,1 1 1 0 0,0-1-1 0 0,9 5 1 0 0,-10-6-15 0 0,1 1 0 0 0,-1-1 0 0 0,1 0 0 0 0,0-1 0 0 0,-1 1 1 0 0,1-1-1 0 0,0 0 0 0 0,0 0 0 0 0,0-1 0 0 0,0 1 0 0 0,0-1 0 0 0,0 0 0 0 0,0-1 1 0 0,0 1-1 0 0,0-1 0 0 0,0 0 0 0 0,0 0 0 0 0,-1 0 0 0 0,1-1 0 0 0,0 0 0 0 0,-1 1 1 0 0,1-2-1 0 0,-1 1 0 0 0,5-4 0 0 0,-8 6-22 0 0,1-1 0 0 0,-1 0 1 0 0,0 0-1 0 0,0 0 0 0 0,0 0 0 0 0,0 0 1 0 0,0 0-1 0 0,0 0 0 0 0,-1 0 1 0 0,1-1-1 0 0,0 1 0 0 0,0 0 0 0 0,-1 0 1 0 0,1-1-1 0 0,-1 1 0 0 0,1 0 0 0 0,-1-1 1 0 0,0 1-1 0 0,1-1 0 0 0,-1 1 0 0 0,0 0 1 0 0,0-1-1 0 0,0 1 0 0 0,0-1 0 0 0,0-2 1 0 0,-1 1 0 0 0,-1 0 0 0 0,1 0 0 0 0,0 0 0 0 0,-1 0 0 0 0,1 0 0 0 0,-1 0 0 0 0,0 0 0 0 0,0 1 0 0 0,0-1 0 0 0,-5-4 0 0 0,-4-2-6 0 0,0 0 0 0 0,-1 0 0 0 0,0 1 0 0 0,-15-8 0 0 0,-20-7-3257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6.46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0 123 6449 0 0,'17'1'1580'0'0,"0"1"0"0"0,0 1 0 0 0,0 1 0 0 0,0 0 0 0 0,-1 1 0 0 0,1 1 0 0 0,-1 0 0 0 0,19 11 0 0 0,19 7 463 0 0,-59-32-1907 0 0,0 0 0 0 0,1 0 0 0 0,0 0 0 0 0,1-1 0 0 0,0 0 0 0 0,0 1 0 0 0,-1-10 0 0 0,3 11-288 0 0,0 0-1 0 0,0-1 1 0 0,1 1 0 0 0,0 0 0 0 0,1 0-1 0 0,-1 0 1 0 0,1-1 0 0 0,1 1 0 0 0,-1 0 0 0 0,1 0-1 0 0,0 0 1 0 0,1 1 0 0 0,4-9 0 0 0,0 4-416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6.65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 0 11522 0 0,'-3'63'3599'0'0,"1"-40"-1134"0"0,1 1 0 0 0,3 37 1 0 0,-1-58-2783 0 0,-1-1 0 0 0,1 1 1 0 0,0 0-1 0 0,0 0 0 0 0,1 0 0 0 0,-1-1 1 0 0,1 1-1 0 0,-1-1 0 0 0,4 5 0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6.82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0 10138 0 0,'-2'0'448'0'0,"2"1"96"0"0,0 1-440 0 0,0-1-104 0 0,0 1 0 0 0,3 0 705 0 0,-2 2 111 0 0,2 1 24 0 0,0 0 8 0 0,0 2-432 0 0,-1 0-96 0 0,1 0-8 0 0,1-2-8 0 0,-1 2-1968 0 0,1 1-384 0 0,0 3-89 0 0,-1 2-7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7.06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11 10138 0 0,'0'-1'67'0'0,"-1"1"-1"0"0,1 0 0 0 0,0 0 1 0 0,0 0-1 0 0,0 0 1 0 0,-1-1-1 0 0,1 1 1 0 0,0 0-1 0 0,0 0 0 0 0,0 0 1 0 0,0-1-1 0 0,-1 1 1 0 0,1 0-1 0 0,0 0 0 0 0,0-1 1 0 0,0 1-1 0 0,0 0 1 0 0,0-1-1 0 0,0 1 1 0 0,0 0-1 0 0,0 0 0 0 0,0-1 1 0 0,0 1-1 0 0,0 0 1 0 0,0 0-1 0 0,0-1 0 0 0,0 1 1 0 0,0 0-1 0 0,0-1 1 0 0,0 1-1 0 0,0 0 1 0 0,0 0-1 0 0,0-1 0 0 0,0 1 1 0 0,1 0-1 0 0,-1 0 1 0 0,0-1-1 0 0,0 1 0 0 0,0 0 1 0 0,0 0-1 0 0,1-1 1 0 0,11 7 2717 0 0,14 15 1036 0 0,-17-11-3398 0 0,-1 1 1 0 0,0 0-1 0 0,-1 0 0 0 0,0 0 1 0 0,-1 1-1 0 0,0 0 0 0 0,-1 0 1 0 0,0 1-1 0 0,5 22 0 0 0,-1 9-167 0 0,5 70-1 0 0,-1-3-1209 0 0,-10-97 259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7.57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8 117 6913 0 0,'-1'-1'64'0'0,"0"0"0"0"0,1 0-1 0 0,-1-1 1 0 0,0 1 0 0 0,0 0-1 0 0,1 0 1 0 0,-1 0-1 0 0,1-1 1 0 0,-1 1 0 0 0,1 0-1 0 0,0-1 1 0 0,0 1-1 0 0,-1 0 1 0 0,1-1 0 0 0,0 1-1 0 0,0-1 1 0 0,0 1-1 0 0,0 0 1 0 0,0-1 0 0 0,1 1-1 0 0,-1 0 1 0 0,0-1-1 0 0,1 1 1 0 0,-1 0 0 0 0,1 0-1 0 0,-1-1 1 0 0,1 1-1 0 0,0 0 1 0 0,-1 0 0 0 0,2-2-1 0 0,2-1 191 0 0,0 0-1 0 0,1 0 0 0 0,-1 0 0 0 0,1 1 1 0 0,-1-1-1 0 0,7-2 0 0 0,2-1-37 0 0,0 0-1 0 0,1 1 0 0 0,-1 1 0 0 0,1 0 1 0 0,0 1-1 0 0,1 1 0 0 0,-1 0 0 0 0,26-2 1 0 0,9 4-1947 0 0,63 5 1 0 0,-8 1-1173 0 0,-103-6 3116 0 0,1 1 1 0 0,-1 0-1 0 0,0 0 1 0 0,1 0-1 0 0,-1 1 0 0 0,0-1 1 0 0,1 0-1 0 0,-1 0 1 0 0,0 1-1 0 0,1-1 1 0 0,-1 1-1 0 0,0-1 0 0 0,0 1 1 0 0,1 0-1 0 0,-1-1 1 0 0,0 1-1 0 0,0 0 0 0 0,0 0 1 0 0,0 0-1 0 0,0 0 1 0 0,0 0-1 0 0,0 0 1 0 0,0 0-1 0 0,-1 0 0 0 0,1 0 1 0 0,0 0-1 0 0,-1 0 1 0 0,2 2-1 0 0,-1 3 544 0 0,1 0 0 0 0,-1-1 1 0 0,-1 1-1 0 0,1 0 0 0 0,-1 10 0 0 0,0-10-371 0 0,0 0 0 0 0,0 0 0 0 0,0-1 0 0 0,1 1 0 0 0,0 0 0 0 0,0 0 0 0 0,3 5-1 0 0,-3-10-348 0 0,-1 1-1 0 0,1 0 0 0 0,1-1 0 0 0,-1 1 0 0 0,0-1 1 0 0,0 1-1 0 0,1-1 0 0 0,-1 0 0 0 0,0 1 0 0 0,1-1 0 0 0,-1 0 1 0 0,1 0-1 0 0,0 0 0 0 0,-1 0 0 0 0,1-1 0 0 0,0 1 1 0 0,0 0-1 0 0,-1-1 0 0 0,1 1 0 0 0,0-1 0 0 0,0 1 1 0 0,0-1-1 0 0,0 0 0 0 0,0 0 0 0 0,0 0 0 0 0,3 0 0 0 0,3 0 46 0 0,-1-1 0 0 0,1 0 0 0 0,0 0-1 0 0,0 0 1 0 0,-1-1 0 0 0,1 0 0 0 0,-1-1-1 0 0,1 0 1 0 0,-1 0 0 0 0,0 0 0 0 0,0-1-1 0 0,0 0 1 0 0,8-7 0 0 0,-3 0 83 0 0,0 0 0 0 0,-1 0 1 0 0,0-1-1 0 0,-1-1 1 0 0,13-19-1 0 0,-23 32-161 0 0,1-1 1 0 0,-1 1-1 0 0,0-1 1 0 0,1 1-1 0 0,-1-1 1 0 0,0 1-1 0 0,1-1 1 0 0,-1 1-1 0 0,1-1 1 0 0,-1 1-1 0 0,1 0 1 0 0,-1-1-1 0 0,1 1 1 0 0,-1 0-1 0 0,1-1 1 0 0,-1 1-1 0 0,1 0 1 0 0,-1 0-1 0 0,1 0 1 0 0,0-1-1 0 0,-1 1 1 0 0,1 0-1 0 0,-1 0 1 0 0,1 0-1 0 0,0 0 1 0 0,-1 0-1 0 0,1 0 1 0 0,-1 0-1 0 0,1 0 0 0 0,0 1 1 0 0,17 13 314 0 0,10 32 266 0 0,-25-40-556 0 0,21 37 35 0 0,-10-19 82 0 0,0 0 0 0 0,-2 1 0 0 0,-1 1 0 0 0,10 31 0 0 0,-19-51-120 0 0,-1 1 0 0 0,0 0 0 0 0,1 0 0 0 0,-2 0 0 0 0,1 0 1 0 0,-1 0-1 0 0,0 0 0 0 0,-1 0 0 0 0,0 0 0 0 0,0 0 0 0 0,0 0 0 0 0,-1-1 0 0 0,0 1 1 0 0,0 0-1 0 0,-1-1 0 0 0,1 1 0 0 0,-2-1 0 0 0,1 0 0 0 0,-1 0 0 0 0,0 0 0 0 0,-7 9 0 0 0,-9 4-219 0 0,0-1-1 0 0,-2 0 1 0 0,0-2-1 0 0,0 0 0 0 0,-2-1 1 0 0,1-2-1 0 0,-2 0 0 0 0,0-2 1 0 0,-53 17-1 0 0,54-21-8304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1.35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289 24 5465 0 0,'-10'-1'7'0'0,"1"1"0"0"0,0 0-1 0 0,-1 0 1 0 0,1 1 0 0 0,0 0-1 0 0,0 1 1 0 0,-14 3 0 0 0,-6 2-7 0 0,17-5 40 0 0,-3 1 58 0 0,-1-1 1 0 0,-24 1-1 0 0,34-4 354 0 0,0 1 0 0 0,0-1 0 0 0,0 0 0 0 0,0 0 0 0 0,0-1-1 0 0,0 0 1 0 0,0 0 0 0 0,1 0 0 0 0,-11-6 0 0 0,-4 3 4694 0 0,30 6-4239 0 0,58 5-25 0 0,0 0-365 0 0,99-3 1 0 0,541-34 1638 0 0,-534 24-1666 0 0,-57 5-282 0 0,-117 2-254 0 0,0 0 0 0 0,0 1 0 0 0,0-1 0 0 0,-1 0-91 0 0,1 0 91 0 0,0 0 0 0 0,0 0 0 0 0,0 0 0 0 0,0 1 1 0 0,0-1-1 0 0,0 0 0 0 0,0 0 0 0 0,0 0 0 0 0,0 0 0 0 0,0 0 1 0 0,0 1-1 0 0,0-1 0 0 0,0 0 0 0 0,0 0 0 0 0,0 0 0 0 0,0 0 1 0 0,0 0-1 0 0,0 1 0 0 0,0-1 0 0 0,0 0 0 0 0,0 0 0 0 0,0 0 1 0 0,0 0-1 0 0,0 0 0 0 0,0 1 0 0 0,0-1 0 0 0,0 0 0 0 0,0 0 1 0 0,0 0-1 0 0,0 0 0 0 0,0 0 0 0 0,1 0 0 0 0,-1 1-91 0 0,0-1 91 0 0,0 0 0 0 0,0 0 0 0 0,0 0 0 0 0,0 0 1 0 0,1 0-1 0 0,-1 0 0 0 0,0 0 0 0 0,0 0 0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2.0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66 80 7834 0 0,'-7'-8'794'0'0,"-1"1"0"0"0,2-1 0 0 0,-10-14 1 0 0,-13-13 6397 0 0,41 58-3627 0 0,-1 26-3547 0 0,-7-30 273 0 0,14 97-280 0 0,-12-68 153 0 0,19 71-1 0 0,-21-106-427 0 0,0 1 0 0 0,2-1 0 0 0,-1 0 0 0 0,1 0 0 0 0,1 0 0 0 0,1-1 0 0 0,0 0 0 0 0,0 0 0 0 0,16 16 0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2.34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32 7370 0 0,'25'-31'10638'0'0,"-24"35"-10015"0"0,27 153 2671 0 0,4 86-2839 0 0,-16-119-440 0 0,-13-100-250 0 0,11 38-1 0 0,-12-54-369 0 0,0-1 0 0 0,1 0-1 0 0,0 0 1 0 0,1 0 0 0 0,-1 0 0 0 0,1-1 0 0 0,0 1 0 0 0,1-1 0 0 0,5 6 0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2.5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46 14283 0 0,'28'0'1704'0'0,"55"-9"-85"0"0,0-6-3850 0 0,-31 6-1887 0 0,-23 4 1894 0 0,1-2-16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2.90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113 1 6913 0 0,'-8'2'724'0'0,"1"1"0"0"0,0 1 0 0 0,0-1 0 0 0,0 1 0 0 0,0 1 0 0 0,0-1 0 0 0,1 1 0 0 0,0 0 0 0 0,0 0 0 0 0,0 1 0 0 0,1 0 0 0 0,0 0 0 0 0,0 0 0 0 0,1 1 0 0 0,-1 0 0 0 0,-3 7 0 0 0,7-12-673 0 0,0 0 0 0 0,0 1-1 0 0,0-1 1 0 0,0 0 0 0 0,1 1-1 0 0,-1-1 1 0 0,1 1 0 0 0,-1-1-1 0 0,1 1 1 0 0,0-1 0 0 0,0 1-1 0 0,0-1 1 0 0,0 1 0 0 0,1-1-1 0 0,-1 0 1 0 0,1 1 0 0 0,-1-1-1 0 0,1 1 1 0 0,0-1 0 0 0,0 0-1 0 0,0 1 1 0 0,0-1 0 0 0,0 0-1 0 0,1 0 1 0 0,-1 0 0 0 0,0 0-1 0 0,1 0 1 0 0,0 0 0 0 0,-1 0-1 0 0,1-1 1 0 0,0 1 0 0 0,0 0-1 0 0,0-1 1 0 0,0 0 0 0 0,3 2-1 0 0,1 1-21 0 0,1-1-1 0 0,-1 0 0 0 0,1 0 1 0 0,0 0-1 0 0,0-1 0 0 0,0 0 0 0 0,0 0 1 0 0,0-1-1 0 0,1 0 0 0 0,12 0 1 0 0,-12-1-2 0 0,1-1 0 0 0,-1 0 0 0 0,0 0 0 0 0,0-1 0 0 0,0 0 0 0 0,0 0 0 0 0,0-1 0 0 0,14-6 0 0 0,-20 8-29 0 0,0 0-1 0 0,0-1 1 0 0,-1 1 0 0 0,1 0-1 0 0,0-1 1 0 0,0 1 0 0 0,-1-1-1 0 0,1 0 1 0 0,-1 0 0 0 0,1 1-1 0 0,-1-1 1 0 0,0 0 0 0 0,0 0-1 0 0,0 0 1 0 0,0 0 0 0 0,0-1 0 0 0,0 1-1 0 0,0 0 1 0 0,-1 0 0 0 0,1 0-1 0 0,-1-1 1 0 0,0 1 0 0 0,1 0-1 0 0,-1-1 1 0 0,0 1 0 0 0,0 0-1 0 0,-1 0 1 0 0,1-1 0 0 0,0 1-1 0 0,-1 0 1 0 0,0-1 0 0 0,1 1 0 0 0,-1 0-1 0 0,0 0 1 0 0,-1-3 0 0 0,-1-1-15 0 0,-1 0 0 0 0,1-1 1 0 0,-1 2-1 0 0,0-1 1 0 0,0 0-1 0 0,-1 1 1 0 0,1 0-1 0 0,-1 0 0 0 0,0 0 1 0 0,-1 0-1 0 0,-9-6 1 0 0,10 8-354 0 0,0 1-1 0 0,0-1 1 0 0,1 1 0 0 0,-2 0 0 0 0,1 0 0 0 0,0 1 0 0 0,0 0 0 0 0,0 0 0 0 0,-10-1 0 0 0,-2 3-6101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3.18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29 41 6449 0 0,'-4'-2'139'0'0,"1"0"0"0"0,0 0 0 0 0,0-1 0 0 0,-1 0 0 0 0,2 1 0 0 0,-7-25 10693 0 0,19 41-9459 0 0,-7-7-1068 0 0,0 1 0 0 0,-1-1 1 0 0,0 1-1 0 0,0 0 0 0 0,0-1 0 0 0,-1 1 0 0 0,0 0 0 0 0,-1 12 0 0 0,-7 69 188 0 0,1-29-479 0 0,5-11-75 0 0,9 78 1 0 0,1-52-6415 0 0,-5-42-468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3.58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25 265 9218 0 0,'0'1'121'0'0,"-1"0"1"0"0,1 0-1 0 0,0 0 1 0 0,0 0-1 0 0,1 0 1 0 0,-1 0-1 0 0,0 0 1 0 0,0 0-1 0 0,0 0 1 0 0,1 0-1 0 0,-1 0 1 0 0,0 0-1 0 0,1 0 1 0 0,-1 0-1 0 0,1-1 1 0 0,-1 1-1 0 0,1 0 1 0 0,-1 0-1 0 0,1-1 1 0 0,-1 1-1 0 0,1 0 1 0 0,0 0-1 0 0,0-1 1 0 0,-1 1-1 0 0,1-1 0 0 0,0 1 1 0 0,0-1-1 0 0,0 1 1 0 0,1 0-1 0 0,26 13 3470 0 0,-23-14-3362 0 0,0 0 0 0 0,0 0 0 0 0,0 0 1 0 0,1 0-1 0 0,-1-1 0 0 0,0 0 0 0 0,-1 0 0 0 0,1 0 1 0 0,0 0-1 0 0,0-1 0 0 0,0 0 0 0 0,-1 0 1 0 0,1 0-1 0 0,-1-1 0 0 0,0 1 0 0 0,1-1 0 0 0,-1 0 1 0 0,0 0-1 0 0,-1-1 0 0 0,1 1 0 0 0,3-5 0 0 0,1 0-182 0 0,-2 0 0 0 0,1 0 0 0 0,-1-1 0 0 0,0 1 0 0 0,-1-1 0 0 0,0-1 0 0 0,0 1 0 0 0,-1-1 0 0 0,4-12 0 0 0,-7 15-47 0 0,0 0 0 0 0,-1 0 1 0 0,1 0-1 0 0,-1 0 1 0 0,-1 0-1 0 0,1 1 0 0 0,-1-1 1 0 0,0 0-1 0 0,-1 0 1 0 0,0 0-1 0 0,0 1 0 0 0,0-1 1 0 0,-1 1-1 0 0,0-1 1 0 0,0 1-1 0 0,-1 0 0 0 0,-4-6 1 0 0,6 9-4 0 0,0 1 1 0 0,0-1 0 0 0,0 1 0 0 0,0-1 0 0 0,0 1-1 0 0,-1 0 1 0 0,1 0 0 0 0,-1 0 0 0 0,0 0-1 0 0,1 1 1 0 0,-1-1 0 0 0,0 1 0 0 0,0-1-1 0 0,0 1 1 0 0,0 0 0 0 0,0 0 0 0 0,0 1 0 0 0,0-1-1 0 0,-1 0 1 0 0,1 1 0 0 0,0 0 0 0 0,0 0-1 0 0,-1 0 1 0 0,1 0 0 0 0,0 0 0 0 0,0 1-1 0 0,0 0 1 0 0,0-1 0 0 0,0 1 0 0 0,-1 0 0 0 0,1 0-1 0 0,1 1 1 0 0,-1-1 0 0 0,0 1 0 0 0,0-1-1 0 0,0 1 1 0 0,1 0 0 0 0,-4 3 0 0 0,-1 1-9 0 0,-1 0 1 0 0,1 0 0 0 0,0 1 0 0 0,1 0 0 0 0,0 0-1 0 0,0 1 1 0 0,0 0 0 0 0,1 0 0 0 0,0 0 0 0 0,1 0-1 0 0,0 1 1 0 0,0 0 0 0 0,1 0 0 0 0,-4 14 0 0 0,6-15-5 0 0,0 0 1 0 0,0-1 0 0 0,1 1-1 0 0,0 0 1 0 0,0 0 0 0 0,1-1-1 0 0,0 1 1 0 0,1 0 0 0 0,-1-1-1 0 0,1 1 1 0 0,1-1 0 0 0,-1 0-1 0 0,1 0 1 0 0,1 0 0 0 0,-1 0-1 0 0,1 0 1 0 0,1-1 0 0 0,6 9-1 0 0,-5-8-252 0 0,0 0-1 0 0,1-1 1 0 0,0 0 0 0 0,0 0-1 0 0,0-1 1 0 0,1 0 0 0 0,-1 0-1 0 0,1 0 1 0 0,1-1-1 0 0,-1-1 1 0 0,0 1 0 0 0,1-1-1 0 0,0-1 1 0 0,-1 0-1 0 0,1 0 1 0 0,0 0 0 0 0,17-1-1 0 0,7 0-5856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3.88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146 21 2761 0 0,'1'-1'160'0'0,"-1"1"0"0"0,0 0 0 0 0,1-1 0 0 0,-1 1 0 0 0,0-1 1 0 0,0 1-1 0 0,0-1 0 0 0,1 1 0 0 0,-1-1 0 0 0,0 1 1 0 0,0-1-1 0 0,0 1 0 0 0,0-1 0 0 0,0 1 0 0 0,0-1 0 0 0,0 1 1 0 0,0-1-1 0 0,0 1 0 0 0,0-1 0 0 0,0 1 0 0 0,-1-1 0 0 0,1 1 1 0 0,0-1-1 0 0,0 1 0 0 0,0-1 0 0 0,-1 1 0 0 0,1 0 1 0 0,0-1-1 0 0,0 1 0 0 0,-1-1 0 0 0,1 1 0 0 0,-1-1 0 0 0,-17-4 3821 0 0,-22 11 47 0 0,33-3-3585 0 0,0 1-1 0 0,-1 0 1 0 0,1 0-1 0 0,1 0 1 0 0,-1 1-1 0 0,1 0 1 0 0,-1 0-1 0 0,2 0 1 0 0,-7 7-1 0 0,11-10-395 0 0,-1-1 0 0 0,1 1-1 0 0,0 0 1 0 0,-1 0 0 0 0,1 0-1 0 0,0 0 1 0 0,0 0 0 0 0,0 0-1 0 0,1 0 1 0 0,-1 0-1 0 0,0 0 1 0 0,1 0 0 0 0,-1 0-1 0 0,1 0 1 0 0,0 0 0 0 0,0 1-1 0 0,0-1 1 0 0,0 0 0 0 0,0 0-1 0 0,0 0 1 0 0,0 1 0 0 0,1-1-1 0 0,-1 0 1 0 0,1 0-1 0 0,0 0 1 0 0,-1 0 0 0 0,1 0-1 0 0,0 0 1 0 0,0 0 0 0 0,0 0-1 0 0,1 0 1 0 0,-1 0 0 0 0,0-1-1 0 0,1 1 1 0 0,-1 0-1 0 0,4 2 1 0 0,9 7-59 0 0,1 0 0 0 0,0-1 0 0 0,26 13 0 0 0,-28-16-204 0 0,0 0 0 0 0,0 0 0 0 0,-1 1 1 0 0,0 1-1 0 0,-1 0 0 0 0,18 18 0 0 0,-28-26 188 0 0,0 1 1 0 0,1-1-1 0 0,-1 1 1 0 0,0 0-1 0 0,0-1 1 0 0,0 1-1 0 0,0 0 0 0 0,0 0 1 0 0,-1 0-1 0 0,1 0 1 0 0,-1-1-1 0 0,1 1 0 0 0,-1 0 1 0 0,1 0-1 0 0,-1 0 1 0 0,0 0-1 0 0,0 0 0 0 0,0 0 1 0 0,0 0-1 0 0,-1 0 1 0 0,1 0-1 0 0,0 0 0 0 0,-1 0 1 0 0,1 0-1 0 0,-1 0 1 0 0,0 0-1 0 0,0 0 0 0 0,0 0 1 0 0,0 0-1 0 0,0-1 1 0 0,0 1-1 0 0,0 0 0 0 0,0-1 1 0 0,-1 1-1 0 0,1-1 1 0 0,-1 0-1 0 0,1 1 0 0 0,-1-1 1 0 0,1 0-1 0 0,-1 0 1 0 0,-2 1-1 0 0,-7 6 12 0 0,-2-1 0 0 0,1 0-1 0 0,-1-1 1 0 0,-19 7 0 0 0,-29 5-1404 0 0,28-10-5021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7:51.3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73 173 3225 0 0,'-15'-52'1227'0'0,"9"32"1142"0"0,1 0 1 0 0,-5-40-1 0 0,10 59-2198 0 0,0-1 1 0 0,-1 1 0 0 0,1 0-1 0 0,0 0 1 0 0,0 0 0 0 0,0-1-1 0 0,-1 1 1 0 0,1 0 0 0 0,-1 0-1 0 0,1 0 1 0 0,-1 0 0 0 0,1 0-1 0 0,-1 0 1 0 0,1 0 0 0 0,-1 0-1 0 0,-1-2 1 0 0,-4 5 1645 0 0,2 11-870 0 0,-12 189 876 0 0,13-128-1452 0 0,5 656 981 0 0,15-513-1274 0 0,55 261 0 0 0,14 171 187 0 0,-86-644-264 0 0,8 568 1725 0 0,-12-558-3557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7:53.22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60 22 6913 0 0,'-3'-1'153'0'0,"1"1"0"0"0,-1 0 0 0 0,1 0-1 0 0,-1 0 1 0 0,1 0 0 0 0,-1 0 0 0 0,1 0-1 0 0,0 1 1 0 0,-1-1 0 0 0,1 1-1 0 0,0-1 1 0 0,-1 1 0 0 0,1 0 0 0 0,0 0-1 0 0,0 0 1 0 0,-1 0 0 0 0,1 1 0 0 0,0-1-1 0 0,-3 4 1 0 0,4-4-128 0 0,0-1 0 0 0,0 1 1 0 0,0 0-1 0 0,1 0 0 0 0,-1 1 0 0 0,0-1 1 0 0,1 0-1 0 0,-1 0 0 0 0,1 0 0 0 0,-1 0 1 0 0,1 1-1 0 0,-1-1 0 0 0,1 0 0 0 0,0 0 0 0 0,0 1 1 0 0,0-1-1 0 0,-1 0 0 0 0,1 0 0 0 0,0 1 1 0 0,1-1-1 0 0,-1 0 0 0 0,0 0 0 0 0,0 1 0 0 0,0-1 1 0 0,1 0-1 0 0,-1 0 0 0 0,1 1 0 0 0,-1-1 1 0 0,1 0-1 0 0,-1 0 0 0 0,1 0 0 0 0,0 0 1 0 0,0 0-1 0 0,-1 0 0 0 0,1 0 0 0 0,0 0 0 0 0,0 0 1 0 0,0 0-1 0 0,0 0 0 0 0,1 0 0 0 0,3 2-29 0 0,-1 0 0 0 0,0 0 0 0 0,1-1-1 0 0,-1 0 1 0 0,1 0 0 0 0,0 0-1 0 0,0 0 1 0 0,0-1 0 0 0,0 0 0 0 0,0 0-1 0 0,0 0 1 0 0,0-1 0 0 0,0 1 0 0 0,7-2-1 0 0,13 0 53 0 0,39-7 0 0 0,-51 6 50 0 0,466-38 2819 0 0,2 37-1296 0 0,212-10-1133 0 0,-146-20-165 0 0,-1 32 952 0 0,-124 24-50 0 0,197 7 197 0 0,-432-30-905 0 0,249-32 0 0 0,-370 22-313 0 0,-38 5-199 0 0,1 1 1 0 0,-1 1-1 0 0,1 1 0 0 0,0 1 0 0 0,33 5 1 0 0,-62-4-29 0 0,1 0 0 0 0,-1-1 0 0 0,1 1 0 0 0,-1 0 0 0 0,0 0 0 0 0,1 0 0 0 0,-1 0 0 0 0,1 0 0 0 0,-1 0 0 0 0,1 0 0 0 0,-1 0 0 0 0,1 0 0 0 0,-1 1 0 0 0,0-1 0 0 0,1 0 0 0 0,-1 0 0 0 0,1 0 0 0 0,-1 0 0 0 0,1 1 0 0 0,-1-1 0 0 0,0 0 0 0 0,1 0 0 0 0,-1 1 0 0 0,0-1 0 0 0,1 0 0 0 0,-1 1 0 0 0,0-1 0 0 0,1 0 0 0 0,-1 1 0 0 0,0-1 0 0 0,0 0 0 0 0,1 1 0 0 0,-1-1 0 0 0,0 1 0 0 0,0-1 0 0 0,0 0 0 0 0,0 1 0 0 0,0-1 0 0 0,1 1 0 0 0,-1-1 0 0 0,0 1 0 0 0,0-1 0 0 0,0 1 0 0 0,0-1 0 0 0,0 0 0 0 0,0 1 0 0 0,0-1 0 0 0,-1 1 0 0 0,1-1 0 0 0,0 1 0 0 0,0-1 0 0 0,0 0 0 0 0,0 1 0 0 0,0-1 0 0 0,-1 1 0 0 0,1-1 0 0 0,0 0 0 0 0,0 1 0 0 0,-1-1 0 0 0,1 1 0 0 0,0-1 0 0 0,-1 0 0 0 0,1 0 0 0 0,0 1 0 0 0,-1-1 0 0 0,1 0 0 0 0,0 0 0 0 0,-1 1 0 0 0,-2 1-952 0 0,0 1 0 0 0,0-1 1 0 0,0 0-1 0 0,-1 0 0 0 0,1 0 1 0 0,-8 2-1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7:54.1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1840 0 0,'3'0'160'0'0,"-2"0"-160"0"0,0 0 0 0 0,1 0-192 0 0,-1 1-80 0 0,0-1-16 0 0,2 0 0 0 0,1 2 160 0 0,-2-1 32 0 0,-1-1 368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7:55.8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5067 1 3681 0 0,'0'0'0'0'0,"0"-1"0"0"0,1 1 1 0 0,-1 0-1 0 0,0 0 1 0 0,0 0-1 0 0,0 0 0 0 0,1 0 1 0 0,-1 0-1 0 0,0 0 0 0 0,0 0 1 0 0,1 0-1 0 0,-1 1 0 0 0,0-1 1 0 0,0 0-1 0 0,1 0 0 0 0,-1 0 1 0 0,0 0-1 0 0,0 0 0 0 0,0 0 1 0 0,1 0-1 0 0,-1 1 1 0 0,0-1-1 0 0,0 0 0 0 0,0 0 1 0 0,1 0-1 0 0,-1 0 0 0 0,0 1 1 0 0,0-1-1 0 0,0 0 0 0 0,0 0 1 0 0,0 0-1 0 0,1 1 0 0 0,-1-1 1 0 0,0 0-1 0 0,0 0 0 0 0,0 1 1 0 0,0-1-1 0 0,0 0 1 0 0,-5 11-75 0 0,4-10 62 0 0,0 1 0 0 0,-1-1 1 0 0,1 1-1 0 0,-1-1 0 0 0,1 1 1 0 0,-1-1-1 0 0,1 0 0 0 0,-1 0 1 0 0,0 0-1 0 0,0 0 0 0 0,-2 1 1 0 0,-8-1 494 0 0,12-4 540 0 0,3-6-6 0 0,1 11-90 0 0,2 0-343 0 0,-1 1 0 0 0,0 1 1 0 0,-1-1-1 0 0,1 1 0 0 0,-1 0 1 0 0,1 0-1 0 0,-1 0 0 0 0,0 0 1 0 0,-1 1-1 0 0,1 0 0 0 0,-1 0 1 0 0,0 0-1 0 0,3 6 0 0 0,-1-1-100 0 0,0 1 0 0 0,-1 0 0 0 0,-1 0 0 0 0,1 0-1 0 0,2 22 1 0 0,-3-17-135 0 0,0-1 0 0 0,9 24-1 0 0,0-10-41 0 0,0-5-47 0 0,-2 0 0 0 0,-1 1 0 0 0,-1 1 0 0 0,-1 0 0 0 0,-1 0 0 0 0,3 35 0 0 0,-10 229 355 0 0,-2-34-335 0 0,22 21-3 0 0,86 436 1 0 0,-95-648-211 0 0,-2-1-1 0 0,-1 76 1 0 0,-15 130 85 0 0,7-243-152 0 0,1-1 0 0 0,2 1 0 0 0,0-1 0 0 0,2 0 0 0 0,1 0 0 0 0,1 0 0 0 0,1 0 0 0 0,18 41 0 0 0,-22-59 30 0 0,-1-1 0 0 0,0 1 1 0 0,-1 0-1 0 0,0 0 0 0 0,0 0 0 0 0,0 0 1 0 0,-1-1-1 0 0,0 1 0 0 0,-1 0 0 0 0,0 0 1 0 0,0 0-1 0 0,-1 0 0 0 0,0 0 0 0 0,-5 13 1 0 0,0 6 15 0 0,6-23-47 0 0,0-1-1 0 0,1 1 1 0 0,0 0 0 0 0,0-1-1 0 0,0 1 1 0 0,0-1 0 0 0,1 1-1 0 0,-1 0 1 0 0,1-1 0 0 0,0 1-1 0 0,0-1 1 0 0,0 0 0 0 0,0 1-1 0 0,1-1 1 0 0,-1 0 0 0 0,4 5-1 0 0,8 21-11 0 0,-13-29 13 0 0,1 0 0 0 0,-1 0 0 0 0,0 1 0 0 0,0-1 0 0 0,0 0 0 0 0,0 0 0 0 0,0 1 0 0 0,0-1 0 0 0,0 0 0 0 0,0 0 0 0 0,0 1 0 0 0,0-1 0 0 0,0 0 0 0 0,0 0 0 0 0,0 1 0 0 0,0-1 0 0 0,0 0 0 0 0,0 0 0 0 0,0 1 0 0 0,0-1 0 0 0,0 0 0 0 0,0 0 0 0 0,0 0 0 0 0,0 1 0 0 0,0-1 0 0 0,0 0 0 0 0,0 0 0 0 0,-1 1 0 0 0,1-1 0 0 0,0 0 0 0 0,0 0 0 0 0,0 0 0 0 0,0 0 0 0 0,-1 1 0 0 0,1-1 0 0 0,0 0 0 0 0,0 0 0 0 0,0 0 0 0 0,-1 0 0 0 0,1 0 0 0 0,0 1 0 0 0,0-1 0 0 0,0 0 0 0 0,-1 0 0 0 0,1 0 0 0 0,0 0 0 0 0,0 0 0 0 0,-1 0 0 0 0,1 0 0 0 0,0 0 0 0 0,0 0 0 0 0,-1 0 0 0 0,1 0 0 0 0,0 0 0 0 0,0 0 0 0 0,-1 0 0 0 0,1 0 0 0 0,-66 12-80 0 0,-1-3 0 0 0,-112 2 0 0 0,-236 5-56 0 0,205-12 106 0 0,-85 5-20 0 0,40-6 55 0 0,37-1-30 0 0,-60 0-255 0 0,-28 0 117 0 0,84 3-16 0 0,-33 1 5 0 0,-504 20-306 0 0,415-16 488 0 0,-51 2-451 0 0,57-6 93 0 0,154-7 604 0 0,18-2-146 0 0,-191-2 1749 0 0,348 4-1875 0 0,-10 1 108 0 0,9 0-87 0 0,1 0 1 0 0,-1-1-1 0 0,0 1 1 0 0,1-2 0 0 0,0 0-1 0 0,-15-4 1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05.29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1203 13 3041 0 0,'6'-9'4105'0'0,"-6"8"-3864"0"0,1 1 1 0 0,0 0-1 0 0,-1-1 1 0 0,1 1-1 0 0,-1 0 1 0 0,1 0-1 0 0,0-1 1 0 0,-1 1-1 0 0,1 0 1 0 0,0 0-1 0 0,0 0 1 0 0,17 11 4974 0 0,-4-2-6168 0 0,-6-2 993 0 0,0 0 0 0 0,0 0-1 0 0,0 1 1 0 0,-1 0 0 0 0,0 1-1 0 0,0 0 1 0 0,-1 0 0 0 0,0 0-1 0 0,-1 0 1 0 0,0 1 0 0 0,0 0-1 0 0,-1 0 1 0 0,-1 0 0 0 0,1 1-1 0 0,2 17 1 0 0,0 11 257 0 0,-1 0 1 0 0,0 79-1 0 0,-6-98-181 0 0,0 0 1 0 0,-2 0-1 0 0,0 0 0 0 0,-1 0 1 0 0,-1 0-1 0 0,-1-1 1 0 0,0 1-1 0 0,-2-1 0 0 0,0-1 1 0 0,-1 0-1 0 0,-1 0 0 0 0,-1-1 1 0 0,-15 19-1 0 0,9-14 112 0 0,-2-2 0 0 0,0 0 0 0 0,-1-1 1 0 0,-2-1-1 0 0,1-1 0 0 0,-2-1 0 0 0,0-1 0 0 0,-1-1 0 0 0,-30 13 0 0 0,-15 2 109 0 0,-3-3 0 0 0,-139 32 1 0 0,-156-2 1267 0 0,76-14-525 0 0,291-42-1166 0 0,-1 0-1 0 0,1 1 0 0 0,0-1 0 0 0,0 0 0 0 0,-1 0 1 0 0,1 0-1 0 0,0 0 0 0 0,-1 0 0 0 0,1 0 1 0 0,0 0-1 0 0,-1 0 0 0 0,1 0 0 0 0,0 0 0 0 0,0 0 1 0 0,-1 0-1 0 0,1 0 0 0 0,0-1 0 0 0,-1 1 0 0 0,1 0 1 0 0,0 0-1 0 0,0 0 0 0 0,-1 0 0 0 0,1 0 1 0 0,0 0-1 0 0,0-1 0 0 0,-1 1 0 0 0,1 0 0 0 0,0 0 1 0 0,0 0-1 0 0,-1-1 0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06.53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71 52 5065 0 0,'4'-20'1961'0'0,"-3"19"-1664"0"0,-1-1-1 0 0,1 1 1 0 0,-1 0 0 0 0,1 0 0 0 0,-1-1 0 0 0,0 1-1 0 0,0 0 1 0 0,0-1 0 0 0,1 1 0 0 0,-1 0 0 0 0,-1-1-1 0 0,1 1 1 0 0,0 0 0 0 0,0-1 0 0 0,0 1 0 0 0,-1 0 0 0 0,1-1-1 0 0,-1 1 1 0 0,1 0 0 0 0,-2-3 0 0 0,2 4-244 0 0,0 0 1 0 0,0 0-1 0 0,0 0 0 0 0,0 0 1 0 0,0 0-1 0 0,-1-1 1 0 0,1 1-1 0 0,0 0 0 0 0,0 0 1 0 0,0 0-1 0 0,0 0 1 0 0,0 0-1 0 0,-1 0 0 0 0,1 0 1 0 0,0 0-1 0 0,0 0 1 0 0,0 0-1 0 0,0 0 0 0 0,-1-1 1 0 0,1 1-1 0 0,0 0 1 0 0,0 0-1 0 0,0 0 1 0 0,-1 0-1 0 0,1 0 0 0 0,0 1 1 0 0,0-1-1 0 0,0 0 1 0 0,0 0-1 0 0,-1 0 0 0 0,1 0 1 0 0,0 0-1 0 0,0 0 1 0 0,0 0-1 0 0,0 0 0 0 0,0 0 1 0 0,-1 0-1 0 0,1 0 1 0 0,0 0-1 0 0,0 1 0 0 0,0-1 1 0 0,0 0-1 0 0,-1 0 1 0 0,-6 11 907 0 0,-4 10-369 0 0,0 14-442 0 0,1 0-1 0 0,1 1 1 0 0,2 1-1 0 0,2-1 1 0 0,1 1-1 0 0,2-1 1 0 0,2 1-1 0 0,1 0 1 0 0,1 0-1 0 0,3 0 1 0 0,15 61-1 0 0,-10-60-126 0 0,1-1 0 0 0,3-1 0 0 0,1 0 0 0 0,29 51 0 0 0,-29-64-7 0 0,0-1 0 0 0,1-1 1 0 0,1-1-1 0 0,1 0 0 0 0,0-1 1 0 0,2-1-1 0 0,32 24 0 0 0,-27-26 3 0 0,1-1 1 0 0,1-1-1 0 0,0-1 0 0 0,0-2 0 0 0,1 0 0 0 0,1-2 0 0 0,-1-1 0 0 0,1-1 0 0 0,1-2 0 0 0,43 3 0 0 0,27-5 159 0 0,179-17 0 0 0,-123 2 19 0 0,64 10-62 0 0,-47 2 133 0 0,-168 0-323 0 0,67-5 744 0 0,-67 4-844 0 0,0 0-1 0 0,0 0 1 0 0,0 0 0 0 0,0-1 0 0 0,0 0-1 0 0,0 0 1 0 0,-1 0 0 0 0,1 0-1 0 0,-1-1 1 0 0,0 0 0 0 0,7-5-1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07.16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51 50 3225 0 0,'-5'-4'844'0'0,"1"0"0"0"0,0 0 0 0 0,-1-1 0 0 0,1 1 1 0 0,-5-9-1 0 0,-1-3 3733 0 0,20 51 1292 0 0,-9 6-3735 0 0,-11 49-2770 0 0,4-47 1164 0 0,3-22-515 0 0,2-1 0 0 0,0 1 0 0 0,1 0 1 0 0,2-1-1 0 0,0 1 0 0 0,1-1 0 0 0,6 24 0 0 0,-3-26-1568 0 0,1 1 0 0 0,11 21 0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07.5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24 24 5065 0 0,'-1'0'143'0'0,"0"0"1"0"0,1 0-1 0 0,-1 0 0 0 0,0 0 0 0 0,0 0 1 0 0,0 0-1 0 0,0 0 0 0 0,0 0 0 0 0,0 0 1 0 0,1 0-1 0 0,-1 0 0 0 0,0 0 0 0 0,0 1 1 0 0,0-1-1 0 0,0 0 0 0 0,1 1 0 0 0,-1-1 1 0 0,0 1-1 0 0,0-1 0 0 0,1 1 0 0 0,-1-1 1 0 0,0 1-1 0 0,1-1 0 0 0,-1 1 1 0 0,1 0-1 0 0,-1-1 0 0 0,0 1 0 0 0,1 0 1 0 0,0 0-1 0 0,-1 0 0 0 0,1 0 28 0 0,0 0-1 0 0,1 1 1 0 0,-1-1-1 0 0,0 0 1 0 0,1 0 0 0 0,-1 0-1 0 0,1 0 1 0 0,-1 0-1 0 0,1 0 1 0 0,0 0 0 0 0,-1-1-1 0 0,1 1 1 0 0,0 0-1 0 0,0 0 1 0 0,0 0 0 0 0,-1-1-1 0 0,1 1 1 0 0,0 0-1 0 0,0-1 1 0 0,0 1 0 0 0,0-1-1 0 0,0 1 1 0 0,0-1-1 0 0,2 1 1 0 0,31 18 684 0 0,-2 1 0 0 0,0 2 0 0 0,-1 1 0 0 0,45 45 0 0 0,-14-14-181 0 0,-31-25-486 0 0,-13-12 227 0 0,28 21-1 0 0,-41-35-289 0 0,-1 1-1 0 0,1-1 1 0 0,0-1-1 0 0,0 1 1 0 0,0-1-1 0 0,0 0 1 0 0,0 0-1 0 0,1 0 1 0 0,-1-1-1 0 0,0 0 1 0 0,11 1-1 0 0,-13-2-75 0 0,-1 0 0 0 0,1-1 0 0 0,-1 0 0 0 0,1 1 0 0 0,0-1 0 0 0,-1 0 0 0 0,0 0 0 0 0,1 0 0 0 0,-1 0 0 0 0,0-1-1 0 0,0 1 1 0 0,1-1 0 0 0,-1 1 0 0 0,0-1 0 0 0,0 0 0 0 0,-1 0 0 0 0,1 0 0 0 0,0 0 0 0 0,-1 0 0 0 0,1 0 0 0 0,-1 0 0 0 0,0-1 0 0 0,1 1 0 0 0,-1 0 0 0 0,0-1-1 0 0,0 1 1 0 0,0-4 0 0 0,3-8 19 0 0,0-1 0 0 0,-1 0 0 0 0,2-21 0 0 0,-4 30-24 0 0,3-92 103 0 0,-3 25-2078 0 0,5 24-3985 0 0,-2 30-635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07.81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66 10594 0 0,'29'-10'2321'0'0,"0"2"0"0"0,48-8 0 0 0,11-3-1850 0 0,-75 18-2320 0 0,-11 1 1700 0 0,0 0-1 0 0,0 0 1 0 0,0 0 0 0 0,0 0 0 0 0,0 0 0 0 0,0 0 0 0 0,0-1 0 0 0,0 1 0 0 0,0-1-1 0 0,-1 1 1 0 0,1-1 0 0 0,0 0 0 0 0,2-1 0 0 0,-2-4 69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08.0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0 9674 0 0,'-1'7'668'0'0,"0"-1"0"0"0,0 1 1 0 0,1-1-1 0 0,0 1 0 0 0,0-1 0 0 0,1 1 0 0 0,0-1 1 0 0,0 1-1 0 0,0-1 0 0 0,4 10 0 0 0,1 17 1723 0 0,7 117-969 0 0,-6-45-3904 0 0,7-3-4016 0 0,-6-65 3747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08.79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45 3 3225 0 0,'-7'-3'14634'0'0,"2"21"-11699"0"0,0 25-3231 0 0,-6 121 769 0 0,-4 99-4120 0 0,15-254 3219 0 0,-1-1-260 0 0,1 0 1 0 0,0 0-1 0 0,0 1 0 0 0,0-1 0 0 0,1 0 0 0 0,1 0 0 0 0,-1 0 1 0 0,1-1-1 0 0,1 1 0 0 0,4 12 0 0 0,-3-14-816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09.18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12 262 8754 0 0,'-12'-13'1074'0'0,"14"4"1441"0"0,-1 8-2398 0 0,0 1 0 0 0,0-1 0 0 0,0 1 1 0 0,0 0-1 0 0,0-1 0 0 0,1 1 0 0 0,-1 0 0 0 0,0 0 0 0 0,0 0 0 0 0,0 0 0 0 0,0 0 0 0 0,1 0 1 0 0,-1 0-1 0 0,0 1 0 0 0,0-1 0 0 0,0 0 0 0 0,0 1 0 0 0,0-1 0 0 0,0 1 0 0 0,0-1 1 0 0,0 1-1 0 0,0-1 0 0 0,2 2 0 0 0,17 13 270 0 0,0 0 1 0 0,-2 2-1 0 0,0 0 1 0 0,-1 1-1 0 0,0 1 1 0 0,18 27-1 0 0,43 46 112 0 0,-72-85-523 0 0,1-1 0 0 0,0 0 0 0 0,1 0 0 0 0,-1 0 0 0 0,1-1 0 0 0,0 0 0 0 0,12 5 0 0 0,-18-9 59 0 0,0 0 1 0 0,0-1-1 0 0,0 1 1 0 0,0-1-1 0 0,0 1 0 0 0,0-1 1 0 0,0 0-1 0 0,0 0 1 0 0,0 0-1 0 0,0 0 0 0 0,0 0 1 0 0,1-1-1 0 0,-1 1 1 0 0,0 0-1 0 0,0-1 1 0 0,0 0-1 0 0,0 1 0 0 0,-1-1 1 0 0,1 0-1 0 0,0 0 1 0 0,0 0-1 0 0,0 0 0 0 0,-1 0 1 0 0,1-1-1 0 0,0 1 1 0 0,-1 0-1 0 0,1-1 1 0 0,-1 1-1 0 0,0-1 0 0 0,1 0 1 0 0,-1 1-1 0 0,0-1 1 0 0,0 0-1 0 0,0 0 0 0 0,0 0 1 0 0,-1 0-1 0 0,1 1 1 0 0,0-1-1 0 0,0-4 1 0 0,4-10 259 0 0,-1 0 1 0 0,-1 0 0 0 0,0-1 0 0 0,-1 1 0 0 0,0-23 0 0 0,-6-84 581 0 0,3 107-722 0 0,-4-37-142 0 0,-20-84 0 0 0,25 136-72 0 0,-4-24-631 0 0,3 24 469 0 0,1 0 0 0 0,0 0 0 0 0,0 0 0 0 0,0 0 0 0 0,0 0 0 0 0,0 0 0 0 0,0 0 0 0 0,1 0 0 0 0,-1 0 1 0 0,0 0-1 0 0,0 0 0 0 0,1 0 0 0 0,-1 0 0 0 0,0 0 0 0 0,1 0 0 0 0,-1 1 0 0 0,1-1 0 0 0,-1 0 0 0 0,1 0 0 0 0,0 0 0 0 0,0 0 0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09.49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 48 10594 0 0,'0'0'37'0'0,"0"0"-1"0"0,-1 0 0 0 0,1 0 1 0 0,0 0-1 0 0,0 0 0 0 0,-1 0 1 0 0,1 0-1 0 0,0 0 0 0 0,0 0 1 0 0,-1 0-1 0 0,1 0 0 0 0,0 0 1 0 0,-1 0-1 0 0,1-1 0 0 0,0 1 0 0 0,0 0 1 0 0,-1 0-1 0 0,1 0 0 0 0,0 0 1 0 0,0 0-1 0 0,0-1 0 0 0,-1 1 1 0 0,1 0-1 0 0,0 0 0 0 0,0 0 1 0 0,0 0-1 0 0,-1-1 0 0 0,1 1 1 0 0,0 0-1 0 0,0 0 0 0 0,0-1 1 0 0,0 1-1 0 0,0 0 0 0 0,0 0 1 0 0,0-1-1 0 0,0 1 0 0 0,-1 0 1 0 0,1 0-1 0 0,0-1 0 0 0,0 1 1 0 0,0 0-1 0 0,0-1 0 0 0,0 1 1 0 0,0 0-1 0 0,0 0 0 0 0,0-1 1 0 0,1 1-1 0 0,-1 0 0 0 0,0 0 1 0 0,0-1-1 0 0,0 1 0 0 0,0 0 1 0 0,0 0-1 0 0,1-1 0 0 0,18-12 1659 0 0,29-7 478 0 0,-34 18-2318 0 0,0 1 1 0 0,0 0 0 0 0,1 0 0 0 0,-1 2 0 0 0,0 0 0 0 0,19 3 0 0 0,-21-2-1303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09.73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12899 0 0,'3'1'584'0'0,"-1"1"0"0"0,1 0 0 0 0,-1 0 0 0 0,1 1 0 0 0,-1-1 0 0 0,0 0 0 0 0,1 1 1 0 0,-1-1-1 0 0,0 1 0 0 0,-1 0 0 0 0,1-1 0 0 0,2 6 0 0 0,0 1-35 0 0,0 2-1 0 0,0-1 1 0 0,3 17-1 0 0,-1 5-693 0 0,2 59 1 0 0,-6-61-1501 0 0,1 1-5808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11.22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7834 0 0,'12'26'9958'0'0,"9"69"-7723"0"0,-7 114-166 0 0,-3-16-2553 0 0,-7-164-1399 0 0,2-1 0 0 0,12 40 0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11.54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0 189 6913 0 0,'1'-5'183'0'0,"0"-1"0"0"0,0 1 0 0 0,1 0 0 0 0,-1-1 0 0 0,1 1 0 0 0,0 0-1 0 0,1 0 1 0 0,-1 0 0 0 0,1 1 0 0 0,0-1 0 0 0,0 0 0 0 0,0 1-1 0 0,1 0 1 0 0,7-7 0 0 0,-1 1 580 0 0,1 0-1 0 0,1 0 1 0 0,-1 2 0 0 0,19-11 0 0 0,-13 10-86 0 0,-1 0 0 0 0,2 2 0 0 0,-1 0 0 0 0,24-5 0 0 0,-32 10-419 0 0,0 0 1 0 0,0 1 0 0 0,0 0-1 0 0,0 0 1 0 0,1 1 0 0 0,-1 0-1 0 0,0 0 1 0 0,1 1 0 0 0,-1 1 0 0 0,14 3-1 0 0,-21-4-221 0 0,0-1 0 0 0,0 1-1 0 0,0 0 1 0 0,1 0 0 0 0,-1 0 0 0 0,0 0-1 0 0,-1 0 1 0 0,1 0 0 0 0,0 1-1 0 0,0-1 1 0 0,0 1 0 0 0,-1-1 0 0 0,1 1-1 0 0,-1-1 1 0 0,1 1 0 0 0,-1 0 0 0 0,0 0-1 0 0,0 0 1 0 0,0 0 0 0 0,0 0-1 0 0,1 3 1 0 0,-1-2 2 0 0,-1 0 0 0 0,1 1 1 0 0,-1-1-1 0 0,0 0 0 0 0,0 1 0 0 0,-1-1 0 0 0,1 0 0 0 0,-1 1 0 0 0,1-1 0 0 0,-1 0 1 0 0,0 0-1 0 0,0 0 0 0 0,-2 3 0 0 0,-3 7 100 0 0,-1-1-1 0 0,0 0 1 0 0,-1-1-1 0 0,0 0 1 0 0,-17 17-1 0 0,8-11 5 0 0,0-1 0 0 0,-1-1 0 0 0,0-1 0 0 0,-31 18 0 0 0,37-25-495 0 0,-1 0 0 0 0,0-1 0 0 0,0-1 1 0 0,0-1-1 0 0,-1 1 0 0 0,0-2 1 0 0,0 0-1 0 0,-24 2 0 0 0,24-5-1248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11.96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39 8754 0 0,'19'-8'4690'0'0,"17"-6"-2643"0"0,-19 9-1883 0 0,-1 2-1 0 0,1 0 0 0 0,0 0 0 0 0,1 2 0 0 0,-1 0 0 0 0,0 1 1 0 0,0 1-1 0 0,0 0 0 0 0,0 1 0 0 0,20 6 0 0 0,-15-2-216 0 0,-1-3 40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14.1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 6 9674 0 0,'0'0'26'0'0,"0"-1"-1"0"0,0 1 0 0 0,0 0 1 0 0,0 0-1 0 0,0 0 1 0 0,0-1-1 0 0,0 1 1 0 0,0 0-1 0 0,0 0 1 0 0,0 0-1 0 0,0 0 1 0 0,0-1-1 0 0,0 1 1 0 0,0 0-1 0 0,0 0 1 0 0,0 0-1 0 0,-1-1 1 0 0,1 1-1 0 0,0 0 0 0 0,0 0 1 0 0,0 0-1 0 0,0 0 1 0 0,0 0-1 0 0,0-1 1 0 0,-1 1-1 0 0,1 0 1 0 0,0 0-1 0 0,0 0 1 0 0,0 0-1 0 0,0 0 1 0 0,-1 0-1 0 0,1 0 1 0 0,0 0-1 0 0,0 0 1 0 0,0 0-1 0 0,0 0 0 0 0,-1 0 1 0 0,1-1-1 0 0,0 1 1 0 0,0 0-1 0 0,0 0 1 0 0,-1 0-1 0 0,1 1 1 0 0,0-1-1 0 0,0 0 1 0 0,0 0-1 0 0,0 0 1 0 0,-1 0-1 0 0,1 0 1 0 0,0 0-1 0 0,0 0 1 0 0,0 0-1 0 0,0 0 0 0 0,-1 0 1 0 0,1 0-1 0 0,0 0 1 0 0,0 1-1 0 0,0-1 1 0 0,0 0-1 0 0,0 0 1 0 0,-1 0-1 0 0,1 0 1 0 0,-1 19 2942 0 0,9 28 1173 0 0,15 37-4132 0 0,20 68 30 0 0,-33-125-33 0 0,0-1 0 0 0,2 0 0 0 0,22 36 0 0 0,-32-58 5 0 0,1 1 0 0 0,0-2-1 0 0,0 1 1 0 0,0 0 0 0 0,1-1 0 0 0,-1 1 0 0 0,1-1-1 0 0,0 0 1 0 0,4 2 0 0 0,-7-4-8 0 0,0 0 0 0 0,0-1 0 0 0,0 0 0 0 0,0 1 0 0 0,0-1 0 0 0,0 0 0 0 0,1 0 1 0 0,-1 1-1 0 0,0-1 0 0 0,0 0 0 0 0,0 0 0 0 0,0 0 0 0 0,0 0 0 0 0,1-1 0 0 0,-1 1 0 0 0,0 0 0 0 0,0 0 0 0 0,0-1 0 0 0,0 1 0 0 0,0 0 0 0 0,0-1 1 0 0,0 1-1 0 0,0-1 0 0 0,0 0 0 0 0,0 1 0 0 0,0-1 0 0 0,0 0 0 0 0,0 1 0 0 0,-1-1 0 0 0,1 0 0 0 0,0 0 0 0 0,0 0 0 0 0,-1 0 0 0 0,1 0 0 0 0,0 0 0 0 0,-1 0 1 0 0,1 0-1 0 0,-1 0 0 0 0,0 0 0 0 0,1 0 0 0 0,-1 0 0 0 0,1-2 0 0 0,2-8 110 0 0,1 0 1 0 0,-1 0-1 0 0,-1 0 1 0 0,0 0-1 0 0,-1 0 1 0 0,0 0-1 0 0,0-1 0 0 0,-1 1 1 0 0,-3-20-1 0 0,2 23-55 0 0,0 1 1 0 0,-1-1-1 0 0,0 0 0 0 0,0 1 0 0 0,0 0 0 0 0,-1 0 0 0 0,0 0 0 0 0,-1 0 0 0 0,0 0 1 0 0,0 0-1 0 0,0 1 0 0 0,-1 0 0 0 0,0 0 0 0 0,0 0 0 0 0,-7-5 0 0 0,11 10-216 0 0,0-1 0 0 0,-1 1 0 0 0,1 1 0 0 0,-1-1 0 0 0,0 0 0 0 0,1 0 0 0 0,-1 1 0 0 0,1-1-1 0 0,-1 1 1 0 0,0-1 0 0 0,0 1 0 0 0,1-1 0 0 0,-1 1 0 0 0,0 0 0 0 0,0 0 0 0 0,1 0 0 0 0,-4 1-1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14.53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191 53 7058 0 0,'14'-13'3204'0'0,"-13"11"-2656"0"0,0 1 0 0 0,0 0 0 0 0,0-1 1 0 0,0 1-1 0 0,1-4 0 0 0,-2 4-331 0 0,-1 0 0 0 0,1 0 0 0 0,0 0 0 0 0,0 0 0 0 0,-1 1 0 0 0,1-1 0 0 0,-1 0 0 0 0,1 0 0 0 0,-1 0 0 0 0,1 0 0 0 0,-1 0 0 0 0,0 1 0 0 0,1-1 0 0 0,-1 0 0 0 0,0 0 0 0 0,1 1 0 0 0,-1-1 0 0 0,0 1 0 0 0,0-1 0 0 0,0 0 0 0 0,0 1 0 0 0,0 0 0 0 0,0-1 0 0 0,-1 0 0 0 0,-1 0-171 0 0,1 0-1 0 0,-1-1 1 0 0,0 1 0 0 0,0 0 0 0 0,1 1-1 0 0,-1-1 1 0 0,0 0 0 0 0,0 1 0 0 0,0 0-1 0 0,0-1 1 0 0,0 1 0 0 0,0 0-1 0 0,0 1 1 0 0,1-1 0 0 0,-1 0 0 0 0,0 1-1 0 0,-3 1 1 0 0,1 0 105 0 0,0 0 0 0 0,0 0 0 0 0,0 1 1 0 0,0 0-1 0 0,0 0 0 0 0,0 0 0 0 0,1 0 0 0 0,-6 6 1 0 0,-1 3 154 0 0,0 0 0 0 0,1 0 0 0 0,1 1 0 0 0,0 0 1 0 0,-10 20-1 0 0,15-24-378 0 0,0 0 0 0 0,1 1 0 0 0,0-1 0 0 0,0 1 0 0 0,1 0 1 0 0,0-1-1 0 0,1 1 0 0 0,0 0 0 0 0,1 0 0 0 0,1 11 0 0 0,-1-18 48 0 0,0-1 0 0 0,0 1 0 0 0,0 0 0 0 0,1 0 0 0 0,-1 0 0 0 0,1-1 0 0 0,0 1 0 0 0,0 0 0 0 0,0-1 0 0 0,0 1 0 0 0,0 0 0 0 0,1-1 0 0 0,-1 0 0 0 0,1 1 1 0 0,0-1-1 0 0,-1 0 0 0 0,1 0 0 0 0,0 0 0 0 0,0 0 0 0 0,1 0 0 0 0,-1 0 0 0 0,0 0 0 0 0,1-1 0 0 0,-1 1 0 0 0,1-1 0 0 0,-1 0 0 0 0,1 0 0 0 0,-1 0 0 0 0,1 0 0 0 0,0 0 0 0 0,0 0 0 0 0,-1-1 0 0 0,1 1 0 0 0,0-1 0 0 0,0 0 0 0 0,0 0 0 0 0,0 0 0 0 0,-1 0 0 0 0,5-1 0 0 0,-1-1-213 0 0,0 1 0 0 0,0-1-1 0 0,0 0 1 0 0,-1-1 0 0 0,1 1-1 0 0,-1-1 1 0 0,1 0 0 0 0,-1-1 0 0 0,0 1-1 0 0,0-1 1 0 0,-1 0 0 0 0,6-6-1 0 0,3-1-706 0 0,0 1 73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15.0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0 279 6913 0 0,'32'-10'7434'0'0,"-26"6"-7034"0"0,0-2-1 0 0,0 1 1 0 0,0-1-1 0 0,-1 1 1 0 0,0-2 0 0 0,0 1-1 0 0,-1 0 1 0 0,0-1-1 0 0,0 0 1 0 0,0 0 0 0 0,-1 0-1 0 0,0-1 1 0 0,4-14-1 0 0,-4 11-453 0 0,0-1-1 0 0,-1 0 1 0 0,0 0-1 0 0,-1 0 1 0 0,0 0-1 0 0,-1 0 1 0 0,0 0-1 0 0,-3-19 1 0 0,2 29-186 0 0,1-1 0 0 0,-1 1 0 0 0,0-1 0 0 0,1 1 0 0 0,-1-1 0 0 0,0 1-1 0 0,0 0 1 0 0,-1-1 0 0 0,1 1 0 0 0,0 0 0 0 0,-1 0 0 0 0,1 0 0 0 0,-1 0 0 0 0,-2-3 0 0 0,-2 2-871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15.58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243 331 10138 0 0,'-2'-3'254'0'0,"1"0"-1"0"0,-1 0 1 0 0,0 0-1 0 0,0 0 1 0 0,0 0-1 0 0,0 0 1 0 0,-1 1-1 0 0,1-1 1 0 0,-1 1-1 0 0,0 0 1 0 0,1-1-1 0 0,-1 1 1 0 0,0 0 0 0 0,0 1-1 0 0,-1-1 1 0 0,1 0-1 0 0,0 1 1 0 0,0 0-1 0 0,-1 0 1 0 0,1 0-1 0 0,-1 0 1 0 0,1 0-1 0 0,-1 1 1 0 0,1-1-1 0 0,-1 1 1 0 0,1 0-1 0 0,-1 0 1 0 0,-5 1-1 0 0,1 0-105 0 0,1 1 0 0 0,-1-1 0 0 0,1 1-1 0 0,0 0 1 0 0,0 1 0 0 0,0 0-1 0 0,0 0 1 0 0,0 0 0 0 0,0 1-1 0 0,1 0 1 0 0,0 0 0 0 0,0 1 0 0 0,0 0-1 0 0,0 0 1 0 0,1 0 0 0 0,0 1-1 0 0,-8 9 1 0 0,10-11-164 0 0,0 0 0 0 0,0 0 0 0 0,0 1 0 0 0,1-1 0 0 0,0 1 0 0 0,-1-1 0 0 0,1 1 0 0 0,1 0 0 0 0,-1 0 0 0 0,1 0 0 0 0,0 0 0 0 0,0 0 0 0 0,0 0 0 0 0,1 0 0 0 0,0 0 0 0 0,0 1 0 0 0,0-1 0 0 0,1 0-1 0 0,-1 0 1 0 0,1 0 0 0 0,0 0 0 0 0,1 0 0 0 0,-1 0 0 0 0,1 0 0 0 0,0 0 0 0 0,4 7 0 0 0,-4-9-1 0 0,0-1-1 0 0,0 1 1 0 0,1 0-1 0 0,-1 0 1 0 0,0-1-1 0 0,1 1 1 0 0,0-1-1 0 0,-1 0 1 0 0,1 0-1 0 0,0 0 1 0 0,0 0-1 0 0,0 0 0 0 0,1-1 1 0 0,-1 1-1 0 0,0-1 1 0 0,1 0-1 0 0,-1 0 1 0 0,4 1-1 0 0,-1-2-80 0 0,0 0 0 0 0,0 0 0 0 0,-1 0 0 0 0,1 0 0 0 0,0-1 0 0 0,-1 0 0 0 0,1 0 0 0 0,-1-1-1 0 0,1 0 1 0 0,6-3 0 0 0,3-2-410 0 0,0-1 0 0 0,-1 0-1 0 0,-1-1 1 0 0,1-1 0 0 0,-1 0-1 0 0,22-23 1 0 0,-27 23 290 0 0,1 0 0 0 0,-1 0 1 0 0,-1 0-1 0 0,0-1 0 0 0,0-1 0 0 0,-1 1 1 0 0,9-24-1 0 0,-12 23 396 0 0,0 0 0 0 0,-1 0 0 0 0,0-1 0 0 0,0 1 0 0 0,-2-1 0 0 0,1 1 0 0 0,-2-1 0 0 0,1 1 0 0 0,-2-1 0 0 0,0 1 0 0 0,0-1 1 0 0,-1 1-1 0 0,-5-12 0 0 0,-4-16 824 0 0,6 20-52 0 0,0 1 1 0 0,-15-32 0 0 0,21 50-903 0 0,0 0 0 0 0,-1 1 0 0 0,1-1 0 0 0,0 1 0 0 0,0-1 0 0 0,-1 1 0 0 0,1-1 0 0 0,0 1 0 0 0,-1-1 0 0 0,1 1 0 0 0,0-1 0 0 0,-1 1 0 0 0,1-1 0 0 0,-1 1 0 0 0,1-1 0 0 0,-1 1 0 0 0,1 0 0 0 0,-1-1 0 0 0,1 1 0 0 0,-1 0 0 0 0,1 0 0 0 0,-1-1 0 0 0,1 1 0 0 0,-1 0 0 0 0,1 0 0 0 0,-1 0 0 0 0,0-1 0 0 0,1 1 0 0 0,-2 0 0 0 0,1 1-4 0 0,0-1 1 0 0,1 1 0 0 0,-1 0-1 0 0,0-1 1 0 0,1 1-1 0 0,-1 0 1 0 0,0-1 0 0 0,1 1-1 0 0,-1 0 1 0 0,1 0-1 0 0,-1 0 1 0 0,1 0 0 0 0,-1 0-1 0 0,1-1 1 0 0,0 1 0 0 0,-1 1-1 0 0,-7 39 524 0 0,9-17-473 0 0,0-1 1 0 0,2 0-1 0 0,0 0 0 0 0,2 0 1 0 0,1 0-1 0 0,15 40 1 0 0,1-16 166 0 0,53 89 1 0 0,-21-49-3439 0 0,-43-69-4171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16.02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70 6913 0 0,'4'28'6266'0'0,"8"11"-3529"0"0,-10-33-2490 0 0,1-1 0 0 0,0 1-1 0 0,0-1 1 0 0,0 1 0 0 0,0-1-1 0 0,1 0 1 0 0,0 0 0 0 0,0 0-1 0 0,1-1 1 0 0,-1 1-1 0 0,1-1 1 0 0,10 7 0 0 0,-11-9-186 0 0,1 1 1 0 0,0-1 0 0 0,-1 0-1 0 0,1 0 1 0 0,0 0 0 0 0,0-1-1 0 0,1 0 1 0 0,-1 0 0 0 0,0 0-1 0 0,0-1 1 0 0,0 1 0 0 0,1-1-1 0 0,-1-1 1 0 0,0 1-1 0 0,1-1 1 0 0,-1 1 0 0 0,0-2-1 0 0,0 1 1 0 0,0 0 0 0 0,0-1-1 0 0,0 0 1 0 0,9-5 0 0 0,-8 2 13 0 0,1 1 1 0 0,-1-1 0 0 0,0 0 0 0 0,0 0-1 0 0,-1-1 1 0 0,0 0 0 0 0,0 0 0 0 0,0 0-1 0 0,0-1 1 0 0,-1 1 0 0 0,0-1-1 0 0,-1 0 1 0 0,0 0 0 0 0,5-14 0 0 0,-1-4-8 0 0,-6 17-18 0 0,1 0 0 0 0,0 1 0 0 0,0-1 1 0 0,1 1-1 0 0,0-1 0 0 0,0 1 0 0 0,1 0 1 0 0,7-11-1 0 0,-11 18-22 0 0,1-1 0 0 0,-1 1 0 0 0,0 0 0 0 0,1-1 0 0 0,-1 1 0 0 0,0 0 0 0 0,1 0 0 0 0,-1-1 0 0 0,0 1 0 0 0,1 0 0 0 0,-1 0 0 0 0,0 0 1 0 0,1 0-1 0 0,-1 0 0 0 0,1-1 0 0 0,-1 1 0 0 0,0 0 0 0 0,1 0 0 0 0,-1 0 0 0 0,1 0 0 0 0,-1 0 0 0 0,0 0 0 0 0,1 0 0 0 0,-1 0 0 0 0,1 0 0 0 0,-1 1 0 0 0,0-1 0 0 0,1 0 1 0 0,-1 0-1 0 0,0 0 0 0 0,1 0 0 0 0,-1 0 0 0 0,1 1 0 0 0,-1-1 0 0 0,12 16 300 0 0,2 24-548 0 0,-13-36 187 0 0,11 38 74 0 0,-2 0 0 0 0,-2 1 0 0 0,-2 0 0 0 0,-2 0 0 0 0,-1 1 1 0 0,-3-1-1 0 0,-9 78 0 0 0,5-88 101 0 0,-3 0 0 0 0,0 0 1 0 0,-3 0-1 0 0,0-1 1 0 0,-2-1-1 0 0,-1 0 1 0 0,-2-1-1 0 0,-1 0 1 0 0,-1-1-1 0 0,-34 43 0 0 0,42-61-176 0 0,-1-1-1 0 0,-1 0 0 0 0,1 0 1 0 0,-2-1-1 0 0,1-1 1 0 0,-16 9-1 0 0,-19 6-6983 0 0,20-13-677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14.08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20 15 1376 0 0,'-20'-15'15029'0'0,"41"20"-15127"0"0,-1-1 0 0 0,1 0-1 0 0,0-2 1 0 0,22 1 0 0 0,-17-2-1712 0 0,-15-1 107 0 0,0-1-2920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14.53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0 456 0 0,'-5'10'17212'0'0,"23"-2"-12843"0"0,-2-4-6463 0 0,47 0-1926 0 0,-46-2 2700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14.93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7 2761 0 0,'-2'0'2248'0'0,"42"-1"5214"0"0,1 0-4455 0 0,80-3-6274 0 0,-104 4 2370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15.2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3681 0 0,'13'4'6569'0'0,"18"-2"-4096"0"0,-30-2-2076 0 0,63-3 2902 0 0,5 0-2343 0 0,-23 6-5346 0 0,-32 0-1177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23.38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60 385 920 0 0,'-11'-6'16343'0'0,"7"-1"-13500"0"0,0-7-3398 0 0,-3-12 2105 0 0,5 19-1451 0 0,0 0 1 0 0,1 0 0 0 0,0 0 0 0 0,0 0 0 0 0,0-1 0 0 0,1 1 0 0 0,0 0 0 0 0,2-12 0 0 0,-1-7 323 0 0,1-20-220 0 0,-2-39-106 0 0,0 77-118 0 0,-1 0 0 0 0,0 1 0 0 0,-1-1 0 0 0,0 1-1 0 0,0-1 1 0 0,-1 1 0 0 0,1 0 0 0 0,-7-11 0 0 0,1-2-1008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24.54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1 282 1376 0 0,'12'-10'6979'0'0,"71"-34"-2989"0"0,-47 29-3616 0 0,0 2 0 0 0,1 1-1 0 0,0 2 1 0 0,1 1-1 0 0,39-3 1 0 0,19 5 901 0 0,93-11 1478 0 0,-139 14-2546 0 0,84 2 1 0 0,-30 3-134 0 0,-73-2-41 0 0,-7-1-4 0 0,0 1-1 0 0,-1 1 1 0 0,1 1-1 0 0,0 2 1 0 0,42 9-1 0 0,-54-9-35 0 0,0-1-1 0 0,1 0 1 0 0,-1 0-1 0 0,1-1 1 0 0,-1-1-1 0 0,25-2 1 0 0,79-18-76 0 0,-59 8 66 0 0,-22 6-42 0 0,-22 2-3 0 0,0 2 1 0 0,0-1 0 0 0,1 2-1 0 0,-1 0 1 0 0,1 0-1 0 0,-1 2 1 0 0,17 1-1 0 0,-20 0-2 0 0,0-1 0 0 0,0 0-1 0 0,0-1 1 0 0,0 0 0 0 0,0 0-1 0 0,0-1 1 0 0,0 0-1 0 0,14-5 1 0 0,2-2 206 0 0,43-19 0 0 0,-9 2 447 0 0,-53 22-558 0 0,17-5 62 0 0,0 0 0 0 0,29-6 0 0 0,-44 13-102 0 0,0 0 1 0 0,0 0 0 0 0,0 1-1 0 0,1 0 1 0 0,-1 1 0 0 0,0 0-1 0 0,0 0 1 0 0,0 1 0 0 0,13 4-1 0 0,4 3-68 0 0,0 2 0 0 0,-1 0-1 0 0,-1 1 1 0 0,34 23 0 0 0,-39-22 81 0 0,-2 0 78 0 0,0-2 0 0 0,2 0 1 0 0,-1-1-1 0 0,1 0 0 0 0,35 11 0 0 0,-38-16-1675 0 0,1 0-1 0 0,-1 2 1 0 0,26 14 0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25.1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48 17 3225 0 0,'0'-1'268'0'0,"0"0"0"0"0,0 0 1 0 0,-1 0-1 0 0,1 0 0 0 0,-1 0 1 0 0,1 1-1 0 0,0-1 0 0 0,-1 0 1 0 0,0 0-1 0 0,1 1 0 0 0,-1-1 1 0 0,1 0-1 0 0,-1 1 0 0 0,0-1 1 0 0,1 1-1 0 0,-1-1 0 0 0,0 1 1 0 0,0-1-1 0 0,1 1 0 0 0,-1-1 1 0 0,0 1-1 0 0,0 0 0 0 0,0-1 1 0 0,0 1-1 0 0,1 0 0 0 0,-1 0 1 0 0,0 0-1 0 0,0 0 0 0 0,0 0 1 0 0,0 0-1 0 0,0 0 0 0 0,0 0 0 0 0,0 0 1 0 0,0 0-1 0 0,1 0 0 0 0,-1 0 1 0 0,0 1-1 0 0,0-1 0 0 0,0 0 1 0 0,-1 1-1 0 0,0 0 185 0 0,1 0-1 0 0,0 0 0 0 0,0 0 1 0 0,-1 1-1 0 0,1-1 1 0 0,0 0-1 0 0,0 0 0 0 0,0 1 1 0 0,0-1-1 0 0,1 0 1 0 0,-2 3-1 0 0,-2 12 365 0 0,5 33-476 0 0,2 1 1 0 0,3-1-1 0 0,12 53 0 0 0,-11-74-355 0 0,-4-20 86 0 0,-1 1 0 0 0,0-1-1 0 0,0 0 1 0 0,-1 0 0 0 0,0 1-1 0 0,-1-1 1 0 0,0 13 0 0 0,2 50 344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0.29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97 463 4609 0 0,'-5'3'448'0'0,"-1"1"1"0"0,0-1-1 0 0,0 0 0 0 0,0 0 1 0 0,0-1-1 0 0,-1 1 0 0 0,1-1 1 0 0,-1-1-1 0 0,1 1 0 0 0,-1-1 0 0 0,-7 0 1 0 0,13-1-325 0 0,1 0 0 0 0,-1 0 0 0 0,1 0 0 0 0,-1 0 0 0 0,1 0 0 0 0,-1 0 0 0 0,1 0 0 0 0,-1 0 0 0 0,1 0 0 0 0,-1 0 0 0 0,1 0 0 0 0,-1-1 0 0 0,1 1 0 0 0,-1 0 0 0 0,1 0 0 0 0,-1-1 0 0 0,1 1 0 0 0,-1 0 0 0 0,1 0 0 0 0,-1-1 0 0 0,1 1 0 0 0,0-1 0 0 0,-1 1 0 0 0,1 0 0 0 0,0-1 0 0 0,-1 1 0 0 0,1-1 0 0 0,0 1 0 0 0,-1-1 0 0 0,1 1 0 0 0,0-1 0 0 0,0 1 0 0 0,0-1 0 0 0,-1 1 0 0 0,1-2 0 0 0,0 1 82 0 0,1-1-1 0 0,-1 1 1 0 0,1-1-1 0 0,-1 0 0 0 0,1 1 1 0 0,0-1-1 0 0,0 1 1 0 0,-1 0-1 0 0,1-1 1 0 0,0 1-1 0 0,2-3 1 0 0,34-29 1558 0 0,-16 19-1453 0 0,2 2 1 0 0,-1 0 0 0 0,1 1 0 0 0,27-7 0 0 0,103-26 290 0 0,-55 18-227 0 0,367-97 443 0 0,-176 36-663 0 0,-140 39-158 0 0,-141 45-449 0 0,36-11 910 0 0,-17 0-7223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0.7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175 39 4609 0 0,'15'-20'1291'0'0,"0"2"3395"0"0,-45 70 1429 0 0,-21 28-3958 0 0,-14 22-1592 0 0,47-75-227 0 0,-12 20 239 0 0,29-45-518 0 0,-1 1-1 0 0,1 0 0 0 0,0-1 1 0 0,0 1-1 0 0,0 0 0 0 0,0 0 1 0 0,0 0-1 0 0,1 0 0 0 0,-1 0 1 0 0,1 0-1 0 0,0 0 1 0 0,0 0-1 0 0,0 4 0 0 0,1-5-48 0 0,0-1 1 0 0,-1 0-1 0 0,1 0 0 0 0,0 1 0 0 0,0-1 1 0 0,-1 0-1 0 0,1 0 0 0 0,0 0 0 0 0,0 0 1 0 0,0 0-1 0 0,0 0 0 0 0,1 0 0 0 0,-1-1 1 0 0,0 1-1 0 0,0 0 0 0 0,0-1 0 0 0,1 1 0 0 0,-1 0 1 0 0,0-1-1 0 0,1 0 0 0 0,-1 1 0 0 0,0-1 1 0 0,1 0-1 0 0,-1 0 0 0 0,1 1 0 0 0,-1-1 1 0 0,0 0-1 0 0,1 0 0 0 0,-1-1 0 0 0,2 1 1 0 0,44-7 256 0 0,-46 7-266 0 0,28-9-278 0 0,33-13 0 0 0,-39 13-66 0 0,12-5-681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1.25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159 21 6449 0 0,'-9'0'777'0'0,"1"1"0"0"0,-1 0 1 0 0,0 0-1 0 0,0 0 0 0 0,1 1 0 0 0,-1 1 0 0 0,1-1 0 0 0,0 1 0 0 0,0 1 0 0 0,0-1 0 0 0,-9 7 0 0 0,13-8-604 0 0,0 1 0 0 0,1 0 0 0 0,-1 0 0 0 0,1 0-1 0 0,0 0 1 0 0,0 0 0 0 0,0 1 0 0 0,1-1 0 0 0,-1 1 0 0 0,1 0 0 0 0,0 0 0 0 0,0 0-1 0 0,0 0 1 0 0,0 0 0 0 0,1 0 0 0 0,-1 1 0 0 0,1-1 0 0 0,0 0 0 0 0,1 1-1 0 0,-1-1 1 0 0,1 1 0 0 0,0-1 0 0 0,0 8 0 0 0,1-3-128 0 0,1-1 0 0 0,-1 1-1 0 0,2 0 1 0 0,-1-1 0 0 0,1 1 0 0 0,0-1 0 0 0,1 0 0 0 0,0 0 0 0 0,0 0-1 0 0,1 0 1 0 0,0-1 0 0 0,0 1 0 0 0,0-1 0 0 0,1-1 0 0 0,0 1 0 0 0,10 7-1 0 0,-12-11-16 0 0,0 0 0 0 0,1 0 0 0 0,-1 0 0 0 0,1-1-1 0 0,0 1 1 0 0,0-1 0 0 0,0 0 0 0 0,0 0 0 0 0,0-1-1 0 0,0 0 1 0 0,0 0 0 0 0,1 0 0 0 0,-1 0-1 0 0,0-1 1 0 0,1 0 0 0 0,-1 0 0 0 0,0 0 0 0 0,1-1-1 0 0,-1 0 1 0 0,0 0 0 0 0,1 0 0 0 0,-1 0 0 0 0,0-1-1 0 0,0 0 1 0 0,0 0 0 0 0,-1-1 0 0 0,1 1-1 0 0,5-5 1 0 0,-5 4 20 0 0,-1 0 0 0 0,1-1-1 0 0,-1 1 1 0 0,0-1 0 0 0,0 0-1 0 0,0 0 1 0 0,-1-1 0 0 0,1 1-1 0 0,-1-1 1 0 0,0 0 0 0 0,0 0-1 0 0,-1 0 1 0 0,0 0 0 0 0,1 0-1 0 0,-2-1 1 0 0,1 1 0 0 0,-1 0 0 0 0,0-1-1 0 0,0 1 1 0 0,0-1 0 0 0,-1 0-1 0 0,1 1 1 0 0,-2-1 0 0 0,1 0-1 0 0,0 1 1 0 0,-1-1 0 0 0,0 1-1 0 0,-1-1 1 0 0,1 1 0 0 0,-1-1-1 0 0,0 1 1 0 0,-3-6 0 0 0,1 2-163 0 0,-1 0 1 0 0,0 1-1 0 0,0-1 0 0 0,0 1 1 0 0,-1 0-1 0 0,-1 0 0 0 0,1 1 1 0 0,-9-7-1 0 0,9 9-498 0 0,0 0 1 0 0,0 0-1 0 0,-1 1 0 0 0,0-1 0 0 0,1 1 0 0 0,-2 1 1 0 0,1 0-1 0 0,0 0 0 0 0,-1 0 0 0 0,-7-1 1 0 0,-2 2-5967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1.51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5985 0 0,'9'11'1153'0'0,"0"-1"0"0"0,1 0 0 0 0,0-1 0 0 0,1 0 0 0 0,21 15 0 0 0,66 31 3420 0 0,-39-24-2191 0 0,-28-10-1655 0 0,24 12-321 0 0,-51-31-604 0 0,0-1 0 0 0,0 1-1 0 0,0-1 1 0 0,0 1 0 0 0,1-1 0 0 0,-1 0-1 0 0,0-1 1 0 0,1 1 0 0 0,-1-1 0 0 0,1 0-1 0 0,5 0 1 0 0,0-2-714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1.7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244 1 3225 0 0,'-3'3'477'0'0,"0"0"0"0"0,0 0 0 0 0,0 1 0 0 0,1 0 0 0 0,0-1-1 0 0,-1 1 1 0 0,1 0 0 0 0,0 0 0 0 0,1 0 0 0 0,-1 0 0 0 0,1 0 0 0 0,0 0 0 0 0,-2 9 0 0 0,-2 8 781 0 0,-14 21 1460 0 0,-1 0 1 0 0,-36 55 0 0 0,34-62-2153 0 0,1 1 1 0 0,2 1 0 0 0,-21 60 0 0 0,37-89-719 0 0,1 0 0 0 0,0 0 0 0 0,1 0 0 0 0,0 0-1 0 0,0 1 1 0 0,0-1 0 0 0,1 0 0 0 0,2 15 0 0 0,2-12-818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1.94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0 1376 0 0,'-3'7'6308'0'0,"4"8"-3597"0"0,5 11-29 0 0,27 76 3822 0 0,-6-22-4443 0 0,-16-48-2325 0 0,0-13-2773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2.1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3 7834 0 0,'-1'-2'685'0'0,"1"2"-642"0"0,0 0 0 0 0,0 0 0 0 0,0 0-1 0 0,0 0 1 0 0,0 0 0 0 0,-1 0 0 0 0,1 0 0 0 0,0 0 0 0 0,0 0-1 0 0,0 0 1 0 0,0 0 0 0 0,0 0 0 0 0,0 0 0 0 0,-2 1 899 0 0,1-1-899 0 0,1 0 0 0 0,0 0 0 0 0,0 1-1 0 0,0-1 1 0 0,0 0 0 0 0,0 0 0 0 0,0 0 0 0 0,0 0 0 0 0,0 0-1 0 0,0 0 1 0 0,0 1 0 0 0,0 12 1596 0 0,6 15 113 0 0,-3-21-1959 0 0,0 0 0 0 0,1-1 0 0 0,-1 0 0 0 0,2 1 0 0 0,-1-2 0 0 0,1 1 0 0 0,0 0 0 0 0,0-1 0 0 0,0 0 0 0 0,1 0 0 0 0,9 6 0 0 0,4 0 303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2.4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432 88 3225 0 0,'-3'-5'668'0'0,"-1"1"0"0"0,0 0 0 0 0,0 0 0 0 0,0 0 1 0 0,-1 1-1 0 0,0-1 0 0 0,1 1 0 0 0,-10-4 0 0 0,-42-18 3403 0 0,55 25-3992 0 0,-13-6 340 0 0,0 2 0 0 0,0 0 0 0 0,0 1 0 0 0,-1 0 0 0 0,1 1 0 0 0,-1 0 0 0 0,1 2 0 0 0,-1-1 0 0 0,0 2 0 0 0,1 0 0 0 0,-25 5 0 0 0,32-4-269 0 0,0 0 0 0 0,1 0 0 0 0,-1 0 0 0 0,1 1 0 0 0,-1 0 0 0 0,1 0 0 0 0,0 1 1 0 0,0-1-1 0 0,0 1 0 0 0,1 1 0 0 0,0-1 0 0 0,-1 1 0 0 0,1 0 0 0 0,1 0 0 0 0,-1 0 0 0 0,1 1 1 0 0,0 0-1 0 0,0 0 0 0 0,1 0 0 0 0,-1 0 0 0 0,2 0 0 0 0,-1 1 0 0 0,0-1 0 0 0,1 1 1 0 0,1 0-1 0 0,-3 9 0 0 0,3-9-218 0 0,0 0 0 0 0,1 1 1 0 0,0-1-1 0 0,0 0 0 0 0,0 0 0 0 0,1 0 1 0 0,0 0-1 0 0,0 0 0 0 0,1 0 1 0 0,0 0-1 0 0,0 0 0 0 0,0 0 0 0 0,1-1 1 0 0,6 10-1 0 0,-7-12 17 0 0,1-1 0 0 0,-1 1 0 0 0,1-1 1 0 0,0 0-1 0 0,0 0 0 0 0,1 0 0 0 0,-1-1 0 0 0,1 1 0 0 0,-1-1 0 0 0,1 1 1 0 0,0-1-1 0 0,0-1 0 0 0,0 1 0 0 0,0 0 0 0 0,0-1 0 0 0,0 0 1 0 0,0 0-1 0 0,0 0 0 0 0,1 0 0 0 0,-1-1 0 0 0,0 0 0 0 0,0 1 1 0 0,1-2-1 0 0,-1 1 0 0 0,5-1 0 0 0,2-1-409 0 0,-1 0 0 0 0,1-1-1 0 0,-1 0 1 0 0,1-1 0 0 0,12-6 0 0 0,24-17-5118 0 0,-22 10 475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2.62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160 274 456 0 0,'-108'-235'9579'0'0,"106"230"-8876"0"0,-1 1 0 0 0,0-1 0 0 0,0 1 0 0 0,0 0 0 0 0,0 0-1 0 0,-6-5 1 0 0,8 9-577 0 0,1-1 0 0 0,0 1-1 0 0,-1 0 1 0 0,1-1 0 0 0,-1 1-1 0 0,1 0 1 0 0,0 0 0 0 0,-1 0 0 0 0,1-1-1 0 0,-1 1 1 0 0,1 0 0 0 0,-1 0-1 0 0,1 0 1 0 0,-1 0 0 0 0,1 0-1 0 0,-1 0 1 0 0,1 0 0 0 0,-1 0 0 0 0,1 0-1 0 0,-1 0 1 0 0,1 0 0 0 0,0 0-1 0 0,-1 0 1 0 0,1 0 0 0 0,-1 0-1 0 0,1 1 1 0 0,-1-1 0 0 0,0 0-1 0 0,0 1 42 0 0,0 1 0 0 0,0-1 0 0 0,0 0 0 0 0,1 0 0 0 0,-1 1 0 0 0,0-1-1 0 0,0 0 1 0 0,1 1 0 0 0,-1-1 0 0 0,1 1 0 0 0,-1-1 0 0 0,1 1 0 0 0,-1 2-1 0 0,0 6 9 0 0,1 0-1 0 0,-1-1 0 0 0,1 1 0 0 0,1 0 0 0 0,0 0 0 0 0,0-1 0 0 0,1 1 0 0 0,0-1 1 0 0,1 1-1 0 0,6 14 0 0 0,7 13-76 0 0,26 44 0 0 0,-19-38 106 0 0,-2-2-670 0 0,68 123 1362 0 0,-19-63-7950 0 0,-45-70-92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3.0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30 370 5065 0 0,'0'1'199'0'0,"1"0"1"0"0,0-1-1 0 0,0 1 1 0 0,-1 0-1 0 0,1-1 0 0 0,0 1 1 0 0,0-1-1 0 0,0 1 0 0 0,0-1 1 0 0,0 1-1 0 0,0-1 1 0 0,0 1-1 0 0,0-1 0 0 0,0 0 1 0 0,0 0-1 0 0,0 0 0 0 0,0 1 1 0 0,0-1-1 0 0,0 0 1 0 0,1 0-1 0 0,-1-1 0 0 0,0 1 1 0 0,0 0-1 0 0,0 0 0 0 0,0 0 1 0 0,0-1-1 0 0,0 1 1 0 0,0 0-1 0 0,0-1 0 0 0,0 1 1 0 0,1-2-1 0 0,30-15 2855 0 0,-24 10-2636 0 0,0 0 0 0 0,-1-1 0 0 0,0 0-1 0 0,0-1 1 0 0,-1 0 0 0 0,0 0 0 0 0,0 0 0 0 0,-1 0 0 0 0,-1-1 0 0 0,1 0-1 0 0,-1 0 1 0 0,-1 0 0 0 0,4-21 0 0 0,-4 20-332 0 0,-2 1-1 0 0,1-1 1 0 0,-1 1 0 0 0,-1-1 0 0 0,0 1 0 0 0,-1-1-1 0 0,0 1 1 0 0,0-1 0 0 0,-1 1 0 0 0,0-1-1 0 0,-1 1 1 0 0,0 0 0 0 0,-1 0 0 0 0,-6-12-1 0 0,8 19-64 0 0,1 0 0 0 0,-1 0-1 0 0,0 1 1 0 0,0-1 0 0 0,0 1-1 0 0,-1-1 1 0 0,1 1 0 0 0,-1-1-1 0 0,1 1 1 0 0,-1 0 0 0 0,0 0-1 0 0,0 1 1 0 0,1-1 0 0 0,-1 1-1 0 0,0-1 1 0 0,-1 1 0 0 0,1 0-1 0 0,0 0 1 0 0,0 0 0 0 0,0 0-1 0 0,-1 1 1 0 0,1-1 0 0 0,0 1-1 0 0,-1 0 1 0 0,1 0 0 0 0,0 0-1 0 0,-5 1 1 0 0,5 0-11 0 0,-1 0 0 0 0,0 0 1 0 0,0 1-1 0 0,1-1 0 0 0,-1 1 1 0 0,1 0-1 0 0,0 0 0 0 0,-1 0 0 0 0,1 0 1 0 0,0 1-1 0 0,0 0 0 0 0,0-1 1 0 0,1 1-1 0 0,-1 0 0 0 0,1 0 1 0 0,-1 0-1 0 0,1 0 0 0 0,0 1 0 0 0,0-1 1 0 0,1 1-1 0 0,-1-1 0 0 0,1 1 1 0 0,-2 4-1 0 0,1-1-21 0 0,0 1-1 0 0,1-1 1 0 0,0 1 0 0 0,0-1-1 0 0,0 1 1 0 0,1 0 0 0 0,0-1 0 0 0,1 1-1 0 0,0-1 1 0 0,0 1 0 0 0,0-1 0 0 0,1 1-1 0 0,4 10 1 0 0,-2-9 6 0 0,1 1-1 0 0,0-1 1 0 0,0 0-1 0 0,1 0 1 0 0,0-1-1 0 0,1 1 1 0 0,0-2-1 0 0,16 15 1 0 0,-9-10-1 0 0,0-1 0 0 0,2-1 1 0 0,-1-1-1 0 0,1 0 0 0 0,0-1 1 0 0,1 0-1 0 0,0-1 1 0 0,0-1-1 0 0,0-1 0 0 0,1-1 1 0 0,20 3-1 0 0,10-3-298 0 0,3-2-101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3.63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 14 4889 0 0,'14'13'368'0'0,"-13"-11"-257"0"0,-10-7-70 0 0,-3-11-41 0 0,10 9 0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4.20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307 721 4889 0 0,'-6'1'99'0'0,"-1"0"-1"0"0,1 1 1 0 0,-1-1 0 0 0,1 1-1 0 0,-11 5 1 0 0,-5 3 357 0 0,-14 4-1800 0 0,7-11 4873 0 0,2-4 7608 0 0,8-6-8826 0 0,17 6-2304 0 0,1-1-1 0 0,-1 1 1 0 0,1-1-1 0 0,0 0 1 0 0,-1 1-1 0 0,1-1 1 0 0,0 0-1 0 0,0 0 1 0 0,0 0-1 0 0,0 0 1 0 0,0 0-1 0 0,1 0 1 0 0,-1 0-1 0 0,1 0 1 0 0,-1-1-1 0 0,1 1 1 0 0,0 0 0 0 0,0 0-1 0 0,0-4 1 0 0,-4-21 261 0 0,0 1 0 0 0,-2 0-1 0 0,-1 0 1 0 0,-19-49 0 0 0,13 42-37 0 0,2 0-1 0 0,-7-37 1 0 0,13 32-135 0 0,2-1 0 0 0,3-74-1 0 0,1 70-420 0 0,-7-85 0 0 0,4 117-168 0 0,-2-12-442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4.89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75 185 4609 0 0,'-10'-3'275'0'0,"-28"-14"811"0"0,36 16-862 0 0,0 0 0 0 0,0 1 0 0 0,0-2 0 0 0,0 1 1 0 0,1 0-1 0 0,-1 0 0 0 0,0 0 0 0 0,1-1 0 0 0,-1 1 1 0 0,1-1-1 0 0,0 1 0 0 0,-1-1 0 0 0,1 0 0 0 0,0 1 1 0 0,-1-4-1 0 0,2 4-69 0 0,0-1 1 0 0,0 1 0 0 0,0 0 0 0 0,1-1-1 0 0,-1 1 1 0 0,1 0 0 0 0,-1-1 0 0 0,1 1-1 0 0,-1 0 1 0 0,1 0 0 0 0,-1-1 0 0 0,1 1 0 0 0,0 0-1 0 0,0 0 1 0 0,0 0 0 0 0,0 0 0 0 0,0 0-1 0 0,0 0 1 0 0,0 0 0 0 0,0 0 0 0 0,0 0-1 0 0,0 1 1 0 0,2-2 0 0 0,30-15 1051 0 0,17 3-622 0 0,2 2 0 0 0,0 2 0 0 0,0 2 1 0 0,79-1-1 0 0,93-14-727 0 0,-175 15 205 0 0,2 2-1 0 0,-1 2 1 0 0,0 2-1 0 0,97 10 0 0 0,36 2 154 0 0,-113-8-113 0 0,-1 3 0 0 0,75 15 0 0 0,-121-16 83 0 0,-1 0 1 0 0,1-1 0 0 0,0-2 0 0 0,0 0 0 0 0,1-1 0 0 0,-1-2 0 0 0,0 0-1 0 0,33-9 1 0 0,-33 8-55 0 0,0 0-1 0 0,0 2 1 0 0,-1 0 0 0 0,1 2-1 0 0,0 0 1 0 0,34 7-1 0 0,18 1 52 0 0,101-6-2982 0 0,-168-1 1614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5.64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171 1 3745 0 0,'-11'14'380'0'0,"11"-13"-389"0"0,-1 0 0 0 0,1 1 0 0 0,-1-1 0 0 0,0 0 0 0 0,0 0 0 0 0,1 0 0 0 0,-1 0 0 0 0,0 0 0 0 0,0 1 0 0 0,0-2 0 0 0,0 1 1 0 0,0 0-1 0 0,0 0 0 0 0,-1 0 0 0 0,1 0 0 0 0,0-1 0 0 0,0 1 0 0 0,-1 0 0 0 0,1-1 0 0 0,0 1 0 0 0,-1-1 0 0 0,1 0 0 0 0,0 1 1 0 0,-1-1-1 0 0,1 0 0 0 0,0 0 0 0 0,-1 0 0 0 0,1 0 0 0 0,-1 0 0 0 0,1 0 0 0 0,0 0 0 0 0,-1-1 0 0 0,1 1 0 0 0,-1 0 0 0 0,-1-1 0 0 0,-31-6 948 0 0,24 7 427 0 0,-1 1 0 0 0,1 0-1 0 0,0 0 1 0 0,0 2-1 0 0,-1-1 1 0 0,-9 5 0 0 0,23-8-1235 0 0,1 1 0 0 0,-1-1 0 0 0,1 1 0 0 0,-1 0 0 0 0,0 0 0 0 0,1 0 0 0 0,-1 1 0 0 0,1-1 0 0 0,-1 1 0 0 0,0 0 0 0 0,1 0 0 0 0,-1 0 0 0 0,0 0 0 0 0,0 1 0 0 0,0-1 0 0 0,0 1 0 0 0,0 0 0 0 0,0 0 0 0 0,0 0 0 0 0,-1 0 0 0 0,1 0 0 0 0,-1 1 0 0 0,1-1 0 0 0,-1 1 0 0 0,0 0 0 0 0,2 3 0 0 0,4 3 350 0 0,-1 1 0 0 0,-1 1-1 0 0,1 0 1 0 0,-2 0 0 0 0,1 0 0 0 0,4 15 0 0 0,3 18-433 0 0,-8-23 17 0 0,1 0 0 0 0,2-1 0 0 0,0 1 0 0 0,1-2 0 0 0,0 1 0 0 0,21 29 1 0 0,-18-34-38 0 0,-1 1 0 0 0,-1 1 0 0 0,14 29 0 0 0,-20-36-14 0 0,0 1 0 0 0,-1 1 0 0 0,0-1 0 0 0,-1 0 0 0 0,0 1 0 0 0,0-1 0 0 0,-1 18 0 0 0,-4 10-5 0 0,2-29 12 0 0,0 0 0 0 0,1 1 0 0 0,-1-1 0 0 0,2 0 1 0 0,0 0-1 0 0,3 17 0 0 0,3-21-1292 0 0,-1-6 768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6.7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128 29 2304 0 0,'-20'-1'2961'0'0,"19"0"-2754"0"0,1 0 0 0 0,-1 1 0 0 0,1-1 0 0 0,-1 1 0 0 0,1-1 0 0 0,0 0 0 0 0,-1 1 0 0 0,1-1 1 0 0,0 0-1 0 0,-1 1 0 0 0,1-1 0 0 0,0 0 0 0 0,0 0 0 0 0,0 1 0 0 0,-1-1 0 0 0,1 0 0 0 0,0 0 0 0 0,0 1 0 0 0,0-1 0 0 0,0 0 0 0 0,0 0 0 0 0,1 1 0 0 0,-1-1 0 0 0,0 0 0 0 0,0 0 0 0 0,0 1 0 0 0,1-1 0 0 0,-1 0 0 0 0,0 1 0 0 0,7-7 2645 0 0,-27 26 590 0 0,9-5-3337 0 0,1 0 0 0 0,1 0 0 0 0,0 1 0 0 0,1 0 0 0 0,0 1 0 0 0,2-1 0 0 0,-1 2 0 0 0,2-1 0 0 0,0 1 0 0 0,1-1-1 0 0,1 1 1 0 0,1 0 0 0 0,0 0 0 0 0,1 34 0 0 0,2-46-134 0 0,-1-1 0 0 0,1 1 0 0 0,1-1-1 0 0,-1 0 1 0 0,1 1 0 0 0,-1-1 0 0 0,1 0-1 0 0,1 0 1 0 0,-1 0 0 0 0,0-1 0 0 0,1 1 0 0 0,0 0-1 0 0,0-1 1 0 0,0 0 0 0 0,0 1 0 0 0,0-1 0 0 0,1-1-1 0 0,0 1 1 0 0,-1 0 0 0 0,1-1 0 0 0,0 0 0 0 0,0 0-1 0 0,0 0 1 0 0,0 0 0 0 0,1-1 0 0 0,-1 1 0 0 0,9 0-1 0 0,-6 0-60 0 0,0-1 0 0 0,0 0 0 0 0,0 0 0 0 0,1-1 0 0 0,-1 0 0 0 0,0-1-1 0 0,0 1 1 0 0,0-1 0 0 0,1-1 0 0 0,-1 1 0 0 0,0-1 0 0 0,0 0 0 0 0,-1-1 0 0 0,1 0 0 0 0,0 0-1 0 0,11-8 1 0 0,-15 9-32 0 0,-1 0 0 0 0,1-1 0 0 0,-1 0-1 0 0,0 1 1 0 0,0-1 0 0 0,0 0 0 0 0,0 0 0 0 0,0 0-1 0 0,-1 0 1 0 0,0 0 0 0 0,1 0 0 0 0,-1 0 0 0 0,0-1-1 0 0,0 1 1 0 0,-1 0 0 0 0,1-1 0 0 0,-1 1 0 0 0,1-1-1 0 0,-1-3 1 0 0,0 4 86 0 0,0 1 0 0 0,-1-1 0 0 0,1 0-1 0 0,0 0 1 0 0,-1 1 0 0 0,0-1 0 0 0,1 0 0 0 0,-1 1-1 0 0,0-1 1 0 0,0 0 0 0 0,-1 1 0 0 0,1-1 0 0 0,0 1 0 0 0,-1 0-1 0 0,0 0 1 0 0,1-1 0 0 0,-1 1 0 0 0,0 0 0 0 0,0 0-1 0 0,0 0 1 0 0,0 1 0 0 0,-1-1 0 0 0,-1-1 0 0 0,3 3 55 0 0,0 0 0 0 0,1 0 0 0 0,-1-1 0 0 0,1 1 0 0 0,-1 0 0 0 0,0 0 0 0 0,1-1 0 0 0,-1 1 0 0 0,1 0 0 0 0,-1-1 0 0 0,1 1 0 0 0,-1 0 0 0 0,1-1 0 0 0,-1 1 0 0 0,1-1 0 0 0,0 1 0 0 0,-1-1 0 0 0,1 1 0 0 0,-1-1 0 0 0,1 1 0 0 0,0-1 0 0 0,0 1 0 0 0,-1-1 0 0 0,1 0 0 0 0,0 1 0 0 0,0-1 0 0 0,0 1 0 0 0,0-1 0 0 0,-1 0 0 0 0,1 1 0 0 0,0-1 0 0 0,0 1 0 0 0,0-1 0 0 0,0 0 0 0 0,1 1 1 0 0,-1-1-1 0 0,0-1 0 0 0,1 1 1 0 0,1-1 0 0 0,-1 0 0 0 0,1 0 1 0 0,-1 1-1 0 0,1-1 0 0 0,0 1 0 0 0,-1 0 1 0 0,1-1-1 0 0,0 1 0 0 0,0 0 0 0 0,2-1 1 0 0,9-4 123 0 0,-1 1 1 0 0,23-6 0 0 0,-28 9 116 0 0,0 0-1 0 0,0 1 1 0 0,0 0 0 0 0,0 1-1 0 0,1-1 1 0 0,-1 1-1 0 0,0 1 1 0 0,0-1 0 0 0,1 1-1 0 0,-1 0 1 0 0,13 5 0 0 0,-16-5-186 0 0,-1 1 0 0 0,0 0 0 0 0,0-1 0 0 0,0 1 0 0 0,0 0 0 0 0,0 0 0 0 0,-1 1 0 0 0,1-1-1 0 0,-1 1 1 0 0,1-1 0 0 0,-1 1 0 0 0,0 0 0 0 0,0 0 0 0 0,0 0 0 0 0,0 0 0 0 0,0 0 0 0 0,-1 0 0 0 0,0 1 0 0 0,1-1 0 0 0,-1 0 0 0 0,0 1 0 0 0,-1-1 0 0 0,1 1 0 0 0,-1-1 0 0 0,1 7 0 0 0,0 6-505 0 0,5 56 1199 0 0,7-23-7424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7.1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125 1 3681 0 0,'-3'0'263'0'0,"1"0"0"0"0,-1-1 1 0 0,1 2-1 0 0,-1-1 0 0 0,1 0 0 0 0,0 0 1 0 0,-1 1-1 0 0,1-1 0 0 0,0 1 0 0 0,-1 0 1 0 0,1 0-1 0 0,0 0 0 0 0,0 0 0 0 0,-1 0 1 0 0,1 0-1 0 0,0 1 0 0 0,0-1 1 0 0,0 1-1 0 0,1-1 0 0 0,-1 1 0 0 0,0 0 1 0 0,1-1-1 0 0,-1 1 0 0 0,1 0 0 0 0,-1 0 1 0 0,-1 4-1 0 0,-6 8 413 0 0,1 0 0 0 0,-11 29 0 0 0,11-24-482 0 0,5-13-201 0 0,-13 33 87 0 0,15-37-98 0 0,1 0 1 0 0,-1 0-1 0 0,1 0 1 0 0,-1 0-1 0 0,1 0 0 0 0,0 0 1 0 0,-1 0-1 0 0,1 0 1 0 0,0 0-1 0 0,0 0 1 0 0,1 0-1 0 0,-1 0 0 0 0,0 0 1 0 0,1 0-1 0 0,1 4 1 0 0,-2-6 3 0 0,0 1 0 0 0,0-1 0 0 0,1 0 0 0 0,-1 1 1 0 0,0-1-1 0 0,0 0 0 0 0,1 1 0 0 0,-1-1 0 0 0,0 0 0 0 0,1 1 1 0 0,-1-1-1 0 0,1 0 0 0 0,-1 0 0 0 0,0 1 0 0 0,1-1 1 0 0,-1 0-1 0 0,0 0 0 0 0,1 0 0 0 0,-1 0 0 0 0,1 0 0 0 0,-1 0 1 0 0,1 1-1 0 0,-1-1 0 0 0,0 0 0 0 0,1 0 0 0 0,-1 0 0 0 0,1 0 1 0 0,-1-1-1 0 0,1 1 0 0 0,-1 0 0 0 0,1 0 0 0 0,14-10-435 0 0,7-18-180 0 0,-17 16 353 0 0,0-1 0 0 0,0 1-1 0 0,-1-1 1 0 0,3-24-1 0 0,-4 21 829 0 0,1 0 0 0 0,8-24 0 0 0,-12 40-473 0 0,0-1 0 0 0,0 1 0 0 0,0 0 0 0 0,1-1 0 0 0,-1 1 0 0 0,0-1 0 0 0,0 1 0 0 0,0 0 1 0 0,0-1-1 0 0,1 1 0 0 0,-1 0 0 0 0,0-1 0 0 0,0 1 0 0 0,0 0 0 0 0,1 0 0 0 0,-1-1 0 0 0,0 1 0 0 0,1 0 0 0 0,-1-1 0 0 0,0 1 1 0 0,1 0-1 0 0,-1 0 0 0 0,0 0 0 0 0,1 0 0 0 0,-1-1 0 0 0,0 1 0 0 0,1 0 0 0 0,-1 0 0 0 0,0 0 0 0 0,1 0 0 0 0,7 9 1460 0 0,3 29-54 0 0,-9-29-1088 0 0,4 7-140 0 0,0 0 1 0 0,1-1-1 0 0,1 1 1 0 0,0-2-1 0 0,1 1 1 0 0,17 21-1 0 0,-16-24-1207 0 0,1 0 0 0 0,0-2 0 0 0,0 1 0 0 0,18 11 0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7.4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 1 6913 0 0,'-2'2'752'0'0,"0"1"-1"0"0,0-1 0 0 0,0 1 1 0 0,0-1-1 0 0,1 1 0 0 0,0 0 0 0 0,-1-1 1 0 0,1 1-1 0 0,0 0 0 0 0,-1 5 0 0 0,-2 37 2916 0 0,6-20-2711 0 0,9 42-1 0 0,-8-54-356 0 0,3 21-724 0 0,25 103 1543 0 0,-8-71-3532 0 0,-17-52-224 0 0,1 0-1 0 0,13 18 1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7.64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 83 2304 0 0,'-7'-1'9133'0'0,"12"-1"-8477"0"0,0 0 0 0 0,0 0-1 0 0,-1-1 1 0 0,1 1 0 0 0,-1-1-1 0 0,1 0 1 0 0,-1-1 0 0 0,7-6-1 0 0,8-5 178 0 0,36-15-3298 0 0,-38 25-3279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8.02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14 223 2304 0 0,'3'0'319'0'0,"0"-1"-1"0"0,0 0 0 0 0,0 0 0 0 0,0 0 0 0 0,0 0 0 0 0,0 0 0 0 0,-1-1 0 0 0,1 1 0 0 0,0-1 0 0 0,-1 0 0 0 0,4-3 0 0 0,27-25 3436 0 0,-33 30-3735 0 0,7-7 485 0 0,-1-1 0 0 0,0 1 0 0 0,0-1 0 0 0,-1-1 0 0 0,0 1 0 0 0,4-10 0 0 0,-7 14-377 0 0,0 0 1 0 0,-1-1 0 0 0,1 1 0 0 0,-1 0 0 0 0,0-1 0 0 0,0 1 0 0 0,0-1-1 0 0,-1 0 1 0 0,1 1 0 0 0,-1-1 0 0 0,0 1 0 0 0,-1-1 0 0 0,1 1 0 0 0,-1-1-1 0 0,-1-5 1 0 0,1 8-102 0 0,1 0-1 0 0,-1 0 0 0 0,0 1 1 0 0,0-1-1 0 0,-1 0 0 0 0,1 0 1 0 0,0 0-1 0 0,0 1 0 0 0,-1-1 1 0 0,1 1-1 0 0,-1-1 0 0 0,0 1 1 0 0,1 0-1 0 0,-1-1 0 0 0,0 1 1 0 0,0 0-1 0 0,0 0 0 0 0,1 0 1 0 0,-1 0-1 0 0,0 1 0 0 0,0-1 1 0 0,-1 0-1 0 0,1 1 0 0 0,0 0 1 0 0,0-1-1 0 0,0 1 0 0 0,0 0 1 0 0,0 0-1 0 0,0 0 0 0 0,0 0 1 0 0,-1 1-1 0 0,1-1 0 0 0,0 0 1 0 0,0 1-1 0 0,0 0 0 0 0,0-1 1 0 0,0 1-1 0 0,0 0 0 0 0,0 0 1 0 0,-2 2-1 0 0,-1-1 80 0 0,1 0 0 0 0,0 1 0 0 0,-1-1 0 0 0,1 1 0 0 0,1 0 0 0 0,-1 0 0 0 0,0 0 0 0 0,1 1 0 0 0,-1 0 0 0 0,1-1 0 0 0,0 1 0 0 0,0 0 0 0 0,1 0 0 0 0,-1 1 0 0 0,1-1 0 0 0,0 0 0 0 0,-2 6 0 0 0,4-6-25 0 0,0 0 1 0 0,0 1-1 0 0,1-1 0 0 0,-1 0 1 0 0,1 0-1 0 0,0 1 1 0 0,0-1-1 0 0,0 0 0 0 0,1 0 1 0 0,-1 0-1 0 0,1 0 0 0 0,0 0 1 0 0,0-1-1 0 0,1 1 1 0 0,-1-1-1 0 0,1 1 0 0 0,0-1 1 0 0,5 6-1 0 0,7 6 353 0 0,0-1 1 0 0,26 17-1 0 0,-32-24-585 0 0,0-2 0 0 0,0 1 0 0 0,1-1 0 0 0,0 0-1 0 0,0-1 1 0 0,0-1 0 0 0,1 1 0 0 0,-1-2 0 0 0,19 4 0 0 0,2-3-6907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01.88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1072 1101 3225 0 0,'-33'8'13175'0'0,"31"-9"-12792"0"0,-8-15 1837 0 0,-2-27-1771 0 0,1-1 0 0 0,3 0 0 0 0,1-1-1 0 0,0-50 1 0 0,1 25-353 0 0,-7-170 139 0 0,10 139-77 0 0,-4 1 0 0 0,-24-120 1 0 0,30 215-240 0 0,0 0 1 0 0,-1 1 0 0 0,1-1-1 0 0,-1 1 1 0 0,0-1 0 0 0,0 1 0 0 0,-1-1-1 0 0,0 1 1 0 0,1 0 0 0 0,-1 0-1 0 0,-1 1 1 0 0,1-1 0 0 0,0 1-1 0 0,-1-1 1 0 0,0 1 0 0 0,0 0-1 0 0,0 0 1 0 0,0 1 0 0 0,0-1-1 0 0,0 1 1 0 0,-1 0 0 0 0,1 0-1 0 0,-1 0 1 0 0,0 1 0 0 0,1-1 0 0 0,-10 0-1 0 0,33 35-6927 0 0,-17-30 7183 0 0,12 9 86 0 0,-13-12-89 0 0,-1 0 0 0 0,1 0 0 0 0,-1 0 1 0 0,1 0-1 0 0,-1 0 0 0 0,1 0 0 0 0,0 0 1 0 0,-1-1-1 0 0,1 1 0 0 0,-1 0 0 0 0,1 0 0 0 0,-1 0 1 0 0,1-1-1 0 0,-1 1 0 0 0,1 0 0 0 0,-1 0 1 0 0,1-1-1 0 0,-1 1 0 0 0,1 0 0 0 0,-1-1 0 0 0,0 1 1 0 0,1-1-1 0 0,0 0 0 0 0,-36 7 2475 0 0,-29 17-1512 0 0,37-12-1012 0 0,-1-1 0 0 0,0-1 0 0 0,0-2 0 0 0,-1-1 0 0 0,-29 2 0 0 0,-221-16 133 0 0,71-1-14 0 0,120 10-516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02.42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177 57 1928 0 0,'9'-6'91'0'0,"30"-22"1166"0"0,-37 26-898 0 0,0 0 0 0 0,0 1 0 0 0,-1-1 0 0 0,1 0-1 0 0,-1 0 1 0 0,1 0 0 0 0,-1 0 0 0 0,0-1-1 0 0,2-1 1 0 0,-13 5 3747 0 0,-12 11-2197 0 0,7 3-1431 0 0,1 0 1 0 0,0 1 0 0 0,0 1-1 0 0,2 0 1 0 0,-15 28-1 0 0,5-10-169 0 0,-64 116 1530 0 0,85-150-1781 0 0,0 0-1 0 0,1 0 1 0 0,-1 0-1 0 0,1 0 1 0 0,-1 1-1 0 0,1-1 1 0 0,0 0-1 0 0,-1 0 1 0 0,1 0-1 0 0,0 0 1 0 0,0 1-1 0 0,0-1 1 0 0,0 0-1 0 0,0 0 1 0 0,0 0-1 0 0,0 1 1 0 0,0-1-1 0 0,0 0 1 0 0,1 0-1 0 0,-1 0 1 0 0,0 1-1 0 0,1-1 1 0 0,-1 0-1 0 0,1 0 1 0 0,-1 0-1 0 0,1 0 1 0 0,0 0-1 0 0,0 0 0 0 0,-1 0 1 0 0,1 0-1 0 0,0 0 1 0 0,0-1-1 0 0,0 1 1 0 0,0 0-1 0 0,0 0 1 0 0,0-1-1 0 0,0 1 1 0 0,0 0-1 0 0,0-1 1 0 0,0 1-1 0 0,0-1 1 0 0,0 0-1 0 0,0 1 1 0 0,2-1-1 0 0,9 4 164 0 0,0 0 1 0 0,0-1-1 0 0,18 3 0 0 0,-17-4 94 0 0,16 4 36 0 0,46 15-1 0 0,-33-2-6671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04.69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396 50 920 0 0,'-1'0'37'0'0,"1"0"0"0"0,0-1 0 0 0,-1 1 0 0 0,1 0 0 0 0,0 0 0 0 0,-1 0-1 0 0,1-1 1 0 0,0 1 0 0 0,0 0 0 0 0,-1 0 0 0 0,1-1 0 0 0,0 1 0 0 0,0 0 0 0 0,-1-1 0 0 0,1 1 0 0 0,0 0-1 0 0,0-1 1 0 0,0 1 0 0 0,0 0 0 0 0,-1-1 0 0 0,1 1 0 0 0,0 0 0 0 0,0-1 0 0 0,0 1 0 0 0,0-1 0 0 0,0 1-1 0 0,0 0 1 0 0,0-1 0 0 0,0 1 0 0 0,0 0 0 0 0,0-1 0 0 0,0 1 0 0 0,0-1 0 0 0,0 1 0 0 0,1-1 0 0 0,7-18 547 0 0,-2 1 2404 0 0,-25 41 2025 0 0,-23 87-2241 0 0,28-68-1528 0 0,-33 67 0 0 0,47-108-1225 0 0,-1-1 0 0 0,1 1 1 0 0,-1 0-1 0 0,1-1 0 0 0,-1 1 0 0 0,1 0 0 0 0,-1 0 1 0 0,1 0-1 0 0,0-1 0 0 0,0 1 0 0 0,-1 0 0 0 0,1 0 1 0 0,0 0-1 0 0,0 0 0 0 0,0-1 0 0 0,0 1 0 0 0,0 0 1 0 0,0 0-1 0 0,0 0 0 0 0,0 0 0 0 0,0 0 0 0 0,0-1 1 0 0,1 1-1 0 0,-1 0 0 0 0,0 0 0 0 0,1 0 0 0 0,-1 0 0 0 0,0-1 1 0 0,1 1-1 0 0,-1 0 0 0 0,1-1 0 0 0,-1 1 0 0 0,1 0 1 0 0,0-1-1 0 0,-1 1 0 0 0,1 0 0 0 0,-1-1 0 0 0,1 1 1 0 0,0-1-1 0 0,0 1 0 0 0,-1-1 0 0 0,1 0 0 0 0,0 1 1 0 0,0-1-1 0 0,1 1 0 0 0,6 1 23 0 0,0-1 0 0 0,0 1 1 0 0,0-1-1 0 0,12-1 0 0 0,17 4 204 0 0,-26 1-206 0 0,0 1-1 0 0,-1 0 0 0 0,1 1 1 0 0,-1 0-1 0 0,-1 0 1 0 0,1 1-1 0 0,9 10 0 0 0,34 27 140 0 0,-52-45-131 0 0,1 1 0 0 0,-1 0 0 0 0,0-1 0 0 0,0 1 0 0 0,0 0 0 0 0,0 0 0 0 0,-1 0 0 0 0,1 0 0 0 0,0 0 0 0 0,0 0 0 0 0,0 0 0 0 0,-1 0 0 0 0,1 0 0 0 0,-1 1 0 0 0,1-1 0 0 0,-1 0 0 0 0,1 0 0 0 0,-1 1 0 0 0,0-1 0 0 0,1 0 0 0 0,-1 1 0 0 0,0-1 0 0 0,0 0 0 0 0,0 0 0 0 0,0 1 0 0 0,0 1 0 0 0,-1 1 57 0 0,0-1 0 0 0,-1 0 0 0 0,1 0 0 0 0,0 0 0 0 0,-1 1 0 0 0,0-1 0 0 0,0-1 0 0 0,0 1 0 0 0,0 0 0 0 0,-3 3 0 0 0,-5 4 161 0 0,-1 0 1 0 0,0-1-1 0 0,0 0 1 0 0,-15 8-1 0 0,9-6-285 0 0,0-2-1 0 0,-1 0 1 0 0,0 0-1 0 0,0-2 1 0 0,-1 0-1 0 0,0-2 1 0 0,0 0-1 0 0,0 0 1 0 0,-1-2-1 0 0,0-1 1 0 0,1 0-1 0 0,-1-2 1 0 0,0 0-1 0 0,0-1 1 0 0,0-1-1 0 0,1 0 1 0 0,-1-2-1 0 0,1-1 1 0 0,0 0-1 0 0,-30-13 1 0 0,27 7-1159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05.59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249 160 2761 0 0,'-64'-20'6794'0'0,"63"20"-6741"0"0,1 0 0 0 0,0 0 0 0 0,0 0 0 0 0,-1-1 0 0 0,1 1 0 0 0,0 0-1 0 0,0 0 1 0 0,-1-1 0 0 0,1 1 0 0 0,0 0 0 0 0,0 0 0 0 0,0-1 0 0 0,0 1-1 0 0,-1 0 1 0 0,1 0 0 0 0,0-1 0 0 0,0 1 0 0 0,0 0 0 0 0,0-1 0 0 0,0 1 0 0 0,0 0-1 0 0,0-1 1 0 0,0 1 0 0 0,0 0 0 0 0,0-1 0 0 0,0 1 0 0 0,0 0 0 0 0,0-1-1 0 0,0 1 1 0 0,0 0 0 0 0,0-1 0 0 0,0 1 0 0 0,0 0 0 0 0,0 0 0 0 0,1-1-1 0 0,-1 1 1 0 0,0 0 0 0 0,0-1 0 0 0,0 1 0 0 0,0 0 0 0 0,1 0 0 0 0,-1-1 0 0 0,0 1-1 0 0,0 0 1 0 0,1 0 0 0 0,-1 0 0 0 0,0-1 0 0 0,0 1 0 0 0,1 0 0 0 0,-1 0-1 0 0,0 0 1 0 0,1 0 0 0 0,-1 0 0 0 0,0-1 0 0 0,1 1 0 0 0,-1 0 0 0 0,1 0-1 0 0,21-12 568 0 0,-20 11-541 0 0,41-20 496 0 0,0 2-1 0 0,1 2 1 0 0,1 1-1 0 0,68-12 1 0 0,-95 24-374 0 0,1 1-1 0 0,0 1 1 0 0,1 0 0 0 0,-1 2-1 0 0,0 0 1 0 0,0 1 0 0 0,0 1-1 0 0,0 1 1 0 0,0 1 0 0 0,0 0 0 0 0,0 2-1 0 0,-1 0 1 0 0,32 16 0 0 0,-38-15-175 0 0,-1 0 0 0 0,0 1 0 0 0,-1 1 0 0 0,0 0 0 0 0,16 18 0 0 0,39 59-43 0 0,-17-21 23 0 0,51 67 250 0 0,-83-109-192 0 0,-2 1 0 0 0,-1 1 0 0 0,18 50 0 0 0,-16-34-21 0 0,-3 0 0 0 0,12 67-1 0 0,-22-92-30 0 0,-1-1 0 0 0,0 1-1 0 0,-1-1 1 0 0,-1 0-1 0 0,0 1 1 0 0,-1-1 0 0 0,-1 0-1 0 0,-1 0 1 0 0,0 0 0 0 0,-10 25-1 0 0,5-19 20 0 0,-1 0 1 0 0,-1 0-1 0 0,-1-1 0 0 0,0-1 0 0 0,-2 0 0 0 0,0-1 0 0 0,-1 0 0 0 0,-1-1 1 0 0,-1-1-1 0 0,0 0 0 0 0,-1-2 0 0 0,0 0 0 0 0,-1-1 0 0 0,-1 0 0 0 0,0-2 1 0 0,-36 15-1 0 0,17-12 139 0 0,0-1 0 0 0,-1-2 0 0 0,-1-2 0 0 0,0-2 0 0 0,0-1 0 0 0,0-2 0 0 0,-1-3 0 0 0,1 0 0 0 0,-70-10 0 0 0,101 7-155 0 0,-1-1 1 0 0,1 0-1 0 0,0 0 0 0 0,0-1 0 0 0,0-1 1 0 0,1 0-1 0 0,-1 0 0 0 0,-16-13 1 0 0,-5-6 140 0 0,-30-32-1 0 0,19 17-36 0 0,23 22-143 0 0,1-1 1 0 0,0 0-1 0 0,2-1 0 0 0,0-1 0 0 0,1 0 1 0 0,-13-25-1 0 0,21 31 25 0 0,0 0 0 0 0,1-1-1 0 0,1 0 1 0 0,0 0 0 0 0,1-1 0 0 0,0 1 0 0 0,2-1-1 0 0,0 0 1 0 0,0 0 0 0 0,2-30 0 0 0,4 11-8 0 0,2 0 0 0 0,1 0-1 0 0,2 0 1 0 0,1 1 0 0 0,1 0 0 0 0,2 1 0 0 0,2 1 0 0 0,36-62 0 0 0,-43 83-5 0 0,0 0 0 0 0,0 1 0 0 0,1 0 0 0 0,0 0 0 0 0,0 0 1 0 0,1 1-1 0 0,1 1 0 0 0,-1 0 0 0 0,16-8 0 0 0,-7 6-293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06.59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221 1080 6913 0 0,'0'-1'110'0'0,"1"1"-1"0"0,-1-1 0 0 0,0 0 0 0 0,0 0 0 0 0,0 0 0 0 0,0 0 0 0 0,0 0 0 0 0,0 0 0 0 0,0 0 0 0 0,0 0 1 0 0,0 0-1 0 0,-1 0 0 0 0,1 0 0 0 0,0 1 0 0 0,-1-1 0 0 0,1 0 0 0 0,0 0 0 0 0,-1 0 0 0 0,0-1 0 0 0,-11-19 2500 0 0,11 19-2258 0 0,-18-32 3739 0 0,-24-57 0 0 0,-2-42-1850 0 0,-16-141-1993 0 0,50 194-240 0 0,-2-136-1 0 0,8 89-186 0 0,-1 62-933 0 0,5 47 115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07.12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0 524 6913 0 0,'35'-36'900'0'0,"-23"22"-16"0"0,1 0-1 0 0,1 1 1 0 0,0 1 0 0 0,28-20 0 0 0,-3 12-397 0 0,2 1-1 0 0,0 3 1 0 0,1 1-1 0 0,83-18 1 0 0,15-5-287 0 0,7-5-194 0 0,152-24 1 0 0,157 1-10 0 0,-378 56 6 0 0,485-45 58 0 0,225 34 105 0 0,-503 39 2758 0 0,-278-17-3383 0 0,0 0-1 0 0,0 1 0 0 0,-1 0 1 0 0,1 0-1 0 0,-1 0 1 0 0,0 1-1 0 0,7 3 0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07.47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 3 456 0 0,'1'-1'0'0'0,"-1"-1"0"0"0,-1 2 136 0 0,-1 0-8 0 0,2 2-8 0 0,-3 0 0 0 0,1 3-56 0 0,-1 0-64 0 0,2 2 88 0 0,-1-2-88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08.08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19 10138 0 0,'0'0'11'0'0,"0"-1"0"0"0,0 0-1 0 0,-1 1 1 0 0,1-1 0 0 0,0 1-1 0 0,0-1 1 0 0,0 1 0 0 0,0-1-1 0 0,0 1 1 0 0,0-1 0 0 0,0 1-1 0 0,0-1 1 0 0,1 0 0 0 0,-1 1-1 0 0,0-1 1 0 0,0 1 0 0 0,0-1-1 0 0,0 1 1 0 0,1-1 0 0 0,-1 1 0 0 0,0-1-1 0 0,1 1 1 0 0,-1-1 0 0 0,0 1-1 0 0,1 0 1 0 0,-1-1 0 0 0,0 1-1 0 0,1 0 1 0 0,-1-1 0 0 0,1 1-1 0 0,-1 0 1 0 0,1-1 0 0 0,0 1-1 0 0,24-3 2440 0 0,-19 4-1721 0 0,0 0-1 0 0,0 0 1 0 0,0 1 0 0 0,-1-1 0 0 0,1 1-1 0 0,10 5 1 0 0,-10-2-470 0 0,0 0 1 0 0,-1 1-1 0 0,1 0 1 0 0,-1-1-1 0 0,0 2 1 0 0,0-1-1 0 0,-1 0 1 0 0,0 1-1 0 0,0 0 0 0 0,-1 0 1 0 0,0 0-1 0 0,0 1 1 0 0,0-1-1 0 0,2 11 1 0 0,2 15-125 0 0,-1 0 0 0 0,1 36 0 0 0,-4-34-34 0 0,10 33-191 0 0,0 10-4035 0 0,-12-77 3860 0 0,-1 0 0 0 0,0 0 0 0 0,0 0 0 0 0,0 0 0 0 0,0 0 0 0 0,0 0 0 0 0,0 0 0 0 0,0 0 0 0 0,-1 0 0 0 0,1 0 0 0 0,0 0 0 0 0,0 0 0 0 0,-1 0 0 0 0,1 0 0 0 0,-1 0 0 0 0,1-1 0 0 0,-1 1 0 0 0,1 0 0 0 0,-1 0 0 0 0,1 0 0 0 0,-1-1 0 0 0,0 1 0 0 0,1 0 0 0 0,-1-1 0 0 0,-1 2 0 0 0,-4-1-1646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08.34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3 110 6913 0 0,'0'-2'17'0'0,"-1"1"0"0"0,1 0 0 0 0,-1 0 0 0 0,1-1 0 0 0,0 1 0 0 0,-1 0 0 0 0,1-1 0 0 0,0 1 0 0 0,0 0 0 0 0,0-1 0 0 0,0 1 0 0 0,0 0 0 0 0,0-1-1 0 0,1 1 1 0 0,-1 0 0 0 0,0-1 0 0 0,1 1 0 0 0,-1 0 0 0 0,1-1 0 0 0,-1 1 0 0 0,2-2 0 0 0,0 0 6 0 0,0 0-1 0 0,1 0 1 0 0,-1 0 0 0 0,1 0 0 0 0,0 0-1 0 0,0 0 1 0 0,4-3 0 0 0,5-1 693 0 0,0-1 0 0 0,1 1 1 0 0,16-6-1 0 0,-21 10-292 0 0,0 0 0 0 0,0 0 0 0 0,0 1 0 0 0,1 0 0 0 0,-1 0 0 0 0,1 1 0 0 0,0 0 0 0 0,-1 1 0 0 0,1 0 0 0 0,0 0 0 0 0,-1 1 0 0 0,1 0 0 0 0,-1 1 0 0 0,1 0 0 0 0,-1 0 0 0 0,0 1 0 0 0,12 5 0 0 0,-9-3-188 0 0,-1 1 1 0 0,0 0-1 0 0,0 1 0 0 0,0 0 0 0 0,-1 1 1 0 0,0 0-1 0 0,-1 1 0 0 0,1-1 1 0 0,-2 2-1 0 0,1-1 0 0 0,10 20 1 0 0,-11-18-207 0 0,-1 1 0 0 0,-1 1 1 0 0,1-1-1 0 0,-2 1 0 0 0,0 0 1 0 0,-1 0-1 0 0,0 0 0 0 0,-1 0 1 0 0,0 1-1 0 0,0 20 0 0 0,-3-24-22 0 0,1-1 0 0 0,-1 1 0 0 0,-1-1 0 0 0,0 0 0 0 0,0 1 0 0 0,-1-1 0 0 0,0 0-1 0 0,0-1 1 0 0,-1 1 0 0 0,0 0 0 0 0,-1-1 0 0 0,0 0 0 0 0,0 0 0 0 0,-1-1 0 0 0,-11 13 0 0 0,2-6-99 0 0,-2-1 1 0 0,1 0-1 0 0,-2-1 1 0 0,0-1 0 0 0,0 0-1 0 0,-1-1 1 0 0,-29 10 0 0 0,38-17-1685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09.03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947 132 920 0 0,'-9'-10'561'0'0,"0"0"1"0"0,-1 1-1 0 0,0 0 0 0 0,-1 0 0 0 0,0 1 0 0 0,0 1 0 0 0,0 0 0 0 0,-21-9 1 0 0,10 7 559 0 0,-1 1 0 0 0,-1 1 0 0 0,0 0 0 0 0,0 2 0 0 0,0 1 0 0 0,-25-1 0 0 0,23 4-861 0 0,0 0 0 0 0,0 2 0 0 0,1 1 1 0 0,-1 1-1 0 0,1 1 0 0 0,-1 1 0 0 0,1 1 0 0 0,1 2 0 0 0,-39 16 1 0 0,38-10-137 0 0,-1 0 0 0 0,2 2 1 0 0,0 2-1 0 0,1 0 1 0 0,1 1-1 0 0,1 1 1 0 0,1 1-1 0 0,0 0 1 0 0,-16 26-1 0 0,22-28 38 0 0,1 1 1 0 0,1 0-1 0 0,1 1 0 0 0,0 0 0 0 0,2 1 0 0 0,0 0 0 0 0,2 1 0 0 0,0-1 0 0 0,2 2 0 0 0,0-1 0 0 0,-2 36 1 0 0,8-35-121 0 0,0-1 1 0 0,2 0 0 0 0,0 1 0 0 0,2-1-1 0 0,0-1 1 0 0,2 1 0 0 0,0-1 0 0 0,1 0-1 0 0,2-1 1 0 0,0 0 0 0 0,1 0 0 0 0,24 32-1 0 0,-6-14 69 0 0,2-2-1 0 0,1-2 1 0 0,2 0-1 0 0,2-2 1 0 0,44 31-1 0 0,-47-39-62 0 0,1-1-1 0 0,0-3 0 0 0,2 0 0 0 0,59 24 1 0 0,-77-39-32 0 0,1 0 0 0 0,-1-1 1 0 0,1 0-1 0 0,0-2 0 0 0,0 0 1 0 0,0-1-1 0 0,0-1 0 0 0,0-1 1 0 0,0-1-1 0 0,0 0 0 0 0,38-9 1 0 0,-24 1-9 0 0,1-2 0 0 0,-2-2 1 0 0,1-1-1 0 0,34-20 1 0 0,-13 1 33 0 0,70-55 0 0 0,-104 72 48 0 0,-2 0-1 0 0,0-1 1 0 0,-1-1 0 0 0,-1 0-1 0 0,0-2 1 0 0,-2 0 0 0 0,25-43-1 0 0,-30 45-19 0 0,-1 0 1 0 0,-1-1-1 0 0,-1 0 0 0 0,0 0 0 0 0,-1-1 1 0 0,-2 1-1 0 0,0-1 0 0 0,0 0 0 0 0,-2 0 1 0 0,-2-26-1 0 0,-16-123 393 0 0,13 141-373 0 0,-2 1-1 0 0,-1 0 1 0 0,-1 0-1 0 0,-13-27 1 0 0,15 42-76 0 0,-1 0 1 0 0,-1 1 0 0 0,0-1 0 0 0,-1 2-1 0 0,0-1 1 0 0,0 1 0 0 0,-1 1-1 0 0,-1-1 1 0 0,1 2 0 0 0,-14-9-1 0 0,-12-6 50 0 0,-74-35 0 0 0,-6 10-1932 0 0,79 35-783 0 0,-47-9-1 0 0,51 16-4620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33.0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92 467 3097 0 0,'-3'-4'172'0'0,"-1"0"0"0"0,1 0 1 0 0,-1 0-1 0 0,0 0 1 0 0,0 1-1 0 0,0-1 0 0 0,0 1 1 0 0,0 0-1 0 0,-7-3 1 0 0,-5-4 911 0 0,12 7-753 0 0,2 1 143 0 0,-1 0 0 0 0,1 0 1 0 0,-1 0-1 0 0,1 0 0 0 0,0 0 1 0 0,0 0-1 0 0,-4-6 0 0 0,1-13 6253 0 0,22 35-1131 0 0,38 18-6162 0 0,-31-19 800 0 0,11 10-270 0 0,0 1 0 0 0,-2 2 1 0 0,30 30-1 0 0,82 97 445 0 0,-145-153-397 0 0,0 0-1 0 0,0 0 0 0 0,0 0 0 0 0,0 0 0 0 0,0 0 0 0 0,0 0 0 0 0,0 0 1 0 0,1 1-1 0 0,-1-1 0 0 0,0 0 0 0 0,0 0 0 0 0,0 0 0 0 0,0 0 0 0 0,0 0 1 0 0,1 0-1 0 0,-1 0 0 0 0,0 0 0 0 0,0 0 0 0 0,0 0 0 0 0,0 0 0 0 0,0 0 1 0 0,1 0-1 0 0,-1 0 0 0 0,0 0 0 0 0,0 0 0 0 0,0 0 0 0 0,0 0 0 0 0,0-1 1 0 0,1 1-1 0 0,-1 0 0 0 0,0 0 0 0 0,0 0 0 0 0,0 0 0 0 0,0 0 0 0 0,0 0 1 0 0,0 0-1 0 0,0 0 0 0 0,1 0 0 0 0,-1-1 0 0 0,0 1 0 0 0,0 0 0 0 0,0 0 1 0 0,0 0-1 0 0,0 0 0 0 0,0 0 0 0 0,0 0 0 0 0,0-1 0 0 0,0 1 0 0 0,0 0 1 0 0,0 0-1 0 0,0 0 0 0 0,0 0 0 0 0,0 0 0 0 0,0-1 0 0 0,0 1 1 0 0,5-18 327 0 0,2-35-82 0 0,-4 25-64 0 0,52-196 377 0 0,-35 158-401 0 0,20-128-1 0 0,-39 183-289 0 0,1 0 1 0 0,0 0-1 0 0,0 0 0 0 0,1 0 1 0 0,1 1-1 0 0,8-19 0 0 0,-9 25-1082 0 0,0-1-1 0 0,0 1 1 0 0,0 0-1 0 0,0 0 1 0 0,8-7-1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33.49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 1 10138 0 0,'-10'3'6939'0'0,"10"-3"-6823"0"0,10 23 1906 0 0,26 28-1474 0 0,-34-49-260 0 0,24 31 99 0 0,0 1 0 0 0,-2 2 0 0 0,-2 1 0 0 0,-1 0 0 0 0,27 71 0 0 0,-40-84-448 0 0,-6-13-240 0 0,1-1-1 0 0,1 0 1 0 0,0 0 0 0 0,0 0 0 0 0,1 0-1 0 0,1 0 1 0 0,7 10 0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33.81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83 920 0 0,'0'-2'300'0'0,"0"0"1"0"0,0 0-1 0 0,0-1 0 0 0,0 1 0 0 0,1 0 0 0 0,-1-1 1 0 0,1 1-1 0 0,-1 0 0 0 0,1 0 0 0 0,0 0 0 0 0,-1 0 1 0 0,1 0-1 0 0,1-1 0 0 0,-1 2 0 0 0,0-1 0 0 0,0 0 0 0 0,1 0 1 0 0,-1 0-1 0 0,1 0 0 0 0,-1 1 0 0 0,1-1 0 0 0,0 1 1 0 0,-1-1-1 0 0,1 1 0 0 0,0 0 0 0 0,3-2 0 0 0,2-1 408 0 0,0-1 0 0 0,0 2 1 0 0,0-1-1 0 0,0 1 0 0 0,0 0 0 0 0,14-4 0 0 0,-14 7-397 0 0,0 0 0 0 0,0 0 0 0 0,-1 0 0 0 0,1 1 0 0 0,0 0 0 0 0,0 0 0 0 0,0 1 0 0 0,0-1 0 0 0,-1 2 0 0 0,1-1 0 0 0,-1 1 0 0 0,0 0 0 0 0,0 0 0 0 0,0 1 0 0 0,0-1 0 0 0,0 1 0 0 0,-1 1 0 0 0,0-1 0 0 0,8 9 0 0 0,-7-8-252 0 0,-1 1 1 0 0,1 0-1 0 0,-1 0 0 0 0,0 1 1 0 0,0 0-1 0 0,-1 0 1 0 0,0 0-1 0 0,-1 0 1 0 0,1 1-1 0 0,-1-1 1 0 0,0 1-1 0 0,-1 0 1 0 0,0 0-1 0 0,0 0 1 0 0,-1 0-1 0 0,1 11 1 0 0,-3-14-34 0 0,0 0 1 0 0,0 0 0 0 0,-1 0 0 0 0,1 0-1 0 0,-1 0 1 0 0,0-1 0 0 0,0 1 0 0 0,-1 0 0 0 0,0-1-1 0 0,1 0 1 0 0,-1 0 0 0 0,0 0 0 0 0,-1 0-1 0 0,1 0 1 0 0,-1-1 0 0 0,0 1 0 0 0,-5 2 0 0 0,-9 8 29 0 0,-2-1 1 0 0,-28 15-1 0 0,33-21-81 0 0,9-3-111 0 0,-18 8-301 0 0,9-10-2935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34.33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167 47 1840 0 0,'12'-11'-822'0'0,"-1"-18"12487"0"0,-12 28-11443 0 0,0 0-25 0 0,0 0 1 0 0,-1 1-1 0 0,1-1 1 0 0,-1 1-1 0 0,1-1 1 0 0,0 1-1 0 0,-1-1 1 0 0,1 1-1 0 0,-1 0 1 0 0,1 0-1 0 0,-1 0 1 0 0,1 0-1 0 0,-2 0 1 0 0,-3 1 93 0 0,-1-1 0 0 0,1 2 0 0 0,0-1 0 0 0,0 1 0 0 0,0 0 0 0 0,0 0 0 0 0,0 0 0 0 0,1 1 0 0 0,-1 0-1 0 0,1 0 1 0 0,0 1 0 0 0,0-1 0 0 0,0 1 0 0 0,-7 8 0 0 0,5-6-165 0 0,1 0 1 0 0,0 1-1 0 0,0 0 0 0 0,1 0 0 0 0,-1 1 1 0 0,2-1-1 0 0,-1 1 0 0 0,1 0 0 0 0,-5 14 1 0 0,8-18-133 0 0,0 0 1 0 0,0 0 0 0 0,0 0 0 0 0,1-1 0 0 0,0 1 0 0 0,-1 1 0 0 0,1-1 0 0 0,0 0 0 0 0,1 0 0 0 0,-1 0 0 0 0,1 0 0 0 0,0-1 0 0 0,0 1 0 0 0,0 0 0 0 0,0 0-1 0 0,1 0 1 0 0,-1-1 0 0 0,1 1 0 0 0,0-1 0 0 0,0 1 0 0 0,1-1 0 0 0,-1 0 0 0 0,1 1 0 0 0,-1-1 0 0 0,1-1 0 0 0,0 1 0 0 0,0 0 0 0 0,4 2 0 0 0,9 5-293 0 0,0 0 0 0 0,1-2 0 0 0,0 1 0 0 0,34 10 0 0 0,5 3-735 0 0,-51-20 980 0 0,1 1 1 0 0,-1 0-1 0 0,0 1 1 0 0,0 0-1 0 0,0-1 1 0 0,0 2-1 0 0,-1-1 1 0 0,1 0-1 0 0,-1 1 1 0 0,0 0-1 0 0,4 8 1 0 0,-7-12 115 0 0,0 1 1 0 0,0 0-1 0 0,0 0 1 0 0,0 0-1 0 0,-1 0 1 0 0,1 0 0 0 0,-1 0-1 0 0,1 0 1 0 0,-1 0-1 0 0,0 0 1 0 0,0 0-1 0 0,0 1 1 0 0,0-1-1 0 0,0 0 1 0 0,0 0 0 0 0,-1 0-1 0 0,1 0 1 0 0,-1 0-1 0 0,1 0 1 0 0,-1 0-1 0 0,0 0 1 0 0,0 0 0 0 0,0 0-1 0 0,0-1 1 0 0,0 1-1 0 0,0 0 1 0 0,0 0-1 0 0,-1-1 1 0 0,1 1-1 0 0,-1-1 1 0 0,1 1 0 0 0,-1-1-1 0 0,0 0 1 0 0,1 0-1 0 0,-1 1 1 0 0,-3 0-1 0 0,-16 9 250 0 0,-1-1 0 0 0,0-1 1 0 0,0-1-1 0 0,-1-1 0 0 0,0-1 0 0 0,-1-1 0 0 0,-46 4 0 0 0,67-9-811 0 0,-21 2 1526 0 0,12-3-2531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59.95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31 11 6449 0 0,'-3'-2'988'0'0,"-16"-7"7258"0"0,14 59-7692 0 0,1 0 0 0 0,5 77-1 0 0,21 106-4 0 0,-13-148-278 0 0,15 85 55 0 0,-19-147-330 0 0,1-1 0 0 0,1 1 0 0 0,1-1 0 0 0,1-1 1 0 0,14 28-1 0 0,-1-23-390 0 0,-21-25 256 0 0,-1-1-1 0 0,1 1 1 0 0,-1 0 0 0 0,1-1 0 0 0,-1 1 0 0 0,1 0 0 0 0,-1-1 0 0 0,1 1 0 0 0,0-1 0 0 0,-1 1 0 0 0,1-1 0 0 0,0 1 0 0 0,0-1 0 0 0,-1 0 0 0 0,1 1 0 0 0,0-1 0 0 0,0 0 0 0 0,-1 0 0 0 0,1 0 0 0 0,0 1 0 0 0,0-1 0 0 0,0 0 0 0 0,-1 0 0 0 0,1 0 0 0 0,0 0 0 0 0,0 0 0 0 0,0 0 0 0 0,0-1 0 0 0,-1 1 0 0 0,1 0 0 0 0,0 0 0 0 0,0 0 0 0 0,-1-1 0 0 0,1 1 0 0 0,0 0-1 0 0,1-1 1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0.88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20 265 1376 0 0,'-19'0'664'0'0,"27"-6"2337"0"0,32-10 397 0 0,39-4-935 0 0,146-16 0 0 0,-135 23-1625 0 0,321-16 1045 0 0,-104 11-1141 0 0,88-40-156 0 0,-25 1-15 0 0,-292 50-613 0 0,2 3 0 0 0,132 10 1 0 0,-177-3-231 0 0,-1 2 1 0 0,1 2-1 0 0,34 11 1 0 0,-56-14 193 0 0,0 1 0 0 0,0 0 1 0 0,0 1-1 0 0,-1 1 0 0 0,0 0 1 0 0,0 0-1 0 0,0 2 0 0 0,-1-1 1 0 0,-1 1-1 0 0,15 16 0 0 0,19 21 398 0 0,-34-37-6 0 0,0 1-1 0 0,-1 0 0 0 0,0 0 1 0 0,0 1-1 0 0,-1 0 1 0 0,0 1-1 0 0,-1-1 1 0 0,7 18-1 0 0,74 171 21 0 0,-51-123-125 0 0,52 159 0 0 0,-84-216-220 0 0,-1-1 0 0 0,-1 1 0 0 0,0 0 0 0 0,-2 0 0 0 0,0 0 0 0 0,-1 0 0 0 0,-1 0 0 0 0,-1 0 0 0 0,-1 0-1 0 0,-1 0 1 0 0,-1-1 0 0 0,-10 30 0 0 0,10-39 22 0 0,0-1 1 0 0,0 0-1 0 0,-1-1 0 0 0,0 1 1 0 0,0-1-1 0 0,-1 0 0 0 0,0-1 0 0 0,-1 1 1 0 0,1-2-1 0 0,-1 1 0 0 0,-1-1 1 0 0,1 0-1 0 0,-1-1 0 0 0,0 1 1 0 0,-18 5-1 0 0,-10 4 80 0 0,-1-3 1 0 0,-70 14-1 0 0,62-16-52 0 0,-324 53 704 0 0,197-38-347 0 0,-315 21-248 0 0,352-38-283 0 0,-342-6-38 0 0,443-5 173 0 0,0 0 0 0 0,0-3 0 0 0,1-1 0 0 0,-1-1 0 0 0,2-2 0 0 0,-1-1 0 0 0,1-2 0 0 0,-36-20 0 0 0,35 15 104 0 0,-34-16 385 0 0,61 31-450 0 0,1 1 0 0 0,-1 0 0 0 0,0 0 0 0 0,1 0 0 0 0,-1 1 0 0 0,0 0 0 0 0,0 1 0 0 0,-10-1 0 0 0,15 2-41 0 0,-1-1 1 0 0,1 0-1 0 0,0 1 1 0 0,-1-1-1 0 0,1 1 1 0 0,0 0-1 0 0,0 0 1 0 0,0 0-1 0 0,0 0 1 0 0,0 0-1 0 0,0 0 1 0 0,0 0-1 0 0,0 1 1 0 0,0-1-1 0 0,-2 3 1 0 0,1 1-479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1.73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155 552 8754 0 0,'-20'-31'2329'0'0,"0"1"0"0"0,-2 1 1 0 0,0 1-1 0 0,-38-35 0 0 0,59 63-2291 0 0,0-1-1 0 0,0 0 0 0 0,0 0 1 0 0,0 0-1 0 0,0 0 0 0 0,0 0 1 0 0,1 0-1 0 0,-1-1 0 0 0,0 1 1 0 0,1 0-1 0 0,-1 0 0 0 0,1 0 1 0 0,0-1-1 0 0,-1 0 0 0 0,1 1-11 0 0,0 1 0 0 0,0 0 0 0 0,0-1 0 0 0,0 1 0 0 0,0 0 0 0 0,0-1 0 0 0,0 1 0 0 0,0-1 0 0 0,1 1 0 0 0,-1 0-1 0 0,0-1 1 0 0,0 1 0 0 0,0 0 0 0 0,0 0 0 0 0,1-1 0 0 0,-1 1 0 0 0,0 0 0 0 0,0-1 0 0 0,1 1 0 0 0,-1 0 0 0 0,0 0-1 0 0,0-1 1 0 0,1 1 0 0 0,-1 0 0 0 0,0 0 0 0 0,1 0 0 0 0,-1-1 0 0 0,0 1 0 0 0,1 0 0 0 0,0 0 0 0 0,0 0 17 0 0,0 0 0 0 0,1 0 0 0 0,-1 0 0 0 0,1 0 0 0 0,-1 0 0 0 0,1 0 0 0 0,-1 0 0 0 0,1 0 0 0 0,-1 1 0 0 0,0-1 0 0 0,1 1 0 0 0,-1-1 0 0 0,0 1 0 0 0,1-1 0 0 0,-1 1 0 0 0,0 0 1 0 0,0 0-1 0 0,1 0 0 0 0,-1 0 0 0 0,0 0 0 0 0,0 0 0 0 0,0 0 0 0 0,1 2 0 0 0,11 15-43 0 0,-1 1 0 0 0,0 1 0 0 0,-2 0 0 0 0,10 25 0 0 0,18 35 0 0 0,-20-49-72 0 0,2-1 0 0 0,1 0 0 0 0,1-2 0 0 0,47 46 0 0 0,-52-58 29 0 0,2 0 0 0 0,0-2 1 0 0,0 0-1 0 0,2-1 0 0 0,-1 0 1 0 0,2-2-1 0 0,-1-1 0 0 0,28 9 1 0 0,-47-18 47 0 0,1 0 0 0 0,0 0 0 0 0,0 0 0 0 0,-1-1 0 0 0,1 0 0 0 0,0 1 0 0 0,0-1 0 0 0,0 0 0 0 0,-1 0 0 0 0,1 0 0 0 0,0-1 0 0 0,0 1 0 0 0,0-1 0 0 0,-1 1 0 0 0,1-1 0 0 0,0 0-1 0 0,-1 0 1 0 0,1 0 0 0 0,3-3 0 0 0,-3 2 28 0 0,0-1 0 0 0,0 0 0 0 0,0 0-1 0 0,0 0 1 0 0,-1 0 0 0 0,1 0-1 0 0,-1 0 1 0 0,0-1 0 0 0,0 1-1 0 0,0-1 1 0 0,0 0 0 0 0,1-4-1 0 0,1-9 79 0 0,1 0 0 0 0,-2 0 1 0 0,-1 0-1 0 0,0 0 0 0 0,0-21 0 0 0,-1-26 86 0 0,23-359 332 0 0,-16 370-559 0 0,-4 29-204 0 0,0 0 0 0 0,-1-1 0 0 0,-2 0 0 0 0,-2-42 0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2.10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31 8754 0 0,'0'-1'54'0'0,"0"-1"1"0"0,0 1-1 0 0,0-1 0 0 0,0 1 1 0 0,0-1-1 0 0,1 1 0 0 0,-1-1 0 0 0,0 1 1 0 0,1-1-1 0 0,-1 1 0 0 0,1 0 1 0 0,0-1-1 0 0,-1 1 0 0 0,1 0 1 0 0,0 0-1 0 0,1-3 0 0 0,-1 4 150 0 0,0-1 1 0 0,0 1-1 0 0,-1-1 0 0 0,1 1 0 0 0,0-1 0 0 0,0 1 0 0 0,0 0 0 0 0,0-1 0 0 0,-1 1 0 0 0,1 0 0 0 0,0 0 0 0 0,0 0 0 0 0,0-1 0 0 0,0 1 0 0 0,0 0 0 0 0,0 0 0 0 0,0 0 0 0 0,0 0 0 0 0,-1 1 0 0 0,3-1 0 0 0,-1 1 138 0 0,1 0-1 0 0,-1 0 1 0 0,1 0-1 0 0,-1 0 1 0 0,0 0-1 0 0,1 1 1 0 0,-1-1-1 0 0,0 1 1 0 0,0 0 0 0 0,0-1-1 0 0,0 1 1 0 0,0 0-1 0 0,0 0 1 0 0,-1 0-1 0 0,1 1 1 0 0,-1-1-1 0 0,2 3 1 0 0,5 16-3 0 0,-1 0 0 0 0,-1 0 0 0 0,-2 0 1 0 0,0 1-1 0 0,3 39 0 0 0,-4-29-313 0 0,12 56 0 0 0,-6-59-175 0 0,1-1 0 0 0,1 1 0 0 0,27 48 0 0 0,4-13-3898 0 0,-38-60 2448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2.48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53 143 2304 0 0,'-6'-3'420'0'0,"1"-1"0"0"0,0 0-1 0 0,0 0 1 0 0,0 0-1 0 0,1-1 1 0 0,0 1-1 0 0,0-1 1 0 0,-6-8-1 0 0,10 11-294 0 0,-1 1-1 0 0,0-1 0 0 0,0 1 0 0 0,1-1 1 0 0,-1 0-1 0 0,1 1 0 0 0,0-1 1 0 0,-1 0-1 0 0,1 1 0 0 0,0-1 0 0 0,0 0 1 0 0,0 1-1 0 0,0-1 0 0 0,0 0 0 0 0,1 1 1 0 0,-1-1-1 0 0,0 0 0 0 0,1 1 0 0 0,-1-1 1 0 0,1 0-1 0 0,0 1 0 0 0,-1-1 1 0 0,1 1-1 0 0,0-1 0 0 0,0 1 0 0 0,0-1 1 0 0,0 1-1 0 0,0 0 0 0 0,0 0 0 0 0,1-1 1 0 0,-1 1-1 0 0,0 0 0 0 0,1 0 0 0 0,-1 0 1 0 0,1 0-1 0 0,1 0 0 0 0,6-5 223 0 0,-1 1 0 0 0,1 0 0 0 0,1 1 0 0 0,-1 0 1 0 0,1 0-1 0 0,0 1 0 0 0,-1 0 0 0 0,1 1 0 0 0,1 0 0 0 0,-1 0 0 0 0,0 2 0 0 0,0-1 0 0 0,0 1 0 0 0,1 0 0 0 0,-1 1 0 0 0,0 0 0 0 0,0 1 0 0 0,0 0 0 0 0,16 6 0 0 0,-18-5-246 0 0,1 0 0 0 0,0 1 0 0 0,-1 1-1 0 0,0-1 1 0 0,0 1 0 0 0,0 1 0 0 0,-1 0-1 0 0,0 0 1 0 0,0 0 0 0 0,0 1 0 0 0,-1 0-1 0 0,0 0 1 0 0,0 0 0 0 0,-1 1 0 0 0,0 0 0 0 0,0 0-1 0 0,0 0 1 0 0,-2 1 0 0 0,1-1 0 0 0,-1 1-1 0 0,4 14 1 0 0,-7-18-146 0 0,1-1 0 0 0,-1 1-1 0 0,0 0 1 0 0,0 0 0 0 0,0 0-1 0 0,0-1 1 0 0,-1 1 0 0 0,0 0-1 0 0,0 0 1 0 0,0-1 0 0 0,-1 1-1 0 0,0-1 1 0 0,0 1 0 0 0,0-1-1 0 0,0 0 1 0 0,-1 1 0 0 0,1-1-1 0 0,-1 0 1 0 0,0-1 0 0 0,0 1-1 0 0,0 0 1 0 0,-1-1 0 0 0,0 0-1 0 0,-4 3 1 0 0,-4 4 417 0 0,-1-1 0 0 0,0-1 1 0 0,-1 0-1 0 0,0-1 0 0 0,0-1 0 0 0,-19 7 1 0 0,22-12-1562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2.92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219 0 4609 0 0,'-30'7'3558'0'0,"11"2"-1903"0"0,1 0 0 0 0,0 1 0 0 0,-28 21 0 0 0,36-24-1219 0 0,1 1 1 0 0,0 0-1 0 0,0 1 1 0 0,1 0-1 0 0,0 0 1 0 0,1 0-1 0 0,-11 19 1 0 0,17-26-439 0 0,-1 0-1 0 0,1 1 1 0 0,0-1 0 0 0,0 1 0 0 0,0 0 0 0 0,0-1 0 0 0,1 1 0 0 0,-1 0 0 0 0,1-1 0 0 0,0 1 0 0 0,-1 0 0 0 0,1 0 0 0 0,0-1 0 0 0,1 1 0 0 0,-1 0 0 0 0,0 0-1 0 0,1-1 1 0 0,0 1 0 0 0,0 3 0 0 0,1-3-48 0 0,0 1-1 0 0,0-1 0 0 0,0 0 0 0 0,1 0 0 0 0,-1 0 1 0 0,1 0-1 0 0,0-1 0 0 0,-1 1 0 0 0,1-1 0 0 0,0 1 1 0 0,1-1-1 0 0,3 2 0 0 0,9 4-151 0 0,0-1-1 0 0,0 0 1 0 0,1-2-1 0 0,30 7 1 0 0,22 0-55 0 0,-48-10 191 0 0,-1 2-1 0 0,0 0 0 0 0,0 1 0 0 0,0 1 0 0 0,20 8 0 0 0,-39-13 62 0 0,0-1-1 0 0,1 1 0 0 0,-1 0 1 0 0,1-1-1 0 0,-1 1 0 0 0,0 0 1 0 0,0 0-1 0 0,1 0 0 0 0,-1 0 0 0 0,0 0 1 0 0,0 0-1 0 0,0 0 0 0 0,0 0 1 0 0,0 0-1 0 0,0 1 0 0 0,0-1 1 0 0,-1 0-1 0 0,1 1 0 0 0,0-1 1 0 0,-1 0-1 0 0,1 1 0 0 0,-1-1 0 0 0,1 1 1 0 0,-1-1-1 0 0,0 1 0 0 0,0 1 1 0 0,0 0 63 0 0,-1 0-1 0 0,0-1 1 0 0,1 1 0 0 0,-1-1 0 0 0,0 0 0 0 0,-1 1 0 0 0,1-1 0 0 0,0 0-1 0 0,-1 0 1 0 0,1 0 0 0 0,-1 0 0 0 0,0 0 0 0 0,0 0 0 0 0,-2 2 0 0 0,-6 5 487 0 0,-1-1 0 0 0,0 0 1 0 0,-1 0-1 0 0,-21 9 0 0 0,11-7-153 0 0,-1-1 0 0 0,0-2 0 0 0,-26 6-1 0 0,-3-5-6828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3.25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59 6913 0 0,'9'-2'1371'0'0,"1"0"-1"0"0,-1 0 0 0 0,0-1 0 0 0,-1 0 0 0 0,1-1 1 0 0,9-5-1 0 0,15-5 48 0 0,-21 10-1630 0 0,0 0 1 0 0,1 0 0 0 0,25-3-1 0 0,-31 6-131 0 0,0 1-1 0 0,-1 0 0 0 0,1 1 1 0 0,-1-1-1 0 0,1 1 0 0 0,-1 1 0 0 0,1-1 1 0 0,-1 1-1 0 0,11 4 0 0 0,-9-2 411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3.42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1 101 1840 0 0,'24'-2'3262'0'0,"3"-7"-2645"0"0,-1-2 0 0 0,30-16 0 0 0,-28 13-1049 0 0,42-16 0 0 0,-51 22 432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4.57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133 92 3225 0 0,'-17'-5'2278'0'0,"11"2"-777"0"0,-1 1 0 0 0,1 0 0 0 0,-1 1 0 0 0,0 0 1 0 0,1 0-1 0 0,-12 0 0 0 0,16 1-1326 0 0,0 0 0 0 0,0 1 0 0 0,0-1 0 0 0,0 1 1 0 0,0-1-1 0 0,0 1 0 0 0,0 0 0 0 0,0 0 0 0 0,0 0 0 0 0,1 0 0 0 0,-1 0 0 0 0,0 1 0 0 0,0-1 1 0 0,1 0-1 0 0,-1 1 0 0 0,1-1 0 0 0,-1 1 0 0 0,1 0 0 0 0,0-1 0 0 0,0 1 0 0 0,0 0 0 0 0,0 0 1 0 0,0 0-1 0 0,0-1 0 0 0,0 1 0 0 0,0 3 0 0 0,-3 8-129 0 0,0 0 1 0 0,1 0-1 0 0,1 1 0 0 0,1-1 1 0 0,-1 0-1 0 0,2 1 0 0 0,0 0 1 0 0,1-1-1 0 0,4 24 1 0 0,0-11-69 0 0,1 0 1 0 0,1 0 0 0 0,1-1 0 0 0,13 25 0 0 0,-14-34 16 0 0,2-1 1 0 0,0 1 0 0 0,1-2-1 0 0,0 0 1 0 0,1 0-1 0 0,0 0 1 0 0,2-2 0 0 0,18 16 0 0 0,-23-21 2 0 0,1 0 1 0 0,0-1-1 0 0,0 0 1 0 0,1 0-1 0 0,0-1 1 0 0,0-1 0 0 0,0 0-1 0 0,0 0 1 0 0,1-1-1 0 0,-1 0 1 0 0,1-1 0 0 0,0 0-1 0 0,0 0 1 0 0,18-1-1 0 0,-26-1 16 0 0,0-1 0 0 0,0 1-1 0 0,0-1 1 0 0,0 1-1 0 0,1-1 1 0 0,-1 0 0 0 0,0 0-1 0 0,0 0 1 0 0,0-1-1 0 0,-1 1 1 0 0,1-1-1 0 0,0 0 1 0 0,0 1 0 0 0,-1-1-1 0 0,1-1 1 0 0,3-3-1 0 0,-3 2 45 0 0,1-1 0 0 0,-1 0-1 0 0,0 0 1 0 0,0 0 0 0 0,0 0 0 0 0,-1 0-1 0 0,0-1 1 0 0,3-9 0 0 0,-2-1 86 0 0,0-1 0 0 0,-1 0 1 0 0,0 0-1 0 0,-1 0 0 0 0,-3-24 1 0 0,-1 17-67 0 0,-1 0 0 0 0,-1 0 1 0 0,-1 1-1 0 0,-2 0 0 0 0,0 0 0 0 0,-1 0 1 0 0,-1 1-1 0 0,-1 1 0 0 0,-1 0 0 0 0,-1 0 0 0 0,-1 1 1 0 0,-1 1-1 0 0,0 0 0 0 0,-2 1 0 0 0,0 1 1 0 0,-1 1-1 0 0,-30-23 0 0 0,44 36-281 0 0,-1 0-1 0 0,1 1 1 0 0,-1-1-1 0 0,1 1 1 0 0,-1-1 0 0 0,0 1-1 0 0,0 1 1 0 0,0-1-1 0 0,0 1 1 0 0,-6-1-1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5.98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30 170 1840 0 0,'-9'-29'3029'0'0,"-12"-15"9487"0"0,60 117-6136 0 0,-7-16-6378 0 0,253 401 60 0 0,-268-433-28 0 0,-9-13 19 0 0,1 0-1 0 0,0 0 0 0 0,0-1 1 0 0,19 18-1 0 0,-27-29-30 0 0,-1 0-1 0 0,1 0 0 0 0,-1 0 1 0 0,1 0-1 0 0,-1 0 0 0 0,1 0 1 0 0,0 0-1 0 0,-1 0 1 0 0,1 0-1 0 0,-1 0 0 0 0,1 0 1 0 0,-1 0-1 0 0,1 0 1 0 0,0-1-1 0 0,-1 1 0 0 0,1 0 1 0 0,-1 0-1 0 0,1-1 1 0 0,-1 1-1 0 0,1 0 0 0 0,-1-1 1 0 0,1 1-1 0 0,-1 0 0 0 0,0-1 1 0 0,1 1-1 0 0,-1-1 1 0 0,1 1-1 0 0,-1 0 0 0 0,0-1 1 0 0,1 1-1 0 0,-1-1 1 0 0,0 1-1 0 0,0-1 0 0 0,1 0 1 0 0,-1 1-1 0 0,0-1 1 0 0,0 0-1 0 0,12-26 248 0 0,-12 26-239 0 0,24-74 283 0 0,-4-1-1 0 0,18-146 1 0 0,-26 137-861 0 0,4 0 1 0 0,27-85-1 0 0,-43 170 526 0 0,1-4-168 0 0,0 1-1 0 0,0 0 0 0 0,0 0 1 0 0,1 0-1 0 0,-1 0 0 0 0,1 0 1 0 0,3-4-1 0 0,0 3-621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6.70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203 28 2761 0 0,'-9'-26'11626'0'0,"8"26"-11452"0"0,0-1 0 0 0,0 1 1 0 0,0 0-1 0 0,0 0 0 0 0,0 0 1 0 0,0 0-1 0 0,0 0 0 0 0,0 0 1 0 0,0 0-1 0 0,0 0 0 0 0,0 0 1 0 0,1 1-1 0 0,-1-1 0 0 0,0 0 1 0 0,0 0-1 0 0,-1 2 0 0 0,-13 3 385 0 0,1 1-1 0 0,0 0 1 0 0,1 1-1 0 0,0 1 1 0 0,0 0-1 0 0,-20 17 1 0 0,27-21-542 0 0,1 0 0 0 0,0 1 0 0 0,1 0-1 0 0,-1 0 1 0 0,1 0 0 0 0,0 1 0 0 0,0-1 0 0 0,1 1 0 0 0,-1 0 0 0 0,1 0 0 0 0,1 0 0 0 0,-1 1 0 0 0,1-1 0 0 0,0 1 0 0 0,0-1 0 0 0,1 1 0 0 0,-1 10 0 0 0,2-15-10 0 0,0 0 0 0 0,1 1 0 0 0,-1-1 0 0 0,1 0 1 0 0,-1 0-1 0 0,1 0 0 0 0,0 0 0 0 0,0 0 0 0 0,0 0 0 0 0,0 0 1 0 0,0-1-1 0 0,0 1 0 0 0,1 0 0 0 0,-1 0 0 0 0,0-1 1 0 0,1 1-1 0 0,0-1 0 0 0,-1 1 0 0 0,1-1 0 0 0,0 0 1 0 0,0 0-1 0 0,-1 0 0 0 0,1 0 0 0 0,3 2 0 0 0,8 2 57 0 0,-1-1 0 0 0,0 0 0 0 0,16 3 0 0 0,4 2-3 0 0,-24-6-53 0 0,0 0 0 0 0,0 0 0 0 0,0 1 1 0 0,-1 0-1 0 0,1 0 0 0 0,-1 1 0 0 0,8 6 1 0 0,-13-8-14 0 0,1 0 0 0 0,0 0 0 0 0,-1 0 0 0 0,0 0 0 0 0,1 0 0 0 0,-1 1 0 0 0,-1-1 0 0 0,1 1 0 0 0,0 0 0 0 0,-1-1 0 0 0,0 1 0 0 0,0 0 0 0 0,0 0 0 0 0,0 0 0 0 0,-1 0 0 0 0,1 0 0 0 0,-1 6 0 0 0,-1 7 37 0 0,1-1 1 0 0,-2 0 0 0 0,0 0 0 0 0,-1 0-1 0 0,-1 0 1 0 0,0 0 0 0 0,-1-1 0 0 0,-1 1-1 0 0,0-1 1 0 0,-15 24 0 0 0,16-34 95 0 0,3-6-211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7.17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 62 7834 0 0,'-15'-31'4966'0'0,"15"30"-4707"0"0,0 0 1 0 0,-1 0 0 0 0,1 0-1 0 0,0-1 1 0 0,0 1-1 0 0,0 0 1 0 0,0 0-1 0 0,0 0 1 0 0,0 0-1 0 0,0-1 1 0 0,0 1-1 0 0,0 0 1 0 0,0 0-1 0 0,1 0 1 0 0,-1 0-1 0 0,1 0 1 0 0,-1 0 0 0 0,0 0-1 0 0,1 0 1 0 0,0 0-1 0 0,-1 0 1 0 0,1 0-1 0 0,0 0 1 0 0,-1 0-1 0 0,1 0 1 0 0,0 0-1 0 0,1-1 1 0 0,-1 2-184 0 0,-1 0 0 0 0,1 0 0 0 0,0 1-1 0 0,-1-1 1 0 0,1 0 0 0 0,-1 0 0 0 0,1 0 0 0 0,0 0 0 0 0,-1 1 0 0 0,1-1 0 0 0,-1 0-1 0 0,1 0 1 0 0,-1 1 0 0 0,1-1 0 0 0,-1 0 0 0 0,1 1 0 0 0,-1-1 0 0 0,1 1 0 0 0,-1-1-1 0 0,1 1 1 0 0,-1-1 0 0 0,0 1 0 0 0,1-1 0 0 0,-1 1 0 0 0,0-1 0 0 0,1 1 0 0 0,-1 0 0 0 0,13 21 311 0 0,-10-18-258 0 0,18 34 182 0 0,-1 0 1 0 0,-2 2 0 0 0,-2 0 0 0 0,20 75-1 0 0,-22-52-348 0 0,-2 0 1 0 0,5 101-1 0 0,-20-140-1403 0 0,-19-75-4198 0 0,16 29 5572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7.43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 73 4609 0 0,'0'-1'130'0'0,"-1"0"1"0"0,0 0-1 0 0,0 0 0 0 0,1 0 1 0 0,-1 0-1 0 0,1 0 0 0 0,-1 0 1 0 0,1-1-1 0 0,0 1 1 0 0,-1 0-1 0 0,1 0 0 0 0,0-1 1 0 0,0 1-1 0 0,0 0 0 0 0,-1 0 1 0 0,1-1-1 0 0,1 1 0 0 0,-1 0 1 0 0,0 0-1 0 0,0-1 0 0 0,0 1 1 0 0,1 0-1 0 0,-1 0 1 0 0,1 0-1 0 0,-1-1 0 0 0,1 0 1 0 0,1 0 192 0 0,0 0 0 0 0,0 0 1 0 0,0 0-1 0 0,0 0 0 0 0,0 0 1 0 0,0 0-1 0 0,0 1 1 0 0,1-1-1 0 0,-1 1 0 0 0,1 0 1 0 0,3-2-1 0 0,6-1 560 0 0,-1 1 0 0 0,0 0 0 0 0,1 0 0 0 0,-1 1-1 0 0,13 0 1 0 0,-6 1-433 0 0,-1 2 0 0 0,0 0-1 0 0,1 1 1 0 0,-1 1-1 0 0,0 0 1 0 0,0 1 0 0 0,0 1-1 0 0,-1 1 1 0 0,1 0-1 0 0,-1 1 1 0 0,17 11 0 0 0,-26-14-413 0 0,0 1 0 0 0,0 0 0 0 0,0 0 0 0 0,-1 1 0 0 0,0 0 1 0 0,0 0-1 0 0,-1 1 0 0 0,1-1 0 0 0,-1 1 0 0 0,7 14 0 0 0,-9-15-45 0 0,-1 0-1 0 0,0 1 0 0 0,0 0 1 0 0,0-1-1 0 0,-1 1 0 0 0,0 0 0 0 0,0 0 1 0 0,-1 0-1 0 0,1 0 0 0 0,-2 0 0 0 0,1-1 1 0 0,-1 1-1 0 0,0 0 0 0 0,-3 12 1 0 0,-2-2-17 0 0,0-1-1 0 0,0 0 1 0 0,-2 0 0 0 0,0 0 0 0 0,-1-1 0 0 0,-14 19 0 0 0,1-5 125 0 0,-53 52 1 0 0,68-75-81 0 0,1 0 0 0 0,-1-1 0 0 0,0 0 0 0 0,0 0 0 0 0,-1 0-1 0 0,-15 6 1 0 0,-8-5-6602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7.82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175 9 5985 0 0,'-2'-1'328'0'0,"0"0"0"0"0,0 0 0 0 0,0 0 0 0 0,0 0-1 0 0,-1 0 1 0 0,1 0 0 0 0,0 1 0 0 0,0-1 0 0 0,-1 1-1 0 0,1 0 1 0 0,0 0 0 0 0,0-1 0 0 0,-1 2 0 0 0,1-1-1 0 0,0 0 1 0 0,-1 0 0 0 0,1 1 0 0 0,0-1 0 0 0,0 1-1 0 0,-1 0 1 0 0,1-1 0 0 0,-2 2 0 0 0,-2 0 423 0 0,-1 1 1 0 0,1 0-1 0 0,0 0 1 0 0,0 0-1 0 0,1 1 1 0 0,-9 6-1 0 0,12-9-673 0 0,0 1 0 0 0,1 0-1 0 0,-1 0 1 0 0,0-1 0 0 0,1 1-1 0 0,0 0 1 0 0,-1 1 0 0 0,1-1-1 0 0,0 0 1 0 0,0 0 0 0 0,0 0-1 0 0,0 1 1 0 0,0-1 0 0 0,1 0-1 0 0,-1 1 1 0 0,1-1 0 0 0,0 1-1 0 0,-1-1 1 0 0,1 1 0 0 0,0-1-1 0 0,0 0 1 0 0,1 1 0 0 0,-1-1-1 0 0,0 1 1 0 0,1-1 0 0 0,0 0-1 0 0,-1 1 1 0 0,1-1 0 0 0,0 0-1 0 0,2 4 1 0 0,4 5-17 0 0,0 0 1 0 0,1 0-1 0 0,0-1 0 0 0,17 17 1 0 0,4 5 67 0 0,-7-4-141 0 0,35 64 0 0 0,-50-79 6 0 0,0 1 0 0 0,-1 1 0 0 0,-1-1 0 0 0,0 1 0 0 0,-1 0 0 0 0,-1 0 0 0 0,2 20 0 0 0,-5-31 22 0 0,1 0 1 0 0,-1 0-1 0 0,-1 0 1 0 0,1 0-1 0 0,0 0 1 0 0,-1 0-1 0 0,0 0 1 0 0,0-1-1 0 0,0 1 1 0 0,0 0-1 0 0,-1-1 1 0 0,1 1-1 0 0,-1 0 1 0 0,0-1-1 0 0,0 0 1 0 0,0 1-1 0 0,-1-1 1 0 0,-2 3 0 0 0,1-2 38 0 0,-1-1 1 0 0,1 1 0 0 0,-1-1 0 0 0,0 0 0 0 0,0 0 0 0 0,0 0 0 0 0,-1 0 0 0 0,1-1 0 0 0,-1 0 0 0 0,1-1 0 0 0,-7 2-1 0 0,-1 0 17 0 0,1-2 0 0 0,-1 1 0 0 0,0-2-1 0 0,1 0 1 0 0,-1 0 0 0 0,1-1-1 0 0,-1 0 1 0 0,1-2 0 0 0,-1 1 0 0 0,-18-7-1 0 0,15 2-500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8.59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206 21 5065 0 0,'-1'-1'259'0'0,"1"0"1"0"0,0 0-1 0 0,-1 0 0 0 0,1 0 0 0 0,-1 1 1 0 0,0-1-1 0 0,1 0 0 0 0,-1 0 0 0 0,0 0 1 0 0,1 1-1 0 0,-1-1 0 0 0,0 1 1 0 0,0-1-1 0 0,1 0 0 0 0,-1 1 0 0 0,0-1 1 0 0,0 1-1 0 0,0 0 0 0 0,0-1 0 0 0,0 1 1 0 0,0 0-1 0 0,-1-1 0 0 0,-22-5 3939 0 0,17 6-3705 0 0,-1 1 1 0 0,1 0-1 0 0,0 0 1 0 0,0 0-1 0 0,0 1 1 0 0,0 0-1 0 0,0 0 1 0 0,0 0-1 0 0,0 1 1 0 0,1 0-1 0 0,-11 7 1 0 0,13-8-440 0 0,1 0 0 0 0,0 0 0 0 0,0 0 0 0 0,0 1 0 0 0,0-1 0 0 0,0 1 0 0 0,0-1 0 0 0,1 1 0 0 0,-1 0 0 0 0,1 0 0 0 0,0 0 0 0 0,0 1 0 0 0,0-1 0 0 0,0 0 0 0 0,1 1 0 0 0,-1-1 0 0 0,1 1 0 0 0,0-1 0 0 0,0 1 0 0 0,0 0 0 0 0,1 0 0 0 0,-1-1 0 0 0,1 1 0 0 0,0 5 0 0 0,1-6-53 0 0,0 0 0 0 0,0 0-1 0 0,0 0 1 0 0,1 0 0 0 0,-1 0 0 0 0,1 0-1 0 0,0-1 1 0 0,0 1 0 0 0,0-1 0 0 0,0 1-1 0 0,0-1 1 0 0,1 0 0 0 0,-1 1-1 0 0,1-2 1 0 0,-1 1 0 0 0,1 0 0 0 0,4 2-1 0 0,54 25-2 0 0,-51-25 2 0 0,26 11-36 0 0,-8-5-74 0 0,31 17 0 0 0,-53-24 95 0 0,1 1 0 0 0,-1 0 1 0 0,0 0-1 0 0,0 1 0 0 0,-1-1 0 0 0,1 1 0 0 0,-1 0 0 0 0,0 1 1 0 0,-1-1-1 0 0,6 8 0 0 0,-9-11 14 0 0,0 0 0 0 0,0 1 0 0 0,-1-1 0 0 0,1 1 0 0 0,-1-1 0 0 0,1 1 1 0 0,-1-1-1 0 0,0 1 0 0 0,0-1 0 0 0,0 1 0 0 0,0-1 0 0 0,-1 1 0 0 0,1-1 0 0 0,0 1 0 0 0,-1-1 0 0 0,0 0 0 0 0,0 1 0 0 0,0-1 0 0 0,0 0 1 0 0,0 1-1 0 0,0-1 0 0 0,0 0 0 0 0,-1 0 0 0 0,1 0 0 0 0,-1 0 0 0 0,1 0 0 0 0,-1 0 0 0 0,-2 1 0 0 0,-5 6 71 0 0,-1 0-1 0 0,0 0 0 0 0,-21 13 1 0 0,6-8 68 0 0,-1 0 0 0 0,-1-2 0 0 0,-31 10 0 0 0,-39 18-1816 0 0,89-35 483 0 0,5 1-285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9.22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96 1376 0 0,'1'-1'481'0'0,"1"0"-1"0"0,-1 0 0 0 0,1 0 0 0 0,-1 0 0 0 0,1 0 1 0 0,-1 1-1 0 0,1-1 0 0 0,-1 1 0 0 0,1-1 1 0 0,0 1-1 0 0,-1-1 0 0 0,1 1 0 0 0,0 0 1 0 0,-1 0-1 0 0,1 0 0 0 0,0 0 0 0 0,-1 0 0 0 0,1 0 1 0 0,0 1-1 0 0,-1-1 0 0 0,1 0 0 0 0,0 1 1 0 0,2 1-1 0 0,-2-1 53 0 0,1 1 0 0 0,0 0 1 0 0,-1 0-1 0 0,1 0 0 0 0,-1 0 1 0 0,0 1-1 0 0,0-1 0 0 0,0 1 1 0 0,0-1-1 0 0,0 1 0 0 0,2 5 1 0 0,0 1-100 0 0,1 1 0 0 0,-2 0 0 0 0,0 0 0 0 0,0 0 0 0 0,-1 0-1 0 0,3 19 1 0 0,-5-21-453 0 0,0-3-2 0 0,0-1 0 0 0,0 1 1 0 0,0 0-1 0 0,1 0 0 0 0,-1-1 0 0 0,1 1 0 0 0,0 0 1 0 0,1-1-1 0 0,-1 1 0 0 0,1-1 0 0 0,0 1 0 0 0,0-1 1 0 0,4 5-1 0 0,-5-10-87 0 0,1-1-1 0 0,0 0 1 0 0,-1 1 0 0 0,1-1 0 0 0,-1 0 0 0 0,0 0 0 0 0,0 0 0 0 0,0 0 0 0 0,0 0 0 0 0,0 0-1 0 0,0 0 1 0 0,1-4 0 0 0,-1 3-16 0 0,16-31 140 0 0,2 1-1 0 0,1 1 0 0 0,2 1 1 0 0,36-40-1 0 0,-55 67 46 0 0,30-30 356 0 0,-31 32-369 0 0,0 1 1 0 0,0-1-1 0 0,0 0 0 0 0,0 1 1 0 0,0 0-1 0 0,0 0 1 0 0,0-1-1 0 0,1 1 0 0 0,-1 1 1 0 0,0-1-1 0 0,1 0 1 0 0,-1 0-1 0 0,1 1 0 0 0,-1 0 1 0 0,1-1-1 0 0,2 1 1 0 0,-4 1-29 0 0,1-1 1 0 0,-1 1-1 0 0,0 0 1 0 0,1 0-1 0 0,-1-1 1 0 0,0 1-1 0 0,0 0 1 0 0,0 0-1 0 0,1 1 1 0 0,-1-1-1 0 0,0 0 1 0 0,0 0-1 0 0,-1 0 1 0 0,1 1 0 0 0,0-1-1 0 0,0 0 1 0 0,-1 1-1 0 0,1-1 1 0 0,-1 1-1 0 0,1-1 1 0 0,0 3-1 0 0,8 36 417 0 0,-8-37-429 0 0,15 77 59 0 0,6 40 37 0 0,-22-119-105 0 0,0-1 1 0 0,0 0 0 0 0,0 0 0 0 0,0 0-1 0 0,0 0 1 0 0,0 1 0 0 0,0-1 0 0 0,0 0-1 0 0,0 0 1 0 0,0 0 0 0 0,0 1-1 0 0,0-1 1 0 0,0 0 0 0 0,0 0 0 0 0,0 0-1 0 0,0 0 1 0 0,0 1 0 0 0,1-1 0 0 0,-1 0-1 0 0,0 0 1 0 0,0 0 0 0 0,0 0 0 0 0,0 1-1 0 0,0-1 1 0 0,1 0 0 0 0,-1 0 0 0 0,0 0-1 0 0,0 0 1 0 0,0 0 0 0 0,0 0 0 0 0,1 0-1 0 0,-1 0 1 0 0,0 0 0 0 0,0 0 0 0 0,0 1-1 0 0,0-1 1 0 0,1 0 0 0 0,-1 0 0 0 0,0 0-1 0 0,0 0 1 0 0,0 0 0 0 0,1 0-1 0 0,-1 0 1 0 0,0 0 0 0 0,0-1 0 0 0,0 1-1 0 0,1 0 1 0 0,-1 0 0 0 0,0 0 0 0 0,13-10-27 0 0,17-27 33 0 0,-21 26 57 0 0,21-28-58 0 0,-20 24 82 0 0,1 1 1 0 0,0 1-1 0 0,1 0 0 0 0,0 0 0 0 0,22-16 0 0 0,-33 28-82 0 0,1 0 0 0 0,-1 0 0 0 0,1 0 0 0 0,0 0 0 0 0,0 0 0 0 0,-1 0 0 0 0,1 0 0 0 0,0 1 0 0 0,0-1 0 0 0,0 1 0 0 0,0-1 0 0 0,0 1 0 0 0,0 0 0 0 0,0 0 0 0 0,0 0 0 0 0,0 0 0 0 0,0 0 0 0 0,0 0 0 0 0,0 1 0 0 0,0-1 0 0 0,2 1 0 0 0,-2 1-1 0 0,1-1 1 0 0,0 1-1 0 0,-1 0 0 0 0,1-1 0 0 0,-1 1 0 0 0,0 0 0 0 0,1 1 0 0 0,-1-1 0 0 0,0 0 0 0 0,0 1 0 0 0,-1-1 0 0 0,3 5 0 0 0,4 7-39 0 0,-2 1 0 0 0,1 0 0 0 0,-2 1 0 0 0,4 17 0 0 0,-6-23-34 0 0,0 1-242 0 0,0 0 0 0 0,0 0 0 0 0,1-1 0 0 0,0 0 0 0 0,1 1 0 0 0,0-2 1 0 0,1 1-1 0 0,0-1 0 0 0,15 17 0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9.7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204 8 10138 0 0,'-3'-2'402'0'0,"0"1"0"0"0,-1 0 1 0 0,1 0-1 0 0,-1 0 0 0 0,1 1 0 0 0,-1-1 0 0 0,1 1 0 0 0,-1-1 1 0 0,0 1-1 0 0,1 0 0 0 0,-1 1 0 0 0,1-1 0 0 0,-1 1 0 0 0,1-1 1 0 0,-1 1-1 0 0,1 0 0 0 0,-1 1 0 0 0,1-1 0 0 0,0 0 0 0 0,0 1 1 0 0,-4 2-1 0 0,1-1-139 0 0,1 1 1 0 0,-1 0-1 0 0,1 1 1 0 0,0-1-1 0 0,0 1 1 0 0,0 0-1 0 0,0 0 1 0 0,1 0-1 0 0,-7 12 1 0 0,-2 7-146 0 0,2 0 1 0 0,0 0-1 0 0,-9 33 1 0 0,17-47-110 0 0,0 0 0 0 0,1 0 0 0 0,1 0 0 0 0,-1 0 0 0 0,1 0 0 0 0,1 1 0 0 0,0-1 0 0 0,0 0 0 0 0,1 0 0 0 0,1 1 0 0 0,3 15 0 0 0,-4-23-45 0 0,0-1 0 0 0,0 1 0 0 0,0 0-1 0 0,0 0 1 0 0,1-1 0 0 0,-1 1-1 0 0,1-1 1 0 0,0 1 0 0 0,-1-1 0 0 0,1 0-1 0 0,0 1 1 0 0,0-1 0 0 0,1 0-1 0 0,-1 0 1 0 0,0-1 0 0 0,1 1 0 0 0,-1 0-1 0 0,1-1 1 0 0,-1 0 0 0 0,1 1-1 0 0,0-1 1 0 0,0 0 0 0 0,-1 0 0 0 0,1-1-1 0 0,0 1 1 0 0,4 0 0 0 0,-3-1-24 0 0,-1 0 0 0 0,1-1 0 0 0,0 1 0 0 0,-1-1 0 0 0,1 0 1 0 0,-1 0-1 0 0,0 0 0 0 0,1-1 0 0 0,-1 1 0 0 0,0-1 0 0 0,0 0 0 0 0,0 1 1 0 0,0-1-1 0 0,0-1 0 0 0,0 1 0 0 0,0 0 0 0 0,-1-1 0 0 0,1 1 0 0 0,-1-1 1 0 0,0 0-1 0 0,3-4 0 0 0,5-11-81 0 0,-2 0 0 0 0,0 0 0 0 0,-1 0 0 0 0,0-1 1 0 0,-2 0-1 0 0,0-1 0 0 0,3-32 0 0 0,7-27 781 0 0,-15 86-356 0 0,-1 0 1 0 0,1 0-1 0 0,0 0 0 0 0,1 0 0 0 0,0 0 1 0 0,0-1-1 0 0,0 1 0 0 0,1 0 0 0 0,0 0 1 0 0,0-1-1 0 0,1 0 0 0 0,0 1 0 0 0,4 5 1 0 0,6 14-813 0 0,33 43-1 0 0,-19-39-1096 0 0,-6-13-3835 0 0,-2-5-1116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0.03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8754 0 0,'0'1'936'0'0,"1"46"7318"0"0,3-1-4967 0 0,1 33-1738 0 0,-3-26-1166 0 0,2 0 0 0 0,11 57 0 0 0,-8-79-448 0 0,1-1 1 0 0,1 0-1 0 0,2 0 1 0 0,27 53-1 0 0,-5-25-580 0 0,-18-33-3201 0 0,-10-17 1165 0 0,7 11-4391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0.33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 0 6449 0 0,'-4'0'13659'0'0,"2"16"-10997"0"0,4 23-2735 0 0,60 203 1655 0 0,-8-41-1157 0 0,-10 11-1460 0 0,-39-187 595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3.37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99 359 456 0 0,'-23'-28'3100'0'0,"-8"-6"3403"0"0,29 32-5786 0 0,0 0 1 0 0,-1 1-1 0 0,1-1 0 0 0,-1 1 1 0 0,0 0-1 0 0,1-1 0 0 0,-1 1 1 0 0,0 0-1 0 0,0 1 0 0 0,0-1 1 0 0,0 0-1 0 0,0 1 0 0 0,0 0 1 0 0,-3 0 441 0 0,24 13 57 0 0,-7-6-1218 0 0,0 0-1 0 0,-1 1 1 0 0,0 0 0 0 0,0 0 0 0 0,-1 1 0 0 0,0 1 0 0 0,-1 0-1 0 0,0 0 1 0 0,0 0 0 0 0,11 22 0 0 0,-2 1-8 0 0,2 0 1 0 0,1-1-1 0 0,1-1 0 0 0,2-1 1 0 0,2-1-1 0 0,0-1 1 0 0,2-1-1 0 0,0-2 0 0 0,45 32 1 0 0,-69-55 18 0 0,0 0 1 0 0,0 0-1 0 0,0 0 1 0 0,0 0-1 0 0,0-1 1 0 0,1 0-1 0 0,-1 1 1 0 0,0-1-1 0 0,1 0 1 0 0,-1-1-1 0 0,1 1 1 0 0,-1-1-1 0 0,1 1 1 0 0,-1-1 0 0 0,1 0-1 0 0,6-1 1 0 0,-7 0 20 0 0,0 0 1 0 0,0-1 0 0 0,0 1-1 0 0,0 0 1 0 0,-1-1-1 0 0,1 0 1 0 0,0 0 0 0 0,-1 0-1 0 0,1 0 1 0 0,-1 0 0 0 0,1-1-1 0 0,-1 1 1 0 0,0 0 0 0 0,0-1-1 0 0,0 0 1 0 0,-1 0 0 0 0,1 1-1 0 0,1-5 1 0 0,10-20 100 0 0,-2 0-1 0 0,-1-1 1 0 0,-1 0 0 0 0,10-56 0 0 0,6-122 712 0 0,-20 142-764 0 0,-1-19-477 0 0,-5 61 189 0 0,2-1 1 0 0,0 1 0 0 0,2 0 0 0 0,0 0-1 0 0,7-22 1 0 0,-6 33-1498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3.88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23 64 4609 0 0,'-8'-27'5278'0'0,"8"25"-4502"0"0,0-1 0 0 0,-1 0-1 0 0,1 0 1 0 0,-1 1 0 0 0,0-1-1 0 0,0 1 1 0 0,0-1 0 0 0,0 1-1 0 0,0-1 1 0 0,-1 1 0 0 0,1 0-1 0 0,-3-4 1 0 0,14 18-590 0 0,1 1-1 0 0,-2 0 1 0 0,0 0 0 0 0,0 1-1 0 0,-1 0 1 0 0,8 21 0 0 0,32 100 1252 0 0,-35-96-1318 0 0,53 114-567 0 0,-39-95 278 0 0,-27-57 119 0 0,0-1 0 0 0,1 1 0 0 0,-1-1 0 0 0,0 1 0 0 0,0-1 0 0 0,0 1 0 0 0,0-1 0 0 0,1 1 0 0 0,-1-1 0 0 0,0 1 0 0 0,0-1 0 0 0,0 1 0 0 0,0-1 0 0 0,0 1 0 0 0,0-1 0 0 0,0 1 0 0 0,-1-1 0 0 0,1 1 0 0 0,0-1 0 0 0,0 1 0 0 0,0-1 1 0 0,0 0-1 0 0,-1 1 0 0 0,1-1 0 0 0,0 1 0 0 0,0-1 0 0 0,-1 1 0 0 0,1-1 0 0 0,0 0 0 0 0,-1 1 0 0 0,1-1 0 0 0,0 0 0 0 0,-1 1 0 0 0,1-1 0 0 0,0 0 0 0 0,-1 1 0 0 0,1-1 0 0 0,-1 0 0 0 0,1 0 0 0 0,-1 1 0 0 0,1-1 0 0 0,-1 0 0 0 0,1 0 0 0 0,-1 0 0 0 0,1 0 0 0 0,-1 0 0 0 0,1 0 0 0 0,-1 0 0 0 0,1 0 0 0 0,-1 0 1 0 0,1 0-1 0 0,-1 0 0 0 0,1 0 0 0 0,-1 0 0 0 0,-30-4-3988 0 0,18 2-1707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4.2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26 130 2961 0 0,'-2'-1'97'0'0,"1"0"0"0"0,-1 1 0 0 0,0-1 0 0 0,1 0 0 0 0,-1-1 0 0 0,1 1 0 0 0,0 0 0 0 0,-1 0 0 0 0,1-1 1 0 0,0 1-1 0 0,0 0 0 0 0,0-1 0 0 0,0 1 0 0 0,0-1 0 0 0,0 0 0 0 0,0 1 0 0 0,1-1 0 0 0,-1 0 0 0 0,0 1 0 0 0,1-1 1 0 0,-1 0-1 0 0,1 0 0 0 0,0 0 0 0 0,0 1 0 0 0,0-1 0 0 0,0 0 0 0 0,0 0 0 0 0,0 0 0 0 0,0 1 0 0 0,0-1 0 0 0,1 0 1 0 0,-1 0-1 0 0,1 1 0 0 0,-1-1 0 0 0,1 0 0 0 0,0 0 0 0 0,0 1 0 0 0,-1-1 0 0 0,1 1 0 0 0,0-1 0 0 0,1 1 0 0 0,1-3 1 0 0,2-1 279 0 0,0 0 0 0 0,0 0 0 0 0,0 1 0 0 0,1 0 1 0 0,-1 0-1 0 0,1 0 0 0 0,0 1 0 0 0,1-1 1 0 0,-1 2-1 0 0,9-4 0 0 0,-1 2 225 0 0,1 0 0 0 0,0 1 0 0 0,-1 1 0 0 0,1 0 0 0 0,0 2 0 0 0,0-1 0 0 0,0 2-1 0 0,0 0 1 0 0,0 0 0 0 0,0 1 0 0 0,0 1 0 0 0,-1 1 0 0 0,26 9 0 0 0,-31-9-576 0 0,-1 0 0 0 0,1 1 0 0 0,-1 0 0 0 0,0 0 0 0 0,-1 1 0 0 0,1 0 0 0 0,-1 0 0 0 0,0 0 0 0 0,0 1 0 0 0,-1 0 0 0 0,0 1 1 0 0,0-1-1 0 0,-1 1 0 0 0,0 0 0 0 0,0 1 0 0 0,-1-1 0 0 0,0 1 0 0 0,-1 0 0 0 0,0 0 0 0 0,0 0 0 0 0,0 0 0 0 0,1 17 0 0 0,-3-14-2 0 0,0 0 1 0 0,-1 1-1 0 0,0-1 0 0 0,-1 1 1 0 0,0-1-1 0 0,-1 0 0 0 0,0 0 0 0 0,-1 1 1 0 0,-1-1-1 0 0,0-1 0 0 0,0 1 1 0 0,-1-1-1 0 0,0 1 0 0 0,-14 18 1 0 0,14-22 32 0 0,0-2 1 0 0,-1 1 0 0 0,0 0-1 0 0,-1-1 1 0 0,1 0 0 0 0,-1-1-1 0 0,0 0 1 0 0,0 0 0 0 0,-1 0-1 0 0,0-1 1 0 0,0 0 0 0 0,0 0 0 0 0,0-1-1 0 0,0 0 1 0 0,-1 0 0 0 0,1-1-1 0 0,-1 0 1 0 0,0-1 0 0 0,1 0-1 0 0,-1 0 1 0 0,-14-1 0 0 0,17 0-428 0 0,1-1 0 0 0,-1 1-1 0 0,0-1 1 0 0,0 0 0 0 0,0 0 0 0 0,1-1 0 0 0,-11-3 0 0 0,11 1-786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4.72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267 15 456 0 0,'0'-1'151'0'0,"0"0"-1"0"0,0 0 1 0 0,-1 0-1 0 0,1 1 1 0 0,-1-1-1 0 0,1 0 1 0 0,-1 0-1 0 0,1 1 1 0 0,-1-1-1 0 0,1 0 1 0 0,-1 1-1 0 0,1-1 1 0 0,-1 1-1 0 0,0-1 1 0 0,1 1-1 0 0,-1-1 1 0 0,0 1-1 0 0,0-1 1 0 0,1 1-1 0 0,-1 0 1 0 0,0-1-1 0 0,0 1 1 0 0,0 0-1 0 0,1 0 1 0 0,-1-1-1 0 0,0 1 1 0 0,0 0-1 0 0,0 0 1 0 0,0 0-1 0 0,1 0 1 0 0,-1 0-1 0 0,0 0 1 0 0,-1 1-1 0 0,-30 3 2918 0 0,22 3-2606 0 0,0-1 0 0 0,0 1 0 0 0,1 1 1 0 0,0 0-1 0 0,0 0 0 0 0,1 0 0 0 0,0 1 1 0 0,0 1-1 0 0,1-1 0 0 0,0 1 0 0 0,1 0 1 0 0,0 1-1 0 0,1 0 0 0 0,0 0 0 0 0,0 0 1 0 0,2 0-1 0 0,-1 0 0 0 0,1 1 0 0 0,1 0 1 0 0,-2 21-1 0 0,4-28-518 0 0,0 0 0 0 0,0 0 0 0 0,1 0 0 0 0,-1 0 0 0 0,1 0 0 0 0,1 0 0 0 0,-1 0 0 0 0,1-1 0 0 0,-1 1 0 0 0,1 0 0 0 0,1-1 0 0 0,-1 1 0 0 0,1-1 0 0 0,-1 0 1 0 0,1 0-1 0 0,1 0 0 0 0,-1 0 0 0 0,0 0 0 0 0,6 3 0 0 0,3 2-278 0 0,0-1 1 0 0,1-1-1 0 0,0 0 1 0 0,1 0 0 0 0,14 4-1 0 0,-11-5 116 0 0,-1 1 0 0 0,0 1-1 0 0,19 12 1 0 0,-34-19 240 0 0,-1-1 0 0 0,1 1-1 0 0,0-1 1 0 0,0 1 0 0 0,0 0-1 0 0,0 0 1 0 0,-1-1 0 0 0,1 1 0 0 0,0 0-1 0 0,-1 0 1 0 0,1 0 0 0 0,0-1-1 0 0,-1 1 1 0 0,1 0 0 0 0,-1 0 0 0 0,1 0-1 0 0,-1 0 1 0 0,0 0 0 0 0,0 0 0 0 0,1 0-1 0 0,-1 0 1 0 0,0 0 0 0 0,0 1-1 0 0,0-1 1 0 0,0 0 0 0 0,0 2 0 0 0,-1-1 61 0 0,0 0 0 0 0,0 0 0 0 0,0-1 1 0 0,0 1-1 0 0,0 0 0 0 0,0 0 1 0 0,0-1-1 0 0,-1 1 0 0 0,1-1 0 0 0,-1 1 1 0 0,1-1-1 0 0,-4 3 0 0 0,-5 3 400 0 0,-1-1 1 0 0,0 0-1 0 0,-18 8 0 0 0,9-6 34 0 0,-1-1 0 0 0,0 0-1 0 0,-39 6 1 0 0,47-11-910 0 0,1-1 0 0 0,-1-1 1 0 0,0 0-1 0 0,-20-2 0 0 0,14-1-6121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5.34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10138 0 0,'5'15'8546'0'0,"2"11"-4360"0"0,26 136-3970 0 0,6 115-103 0 0,-18-111-579 0 0,-21-162 361 0 0,1 6-337 0 0,1-1-1 0 0,-1-1 0 0 0,1 1 1 0 0,1 0-1 0 0,0 0 0 0 0,5 11 1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5.4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0 1 12355 0 0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5.67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82 7778 0 0,'0'-1'87'0'0,"-1"0"0"0"0,1 1 0 0 0,0-1 0 0 0,-1 0 0 0 0,1 0 0 0 0,0 0 0 0 0,0 0 0 0 0,0 0 0 0 0,-1 0 0 0 0,1 0 0 0 0,0 0 0 0 0,0 0 0 0 0,1 0 0 0 0,-1 0 0 0 0,0 0 0 0 0,0 0 0 0 0,0 0 0 0 0,1 0 0 0 0,-1 0 0 0 0,0 0 0 0 0,1 0 0 0 0,-1 0 0 0 0,1 1 0 0 0,0-3-1 0 0,1 1 128 0 0,0 0 0 0 0,0 0 0 0 0,1 0 0 0 0,-1 0 0 0 0,0 0 0 0 0,1 0 0 0 0,-1 1 0 0 0,5-3-1 0 0,4-1 494 0 0,1 1-1 0 0,0-1 1 0 0,12-1-1 0 0,4 0 23 0 0,0 1 1 0 0,0 1-1 0 0,1 2 0 0 0,-1 1 0 0 0,1 2 0 0 0,0 0 0 0 0,-1 2 1 0 0,41 9-1 0 0,-65-12-678 0 0,-1 1-1 0 0,1 0 1 0 0,-1 1 0 0 0,1-1-1 0 0,-1 0 1 0 0,1 1 0 0 0,-1 0-1 0 0,0 0 1 0 0,0 0 0 0 0,0 0-1 0 0,0 0 1 0 0,0 1 0 0 0,0-1-1 0 0,-1 1 1 0 0,1 0 0 0 0,-1 0-1 0 0,3 4 1 0 0,-4-5-30 0 0,0 1 0 0 0,-1 0 0 0 0,1-1 1 0 0,0 1-1 0 0,-1 0 0 0 0,0-1 0 0 0,0 1 0 0 0,1 0 0 0 0,-2 0 0 0 0,1-1 0 0 0,0 1 1 0 0,-1 0-1 0 0,1 0 0 0 0,-1-1 0 0 0,1 1 0 0 0,-1 0 0 0 0,0-1 0 0 0,-1 1 0 0 0,1-1 1 0 0,0 0-1 0 0,-1 1 0 0 0,1-1 0 0 0,-1 0 0 0 0,-1 3 0 0 0,-10 11-144 0 0,0-1 1 0 0,-1 0-1 0 0,0 0 0 0 0,-24 17 0 0 0,27-24-919 0 0,0 0 0 0 0,0-1-1 0 0,-1-1 1 0 0,-19 9 0 0 0,26-14-388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5.90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3 7370 0 0,'3'0'313'0'0,"-1"-1"0"0"0,1 1 0 0 0,0-1 0 0 0,-1 1 0 0 0,1 0 0 0 0,0 0 0 0 0,0 0 0 0 0,-1 0 0 0 0,1 0 1 0 0,0 1-1 0 0,-1-1 0 0 0,1 1 0 0 0,0 0 0 0 0,-1 0 0 0 0,1 0 0 0 0,-1 0 0 0 0,1 0 0 0 0,-1 0 0 0 0,4 3 1 0 0,-2-2 208 0 0,0 1 1 0 0,0 0 0 0 0,0 0 0 0 0,-1 0 0 0 0,1 0 0 0 0,-1 0-1 0 0,0 1 1 0 0,0-1 0 0 0,0 1 0 0 0,3 5 0 0 0,-3-1-331 0 0,-2-1-1 0 0,1 1 1 0 0,-1-1 0 0 0,0 1-1 0 0,-1-1 1 0 0,0 1 0 0 0,0 0-1 0 0,-1-1 1 0 0,1 1 0 0 0,-2-1 0 0 0,1 1-1 0 0,-1-1 1 0 0,-3 9 0 0 0,2-5-304 0 0,0-1-1 0 0,1 1 1 0 0,0 0 0 0 0,1 0 0 0 0,1 16 0 0 0,7 1-917 0 0,5-13-2596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6.07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 7 5529 0 0,'-7'-7'3705'0'0,"11"9"-1913"0"0,4 20-4776 0 0,-9-13 2824 0 0,-3 4 160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6.48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30 6449 0 0,'2'0'235'0'0,"0"0"0"0"0,0 1 0 0 0,0-1-1 0 0,0 0 1 0 0,0 1 0 0 0,-1-1 0 0 0,1 1-1 0 0,0-1 1 0 0,0 1 0 0 0,0 0 0 0 0,-1 0-1 0 0,1 0 1 0 0,0 0 0 0 0,-1 0 0 0 0,1 0-1 0 0,-1 0 1 0 0,1 1 0 0 0,-1-1-1 0 0,0 1 1 0 0,2 2 0 0 0,0 0 192 0 0,-1 0 1 0 0,1 1-1 0 0,-1-1 0 0 0,0 1 1 0 0,-1 0-1 0 0,1-1 0 0 0,1 11 1 0 0,0 4 249 0 0,-2 1 1 0 0,0-1-1 0 0,-1 22 1 0 0,-2-23-635 0 0,1-13-58 0 0,0 0 0 0 0,1 0 0 0 0,0 0 0 0 0,0 0 0 0 0,0 1 1 0 0,0-1-1 0 0,1 0 0 0 0,1 7 0 0 0,-2-11-20 0 0,0-1 0 0 0,1 0 1 0 0,-1 0-1 0 0,0 0 0 0 0,0 1 0 0 0,0-1 0 0 0,0 0 1 0 0,1 0-1 0 0,-1 0 0 0 0,0 1 0 0 0,0-1 0 0 0,0 0 0 0 0,1 0 1 0 0,-1 0-1 0 0,0 0 0 0 0,0 0 0 0 0,0 0 0 0 0,1 1 1 0 0,-1-1-1 0 0,0 0 0 0 0,0 0 0 0 0,1 0 0 0 0,-1 0 0 0 0,0 0 1 0 0,0 0-1 0 0,1 0 0 0 0,-1 0 0 0 0,0 0 0 0 0,0 0 1 0 0,1 0-1 0 0,-1 0 0 0 0,0 0 0 0 0,0 0 0 0 0,1 0 1 0 0,-1-1-1 0 0,0 1 0 0 0,0 0 0 0 0,1 0 0 0 0,10-10-1019 0 0,6-11-565 0 0,-5-1 1174 0 0,-2-1 1 0 0,0 1 0 0 0,10-37 0 0 0,2-4 2047 0 0,-21 59-1358 0 0,1 1 1 0 0,-1 0-1 0 0,1 0 0 0 0,0 0 0 0 0,0 0 1 0 0,1 0-1 0 0,-1 1 0 0 0,0-1 0 0 0,1 1 0 0 0,0-1 1 0 0,-1 1-1 0 0,1 0 0 0 0,0 0 0 0 0,0 0 1 0 0,0 0-1 0 0,1 1 0 0 0,4-2 0 0 0,-7 2-218 0 0,1 1-1 0 0,0-1 0 0 0,-1 1 0 0 0,1 0 0 0 0,-1 0 1 0 0,1-1-1 0 0,0 1 0 0 0,-1 1 0 0 0,1-1 1 0 0,0 0-1 0 0,-1 0 0 0 0,1 1 0 0 0,-1-1 1 0 0,1 0-1 0 0,0 1 0 0 0,-1 0 0 0 0,1-1 1 0 0,-1 1-1 0 0,0 0 0 0 0,1 0 0 0 0,-1 0 1 0 0,0 0-1 0 0,1 0 0 0 0,-1 0 0 0 0,0 0 1 0 0,0 0-1 0 0,0 0 0 0 0,0 1 0 0 0,0-1 1 0 0,0 0-1 0 0,0 1 0 0 0,0-1 0 0 0,-1 1 1 0 0,1-1-1 0 0,0 1 0 0 0,-1-1 0 0 0,0 1 1 0 0,1-1-1 0 0,-1 4 0 0 0,7 44-3579 0 0,-7-35-2024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7.14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138 388 7834 0 0,'0'0'81'0'0,"1"0"1"0"0,-1 0 0 0 0,0-1 0 0 0,1 1-1 0 0,-1 0 1 0 0,0-1 0 0 0,0 1 0 0 0,1 0-1 0 0,-1-1 1 0 0,0 1 0 0 0,0-1 0 0 0,0 1-1 0 0,0 0 1 0 0,1-1 0 0 0,-1 1 0 0 0,0-1-1 0 0,0 1 1 0 0,0-1 0 0 0,0 1 0 0 0,0 0-1 0 0,0-1 1 0 0,0 1 0 0 0,0-1 0 0 0,0 1-1 0 0,0-1 1 0 0,-1 1 0 0 0,1 0 0 0 0,0-1-1 0 0,0 1 1 0 0,0-1 0 0 0,0 1 0 0 0,-1 0-1 0 0,1-1 1 0 0,0 1 0 0 0,-1-1 0 0 0,-16-2 2931 0 0,12 3-2555 0 0,0 1 0 0 0,1 0 0 0 0,0 0 0 0 0,-1 0 0 0 0,1 0 0 0 0,0 1 0 0 0,-7 2 0 0 0,4 2-324 0 0,1-1-1 0 0,-1 1 1 0 0,1 1-1 0 0,0-1 1 0 0,1 1-1 0 0,0 0 1 0 0,0 0-1 0 0,0 1 1 0 0,1-1-1 0 0,0 1 1 0 0,0 0-1 0 0,1 0 1 0 0,0 1-1 0 0,0-1 1 0 0,1 0-1 0 0,0 1 1 0 0,1 0 0 0 0,0-1-1 0 0,0 1 1 0 0,1 15-1 0 0,1-16-131 0 0,-1 0-1 0 0,1 0 1 0 0,0 0 0 0 0,1 0 0 0 0,-1-1-1 0 0,2 1 1 0 0,-1-1 0 0 0,1 1-1 0 0,0-1 1 0 0,1 0 0 0 0,-1 0 0 0 0,2 0-1 0 0,-1 0 1 0 0,1-1 0 0 0,0 0-1 0 0,0 0 1 0 0,0 0 0 0 0,1 0-1 0 0,0-1 1 0 0,0 0 0 0 0,0 0 0 0 0,1-1-1 0 0,7 4 1 0 0,-10-6-17 0 0,-1-1-1 0 0,0 1 1 0 0,0-1 0 0 0,1 0 0 0 0,-1 0-1 0 0,1-1 1 0 0,-1 1 0 0 0,1-1 0 0 0,-1 1-1 0 0,1-1 1 0 0,-1 0 0 0 0,1-1 0 0 0,-1 1-1 0 0,1 0 1 0 0,-1-1 0 0 0,1 0 0 0 0,5-2-1 0 0,-3 0-56 0 0,-1 0-1 0 0,0 0 0 0 0,0 0 0 0 0,0-1 0 0 0,0 1 0 0 0,-1-1 0 0 0,0 0 0 0 0,1-1 0 0 0,5-8 0 0 0,1-2-36 0 0,-1-2 0 0 0,-1 1-1 0 0,0-1 1 0 0,-1-1 0 0 0,9-30 0 0 0,39-196 220 0 0,-37 144 27 0 0,-9 58 442 0 0,-3-1 0 0 0,4-73 303 0 0,-8 152 342 0 0,3 38-1122 0 0,16 128-227 0 0,-17-172-76 0 0,1 1-1 0 0,2-1 1 0 0,1-1 0 0 0,19 42 0 0 0,-26-66 161 0 0,1 0 0 0 0,0 0 0 0 0,0 0 0 0 0,1 0 0 0 0,-1 0 0 0 0,1-1 0 0 0,0 1 0 0 0,6 4 0 0 0,-9-8 10 0 0,0 0-1 0 0,0-1 1 0 0,-1 1-1 0 0,1-1 1 0 0,0 1-1 0 0,0-1 0 0 0,0 0 1 0 0,0 1-1 0 0,0-1 1 0 0,0 0-1 0 0,0 0 1 0 0,0 1-1 0 0,0-1 0 0 0,0 0 1 0 0,0 0-1 0 0,0 0 1 0 0,0 0-1 0 0,0 0 1 0 0,0 0-1 0 0,0-1 0 0 0,1 1 1 0 0,0-1-32 0 0,-1 0 1 0 0,1 0 0 0 0,-1 0-1 0 0,1 0 1 0 0,-1-1-1 0 0,0 1 1 0 0,0 0-1 0 0,1-1 1 0 0,-1 1 0 0 0,0 0-1 0 0,0-1 1 0 0,0 1-1 0 0,-1-1 1 0 0,1 0 0 0 0,0 1-1 0 0,0-4 1 0 0,8-20-468 0 0,7-35 1 0 0,-10 35 393 0 0,0 0-1 0 0,14-30 1 0 0,-17 48 99 0 0,0 0-1 0 0,0 1 0 0 0,1 0 1 0 0,0-1-1 0 0,1 2 1 0 0,-1-1-1 0 0,1 0 0 0 0,0 1 1 0 0,0 0-1 0 0,1 0 1 0 0,0 0-1 0 0,8-5 0 0 0,-12 9 106 0 0,0 0 0 0 0,0-1 0 0 0,-1 1-1 0 0,1 1 1 0 0,0-1 0 0 0,0 0 0 0 0,0 0-1 0 0,0 1 1 0 0,0-1 0 0 0,1 1 0 0 0,-1-1-1 0 0,0 1 1 0 0,0 0 0 0 0,0 0 0 0 0,0 0-1 0 0,0 0 1 0 0,0 0 0 0 0,0 1 0 0 0,0-1 0 0 0,1 1-1 0 0,-1-1 1 0 0,0 1 0 0 0,0 0 0 0 0,0-1-1 0 0,-1 1 1 0 0,1 0 0 0 0,0 1 0 0 0,0-1-1 0 0,0 0 1 0 0,-1 0 0 0 0,1 1 0 0 0,-1-1-1 0 0,1 1 1 0 0,-1-1 0 0 0,1 1 0 0 0,-1 0-1 0 0,0-1 1 0 0,0 1 0 0 0,0 0 0 0 0,2 4-1 0 0,3 8 395 0 0,0 0-1 0 0,-2 0 1 0 0,1 1-1 0 0,3 24 1 0 0,-4-20-914 0 0,0-8-1197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7.72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79 65 7834 0 0,'-1'-2'412'0'0,"-1"1"-1"0"0,1-1 1 0 0,-1 1 0 0 0,1-1 0 0 0,-1 1 0 0 0,0 0 0 0 0,0 0 0 0 0,1 0-1 0 0,-1 0 1 0 0,0 0 0 0 0,0 0 0 0 0,0 0 0 0 0,0 1 0 0 0,0-1 0 0 0,0 0-1 0 0,0 1 1 0 0,0 0 0 0 0,0 0 0 0 0,0-1 0 0 0,0 1 0 0 0,0 1 0 0 0,-4-1-1 0 0,5 1-155 0 0,-1-1 0 0 0,1 1 0 0 0,-1 0 0 0 0,1-1-1 0 0,0 1 1 0 0,-1 0 0 0 0,1 0 0 0 0,0 0 0 0 0,0 0-1 0 0,0 0 1 0 0,0 0 0 0 0,0 0 0 0 0,0 1 0 0 0,0-1-1 0 0,0 0 1 0 0,0 2 0 0 0,-7 21-350 0 0,5-7 159 0 0,2 1 0 0 0,0 0 0 0 0,2-1 0 0 0,-1 1 0 0 0,2 0 0 0 0,1-1 0 0 0,0 1 1 0 0,1-1-1 0 0,0 0 0 0 0,2 0 0 0 0,0-1 0 0 0,1 1 0 0 0,1-1 0 0 0,0-1 0 0 0,1 1 1 0 0,1-2-1 0 0,20 26 0 0 0,-27-37-81 0 0,0 0 1 0 0,0 0 0 0 0,0 0-1 0 0,1 0 1 0 0,-1-1-1 0 0,1 0 1 0 0,0 0 0 0 0,-1 0-1 0 0,1 0 1 0 0,0 0-1 0 0,0-1 1 0 0,0 1-1 0 0,1-1 1 0 0,-1 0 0 0 0,0 0-1 0 0,0-1 1 0 0,1 1-1 0 0,5-1 1 0 0,-5-1-31 0 0,1 0 0 0 0,-1 0-1 0 0,0-1 1 0 0,0 1 0 0 0,0-1 0 0 0,0-1 0 0 0,0 1-1 0 0,-1 0 1 0 0,1-1 0 0 0,-1 0 0 0 0,1 0 0 0 0,-1-1 0 0 0,4-3-1 0 0,2-3-40 0 0,-1 0 0 0 0,0-1 0 0 0,-1 1-1 0 0,-1-2 1 0 0,1 1 0 0 0,-2-1 0 0 0,1 0-1 0 0,-2-1 1 0 0,0 1 0 0 0,7-25 0 0 0,-10 26 95 0 0,-1-1 1 0 0,0 1-1 0 0,0-1 0 0 0,-1 0 1 0 0,-1 1-1 0 0,0-1 0 0 0,-1 0 1 0 0,0 1-1 0 0,0 0 0 0 0,-1-1 1 0 0,-1 1-1 0 0,-7-16 0 0 0,8 20-31 0 0,0 1 0 0 0,0 0 0 0 0,-1 0 0 0 0,0 0-1 0 0,0 0 1 0 0,0 1 0 0 0,-1 0 0 0 0,0 0-1 0 0,0 0 1 0 0,0 0 0 0 0,-1 1 0 0 0,1 0 0 0 0,-1 0-1 0 0,0 0 1 0 0,0 1 0 0 0,0 0 0 0 0,-1 0-1 0 0,1 0 1 0 0,-1 1 0 0 0,0 0 0 0 0,0 0 0 0 0,-8 0-1 0 0,2 2-1208 0 0,1 2-3522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8.01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38 0 6913 0 0,'16'7'8273'0'0,"-16"-7"-8066"0"0,0 1 0 0 0,0-1 0 0 0,0 1 0 0 0,0-1 0 0 0,0 1-1 0 0,0-1 1 0 0,0 1 0 0 0,0-1 0 0 0,0 1 0 0 0,0 0 0 0 0,0 31 1442 0 0,-24 133-228 0 0,12-103-585 0 0,-4 90 1 0 0,15-93-2339 0 0,7 75-1 0 0,-4-116 863 0 0,0-1-1 0 0,2 1 0 0 0,0 0 0 0 0,1-1 1 0 0,0 0-1 0 0,2 0 0 0 0,0-1 0 0 0,15 27 1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8.21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25 156 2304 0 0,'-3'-1'36'0'0,"1"0"0"0"0,0-1 0 0 0,0 1-1 0 0,0 0 1 0 0,0-1 0 0 0,0 0-1 0 0,0 1 1 0 0,0-1 0 0 0,0 0 0 0 0,-1-2-1 0 0,3 3 19 0 0,0 0 0 0 0,-1 1 0 0 0,1-1 0 0 0,0 0-1 0 0,0 0 1 0 0,0 0 0 0 0,0 0 0 0 0,0 0 0 0 0,0 0 0 0 0,0 1-1 0 0,0-1 1 0 0,1 0 0 0 0,-1 0 0 0 0,0 0 0 0 0,0 0-1 0 0,1 0 1 0 0,-1 1 0 0 0,0-1 0 0 0,1 0 0 0 0,-1 0 0 0 0,1 1-1 0 0,-1-1 1 0 0,1 0 0 0 0,-1 1 0 0 0,1-1 0 0 0,0 0-1 0 0,-1 1 1 0 0,1-1 0 0 0,0 1 0 0 0,0-1 0 0 0,1 0 0 0 0,10-8 839 0 0,0 1 1 0 0,1 0 0 0 0,0 1 0 0 0,0 0-1 0 0,28-9 1 0 0,74-17-1211 0 0,-10 13-519 0 0,-81 16 825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8.5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79 1 3681 0 0,'-3'1'270'0'0,"1"-1"0"0"0,-1 1 0 0 0,1 1 0 0 0,-1-1 0 0 0,1 0-1 0 0,-1 1 1 0 0,1-1 0 0 0,0 1 0 0 0,0-1 0 0 0,0 1 0 0 0,0 0 0 0 0,0 0 0 0 0,0 0 0 0 0,0 0 0 0 0,0 1 0 0 0,1-1 0 0 0,-1 0 0 0 0,1 1 0 0 0,-2 3 0 0 0,-3 6 1197 0 0,0 0-1 0 0,-7 22 1 0 0,10-21-736 0 0,0-1 0 0 0,1 1-1 0 0,1 0 1 0 0,0 0 0 0 0,1-1 0 0 0,0 1-1 0 0,1 0 1 0 0,3 18 0 0 0,30 104 1647 0 0,-19-80-1975 0 0,-8-27-309 0 0,-1 0-1 0 0,2 36 1 0 0,-7-50-253 0 0,-1 0-1 0 0,0-1 1 0 0,-1 1 0 0 0,0 0-1 0 0,-1-1 1 0 0,-7 25-1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8.66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38 150 1376 0 0,'-5'-6'487'0'0,"1"-1"-1"0"0,-1 0 1 0 0,1 0 0 0 0,1 0-1 0 0,-1 0 1 0 0,1-1-1 0 0,-3-10 1 0 0,6 16-325 0 0,-1 0 0 0 0,0 0 0 0 0,1 0 0 0 0,0 0 1 0 0,-1 0-1 0 0,1 1 0 0 0,0-1 0 0 0,0 0 0 0 0,0 0 1 0 0,0 0-1 0 0,0 0 0 0 0,1 0 0 0 0,-1 0 0 0 0,0 0 0 0 0,1 0 1 0 0,0 0-1 0 0,-1 0 0 0 0,1 0 0 0 0,0 1 0 0 0,0-1 0 0 0,0 0 1 0 0,0 1-1 0 0,0-1 0 0 0,0 0 0 0 0,1 1 0 0 0,-1 0 1 0 0,1-1-1 0 0,-1 1 0 0 0,1 0 0 0 0,-1 0 0 0 0,1-1 0 0 0,0 1 1 0 0,-1 0-1 0 0,4-1 0 0 0,51-15 3183 0 0,-38 11-3200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1.70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143 348 456 0 0,'-11'-28'2943'0'0,"-2"0"-1"0"0,-1 1 1 0 0,-2 1-1 0 0,-22-30 1 0 0,36 54-2528 0 0,0 0 0 0 0,0-1 0 0 0,0 2 0 0 0,0-1 0 0 0,-1 0 0 0 0,1 0 0 0 0,-1 1 1 0 0,1 0-1 0 0,-1-1 0 0 0,1 1 0 0 0,-1 0 0 0 0,0 0 0 0 0,0 0 0 0 0,0 1 0 0 0,1-1 1 0 0,-1 1-1 0 0,-6-1 0 0 0,30 31 189 0 0,1-2-549 0 0,-1 2-1 0 0,-2 0 1 0 0,-1 1-1 0 0,15 38 1 0 0,-14-29-47 0 0,44 67 0 0 0,-54-95-8 0 0,0 0 0 0 0,0-1 0 0 0,1 0 0 0 0,1-1 0 0 0,0 0-1 0 0,0-1 1 0 0,1 0 0 0 0,0 0 0 0 0,19 9 0 0 0,-26-16 1 0 0,-1 0 0 0 0,0 0 0 0 0,1-1 0 0 0,-1 1 1 0 0,1-1-1 0 0,-1 0 0 0 0,1 0 0 0 0,0-1 0 0 0,0 1 0 0 0,-1-1 0 0 0,9-1 0 0 0,-10 1 18 0 0,-1 0 0 0 0,1-1 0 0 0,-1 0-1 0 0,1 0 1 0 0,-1 0 0 0 0,0 0-1 0 0,1 0 1 0 0,-1 0 0 0 0,0 0 0 0 0,0-1-1 0 0,0 1 1 0 0,0-1 0 0 0,0 0 0 0 0,0 0-1 0 0,0 1 1 0 0,-1-1 0 0 0,1 0-1 0 0,0-1 1 0 0,-1 1 0 0 0,0 0 0 0 0,0 0-1 0 0,1-1 1 0 0,0-1 0 0 0,19-58 272 0 0,-2-1 0 0 0,17-105-1 0 0,-26 106-1188 0 0,4 0-1 0 0,41-113 1 0 0,-48 158-4554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1.93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 24 4441 0 0,'-2'0'472'0'0,"4"-2"-472"0"0,-2 1 0 0 0,1 0 64 0 0,3-2-64 0 0,-1-3 0 0 0,1 1 0 0 0,0-1 0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2.20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1 5529 0 0,'-2'5'9382'0'0,"4"10"-5215"0"0,7 25-3774 0 0,-2-13 1036 0 0,27 232 545 0 0,-18-120-1926 0 0,-15-130-134 0 0,1-2-70 0 0,-1 1-1 0 0,-1-1 1 0 0,1 1-1 0 0,-1 0 1 0 0,0-1-1 0 0,-1 1 1 0 0,-1 10 0 0 0,-1-12-889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2.53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18 35 3193 0 0,'-1'0'23'0'0,"0"0"0"0"0,1 0 0 0 0,-1 0 0 0 0,0 0 0 0 0,1 0 0 0 0,-1 0 0 0 0,1 0 0 0 0,-1 0 0 0 0,0 0 0 0 0,1-1 1 0 0,-1 1-1 0 0,0 0 0 0 0,1 0 0 0 0,-1-1 0 0 0,0 1 0 0 0,1 0 0 0 0,-1 0 0 0 0,1-1 0 0 0,-1 1 0 0 0,1-1 0 0 0,-1 1 0 0 0,1-1 0 0 0,-1 1 1 0 0,1-1-1 0 0,-1 1 0 0 0,1-1 0 0 0,0 1 0 0 0,-1-2 0 0 0,15-7 2599 0 0,33-5 2432 0 0,-34 12-4205 0 0,0 1-1 0 0,1 1 0 0 0,-1 0 0 0 0,0 1 0 0 0,0 0 0 0 0,0 1 1 0 0,0 0-1 0 0,0 1 0 0 0,20 8 0 0 0,-12-3-544 0 0,-1 1-1 0 0,1 1 1 0 0,-2 0-1 0 0,35 25 1 0 0,-49-30-299 0 0,1-1 0 0 0,0 1-1 0 0,-1 0 1 0 0,0 1 0 0 0,0-1 0 0 0,0 1 0 0 0,-1 0-1 0 0,0 0 1 0 0,0 0 0 0 0,0 1 0 0 0,-1-1 0 0 0,0 1 0 0 0,-1 0-1 0 0,3 8 1 0 0,-4-11-24 0 0,0 1 0 0 0,-1 0 0 0 0,0-1 0 0 0,0 1 0 0 0,0 0-1 0 0,0-1 1 0 0,-1 1 0 0 0,1 0 0 0 0,-1-1 0 0 0,0 1 0 0 0,-1 0-1 0 0,1-1 1 0 0,-1 0 0 0 0,0 1 0 0 0,0-1 0 0 0,0 0 0 0 0,-1 0 0 0 0,1 0-1 0 0,-1 0 1 0 0,0-1 0 0 0,0 1 0 0 0,-7 5 0 0 0,6-5-54 0 0,-20 16 16 0 0,23-19-16 0 0,0-1 0 0 0,0 1 0 0 0,0 0 0 0 0,0-1 0 0 0,-1 1 1 0 0,1-1-1 0 0,0 1 0 0 0,0-1 0 0 0,-1 1 0 0 0,1-1 0 0 0,0 0 1 0 0,-1 0-1 0 0,1 0 0 0 0,0 0 0 0 0,-1 0 0 0 0,1 0 0 0 0,0 0 1 0 0,-1 0-1 0 0,-1-1 0 0 0,-2-2-1034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166 4 4145 0 0,'-14'-4'7685'0'0,"13"5"-7437"0"0,-21 6 1241 0 0,13-2-610 0 0,-1 0 0 0 0,2 1 0 0 0,-1 0-1 0 0,0 1 1 0 0,1-1 0 0 0,-12 14 0 0 0,15-14-651 0 0,0 0 0 0 0,0 0-1 0 0,0 0 1 0 0,0 1 0 0 0,1 0 0 0 0,0 0-1 0 0,1 0 1 0 0,0 0 0 0 0,-4 12 0 0 0,6-13-212 0 0,1 0 0 0 0,-1 0 0 0 0,1 0 1 0 0,1-1-1 0 0,-1 1 0 0 0,1 0 0 0 0,0 0 1 0 0,0-1-1 0 0,1 1 0 0 0,-1 0 0 0 0,1-1 0 0 0,1 1 1 0 0,-1-1-1 0 0,1 0 0 0 0,0 0 0 0 0,0 0 1 0 0,0 0-1 0 0,8 8 0 0 0,6 6-139 0 0,2 0 0 0 0,39 30 0 0 0,-35-30 10 0 0,-4-5 88 0 0,-14-11 15 0 0,0 0-1 0 0,0 0 1 0 0,-1 1 0 0 0,0 0-1 0 0,1 0 1 0 0,-1 0 0 0 0,0 0-1 0 0,-1 0 1 0 0,1 1 0 0 0,-1 0-1 0 0,3 5 1 0 0,-6-9 13 0 0,0 0 1 0 0,0 0-1 0 0,0 0 1 0 0,0 0-1 0 0,0 0 0 0 0,-1 0 1 0 0,1 0-1 0 0,0 0 0 0 0,-1 0 1 0 0,1 0-1 0 0,-1 0 1 0 0,1 0-1 0 0,-1-1 0 0 0,1 1 1 0 0,-1 0-1 0 0,1 0 1 0 0,-1-1-1 0 0,0 1 0 0 0,0 0 1 0 0,1-1-1 0 0,-1 1 1 0 0,0 0-1 0 0,0-1 0 0 0,0 1 1 0 0,0-1-1 0 0,1 0 0 0 0,-1 1 1 0 0,0-1-1 0 0,0 0 1 0 0,0 1-1 0 0,0-1 0 0 0,-1 0 1 0 0,-37 10 355 0 0,36-10-323 0 0,-29 5-500 0 0,-1-1 0 0 0,1-2 0 0 0,-42-3 1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1.26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13 196 9674 0 0,'-2'-2'326'0'0,"1"-1"-1"0"0,-1 1 1 0 0,1-1 0 0 0,0 1 0 0 0,0-1-1 0 0,0 0 1 0 0,0 0 0 0 0,0 1-1 0 0,1-1 1 0 0,-1 0 0 0 0,1 0-1 0 0,0 0 1 0 0,0 0 0 0 0,0 1 0 0 0,1-7-1 0 0,-2 7-106 0 0,1 0-1 0 0,0 0 0 0 0,0 0 1 0 0,1-1-1 0 0,-1 1 0 0 0,0 0 1 0 0,1 0-1 0 0,-1 0 0 0 0,1 0 1 0 0,0 0-1 0 0,0 0 0 0 0,0 0 1 0 0,0 1-1 0 0,0-1 0 0 0,0 0 1 0 0,0 0-1 0 0,0 1 1 0 0,1-1-1 0 0,-1 0 0 0 0,1 1 1 0 0,-1 0-1 0 0,1-1 0 0 0,2-1 1 0 0,-2 3-117 0 0,0 0 0 0 0,1 0 0 0 0,-1 0 0 0 0,0 0 0 0 0,0 1 0 0 0,1-1 0 0 0,-1 0 0 0 0,0 1 0 0 0,0 0 0 0 0,0-1 0 0 0,0 1 0 0 0,0 0 0 0 0,0 0 0 0 0,0 0 0 0 0,0 0 0 0 0,0 1 0 0 0,-1-1 0 0 0,1 0 0 0 0,0 1 0 0 0,-1-1 0 0 0,1 1 0 0 0,1 2 0 0 0,35 46 100 0 0,-31-39-63 0 0,62 105 149 0 0,-4-4-6 0 0,-55-97-190 0 0,1 0 1 0 0,0-2 0 0 0,1 1 0 0 0,1-1 0 0 0,15 12 0 0 0,-27-24-75 0 0,0 0 0 0 0,1 1 0 0 0,0-1 0 0 0,-1 0 0 0 0,1 0 0 0 0,0 0 1 0 0,-1 0-1 0 0,1 0 0 0 0,0-1 0 0 0,0 1 0 0 0,0 0 0 0 0,0-1 0 0 0,0 1 0 0 0,0-1 0 0 0,0 0 1 0 0,0 0-1 0 0,0 1 0 0 0,0-2 0 0 0,0 1 0 0 0,0 0 0 0 0,0 0 0 0 0,0 0 0 0 0,2-2 0 0 0,-2 1-9 0 0,0 0-1 0 0,0 0 0 0 0,-1-1 1 0 0,1 1-1 0 0,-1-1 0 0 0,1 1 1 0 0,-1-1-1 0 0,0 0 0 0 0,1 1 1 0 0,-1-1-1 0 0,0 0 0 0 0,0 0 0 0 0,0 0 1 0 0,-1 0-1 0 0,1 0 0 0 0,0 0 1 0 0,-1 0-1 0 0,1 0 0 0 0,-1 0 1 0 0,0 0-1 0 0,1-4 0 0 0,4-130-318 0 0,0-4-1415 0 0,-2 121 1314 0 0,0 0 0 0 0,1 0-1 0 0,0 1 1 0 0,2-1 0 0 0,10-23 0 0 0,-2 10 384 0 0,0 2 27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1.5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 4 8290 0 0,'-1'6'535'0'0,"1"0"-1"0"0,0 0 1 0 0,0 0 0 0 0,0 0 0 0 0,1 0-1 0 0,0 0 1 0 0,0 0 0 0 0,2 5 0 0 0,2 17 1008 0 0,-3 36 1600 0 0,-3-39-1540 0 0,5 40 1 0 0,-3-59-1454 0 0,0 0 0 0 0,0 1 0 0 0,1-1 0 0 0,0 0 0 0 0,0 0 0 0 0,0 0 0 0 0,1 0 0 0 0,0-1 1 0 0,0 1-1 0 0,1 0 0 0 0,4 5 0 0 0,-7-10-141 0 0,0 1 1 0 0,0 0 0 0 0,1-1-1 0 0,-1 1 1 0 0,0-1-1 0 0,1 0 1 0 0,0 1-1 0 0,-1-1 1 0 0,1 0 0 0 0,0 0-1 0 0,-1 0 1 0 0,1 0-1 0 0,0 0 1 0 0,0 0-1 0 0,0-1 1 0 0,0 1-1 0 0,0-1 1 0 0,0 1 0 0 0,0-1-1 0 0,0 0 1 0 0,0 1-1 0 0,0-1 1 0 0,0 0-1 0 0,0-1 1 0 0,0 1 0 0 0,0 0-1 0 0,0 0 1 0 0,0-1-1 0 0,0 1 1 0 0,0-1-1 0 0,0 0 1 0 0,0 0 0 0 0,0 0-1 0 0,-1 0 1 0 0,1 0-1 0 0,0 0 1 0 0,-1 0-1 0 0,1 0 1 0 0,0 0 0 0 0,-1-1-1 0 0,1 1 1 0 0,0-3-1 0 0,3-1-15 0 0,-1 0 0 0 0,0-1 0 0 0,0 1 0 0 0,0-1 1 0 0,-1 0-1 0 0,0 0 0 0 0,0 0 0 0 0,-1-1 0 0 0,0 1 0 0 0,0-1 0 0 0,2-10 0 0 0,-3 7 11 0 0,-1 0 1 0 0,0-1-1 0 0,-1 1 1 0 0,0 0-1 0 0,-1-1 1 0 0,1 1-1 0 0,-2 0 1 0 0,0 0-1 0 0,0 0 1 0 0,-1 1-1 0 0,-7-15 1 0 0,4 11-423 0 0,0 1 0 0 0,-18-22 0 0 0,16 23-1288 0 0,0 0 0 0 0,-21-16 0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2.36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 62 5729 0 0,'-2'-4'230'0'0,"1"-1"-1"0"0,0 1 1 0 0,0-1-1 0 0,1 0 0 0 0,0 1 1 0 0,0-6-1 0 0,3-14 6667 0 0,-5 44-550 0 0,6 19-4366 0 0,-1-7-1391 0 0,6 128 778 0 0,-5-132-1514 0 0,0 0 0 0 0,2 0 0 0 0,15 43 0 0 0,-20-67-174 0 0,1 0-1 0 0,1 0 1 0 0,-1 0 0 0 0,0 0-1 0 0,1 0 1 0 0,0 0-1 0 0,0-1 1 0 0,0 0-1 0 0,0 1 1 0 0,1-1 0 0 0,5 4-1 0 0,3 0-958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3.32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10594 0 0,'-1'10'6251'0'0,"7"21"-4059"0"0,-4-25-1449 0 0,35 131 1962 0 0,1 2-2105 0 0,-20-43-295 0 0,12 55-730 0 0,-22-133-1058 0 0,-4-12 85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3.53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87 9218 0 0,'0'0'707'0'0,"18"-4"2956"0"0,19-4-20 0 0,58-19-1 0 0,10-4-2770 0 0,-55 20-1550 0 0,-26 6 311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4.12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119 32 6913 0 0,'-8'-5'1196'0'0,"-1"0"-1"0"0,0 0 0 0 0,-18-6 1 0 0,23 10-935 0 0,1 0 0 0 0,0 0 1 0 0,-1 0-1 0 0,1 0 0 0 0,0 1 1 0 0,-1-1-1 0 0,1 1 1 0 0,-1 0-1 0 0,1 0 0 0 0,-1 0 1 0 0,1 1-1 0 0,-1-1 1 0 0,1 1-1 0 0,0 0 0 0 0,-4 1 1 0 0,6-2-161 0 0,1 1 1 0 0,-1-1-1 0 0,1 0 1 0 0,-1 1-1 0 0,1-1 0 0 0,-1 1 1 0 0,1-1-1 0 0,-1 1 1 0 0,1-1-1 0 0,-1 1 1 0 0,1 0-1 0 0,0-1 1 0 0,-1 1-1 0 0,1-1 1 0 0,0 1-1 0 0,0 0 1 0 0,0-1-1 0 0,-1 1 0 0 0,1 0 1 0 0,0-1-1 0 0,0 1 1 0 0,0 0-1 0 0,0-1 1 0 0,0 1-1 0 0,0 0 1 0 0,0-1-1 0 0,0 1 1 0 0,0 0-1 0 0,1-1 0 0 0,-1 1 1 0 0,0-1-1 0 0,0 1 1 0 0,1 0-1 0 0,-1-1 1 0 0,0 1-1 0 0,0-1 1 0 0,1 1-1 0 0,-1 0 1 0 0,1-1-1 0 0,-1 1 1 0 0,1-1-1 0 0,-1 0 0 0 0,1 1 1 0 0,-1-1-1 0 0,2 1 1 0 0,28 27 911 0 0,-23-22-771 0 0,182 158-79 0 0,-157-140-145 0 0,2-1 0 0 0,0-2 0 0 0,2-1 1 0 0,43 17-1 0 0,215 53-398 0 0,-271-84 370 0 0,-20-5 27 0 0,0 0-1 0 0,0-1 0 0 0,-1 1 0 0 0,1 0 1 0 0,0 1-1 0 0,-1-1 0 0 0,1 0 0 0 0,-1 1 1 0 0,0-1-1 0 0,1 1 0 0 0,-1 0 0 0 0,0 0 1 0 0,0 0-1 0 0,0 0 0 0 0,0 0 1 0 0,0 0-1 0 0,-1 1 0 0 0,1-1 0 0 0,-1 1 1 0 0,2 3-1 0 0,-2-4 10 0 0,-1 0 0 0 0,0 0 0 0 0,0-1-1 0 0,0 1 1 0 0,0 0 0 0 0,0 0 0 0 0,0 0 0 0 0,0 0 0 0 0,0 0 0 0 0,-1 0 0 0 0,1 0 0 0 0,-1-1-1 0 0,0 1 1 0 0,1 0 0 0 0,-1 0 0 0 0,0-1 0 0 0,0 1 0 0 0,0 0 0 0 0,0-1 0 0 0,0 1 0 0 0,-1-1-1 0 0,1 1 1 0 0,0-1 0 0 0,-1 0 0 0 0,1 1 0 0 0,-1-1 0 0 0,1 0 0 0 0,-1 0 0 0 0,0 0 0 0 0,-3 1 0 0 0,-14 11 57 0 0,-1 0 0 0 0,2 1 0 0 0,0 1 0 0 0,-25 27 0 0 0,-56 77 134 0 0,-13 13-17 0 0,105-126-205 0 0,-9 11-60 0 0,0 0 0 0 0,-2-1 1 0 0,0-1-1 0 0,0 0 0 0 0,-1-2 0 0 0,-1 0 1 0 0,-27 12-1 0 0,39-20 51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6.21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12 8290 0 0,'7'-12'11621'0'0,"1"47"-9154"0"0,10 369-2258 0 0,-17-383-2038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6.45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0 103 2304 0 0,'8'-8'247'0'0,"0"0"-1"0"0,0 1 0 0 0,0 0 1 0 0,1 0-1 0 0,0 1 0 0 0,0 1 0 0 0,12-7 1 0 0,6 0 2185 0 0,39-12 0 0 0,-61 22-1980 0 0,0 1-1 0 0,0 0 1 0 0,0 0-1 0 0,0 0 1 0 0,0 0 0 0 0,0 1-1 0 0,0 0 1 0 0,0 0-1 0 0,1 1 1 0 0,-1-1-1 0 0,0 1 1 0 0,0 0-1 0 0,0 0 1 0 0,6 3 0 0 0,-8-3-317 0 0,-1 1 0 0 0,0-1 0 0 0,0 0 1 0 0,0 1-1 0 0,0-1 0 0 0,-1 1 0 0 0,1-1 1 0 0,0 1-1 0 0,-1 0 0 0 0,1 0 0 0 0,-1 0 1 0 0,1 0-1 0 0,-1 0 0 0 0,0 0 1 0 0,0 0-1 0 0,0 0 0 0 0,0 1 0 0 0,0-1 1 0 0,-1 0-1 0 0,1 0 0 0 0,-1 1 0 0 0,1-1 1 0 0,-1 1-1 0 0,0-1 0 0 0,0 0 0 0 0,0 1 1 0 0,0-1-1 0 0,0 1 0 0 0,-1-1 1 0 0,1 0-1 0 0,-1 1 0 0 0,-1 2 0 0 0,-2 8-42 0 0,0-1 0 0 0,-1 1 0 0 0,-1-1 0 0 0,0 0 0 0 0,-1 0-1 0 0,0-1 1 0 0,-1 0 0 0 0,0 0 0 0 0,-16 15 0 0 0,9-11-540 0 0,-1 0 1 0 0,0-1-1 0 0,-1-1 1 0 0,-1-1-1 0 0,-23 14 0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6.70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8754 0 0,'16'16'2652'0'0,"-8"-9"-1750"0"0,0 1 0 0 0,0 0 1 0 0,-1 0-1 0 0,0 1 0 0 0,0 0 0 0 0,-1 0 0 0 0,0 0 0 0 0,6 17 1 0 0,-5-9-295 0 0,-1 0 0 0 0,-1 1 1 0 0,3 22-1 0 0,-7-33-775 0 0,0 0 0 0 0,-1 0-1 0 0,0 1 1 0 0,0-1 0 0 0,0 0 0 0 0,-3 11-1 0 0,-2-7-2200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6.91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 13 12443 0 0,'-4'0'972'0'0,"6"-2"-285"0"0,15-4-252 0 0,-14 5-666 0 0,0 0 0 0 0,0 0 1 0 0,0 0-1 0 0,0 1 0 0 0,0 0 0 0 0,0-1 0 0 0,0 1 0 0 0,0 0 0 0 0,0 0 1 0 0,0 1-1 0 0,-1-1 0 0 0,1 1 0 0 0,0 0 0 0 0,5 1 0 0 0,-4 1-229 0 0,1 1-1 0 0,-1-1 0 0 0,0 1 0 0 0,0 0 0 0 0,0 0 0 0 0,5 8 0 0 0,2 4 415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7.31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3225 0 0,'0'3'771'0'0,"0"-1"0"0"0,1 1 0 0 0,0-1-1 0 0,-1 1 1 0 0,1 0 0 0 0,0-1 0 0 0,0 1 0 0 0,0-1 0 0 0,1 0 0 0 0,-1 1 0 0 0,0-1 0 0 0,1 0 0 0 0,2 3 0 0 0,4 9 1414 0 0,-2 3-1269 0 0,-1 0-1 0 0,0 0 1 0 0,-2 0-1 0 0,0 1 1 0 0,1 30-1 0 0,-2-21-653 0 0,6 34 1 0 0,-8-61-265 0 0,0 1 1 0 0,0-1-1 0 0,0 0 0 0 0,0 1 1 0 0,0-1-1 0 0,0 0 1 0 0,0 0-1 0 0,0 1 0 0 0,0-1 1 0 0,0 0-1 0 0,0 1 1 0 0,1-1-1 0 0,-1 0 0 0 0,0 1 1 0 0,0-1-1 0 0,0 0 1 0 0,0 0-1 0 0,0 1 0 0 0,1-1 1 0 0,-1 0-1 0 0,0 0 1 0 0,0 1-1 0 0,0-1 0 0 0,1 0 1 0 0,-1 0-1 0 0,0 0 1 0 0,0 1-1 0 0,1-1 0 0 0,-1 0 1 0 0,0 0-1 0 0,0 0 1 0 0,1 0-1 0 0,-1 0 0 0 0,0 0 1 0 0,1 1-1 0 0,-1-1 1 0 0,0 0-1 0 0,0 0 1 0 0,1 0-1 0 0,-1 0 0 0 0,0 0 1 0 0,1 0-1 0 0,-1 0 1 0 0,0 0-1 0 0,1 0 0 0 0,-1-1 1 0 0,13-13-164 0 0,5-22-75 0 0,-1-7 290 0 0,-13 28-5 0 0,1 0 0 0 0,1 1 0 0 0,0 0 0 0 0,1 0 0 0 0,1 0 1 0 0,0 1-1 0 0,1 0 0 0 0,20-23 0 0 0,-29 36-39 0 0,1 0 1 0 0,-1-1-1 0 0,0 1 0 0 0,1 0 1 0 0,-1-1-1 0 0,1 1 1 0 0,-1 0-1 0 0,0 0 1 0 0,1-1-1 0 0,-1 1 0 0 0,1 0 1 0 0,-1 0-1 0 0,0 0 1 0 0,1 0-1 0 0,-1-1 1 0 0,1 1-1 0 0,-1 0 0 0 0,1 0 1 0 0,-1 0-1 0 0,1 0 1 0 0,-1 0-1 0 0,1 0 1 0 0,-1 0-1 0 0,1 1 0 0 0,-1-1 1 0 0,0 0-1 0 0,1 0 1 0 0,-1 0-1 0 0,1 1 1 0 0,10 12 143 0 0,1 31 21 0 0,-9-30-153 0 0,-2-9-104 0 0,1 0-1 0 0,0 0 1 0 0,0 0 0 0 0,1 0 0 0 0,0 0-1 0 0,-1-1 1 0 0,1 1 0 0 0,1-1 0 0 0,-1 0-1 0 0,8 8 1 0 0,-7-9-348 0 0,0 0 0 0 0,1 0 0 0 0,-1 0-1 0 0,1 0 1 0 0,-1-1 0 0 0,1 0 0 0 0,5 2 0 0 0,6 2-901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8.28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259 150 3225 0 0,'-4'-2'495'0'0,"1"0"1"0"0,-1 0 0 0 0,0 0-1 0 0,1 0 1 0 0,-1 1 0 0 0,0 0-1 0 0,0 0 1 0 0,0 0 0 0 0,0 0 0 0 0,0 0-1 0 0,0 1 1 0 0,0 0 0 0 0,0 0-1 0 0,0 0 1 0 0,0 0 0 0 0,0 0-1 0 0,0 1 1 0 0,-8 2 0 0 0,2 0-245 0 0,1 0 1 0 0,-1 0 0 0 0,1 1 0 0 0,0 0 0 0 0,0 1-1 0 0,0 0 1 0 0,0 0 0 0 0,1 1 0 0 0,0 0 0 0 0,0 0-1 0 0,1 1 1 0 0,0 0 0 0 0,0 0 0 0 0,-9 13 0 0 0,11-14-80 0 0,0 1 1 0 0,1 0 0 0 0,0 1 0 0 0,0-1 0 0 0,0 1 0 0 0,1 0 0 0 0,0 0 0 0 0,1 0 0 0 0,-1 0 0 0 0,2 1 0 0 0,-1-1 0 0 0,1 0 0 0 0,0 1-1 0 0,1-1 1 0 0,0 1 0 0 0,1-1 0 0 0,1 14 0 0 0,-1-19-198 0 0,0 1-1 0 0,-1-1 0 0 0,1 0 1 0 0,0 0-1 0 0,0 0 1 0 0,1-1-1 0 0,-1 1 1 0 0,1 0-1 0 0,-1 0 0 0 0,1-1 1 0 0,0 1-1 0 0,0-1 1 0 0,0 1-1 0 0,1-1 1 0 0,-1 0-1 0 0,0 0 0 0 0,1 0 1 0 0,-1 0-1 0 0,1 0 1 0 0,0-1-1 0 0,0 1 1 0 0,-1-1-1 0 0,1 0 0 0 0,0 1 1 0 0,0-1-1 0 0,0-1 1 0 0,1 1-1 0 0,-1 0 1 0 0,0-1-1 0 0,0 0 1 0 0,0 1-1 0 0,0-1 0 0 0,1 0 1 0 0,-1-1-1 0 0,5 0 1 0 0,1-1-56 0 0,0 1 1 0 0,0-2-1 0 0,0 0 0 0 0,0 0 1 0 0,-1 0-1 0 0,1-1 1 0 0,-1-1-1 0 0,0 1 1 0 0,0-1-1 0 0,0-1 1 0 0,7-5-1 0 0,-2-2 21 0 0,0 0 0 0 0,-1 0 0 0 0,0-2 0 0 0,-2 1 0 0 0,1-1 0 0 0,-2-1 0 0 0,0 0 0 0 0,0 0 0 0 0,-2-1 0 0 0,0 0 0 0 0,-1 0 0 0 0,-1-1 0 0 0,0 1 0 0 0,3-30 0 0 0,-6 25 589 0 0,-1 1 0 0 0,0-1 0 0 0,-2 1 0 0 0,-4-25-1 0 0,6 107 2776 0 0,-2 13-3315 0 0,3-45 46 0 0,1-1-1 0 0,7 31 1 0 0,-9-52-26 0 0,1 0 1 0 0,0 0-1 0 0,0 0 1 0 0,1 0 0 0 0,0-1-1 0 0,0 1 1 0 0,0-1-1 0 0,1 0 1 0 0,0 0-1 0 0,0 0 1 0 0,1-1-1 0 0,-1 1 1 0 0,1-1-1 0 0,7 5 1 0 0,-12-9-15 0 0,1-1 0 0 0,0 0 0 0 0,0 1 0 0 0,0-1 0 0 0,0 0 0 0 0,0 0 0 0 0,0 0 0 0 0,-1 1 0 0 0,1-1 0 0 0,0 0 0 0 0,0 0 0 0 0,0 0 0 0 0,0 0 0 0 0,0-1 0 0 0,0 1 0 0 0,0 0 0 0 0,0 0 0 0 0,0-1 0 0 0,-1 1 0 0 0,1 0 0 0 0,0-1 0 0 0,0 1 0 0 0,0-1 0 0 0,-1 1 0 0 0,1-1 0 0 0,0 1 0 0 0,0-1 0 0 0,-1 1 0 0 0,1-1 0 0 0,0 0 0 0 0,-1 0 0 0 0,1 1 0 0 0,-1-1 0 0 0,1 0 0 0 0,-1 0 0 0 0,0 1 0 0 0,1-2 0 0 0,20-39 14 0 0,-16 32-16 0 0,1-5-29 0 0,17-28-63 0 0,-22 40 103 0 0,0 0 0 0 0,0 1 0 0 0,0-1 0 0 0,0 1 0 0 0,1-1 0 0 0,-1 1 0 0 0,0 0 0 0 0,1 0 0 0 0,-1-1 0 0 0,1 1 0 0 0,0 0-1 0 0,-1 0 1 0 0,1 0 0 0 0,0 1 0 0 0,0-1 0 0 0,0 0 0 0 0,-1 1 0 0 0,1-1 0 0 0,4 0 0 0 0,-5 1 5 0 0,0 1 1 0 0,0-1-1 0 0,-1 1 1 0 0,1-1-1 0 0,0 1 0 0 0,0-1 1 0 0,0 1-1 0 0,-1-1 1 0 0,1 1-1 0 0,0 0 1 0 0,-1-1-1 0 0,1 1 0 0 0,0 0 1 0 0,-1-1-1 0 0,1 1 1 0 0,-1 0-1 0 0,1 0 1 0 0,-1 0-1 0 0,0 0 0 0 0,1 0 1 0 0,-1-1-1 0 0,1 2 1 0 0,8 27 146 0 0,-7-21-150 0 0,1 0-276 0 0,0 1 1 0 0,1-1-1 0 0,0 0 1 0 0,1 0 0 0 0,8 11-1 0 0,-8-11-933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8.52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61 5529 0 0,'9'-31'1773'0'0,"0"1"6872"0"0,-12 57-3631 0 0,9 6-3692 0 0,-6-32-1315 0 0,0 0 0 0 0,0 1 0 0 0,1-1 0 0 0,-1 0 0 0 0,1 0 0 0 0,-1 1 0 0 0,1-1 0 0 0,-1 0 0 0 0,1 0 0 0 0,0 0 0 0 0,-1 0 0 0 0,1 0 0 0 0,0 0 0 0 0,0 0 0 0 0,0 0 0 0 0,0 0 0 0 0,0 0 0 0 0,0 0 0 0 0,0-1 1 0 0,0 1-1 0 0,0 0 0 0 0,0-1 0 0 0,0 1 0 0 0,0 0 0 0 0,1-1 0 0 0,-1 0 0 0 0,0 1 0 0 0,0-1 0 0 0,1 0 0 0 0,-1 0 0 0 0,0 1 0 0 0,1-1 0 0 0,-1 0 0 0 0,0 0 0 0 0,0 0 0 0 0,1-1 0 0 0,-1 1 0 0 0,0 0 0 0 0,1 0 0 0 0,-1-1 0 0 0,0 1 0 0 0,0-1 0 0 0,0 1 0 0 0,2-1 0 0 0,-1-1 5 0 0,-1 0-1 0 0,1 1 0 0 0,0-1 0 0 0,-1 0 1 0 0,1 0-1 0 0,-1 0 0 0 0,0 0 0 0 0,0 0 1 0 0,1 0-1 0 0,0-4 0 0 0,-2-4-2447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9.3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252 23 9674 0 0,'-1'-2'291'0'0,"0"1"-1"0"0,-1-1 1 0 0,1 1-1 0 0,0-1 1 0 0,0 1-1 0 0,-1-1 1 0 0,1 1-1 0 0,-1 0 1 0 0,1 0-1 0 0,-1 0 1 0 0,0 0-1 0 0,1 0 1 0 0,-1 0-1 0 0,0 0 1 0 0,0 0-1 0 0,1 1 1 0 0,-1-1-1 0 0,0 1 1 0 0,0-1-1 0 0,0 1 1 0 0,0 0-1 0 0,0 0 1 0 0,0 0-1 0 0,0 0 1 0 0,0 0-1 0 0,0 0 1 0 0,-2 1-1 0 0,-1 0-31 0 0,1 0-1 0 0,0 0 0 0 0,0 0 0 0 0,0 0 0 0 0,0 1 0 0 0,0-1 0 0 0,0 1 0 0 0,1 0 0 0 0,-1 0 1 0 0,0 1-1 0 0,-5 4 0 0 0,-8 14 71 0 0,0 1 0 0 0,1 0 0 0 0,2 1 1 0 0,-17 34-1 0 0,19-35-260 0 0,5-10-31 0 0,1 0-1 0 0,0 0 1 0 0,1 0 0 0 0,1 1-1 0 0,0 0 1 0 0,0 0 0 0 0,-3 25-1 0 0,7-33-21 0 0,0 1-1 0 0,0-1 1 0 0,1 0-1 0 0,-1 1 1 0 0,1-1-1 0 0,1 0 0 0 0,-1 1 1 0 0,1-1-1 0 0,-1 0 1 0 0,2 0-1 0 0,-1 0 0 0 0,0 0 1 0 0,1-1-1 0 0,0 1 1 0 0,0-1-1 0 0,0 1 0 0 0,1-1 1 0 0,0 0-1 0 0,-1 0 1 0 0,1-1-1 0 0,0 1 1 0 0,7 3-1 0 0,-7-4-25 0 0,0 0 1 0 0,0 0-1 0 0,0-1 1 0 0,1 1-1 0 0,0-1 1 0 0,-1 0-1 0 0,1 0 1 0 0,0-1-1 0 0,0 0 1 0 0,-1 0-1 0 0,1 0 1 0 0,0 0-1 0 0,0 0 1 0 0,0-1-1 0 0,1 0 1 0 0,-1 0-1 0 0,0-1 1 0 0,0 0-1 0 0,0 1 1 0 0,8-4-1 0 0,-7 2-6 0 0,-1-1 1 0 0,0 0-1 0 0,1 0 0 0 0,-1 0 1 0 0,-1 0-1 0 0,1-1 0 0 0,0 0 0 0 0,-1 0 1 0 0,0 0-1 0 0,0 0 0 0 0,0-1 1 0 0,-1 0-1 0 0,1 0 0 0 0,-1 0 0 0 0,0 0 1 0 0,0 0-1 0 0,2-8 0 0 0,0-3 29 0 0,0 0 0 0 0,-2 0 0 0 0,0 0 0 0 0,-1 0 0 0 0,0-1 0 0 0,-1 1 0 0 0,-1-1 0 0 0,-1 1 0 0 0,0 0 0 0 0,-1-1 0 0 0,-1 1 0 0 0,-1 0 0 0 0,0 0 0 0 0,-12-28 0 0 0,13 38-171 0 0,-1 1 0 0 0,0 0 1 0 0,0 0-1 0 0,0 0 0 0 0,-1 0 0 0 0,1 1 0 0 0,-1 0 1 0 0,0 0-1 0 0,-1 0 0 0 0,1 1 0 0 0,-1-1 0 0 0,1 1 1 0 0,-1 0-1 0 0,0 1 0 0 0,0 0 0 0 0,0 0 0 0 0,-1 0 1 0 0,1 0-1 0 0,0 1 0 0 0,-1 0 0 0 0,1 1 0 0 0,-1-1 1 0 0,1 1-1 0 0,-12 1 0 0 0,2 2-6803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9.71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33 40 6449 0 0,'-6'-15'1173'0'0,"5"13"-1052"0"0,1 1 0 0 0,0-1 1 0 0,-1 0-1 0 0,1 1 0 0 0,-1-1 0 0 0,0 1 1 0 0,1-1-1 0 0,-1 1 0 0 0,0-1 0 0 0,0 1 1 0 0,0-1-1 0 0,0 1 0 0 0,0 0 0 0 0,-3-2 1 0 0,3 6 666 0 0,0 0 1 0 0,0 1 0 0 0,0-1 0 0 0,0 1-1 0 0,0 0 1 0 0,1 5 0 0 0,-4 38 1475 0 0,2 0 1 0 0,7 74 0 0 0,-1-83-2236 0 0,2 0 1 0 0,2-1-1 0 0,1 1 1 0 0,2-2-1 0 0,2 1 1 0 0,23 46-1 0 0,-24-54-2908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9.85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73 102 6449 0 0,'0'0'17'0'0,"-8"-1"276"0"0,0 0-1 0 0,0-1 0 0 0,0 0 1 0 0,-12-5-1 0 0,19 6-120 0 0,0 1 0 0 0,0-1-1 0 0,0 1 1 0 0,-1-1-1 0 0,1 1 1 0 0,0-1 0 0 0,0 0-1 0 0,0 0 1 0 0,0 1 0 0 0,0-1-1 0 0,0 0 1 0 0,1 0 0 0 0,-1 0-1 0 0,0 0 1 0 0,0 0-1 0 0,1 0 1 0 0,-1 0 0 0 0,0 0-1 0 0,1 0 1 0 0,-1-1 0 0 0,1 1-1 0 0,0 0 1 0 0,-1 0-1 0 0,1 0 1 0 0,0-1 0 0 0,0 1-1 0 0,-1 0 1 0 0,1 0 0 0 0,0-1-1 0 0,0 1 1 0 0,1 0-1 0 0,-1 0 1 0 0,0-1 0 0 0,0 1-1 0 0,1-2 1 0 0,0 0-175 0 0,1 1 0 0 0,-1-1-1 0 0,1 1 1 0 0,0 0 0 0 0,-1-1 0 0 0,1 1 0 0 0,0 0-1 0 0,0 0 1 0 0,0 0 0 0 0,1 0 0 0 0,-1 1 0 0 0,0-1-1 0 0,1 0 1 0 0,3-1 0 0 0,25-9-1784 0 0,-13 7-2699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0.27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201 16 12899 0 0,'-1'-1'228'0'0,"-1"-1"-1"0"0,1 1 1 0 0,-1 0 0 0 0,1-1-1 0 0,-1 1 1 0 0,1 0 0 0 0,-1 0 0 0 0,0 0-1 0 0,0 1 1 0 0,1-1 0 0 0,-1 0 0 0 0,0 0-1 0 0,0 1 1 0 0,0 0 0 0 0,0-1 0 0 0,0 1-1 0 0,0 0 1 0 0,0 0 0 0 0,0 0 0 0 0,0 0-1 0 0,0 0 1 0 0,-3 1 0 0 0,2 0 23 0 0,-1 0-1 0 0,0 1 1 0 0,0 0 0 0 0,1 0 0 0 0,-1 0-1 0 0,1 0 1 0 0,-1 0 0 0 0,1 1 0 0 0,0-1-1 0 0,-4 5 1 0 0,-3 5 20 0 0,0-1 1 0 0,1 2-1 0 0,0-1 0 0 0,-13 26 0 0 0,13-19-159 0 0,0 0-1 0 0,2 1 0 0 0,0 0 0 0 0,1 0 0 0 0,1 1 0 0 0,1-1 0 0 0,0 1 0 0 0,2 0 1 0 0,0 40-1 0 0,3-45-93 0 0,1 0 0 0 0,1 0 0 0 0,0 0 0 0 0,1-1 0 0 0,1 1 0 0 0,0-1 0 0 0,1 0-1 0 0,1 0 1 0 0,0 0 0 0 0,1-1 0 0 0,1 0 0 0 0,0-1 0 0 0,16 18 0 0 0,-13-17-381 0 0,7 7-107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0.42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37 116 7370 0 0,'-9'-3'-439'0'0,"6"2"1114"0"0,0 0 0 0 0,1 0-1 0 0,-1-1 1 0 0,0 1 0 0 0,1 0 0 0 0,-1-1 0 0 0,1 1-1 0 0,-3-4 1 0 0,4-5 3011 0 0,15-3-2288 0 0,34-15-1526 0 0,30-7-4344 0 0,-51 24 2691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5.05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1 437 9218 0 0,'-1'-11'11380'0'0,"29"49"-10222"0"0,40 73 0 0 0,9 14-1059 0 0,-65-109-94 0 0,0 0 1 0 0,1-1-1 0 0,1 0 0 0 0,0-1 1 0 0,18 14-1 0 0,-28-25-5 0 0,0 0 0 0 0,1 0 0 0 0,-1-1-1 0 0,0 0 1 0 0,1 1 0 0 0,-1-2 0 0 0,1 1 0 0 0,0 0 0 0 0,-1-1 0 0 0,1 0-1 0 0,0 0 1 0 0,0 0 0 0 0,0-1 0 0 0,6 1 0 0 0,-8-2 1 0 0,1 1 0 0 0,-1-1 0 0 0,0 0 0 0 0,0 0 0 0 0,0 0 0 0 0,0 0 0 0 0,0 0 1 0 0,0-1-1 0 0,0 1 0 0 0,0-1 0 0 0,0 0 0 0 0,-1 0 0 0 0,1 0 0 0 0,-1 0 0 0 0,1 0 0 0 0,-1-1 0 0 0,0 1 0 0 0,0-1 0 0 0,0 0 0 0 0,0 1 0 0 0,0-1 1 0 0,1-4-1 0 0,4-9 70 0 0,0-1 1 0 0,-1 1-1 0 0,-1-1 1 0 0,-1 0-1 0 0,0 0 1 0 0,-1 0-1 0 0,1-22 1 0 0,-5-129 242 0 0,-2 56-263 0 0,4 49-187 0 0,2 0 0 0 0,3 0 0 0 0,16-67 0 0 0,-14 108-349 0 0,-7 21 382 0 0,-1 1 1 0 0,0-1 0 0 0,0 1 0 0 0,1-1 0 0 0,-1 1 0 0 0,0 0 0 0 0,1-1 0 0 0,-1 1 0 0 0,1-1 0 0 0,-1 1 0 0 0,0 0 0 0 0,1-1 0 0 0,-1 1 0 0 0,1 0-1 0 0,-1-1 1 0 0,1 1 0 0 0,-1 0 0 0 0,1 0 0 0 0,-1 0 0 0 0,1-1 0 0 0,-1 1 0 0 0,1 0 0 0 0,0 0 0 0 0,-1 0 0 0 0,1 0 0 0 0,-1 0 0 0 0,1 0 0 0 0,-1 0-1 0 0,1 0 1 0 0,-1 0 0 0 0,1 0 0 0 0,0 1 0 0 0,-1-1 0 0 0,1 0 0 0 0,-1 0 0 0 0,1 0 0 0 0,-1 1 0 0 0,1-1 0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5.37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27 6161 0 0,'25'-27'15100'0'0,"-16"42"-14366"0"0,13 38 243 0 0,-15-34-933 0 0,1 0-1 0 0,1-1 1 0 0,0 0 0 0 0,12 16-1 0 0,-11-19-199 0 0,-5-7-283 0 0,1-1 1 0 0,0 1-1 0 0,0-1 1 0 0,0 0-1 0 0,8 6 1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5.6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46 185 5985 0 0,'-1'-2'-15'0'0,"-9"-17"712"0"0,0 0-1 0 0,-6-22 1 0 0,14 36-302 0 0,1 0 0 0 0,-1 0 0 0 0,1 0 1 0 0,0 0-1 0 0,1-1 0 0 0,-1 1 0 0 0,1 0 0 0 0,0 0 0 0 0,0 0 0 0 0,0-1 0 0 0,1 1 1 0 0,0 0-1 0 0,0 0 0 0 0,3-6 0 0 0,-4 9-247 0 0,1 1 0 0 0,-1 0 0 0 0,1 0-1 0 0,0 0 1 0 0,0-1 0 0 0,0 1 0 0 0,0 0 0 0 0,-1 0 0 0 0,2 0-1 0 0,-1 0 1 0 0,0 0 0 0 0,0 1 0 0 0,0-1 0 0 0,0 0 0 0 0,0 1-1 0 0,1-1 1 0 0,-1 0 0 0 0,0 1 0 0 0,1-1 0 0 0,-1 1 0 0 0,3-1-1 0 0,0 1 95 0 0,0 0 0 0 0,0-1-1 0 0,0 2 1 0 0,0-1-1 0 0,0 0 1 0 0,0 1-1 0 0,7 1 1 0 0,3 3 207 0 0,-1 0-1 0 0,1 1 1 0 0,15 8 0 0 0,-22-9-423 0 0,0-1 1 0 0,0 1-1 0 0,-1 0 0 0 0,1 0 0 0 0,-1 1 1 0 0,-1 0-1 0 0,1 0 0 0 0,-1 0 0 0 0,0 1 1 0 0,0 0-1 0 0,-1 0 0 0 0,0 0 0 0 0,0 0 1 0 0,-1 1-1 0 0,0-1 0 0 0,0 1 0 0 0,0 0 1 0 0,2 15-1 0 0,-4-14-63 0 0,0 1-1 0 0,-1-1 1 0 0,0 1 0 0 0,0-1-1 0 0,0 0 1 0 0,-2 1 0 0 0,1-1-1 0 0,-1 0 1 0 0,0 0-1 0 0,-1 0 1 0 0,0 0 0 0 0,-1 0-1 0 0,1-1 1 0 0,-2 1 0 0 0,1-1-1 0 0,-9 11 1 0 0,12-17-99 0 0,-1 0-1 0 0,0 0 1 0 0,0 1-1 0 0,0-1 1 0 0,0-1 0 0 0,0 1-1 0 0,-1 0 1 0 0,1-1-1 0 0,-1 1 1 0 0,1-1 0 0 0,-1 1-1 0 0,1-1 1 0 0,-4 1-1 0 0,-2-1-1052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5.94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150 12 5529 0 0,'0'-1'67'0'0,"0"1"0"0"0,0 0-1 0 0,0-1 1 0 0,0 1 0 0 0,0 0-1 0 0,0 0 1 0 0,0-1 0 0 0,0 1-1 0 0,1 0 1 0 0,-1-1 0 0 0,0 1-1 0 0,-1 0 1 0 0,1-1 0 0 0,0 1-1 0 0,0 0 1 0 0,0-1 0 0 0,0 1-1 0 0,0 0 1 0 0,0-1 0 0 0,0 1-1 0 0,0 0 1 0 0,0 0 0 0 0,-1-1 0 0 0,1 1-1 0 0,0 0 1 0 0,0 0 0 0 0,0-1-1 0 0,-1 1 1 0 0,1 0 0 0 0,0 0-1 0 0,0 0 1 0 0,0-1 0 0 0,-1 1-1 0 0,1 0 1 0 0,0 0 0 0 0,-1 0-1 0 0,1 0 1 0 0,0-1 0 0 0,0 1-1 0 0,-1 0 1 0 0,1 0 0 0 0,0 0-1 0 0,-1 0 1 0 0,1 0 0 0 0,0 0 0 0 0,-1 0-1 0 0,1 0 1 0 0,0 0 0 0 0,-1 0-1 0 0,1 0 1 0 0,0 0 0 0 0,0 0-1 0 0,-1 0 1 0 0,1 0 0 0 0,0 0-1 0 0,-1 1 1 0 0,1-1 0 0 0,-3 1 1146 0 0,-2 2-397 0 0,-4 3-471 0 0,0 1-1 0 0,0 0 0 0 0,1 0 0 0 0,0 1 0 0 0,0 0 0 0 0,1 1 0 0 0,0 0 0 0 0,-10 15 0 0 0,9-10 164 0 0,0-1 0 0 0,1 2 0 0 0,1-1 1 0 0,0 1-1 0 0,-7 30 0 0 0,12-43-458 0 0,1 1 0 0 0,-1 0 0 0 0,1 0 0 0 0,0-1 0 0 0,1 1 0 0 0,-1 0 1 0 0,0-1-1 0 0,1 1 0 0 0,-1 0 0 0 0,1-1 0 0 0,0 1 0 0 0,0 0 0 0 0,0-1 0 0 0,0 1 0 0 0,0-1 1 0 0,1 0-1 0 0,-1 1 0 0 0,1-1 0 0 0,-1 0 0 0 0,1 0 0 0 0,0 0 0 0 0,0 0 0 0 0,0 0 0 0 0,0 0 1 0 0,0-1-1 0 0,0 1 0 0 0,1-1 0 0 0,-1 1 0 0 0,0-1 0 0 0,1 0 0 0 0,5 2 0 0 0,7 3 383 0 0,2-1-1 0 0,-1-1 0 0 0,34 6 1 0 0,-36-8-374 0 0,2 0-73 0 0,35 8-95 0 0,-49-10 106 0 0,1 1 0 0 0,-1 0-1 0 0,1 0 1 0 0,0 0-1 0 0,-1 0 1 0 0,0 0-1 0 0,1 1 1 0 0,-1-1-1 0 0,0 1 1 0 0,1-1 0 0 0,-1 1-1 0 0,0 0 1 0 0,0 0-1 0 0,2 4 1 0 0,-3-5 35 0 0,-1 0 1 0 0,0 0-1 0 0,0 0 1 0 0,0 0-1 0 0,0 0 1 0 0,0 0-1 0 0,0 0 1 0 0,0 0-1 0 0,0 0 1 0 0,0 0-1 0 0,0 1 1 0 0,-1-1-1 0 0,1 0 1 0 0,0 0-1 0 0,-1 0 1 0 0,1 0-1 0 0,-1 0 1 0 0,1 0-1 0 0,-1 0 0 0 0,0-1 1 0 0,1 1-1 0 0,-1 0 1 0 0,0 0-1 0 0,0 0 1 0 0,1-1-1 0 0,-1 1 1 0 0,0 0-1 0 0,0-1 1 0 0,0 1-1 0 0,0-1 1 0 0,0 1-1 0 0,0-1 1 0 0,0 1-1 0 0,-2 0 1 0 0,-37 16 459 0 0,25-14-1045 0 0,0 1-1 0 0,0-2 0 0 0,-1 0 0 0 0,-21-1 0 0 0,26 0-643 0 0,-7 0-5574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6.45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112 68 9218 0 0,'13'-30'2281'0'0,"-11"28"-1786"0"0,0-1-1 0 0,0 0 1 0 0,-1 0-1 0 0,0 0 0 0 0,1 0 1 0 0,-1 0-1 0 0,0 0 1 0 0,0-1-1 0 0,0-4 1 0 0,-1 8-415 0 0,0 0 1 0 0,-1 0-1 0 0,1-1 1 0 0,0 1 0 0 0,-1 0-1 0 0,1 0 1 0 0,0-1 0 0 0,-1 1-1 0 0,1 0 1 0 0,0 0-1 0 0,-1 0 1 0 0,1 0 0 0 0,0-1-1 0 0,-1 1 1 0 0,1 0 0 0 0,0 0-1 0 0,-1 0 1 0 0,1 0 0 0 0,-1 0-1 0 0,1 0 1 0 0,0 0-1 0 0,-1 0 1 0 0,1 0 0 0 0,0 0-1 0 0,-1 0 1 0 0,1 0 0 0 0,-1 1-1 0 0,1-1 1 0 0,0 0 0 0 0,-1 0-1 0 0,1 0 1 0 0,0 0-1 0 0,-1 1 1 0 0,1-1 0 0 0,0 0-1 0 0,-1 0 1 0 0,1 1 0 0 0,0-1-1 0 0,0 0 1 0 0,-1 0 0 0 0,1 1-1 0 0,0 0 1 0 0,-17 10 810 0 0,8-2-696 0 0,0 0 0 0 0,0 1-1 0 0,1 0 1 0 0,1 1 0 0 0,-1 0 0 0 0,2 0 0 0 0,0 0 0 0 0,-7 18 0 0 0,6-11-189 0 0,1-1 1 0 0,0 1 0 0 0,2 1-1 0 0,0-1 1 0 0,-1 24-1 0 0,5-40-39 0 0,-1 0 0 0 0,1 0-1 0 0,0 1 1 0 0,0-1 0 0 0,1 0-1 0 0,-1 0 1 0 0,0 0-1 0 0,1 1 1 0 0,-1-1 0 0 0,1 0-1 0 0,0 0 1 0 0,1 3 0 0 0,-1-4-11 0 0,-1 0 1 0 0,1-1 0 0 0,-1 1 0 0 0,1 0 0 0 0,0-1 0 0 0,-1 1 0 0 0,1-1 0 0 0,0 1 0 0 0,-1-1 0 0 0,1 1 0 0 0,0-1 0 0 0,0 0-1 0 0,-1 1 1 0 0,1-1 0 0 0,0 0 0 0 0,0 0 0 0 0,0 1 0 0 0,-1-1 0 0 0,1 0 0 0 0,0 0 0 0 0,0 0 0 0 0,1 0 0 0 0,1-1-5 0 0,0 1 0 0 0,0-1 1 0 0,0 0-1 0 0,-1 0 0 0 0,1-1 1 0 0,0 1-1 0 0,-1 0 0 0 0,1-1 0 0 0,-1 0 1 0 0,0 1-1 0 0,1-1 0 0 0,-1 0 1 0 0,0 0-1 0 0,0-1 0 0 0,0 1 1 0 0,-1 0-1 0 0,3-4 0 0 0,3-6 13 0 0,0-1-1 0 0,-1 1 0 0 0,7-25 0 0 0,-8 24 93 0 0,-1 1 0 0 0,2-1 0 0 0,11-20-1 0 0,-17 32-20 0 0,1 0 0 0 0,-1 0 0 0 0,1 0 0 0 0,-1 0 0 0 0,1 0 0 0 0,0 0 0 0 0,-1 1 0 0 0,1-1 0 0 0,0 0 0 0 0,0 0 0 0 0,-1 1 0 0 0,1-1 0 0 0,0 0 0 0 0,0 1 0 0 0,0-1 0 0 0,0 1 0 0 0,0-1 0 0 0,0 1 0 0 0,0 0-1 0 0,0-1 1 0 0,0 1 0 0 0,0 0 0 0 0,0-1 0 0 0,0 1 0 0 0,0 0 0 0 0,0 0 0 0 0,0 0 0 0 0,0 0 0 0 0,0 0 0 0 0,0 0 0 0 0,0 1 0 0 0,0-1 0 0 0,0 0 0 0 0,0 0 0 0 0,0 1 0 0 0,0-1 0 0 0,0 0 0 0 0,0 1 0 0 0,0-1 0 0 0,0 1 0 0 0,0 0 0 0 0,0-1-1 0 0,0 1 1 0 0,-1 0 0 0 0,1-1 0 0 0,0 1 0 0 0,0 0 0 0 0,-1 0 0 0 0,1 0 0 0 0,-1 0 0 0 0,1-1 0 0 0,0 2 0 0 0,5 8 132 0 0,1 0-1 0 0,-2 0 1 0 0,9 21 0 0 0,-8-19-128 0 0,6 15-81 0 0,-5-11-413 0 0,0 0 1 0 0,1-1-1 0 0,1 0 1 0 0,0 0-1 0 0,13 14 1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6.72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21 14 2761 0 0,'-16'-13'13236'0'0,"14"20"-12380"0"0,1-1 0 0 0,0 1 1 0 0,1 0-1 0 0,-1 0 0 0 0,2 8 1 0 0,11 66 741 0 0,-6-47-1151 0 0,10 78 274 0 0,11 65-158 0 0,-20-145-747 0 0,1 1-1 0 0,2-1 0 0 0,17 38 0 0 0,-26-68 139 0 0,3 9-252 0 0,1-1 0 0 0,1 0 0 0 0,8 12 0 0 0,-13-21 145 0 0,0 0 0 0 0,-1 1 0 0 0,1-1 0 0 0,0 0 0 0 0,0 0 0 0 0,0 0 0 0 0,0 0 0 0 0,0 0 0 0 0,0 0 0 0 0,0 0 0 0 0,0 0 0 0 0,1 0 0 0 0,-1 0 0 0 0,0-1 0 0 0,1 1 0 0 0,-1 0 0 0 0,0-1 0 0 0,1 1 0 0 0,-1-1 0 0 0,0 0 0 0 0,1 1 0 0 0,-1-1 0 0 0,1 0 0 0 0,-1 0 0 0 0,1 0 0 0 0,-1 0 0 0 0,1 0 0 0 0,-1 0 0 0 0,0 0 0 0 0,1-1 0 0 0,-1 1 0 0 0,1 0 0 0 0,-1-1 0 0 0,0 1 0 0 0,1-1 0 0 0,1-1 0 0 0,6-5-1502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6.87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5 178 5065 0 0,'-5'-9'5937'0'0,"6"9"-5844"0"0,17-20 2982 0 0,29-15-567 0 0,-17 17-2296 0 0,1 0 1 0 0,0 3-1 0 0,1 0 0 0 0,1 2 0 0 0,0 2 1 0 0,45-10-1 0 0,-55 18-212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7.33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41 1 11522 0 0,'2'2'3673'0'0,"-2"3"-2801"0"0,-2 4 185 0 0,0 5 39 0 0,-1 5 8 0 0,-3 6 0 0 0,0 5-784 0 0,-1 3-160 0 0,0 3-32 0 0,1 15-3848 0 0,4-2-769 0 0,0-5-152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2:06.79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884 15 920 0 0,'1'-14'16951'0'0,"-4"16"-16039"0"0,-4 0-3283 0 0,1 1 2870 0 0,0 0 0 0 0,1 0 0 0 0,-1 1 0 0 0,0 0 0 0 0,1 0 1 0 0,0 0-1 0 0,0 1 0 0 0,0-1 0 0 0,-6 9 0 0 0,-33 52 390 0 0,30-43-516 0 0,-70 114-115 0 0,-99 217 0 0 0,141-266-222 0 0,-84 128 1 0 0,-74 68 493 0 0,153-208-407 0 0,38-57-143 0 0,-2 0 1 0 0,0 0 0 0 0,-1-1 0 0 0,-17 17-1 0 0,27-39-1352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2:07.3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76 0 3225 0 0,'-33'36'2582'0'0,"-10"19"8345"0"0,52-54-9995 0 0,9-3-346 0 0,79-31 1133 0 0,-66 21-1438 0 0,0 1 1 0 0,0 2 0 0 0,1 1-1 0 0,53-6 1 0 0,-82 14-269 0 0,-1 0 1 0 0,0 0-1 0 0,1 0 0 0 0,-1 0 0 0 0,1 1 1 0 0,-1-1-1 0 0,0 1 0 0 0,1-1 0 0 0,-1 1 0 0 0,0 0 1 0 0,0 0-1 0 0,0 0 0 0 0,0 0 0 0 0,1 0 1 0 0,-1 1-1 0 0,-1-1 0 0 0,1 1 0 0 0,0-1 0 0 0,2 3 1 0 0,-1 0 26 0 0,0 0 0 0 0,-1 0 0 0 0,1 0 0 0 0,-1 0 0 0 0,0 0 0 0 0,0 0-1 0 0,-1 1 1 0 0,1-1 0 0 0,0 7 0 0 0,2 8 90 0 0,-2 1 1 0 0,-1-1-1 0 0,-1 34 0 0 0,0-50-132 0 0,-2 28 3 0 0,1-13 83 0 0,0-1 0 0 0,1 0 1 0 0,4 26-1 0 0,-3-37-191 0 0,0-1 0 0 0,0 0 0 0 0,1 0 0 0 0,0 0 0 0 0,0 0 0 0 0,0 0 0 0 0,1 0 0 0 0,0-1 0 0 0,-1 1 0 0 0,2-1 0 0 0,-1 1 0 0 0,0-1 0 0 0,1 0 0 0 0,0 0 0 0 0,6 4 1 0 0,2 1-856 0 0,1-1 1 0 0,0-1 0 0 0,1 0 0 0 0,0-1 0 0 0,0 0 0 0 0,0-1 0 0 0,28 6 0 0 0,-6-4 288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2:08.27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326 159 4209 0 0,'-4'1'50'0'0,"0"-1"-1"0"0,0 1 1 0 0,0 0 0 0 0,1 0 0 0 0,-1 0-1 0 0,0 1 1 0 0,0-1 0 0 0,-3 3 0 0 0,3-2-54 0 0,1 0 1 0 0,-1-1 0 0 0,1 1-1 0 0,-1-1 1 0 0,1 0 0 0 0,-1 0-1 0 0,0 0 1 0 0,0-1 0 0 0,1 1 0 0 0,-1-1-1 0 0,-4 0 1 0 0,-2-1 565 0 0,-1 1-1 0 0,1 1 1 0 0,-15 2 0 0 0,-25-3 11188 0 0,50-1-11532 0 0,8-7 2580 0 0,19-6-2009 0 0,18 2-768 0 0,1 2-1 0 0,0 1 1 0 0,72-2-1 0 0,-76 7-20 0 0,-40 4-1 0 0,0 0 1 0 0,0 0 0 0 0,0 0 0 0 0,0 0-1 0 0,-1-1 1 0 0,1 1 0 0 0,0 0-1 0 0,0-1 1 0 0,0 0 0 0 0,-1 1-1 0 0,1-1 1 0 0,0 0 0 0 0,-1 0-1 0 0,1 0 1 0 0,0 0 0 0 0,-1 0 0 0 0,0 0-1 0 0,1 0 1 0 0,-1-1 0 0 0,0 1-1 0 0,1-1 1 0 0,-1 1 0 0 0,0 0-1 0 0,0-1 1 0 0,1-3 0 0 0,-1 4 0 0 0,-2-1-1 0 0,1 0 1 0 0,0 1 0 0 0,0-1-1 0 0,0 0 1 0 0,-1 1 0 0 0,1-1 0 0 0,-1 0-1 0 0,1 1 1 0 0,-1-1 0 0 0,0 1-1 0 0,0-1 1 0 0,1 1 0 0 0,-1-1 0 0 0,0 1-1 0 0,0 0 1 0 0,-1-1 0 0 0,1 1 0 0 0,0 0-1 0 0,0 0 1 0 0,-1 0 0 0 0,1 0-1 0 0,0 0 1 0 0,-1 0 0 0 0,1 0 0 0 0,-1 0-1 0 0,1 1 1 0 0,-3-2 0 0 0,-13-7-369 0 0,0 0 0 0 0,-1 2 0 0 0,0 0 0 0 0,-30-8 1 0 0,39 13 214 0 0,1 1 1 0 0,-1 0-1 0 0,1 0 1 0 0,-1 1-1 0 0,1 0 1 0 0,-1 0-1 0 0,0 1 1 0 0,1 0-1 0 0,-1 1 1 0 0,1 0-1 0 0,0 0 1 0 0,-16 7-1 0 0,2 2 235 0 0,1 1 0 0 0,0 1 0 0 0,1 1 0 0 0,0 1-1 0 0,1 0 1 0 0,1 2 0 0 0,1 0 0 0 0,0 1 0 0 0,-23 33-1 0 0,37-47 0 0 0,1 0 0 0 0,-1 1-1 0 0,1 0 1 0 0,0 0-1 0 0,0-1 1 0 0,0 1 0 0 0,1 0-1 0 0,-1 1 1 0 0,1-1-1 0 0,1 0 1 0 0,-1 0 0 0 0,1 0-1 0 0,0 1 1 0 0,0-1-1 0 0,0 0 1 0 0,2 9 0 0 0,0-6 16 0 0,1 0 0 0 0,0 0 0 0 0,0 0 1 0 0,0-1-1 0 0,1 0 0 0 0,0 1 0 0 0,1-1 1 0 0,-1 0-1 0 0,1-1 0 0 0,6 7 0 0 0,-2-4 4 0 0,1 0 0 0 0,-1 0-1 0 0,2-1 1 0 0,-1 0 0 0 0,1 0 0 0 0,0-1-1 0 0,0-1 1 0 0,1 0 0 0 0,0 0-1 0 0,0-2 1 0 0,0 1 0 0 0,1-1-1 0 0,20 3 1 0 0,-18-6-74 0 0,0-1-1 0 0,0-1 1 0 0,0 0 0 0 0,0-1-1 0 0,0-1 1 0 0,-1 0 0 0 0,1-1-1 0 0,-1 0 1 0 0,0-1 0 0 0,0-1 0 0 0,-1 0-1 0 0,16-10 1 0 0,-16 8-1736 0 0,0-1 0 0 0,-1 0-1 0 0,20-19 1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2:08.57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59 1840 0 0,'8'0'13726'0'0,"-4"-1"-11992"0"0,46-11 2976 0 0,2-6-3417 0 0,18-4-3546 0 0,-49 17-5306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2:44.7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143 0 5529 0 0,'-3'1'243'0'0,"0"0"0"0"0,0 0 0 0 0,0 0-1 0 0,0 0 1 0 0,0 0 0 0 0,0 0 0 0 0,1 1-1 0 0,-1 0 1 0 0,0-1 0 0 0,1 1 0 0 0,-1 0-1 0 0,1 0 1 0 0,0 1 0 0 0,-3 2 0 0 0,-29 37 919 0 0,25-26-984 0 0,0 0 0 0 0,1 0 0 0 0,1 1 0 0 0,1 0 0 0 0,0 0 0 0 0,1 0 0 0 0,1 1 0 0 0,0 0 0 0 0,1 0 0 0 0,0 19 0 0 0,2 26 155 0 0,9 95 0 0 0,-7-143-271 0 0,10 96 96 0 0,4-1 1 0 0,5 0-1 0 0,5-2 1 0 0,53 147-1 0 0,-52-198-109 0 0,2-1 1 0 0,3-1-1 0 0,46 63 0 0 0,-59-90 1 0 0,-16-26-38 0 0,24 42 243 0 0,-25-42-238 0 0,0 1 0 0 0,0-1 1 0 0,0 0-1 0 0,0 1 0 0 0,-1-1 0 0 0,1 0 0 0 0,-1 1 1 0 0,1-1-1 0 0,-1 1 0 0 0,0-1 0 0 0,0 1 1 0 0,0-1-1 0 0,0 1 0 0 0,0-1 0 0 0,-1 1 1 0 0,1-1-1 0 0,-2 4 0 0 0,-4-2-1068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2:45.5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70 340 4145 0 0,'-13'-24'487'0'0,"1"-1"-1"0"0,2 0 1 0 0,0-1 0 0 0,1-1 0 0 0,-6-36-1 0 0,14 63-477 0 0,1-2 66 0 0,0 1 0 0 0,0-1 0 0 0,0 1 0 0 0,1-1 0 0 0,-1 1 0 0 0,0-1 0 0 0,1 1 0 0 0,-1-1 0 0 0,1 1 0 0 0,-1-1 0 0 0,1 1 0 0 0,-1 0 0 0 0,1-1 0 0 0,0 1 0 0 0,0 0 0 0 0,0 0 0 0 0,0-1 0 0 0,0 1 0 0 0,0 0 0 0 0,0 0 0 0 0,0 0 0 0 0,0 0 0 0 0,0 0 0 0 0,1 0 0 0 0,0 0 0 0 0,41-23 732 0 0,-33 19-692 0 0,20-9 214 0 0,0 1 0 0 0,1 1 0 0 0,0 2-1 0 0,1 1 1 0 0,0 1 0 0 0,0 2 0 0 0,1 1 0 0 0,45 0-1 0 0,-44 3-92 0 0,361 0 394 0 0,-272 8-627 0 0,-64-4-3 0 0,1 2 1 0 0,0 3 0 0 0,85 20-1 0 0,-125-21 27 0 0,82 20-702 0 0,-90-24 593 0 0,0 0 0 0 0,0-1 1 0 0,0 0-1 0 0,1-1 0 0 0,-1-1 1 0 0,18-2-1 0 0,-28 4 758 0 0,-5 3 594 0 0,-2 3 250 0 0,4-4-1140 0 0,-4 15-179 0 0,1 0 1 0 0,0 0-1 0 0,2 0 0 0 0,0 0 1 0 0,1 34-1 0 0,15 100-79 0 0,-4-54 158 0 0,-2 9-240 0 0,39 195 0 0 0,-27-211-64 0 0,-5 0 0 0 0,5 106 0 0 0,-20-193 26 0 0,0 0 0 0 0,0 0-1 0 0,0 0 1 0 0,-1 0 0 0 0,1 0 0 0 0,-1 0 0 0 0,0 0 0 0 0,0 0 0 0 0,-1 0 0 0 0,1 0-1 0 0,-1-1 1 0 0,0 1 0 0 0,0-1 0 0 0,0 1 0 0 0,-5 5 0 0 0,2-4 5 0 0,0 0 1 0 0,-1 0-1 0 0,1 0 0 0 0,-1-1 1 0 0,0 0-1 0 0,0 0 0 0 0,-1 0 1 0 0,-7 3-1 0 0,-10 2 17 0 0,0-1 0 0 0,0-2 0 0 0,-49 8 0 0 0,-33 3 1086 0 0,-189 56 0 0 0,-148 40-793 0 0,441-112-318 0 0,-37 6-690 0 0,-53 5-1 0 0,73-12-6222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2:46.2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0 4609 0 0,'0'3'106'0'0,"-1"-1"1"0"0,0 1-1 0 0,1 0 1 0 0,-1-1-1 0 0,1 1 1 0 0,0 0-1 0 0,0 0 1 0 0,0-1-1 0 0,0 1 1 0 0,0 0-1 0 0,1 3 0 0 0,0-1 192 0 0,9 69 1744 0 0,3-1 0 0 0,42 130-1 0 0,-28-114-1023 0 0,18 111-1 0 0,-34-99-609 0 0,-4 131 0 0 0,-1-26-133 0 0,-6-189-312 0 0,1 1-1 0 0,1-1 0 0 0,1 0 0 0 0,0 0 1 0 0,1 0-1 0 0,1 0 0 0 0,0-1 1 0 0,2 1-1 0 0,0-1 0 0 0,12 19 1 0 0,-8-19-253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2:46.9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1 352 2304 0 0,'0'-1'93'0'0,"0"-1"0"0"0,0 1 0 0 0,0 0 0 0 0,0 0-1 0 0,1-1 1 0 0,-1 1 0 0 0,1 0 0 0 0,-1 0-1 0 0,1-1 1 0 0,-1 1 0 0 0,1 0 0 0 0,0 0-1 0 0,-1 0 1 0 0,1 0 0 0 0,0 0 0 0 0,0 0-1 0 0,2-1 1 0 0,19-22 897 0 0,-18 21-801 0 0,9-9 323 0 0,0 1 0 0 0,1 0-1 0 0,1 1 1 0 0,0 1 0 0 0,0 0 0 0 0,18-7 0 0 0,102-35 2164 0 0,-91 36-1981 0 0,50-17 425 0 0,1 4 0 0 0,115-18 0 0 0,-115 30-515 0 0,175-20-217 0 0,-253 36-395 0 0,-1 0 0 0 0,0 0 0 0 0,0 2 0 0 0,0 0 0 0 0,0 1 0 0 0,-1 1 0 0 0,1 0 0 0 0,-1 1 1 0 0,0 1-1 0 0,0 0 0 0 0,19 11 0 0 0,-24-11 29 0 0,0 1-1 0 0,-1 0 1 0 0,1 1 0 0 0,-2 0 0 0 0,1 0-1 0 0,-1 1 1 0 0,0 0 0 0 0,-1 0 0 0 0,0 1-1 0 0,0 0 1 0 0,-1 0 0 0 0,0 1 0 0 0,-1 0-1 0 0,0 0 1 0 0,5 21 0 0 0,28 159 1790 0 0,-22-93-1665 0 0,10 51-147 0 0,10 216 0 0 0,-36-354 4 0 0,0 0 0 0 0,-1 0 0 0 0,0 0 0 0 0,-1 0-1 0 0,0 0 1 0 0,-1 0 0 0 0,0 0 0 0 0,-1-1 0 0 0,0 1 0 0 0,0-1 0 0 0,-1 0 0 0 0,-1 0-1 0 0,1-1 1 0 0,-8 10 0 0 0,3-8 9 0 0,1-1-1 0 0,-2 1 0 0 0,1-1 1 0 0,-1-1-1 0 0,-1 0 1 0 0,0-1-1 0 0,0 0 0 0 0,0-1 1 0 0,-1 0-1 0 0,-19 7 1 0 0,-38 9 712 0 0,-135 27-1 0 0,165-42-429 0 0,-153 25 464 0 0,110-21-474 0 0,-151 41-1 0 0,113-9-211 0 0,60-21-1377 0 0,-109 27 0 0 0,152-47-5725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2:47.8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27 3681 0 0,'0'-1'305'0'0,"-1"0"1"0"0,1 0 0 0 0,0-1-1 0 0,-1 1 1 0 0,1 0 0 0 0,0-1-1 0 0,0 1 1 0 0,0 0-1 0 0,0 0 1 0 0,0-1 0 0 0,1 1-1 0 0,-1 0 1 0 0,0-1-1 0 0,5-7 2860 0 0,-2 19-646 0 0,8 181 2547 0 0,9 115-4435 0 0,-10-205-575 0 0,-4-24-28 0 0,3 1-1 0 0,24 91 1 0 0,29 82 62 0 0,-36-140-123 0 0,-3 24 312 0 0,-18-96-473 0 0,2 0 0 0 0,1 0 0 0 0,16 46 0 0 0,-23-83-10 0 0,-1 0 1 0 0,1 0-1 0 0,0 1 0 0 0,0-1 1 0 0,0 0-1 0 0,1-1 1 0 0,-1 1-1 0 0,0 0 1 0 0,1 0-1 0 0,-1 0 0 0 0,1-1 1 0 0,-1 1-1 0 0,1-1 1 0 0,0 1-1 0 0,0-1 1 0 0,4 2-1 0 0,4-2-1099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2:48.5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5 181 4609 0 0,'-4'4'1180'0'0,"4"-4"-1142"0"0,0 1-1 0 0,0-1 1 0 0,1 0 0 0 0,-1 0 0 0 0,0 1-1 0 0,0-1 1 0 0,1 0 0 0 0,-1 0 0 0 0,0 0-1 0 0,1 1 1 0 0,-1-1 0 0 0,1 0 0 0 0,-1 0-1 0 0,0 0 1 0 0,1 0 0 0 0,-1 0 0 0 0,0 0-1 0 0,1 0 1 0 0,-1 0 0 0 0,0 0 0 0 0,1 0-1 0 0,-1 0 1 0 0,1 0 0 0 0,-1 0 0 0 0,0 0-1 0 0,1 0 1 0 0,-1 0 0 0 0,0 0 0 0 0,1-1-1 0 0,32-6 846 0 0,0-1-1 0 0,-1-3 0 0 0,43-18 0 0 0,-41 14-274 0 0,0 2 0 0 0,1 2-1 0 0,46-9 1 0 0,131 0 767 0 0,11-2-21 0 0,-163 10-1235 0 0,-41 7-131 0 0,0 0 1 0 0,1 2 0 0 0,-1 0-1 0 0,1 2 1 0 0,0 0-1 0 0,31 3 1 0 0,-45-1 115 0 0,-1 1 1 0 0,1 0-1 0 0,0 0 0 0 0,-1 1 1 0 0,0 0-1 0 0,1 0 1 0 0,-1 0-1 0 0,0 0 0 0 0,-1 1 1 0 0,1 0-1 0 0,-1 0 1 0 0,1 0-1 0 0,-1 0 1 0 0,0 1-1 0 0,-1 0 0 0 0,1 0 1 0 0,-1 0-1 0 0,0 0 1 0 0,0 0-1 0 0,-1 1 0 0 0,1-1 1 0 0,-1 1-1 0 0,0 0 1 0 0,-1-1-1 0 0,0 1 1 0 0,2 11-1 0 0,13 195 1608 0 0,1 11-1736 0 0,96 305 164 0 0,-31-176-64 0 0,-78-334-60 0 0,-2 0-1 0 0,0 1 0 0 0,-1-1 1 0 0,-2 20-1 0 0,0-29-4 0 0,1-1 0 0 0,-2 1 0 0 0,1-1 0 0 0,-1 1 0 0 0,-1-1 0 0 0,1 0 0 0 0,-1 0 0 0 0,-1 0 0 0 0,0 0 0 0 0,-8 13 0 0 0,10-19 41 0 0,1-1-1 0 0,-1 1 1 0 0,0 0 0 0 0,0-1 0 0 0,-1 1 0 0 0,1-1 0 0 0,0 0-1 0 0,0 1 1 0 0,-1-1 0 0 0,1 0 0 0 0,0 0 0 0 0,-1-1 0 0 0,1 1 0 0 0,-1-1-1 0 0,1 1 1 0 0,-1-1 0 0 0,0 0 0 0 0,-2 1 0 0 0,-55-6 720 0 0,26 1-600 0 0,-47 7-103 0 0,2 3-1 0 0,-1 4 0 0 0,-89 23 1 0 0,91-16-15 0 0,-1-3 0 0 0,0-4 0 0 0,-96 0 0 0 0,133-14 29 0 0,29 3-868 0 0,-1-1 1 0 0,-21 2-1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2:49.3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42 3225 0 0,'23'-42'11369'0'0,"-29"66"-9399"0"0,8 34-316 0 0,16 101 0 0 0,25 59-1300 0 0,-10-62-200 0 0,-32-150-149 0 0,118 524 470 0 0,-108-480-336 0 0,-1 0 0 0 0,-3 1 0 0 0,-2 0-1 0 0,-3 1 1 0 0,-4 68 0 0 0,1-99-171 0 0,0-6-24 0 0,0 0 0 0 0,2 0-1 0 0,-1 0 1 0 0,2 0 0 0 0,0 0 0 0 0,4 16-1 0 0,1-22-1326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2:50.2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49 234 5065 0 0,'-9'1'28'0'0,"4"0"627"0"0,0 0 1 0 0,0-1-1 0 0,0 0 0 0 0,0 0 0 0 0,-9-1 1 0 0,14 1-616 0 0,0 0 1 0 0,0-1 0 0 0,0 1 0 0 0,0-1 0 0 0,0 1 0 0 0,0 0-1 0 0,0-1 1 0 0,0 1 0 0 0,0-1 0 0 0,0 1 0 0 0,0-1 0 0 0,0 1-1 0 0,0 0 1 0 0,0-1 0 0 0,0 1 0 0 0,0-1 0 0 0,0 1 0 0 0,1 0-1 0 0,-1-1 1 0 0,0 1 0 0 0,0 0 0 0 0,0-1 0 0 0,1 1 0 0 0,-1 0-1 0 0,0-1 1 0 0,1 1 0 0 0,-1 0 0 0 0,0-1 0 0 0,1 1 0 0 0,-1 0-1 0 0,0 0 1 0 0,1-1 0 0 0,-1 1 0 0 0,0 0 0 0 0,1 0 0 0 0,15-14 127 0 0,-16 14-117 0 0,21-15 71 0 0,1 1-1 0 0,0 1 1 0 0,1 1 0 0 0,0 0-1 0 0,1 2 1 0 0,0 1-1 0 0,1 1 1 0 0,41-7 0 0 0,18 0 92 0 0,105-3 0 0 0,625-43 16 0 0,-610 53-172 0 0,-167 9 228 0 0,-1 2-1 0 0,0 1 0 0 0,56 14 1 0 0,-87-17-256 0 0,0 1 0 0 0,0-1-1 0 0,0 1 1 0 0,0 0 0 0 0,0 0 0 0 0,0 1 0 0 0,-1-1-1 0 0,1 1 1 0 0,-1 0 0 0 0,0 0 0 0 0,0 0 0 0 0,0 1-1 0 0,0 0 1 0 0,4 5 0 0 0,-6-6 3 0 0,0 1-1 0 0,-1 0 1 0 0,1 0-1 0 0,0 0 1 0 0,-1 0-1 0 0,0 1 1 0 0,0-1-1 0 0,-1 0 1 0 0,1 0-1 0 0,-1 1 1 0 0,0-1-1 0 0,0 0 1 0 0,0 1-1 0 0,0-1 1 0 0,-1 0-1 0 0,0 1 1 0 0,-1 5-1 0 0,-5 31 662 0 0,2 1-1 0 0,2 0 1 0 0,2 0 0 0 0,6 57-1 0 0,-2-10-329 0 0,1-11-252 0 0,4 0 0 0 0,2-1 1 0 0,25 89-1 0 0,79 447 253 0 0,-106-565-314 0 0,6 50 800 0 0,-13-88-669 0 0,-1 1 1 0 0,0 0-1 0 0,-1 0 1 0 0,0 0 0 0 0,-1-1-1 0 0,-5 20 1 0 0,4-23-117 0 0,-1 1 0 0 0,0-1 0 0 0,0 0 0 0 0,-1 0 0 0 0,0 0 0 0 0,0-1 0 0 0,-1 0 0 0 0,0 0 1 0 0,0 0-1 0 0,0-1 0 0 0,-1 1 0 0 0,0-2 0 0 0,0 1 0 0 0,0-1 0 0 0,0 0 0 0 0,-10 4 0 0 0,-16 6-49 0 0,0-2-1 0 0,-47 11 0 0 0,78-22-15 0 0,-37 7 4 0 0,0-1-1 0 0,-41 1 1 0 0,44-5-6 0 0,1 1 0 0 0,-68 17 0 0 0,17 8 1 0 0,-42 12 0 0 0,108-36 0 0 0,1-1 0 0 0,-1-1 0 0 0,0-1 0 0 0,-35-1 0 0 0,-71-14 161 0 0,87 7-72 0 0,-1 2-1 0 0,0 2 1 0 0,-63 4 0 0 0,11 17-150 0 0,73-14 48 0 0,0 0 0 0 0,0-1 0 0 0,0-1 0 0 0,0-1 0 0 0,-40-1 0 0 0,51-2-176 0 0,0-1 1 0 0,0-1-1 0 0,-1 1 0 0 0,1-1 0 0 0,1-1 0 0 0,-1 1 0 0 0,0-1 1 0 0,1-1-1 0 0,0 1 0 0 0,0-1 0 0 0,0-1 0 0 0,1 1 0 0 0,0-1 1 0 0,-11-12-1 0 0,3-1-7150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0.8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56 456 0 0,'0'-2'415'0'0,"1"0"-1"0"0,-1 0 1 0 0,0 0 0 0 0,0 0 0 0 0,0 0-1 0 0,-1 0 1 0 0,1-1 0 0 0,-11-35 16350 0 0,11 38-16695 0 0,0-1 1 0 0,0 1-1 0 0,7 15-56 0 0,0 0 0 0 0,-1 0 0 0 0,-1 1 0 0 0,6 29 1 0 0,6 75 50 0 0,-4-25-43 0 0,83 297 293 0 0,-25-125-101 0 0,-54-192-90 0 0,1-6 121 0 0,-3 1 1 0 0,-3 1 0 0 0,4 99-1 0 0,-16-163-446 0 0,-1 0-1 0 0,0-1 1 0 0,0 1-1 0 0,0-1 1 0 0,-1 1-1 0 0,0-1 1 0 0,-4 9-1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2.4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47 318 2761 0 0,'-3'-1'183'0'0,"-1"1"0"0"0,1-1 0 0 0,0 0 1 0 0,-1-1-1 0 0,1 1 0 0 0,0-1 0 0 0,0 1 1 0 0,-1-1-1 0 0,1 0 0 0 0,1 0 0 0 0,-5-4 1 0 0,6 5-87 0 0,1 1 0 0 0,-1-1 0 0 0,1 1 0 0 0,0-1 0 0 0,-1 1 0 0 0,1-1 0 0 0,0 1 0 0 0,0-1 0 0 0,-1 1 0 0 0,1-1 0 0 0,0 1 1 0 0,0-1-1 0 0,0 0 0 0 0,0 1 0 0 0,0-1 0 0 0,0 1 0 0 0,0-1 0 0 0,0 0 0 0 0,0 1 0 0 0,0-1 0 0 0,0 1 0 0 0,0-1 0 0 0,0 0 1 0 0,1 1-1 0 0,-1-1 0 0 0,0 0 0 0 0,1 0 39 0 0,1-1 1 0 0,-1 1 0 0 0,0-1 0 0 0,1 1-1 0 0,-1 0 1 0 0,1-1 0 0 0,-1 1-1 0 0,1 0 1 0 0,-1 0 0 0 0,1 0 0 0 0,0 0-1 0 0,3-1 1 0 0,35-12 1121 0 0,0 1 1 0 0,1 2-1 0 0,64-9 1 0 0,4-2-872 0 0,-34 4-308 0 0,1 3 0 0 0,0 3-1 0 0,91-3 1 0 0,-150 15-72 0 0,649-21 695 0 0,-231-19 595 0 0,-135 11-37 0 0,70-4-413 0 0,607 50-762 0 0,-819-6-100 0 0,210 22-42 0 0,-83-5 185 0 0,-265-25-105 0 0,-1 1 0 0 0,1 0 1 0 0,-1 1-1 0 0,-1 2 0 0 0,1 0 0 0 0,22 12 0 0 0,101 67 874 0 0,-89-51-130 0 0,-4-12 177 0 0,-43-21-888 0 0,-1 0-1 0 0,1 0 0 0 0,-1 0 0 0 0,0 1 0 0 0,1-1 0 0 0,-1 2 1 0 0,-1-1-1 0 0,1 0 0 0 0,0 1 0 0 0,-1 0 0 0 0,1 0 0 0 0,-1 0 0 0 0,0 1 1 0 0,-1-1-1 0 0,5 7 0 0 0,-1 5 34 0 0,-1 1-1 0 0,0 0 1 0 0,-1 0 0 0 0,0 1-1 0 0,2 29 1 0 0,8 30 3 0 0,23 117-24 0 0,-30-137-48 0 0,3 1 1 0 0,22 67-1 0 0,10-16-53 0 0,10 27 37 0 0,-47-117-8 0 0,0 1 0 0 0,-2-1 0 0 0,0 1 0 0 0,-2 0 0 0 0,1 21 0 0 0,-3-32 7 0 0,0 0-1 0 0,-1-1 1 0 0,0 1-1 0 0,-1 0 1 0 0,0-1-1 0 0,0 1 1 0 0,-4 8-1 0 0,5-14-3 0 0,-1 0 0 0 0,1 1 0 0 0,-1-1 0 0 0,0 0 0 0 0,0 0 0 0 0,0 0 0 0 0,0 0 0 0 0,-1-1 0 0 0,1 1 0 0 0,-1-1 0 0 0,0 1 0 0 0,0-1 0 0 0,0 0 0 0 0,0 0 0 0 0,0 0 0 0 0,0 0 0 0 0,0-1 0 0 0,0 1 0 0 0,-6 0 0 0 0,-9 2 102 0 0,-1-2 0 0 0,1 0 0 0 0,-1-2-1 0 0,0 0 1 0 0,-36-4 0 0 0,-21-1 118 0 0,-194 28-322 0 0,107-4 54 0 0,-258 27 57 0 0,-98 8-25 0 0,258-31-88 0 0,-63 4-5 0 0,151-16 92 0 0,-153 0-28 0 0,64-11-236 0 0,-58-2-100 0 0,-254-13 246 0 0,365 23 136 0 0,0 1 0 0 0,5 6 0 0 0,108-6 0 0 0,13 0-1807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3.4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28 508 7370 0 0,'-14'-33'1486'0'0,"0"1"8327"0"0,17 42-8510 0 0,6 16-959 0 0,42 81-164 0 0,49 149 0 0 0,-78-193-214 0 0,2-1-1 0 0,52 92 0 0 0,-54-116 15 0 0,3-1-1 0 0,1 0 0 0 0,2-2 0 0 0,57 56 0 0 0,-78-85 36 0 0,2 4 139 0 0,1-1-1 0 0,1 0 1 0 0,-1-1 0 0 0,18 10-1 0 0,-26-17-133 0 0,0 0 0 0 0,0 0 1 0 0,0 0-1 0 0,0 0 0 0 0,0 0 0 0 0,0 0 0 0 0,0-1 0 0 0,0 1 0 0 0,0-1 1 0 0,0 0-1 0 0,0 1 0 0 0,0-1 0 0 0,0 0 0 0 0,0 0 0 0 0,1 0 1 0 0,-1-1-1 0 0,0 1 0 0 0,0 0 0 0 0,0-1 0 0 0,0 1 0 0 0,0-1 0 0 0,0 0 1 0 0,0 0-1 0 0,0 0 0 0 0,0 0 0 0 0,-1 0 0 0 0,1 0 0 0 0,0 0 0 0 0,0-1 1 0 0,-1 1-1 0 0,1 0 0 0 0,-1-1 0 0 0,1 0 0 0 0,-1 1 0 0 0,0-1 1 0 0,1-2-1 0 0,8-12 72 0 0,-1 0 1 0 0,-1-1-1 0 0,-1-1 1 0 0,-1 1 0 0 0,6-25-1 0 0,15-95 192 0 0,-17 79-160 0 0,101-661 86 0 0,-105 645-218 0 0,-4-120 0 0 0,-3 99-2049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4.1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189 113 10594 0 0,'-1'-10'189'0'0,"-1"0"-1"0"0,0 0 1 0 0,-1 1-1 0 0,0-1 1 0 0,-5-11-1 0 0,7 19-37 0 0,1-1 0 0 0,-2 1 0 0 0,1-1 0 0 0,0 1 0 0 0,0 0 0 0 0,-1-1 0 0 0,1 1-1 0 0,-1 0 1 0 0,0 0 0 0 0,0 0 0 0 0,0 0 0 0 0,0 0 0 0 0,0 1 0 0 0,0-1 0 0 0,0 0 0 0 0,-1 1 0 0 0,1 0 0 0 0,0-1 0 0 0,-1 1-1 0 0,1 0 1 0 0,-1 1 0 0 0,0-1 0 0 0,1 0 0 0 0,-4 0 0 0 0,4 1-43 0 0,0 1 1 0 0,0-1-1 0 0,-1 1 0 0 0,1 0 1 0 0,0-1-1 0 0,0 1 1 0 0,0 0-1 0 0,0 0 0 0 0,0 1 1 0 0,0-1-1 0 0,1 0 0 0 0,-1 0 1 0 0,0 1-1 0 0,0-1 0 0 0,1 1 1 0 0,-1 0-1 0 0,1 0 0 0 0,-3 3 1 0 0,-22 40 404 0 0,21-35-479 0 0,-3 6-36 0 0,0 1 0 0 0,1 0 0 0 0,1 0 0 0 0,1 0 0 0 0,0 1 0 0 0,1 0 0 0 0,1 0 1 0 0,1 0-1 0 0,0 1 0 0 0,2 33 0 0 0,1-40-2 0 0,1 1 0 0 0,0-1 1 0 0,1 0-1 0 0,0 0 0 0 0,1 0 1 0 0,0-1-1 0 0,1 1 0 0 0,0-1 1 0 0,1 0-1 0 0,0 0 0 0 0,0-1 0 0 0,2 0 1 0 0,-1 0-1 0 0,1-1 0 0 0,0 1 1 0 0,19 14-1 0 0,-14-14 12 0 0,0 0 0 0 0,1-1 0 0 0,0-1 0 0 0,1 0 0 0 0,-1-1 0 0 0,1 0 0 0 0,1-1 0 0 0,-1-1 0 0 0,1-1 0 0 0,19 3 0 0 0,-30-6-5 0 0,1 0-1 0 0,0 0 1 0 0,0-1 0 0 0,0 0 0 0 0,-1-1-1 0 0,1 1 1 0 0,0-1 0 0 0,0 0 0 0 0,-1 0-1 0 0,1-1 1 0 0,-1 0 0 0 0,1 0 0 0 0,-1 0-1 0 0,0-1 1 0 0,0 1 0 0 0,0-1 0 0 0,0 0-1 0 0,0-1 1 0 0,0 1 0 0 0,-1-1 0 0 0,0 0-1 0 0,0 0 1 0 0,0-1 0 0 0,0 1 0 0 0,-1-1-1 0 0,1 1 1 0 0,-1-1 0 0 0,0 0 0 0 0,-1-1-1 0 0,1 1 1 0 0,2-8 0 0 0,-3 8-10 0 0,-1-1-1 0 0,1 1 1 0 0,-1 0 0 0 0,1 0-1 0 0,-2-1 1 0 0,1 1 0 0 0,-1-1 0 0 0,1 1-1 0 0,-1 0 1 0 0,-1-1 0 0 0,0-7 0 0 0,-3 1 88 0 0,1 1 1 0 0,-2 1-1 0 0,1-1 0 0 0,-9-13 1 0 0,10 19-15 0 0,1 0-1 0 0,-1-1 1 0 0,1 1 0 0 0,0-1-1 0 0,0 1 1 0 0,0-1 0 0 0,1 0-1 0 0,-1-10 1 0 0,2 14-51 0 0,0 0 0 0 0,0 0 0 0 0,1 0 0 0 0,-1 1 0 0 0,1-1 0 0 0,-1 0 0 0 0,1 0 0 0 0,0 1 0 0 0,-1-1 0 0 0,1 0 0 0 0,0 1 0 0 0,0-1 0 0 0,0 1 0 0 0,1-1 0 0 0,-1 1 0 0 0,0-1 0 0 0,0 1 0 0 0,1 0 0 0 0,-1 0 0 0 0,1 0 0 0 0,-1 0 0 0 0,1 0 0 0 0,0 0 0 0 0,-1 0 0 0 0,1 0 0 0 0,0 0 0 0 0,-1 1 0 0 0,1-1 0 0 0,0 1 0 0 0,0-1 0 0 0,3 1 0 0 0,0-2-16 0 0,0 1 0 0 0,1 0 0 0 0,-1 0-1 0 0,0 0 1 0 0,0 1 0 0 0,1-1 0 0 0,-1 1-1 0 0,1 1 1 0 0,-1-1 0 0 0,0 1 0 0 0,0 0 0 0 0,1 0-1 0 0,-1 0 1 0 0,0 1 0 0 0,0 0 0 0 0,0 0-1 0 0,0 0 1 0 0,-1 0 0 0 0,1 1 0 0 0,0 0 0 0 0,-1 0-1 0 0,0 0 1 0 0,0 1 0 0 0,0-1 0 0 0,0 1-1 0 0,0 0 1 0 0,-1 0 0 0 0,0 0 0 0 0,1 1 0 0 0,-2-1-1 0 0,1 1 1 0 0,0 0 0 0 0,-1-1 0 0 0,0 1-1 0 0,2 8 1 0 0,3 9 85 0 0,-1 0 1 0 0,0 0-1 0 0,-2 0 0 0 0,2 30 0 0 0,-2 94 593 0 0,-3-48-534 0 0,-1-68-1952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4.5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161 85 9674 0 0,'-2'-23'1100'0'0,"-3"-16"-1090"0"0,4 37 201 0 0,1 1 0 0 0,0 0 0 0 0,0 0 0 0 0,-1 0 0 0 0,1 0 0 0 0,0 0 0 0 0,-1 0 0 0 0,1 0 0 0 0,-1 0 0 0 0,1 0 0 0 0,-1 0 0 0 0,0 0 0 0 0,1 0 0 0 0,-1 0 0 0 0,0 1 0 0 0,0-1 0 0 0,1 0 0 0 0,-1 0 0 0 0,0 1 0 0 0,0-1 0 0 0,0 1 0 0 0,0-1 0 0 0,0 1 0 0 0,0-1 0 0 0,-2 0 0 0 0,1 1 18 0 0,0 1-1 0 0,-1-1 1 0 0,1 0-1 0 0,0 1 1 0 0,0 0-1 0 0,-1-1 1 0 0,1 1-1 0 0,0 0 1 0 0,0 0-1 0 0,0 0 1 0 0,0 1-1 0 0,0-1 1 0 0,0 0-1 0 0,0 1 1 0 0,1-1-1 0 0,-1 1 1 0 0,-1 1-1 0 0,-29 34 581 0 0,28-31-634 0 0,-3 3-138 0 0,0 0 0 0 0,1 0-1 0 0,0 0 1 0 0,1 1 0 0 0,0 0-1 0 0,0 0 1 0 0,1 0 0 0 0,1 1-1 0 0,0-1 1 0 0,-4 19 0 0 0,7-21-50 0 0,0-1 1 0 0,0 1-1 0 0,0 0 1 0 0,1 0-1 0 0,0-1 1 0 0,0 1-1 0 0,1 0 1 0 0,0-1-1 0 0,1 1 1 0 0,-1-1-1 0 0,1 0 1 0 0,1 0-1 0 0,-1 0 0 0 0,1 0 1 0 0,1-1-1 0 0,4 7 1 0 0,-1-3-103 0 0,1-1-1 0 0,-1 0 1 0 0,1 0-1 0 0,1-1 1 0 0,0 0 0 0 0,0-1-1 0 0,1 0 1 0 0,16 8-1 0 0,6 0-504 0 0,54 17 0 0 0,-18-8 41 0 0,-66-23 565 0 0,0 0 0 0 0,1 1 0 0 0,-1-1 0 0 0,0 1 1 0 0,0 0-1 0 0,0 0 0 0 0,0 0 0 0 0,0 0 0 0 0,0 0 0 0 0,-1 1 0 0 0,1-1 0 0 0,-1 1 0 0 0,1 0 0 0 0,-1 0 1 0 0,0 0-1 0 0,0 0 0 0 0,-1 0 0 0 0,1 0 0 0 0,0 0 0 0 0,-1 1 0 0 0,0-1 0 0 0,1 5 0 0 0,-1-3 129 0 0,-1 0-1 0 0,0 0 0 0 0,0 1 0 0 0,0-1 0 0 0,-1 0 0 0 0,1 1 0 0 0,-1-1 0 0 0,-1 0 1 0 0,1 0-1 0 0,-1 0 0 0 0,0 0 0 0 0,0 0 0 0 0,0 0 0 0 0,-5 7 0 0 0,0-2 88 0 0,-1 0 0 0 0,0 0 0 0 0,-1-1 0 0 0,0 0 0 0 0,0-1 0 0 0,-1 0 0 0 0,0 0 0 0 0,0-1 0 0 0,-1 0 0 0 0,-19 9 0 0 0,14-8-182 0 0,0-1 0 0 0,-1-1 1 0 0,0-1-1 0 0,-1 0 1 0 0,1-1-1 0 0,-1-1 0 0 0,-17 2 1 0 0,30-5-321 0 0,0 1-1 0 0,0-1 1 0 0,0 0 0 0 0,-1 0 0 0 0,1-1-1 0 0,0 0 1 0 0,0 1 0 0 0,1-2 0 0 0,-1 1-1 0 0,0-1 1 0 0,0 1 0 0 0,0-1 0 0 0,1 0 0 0 0,-1-1-1 0 0,-5-3 1 0 0,-2-8-1450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4.7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1 102 3225 0 0,'1'3'3653'0'0,"-1"-2"-3531"0"0,30-5 2803 0 0,41-10 982 0 0,52-21 1455 0 0,-84 22-4875 0 0,1 1-1 0 0,0 3 1 0 0,74-9 0 0 0,-102 17-1344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5.2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60 269 10594 0 0,'-10'-2'338'0'0,"-28"-2"932"0"0,37 4-1207 0 0,1 0 0 0 0,-1 0 0 0 0,1 0-1 0 0,-1 0 1 0 0,1 0 0 0 0,-1 0-1 0 0,1 0 1 0 0,-1 1 0 0 0,1-1 0 0 0,-1 0-1 0 0,1 0 1 0 0,0 0 0 0 0,-1 1 0 0 0,1-1-1 0 0,-1 0 1 0 0,1 1 0 0 0,0-1-1 0 0,-1 0 1 0 0,1 1 0 0 0,0-1 0 0 0,-1 1-1 0 0,1-1 1 0 0,-1 1 0 0 0,1 0 82 0 0,0 0 0 0 0,0 0 0 0 0,0 0 0 0 0,0 0 0 0 0,0 0-1 0 0,0 0 1 0 0,0 0 0 0 0,1 0 0 0 0,-1 0 0 0 0,0 0 0 0 0,1 0 0 0 0,-1 0 0 0 0,0 0 0 0 0,1 0 0 0 0,-1 0 0 0 0,1 0 0 0 0,0 1 0 0 0,22 32 2164 0 0,33 38 0 0 0,-29-38-1729 0 0,24 38 0 0 0,3 18-497 0 0,83 128 73 0 0,-104-172-135 0 0,1-1 0 0 0,61 60 0 0 0,-83-93-8 0 0,1 0 0 0 0,21 14 1 0 0,-32-24-12 0 0,1-1-1 0 0,-1 1 1 0 0,1 0 0 0 0,0-1 0 0 0,-1 1-1 0 0,1-1 1 0 0,0 0 0 0 0,0 0-1 0 0,0 0 1 0 0,0 0 0 0 0,0-1 0 0 0,0 1-1 0 0,0-1 1 0 0,0 0 0 0 0,0 1 0 0 0,0-1-1 0 0,0-1 1 0 0,0 1 0 0 0,0 0 0 0 0,0-1-1 0 0,0 0 1 0 0,3 0 0 0 0,-3-1 20 0 0,-1 0 0 0 0,0 0 0 0 0,0 0 0 0 0,0 0 0 0 0,0-1 0 0 0,0 1 0 0 0,0 0 0 0 0,0-1 0 0 0,-1 0 1 0 0,1 1-1 0 0,-1-1 0 0 0,0 0 0 0 0,0 0 0 0 0,0 1 0 0 0,0-1 0 0 0,1-5 0 0 0,6-53 396 0 0,-7 52-347 0 0,11-187 785 0 0,6-67-509 0 0,-15 231-326 0 0,10-90-138 0 0,-4-127 0 0 0,-9 239 45 0 0,-2-31-259 0 0,2 38 287 0 0,-1 1 1 0 0,1 0-1 0 0,-1 0 1 0 0,1 0-1 0 0,-1 0 1 0 0,1 0-1 0 0,-1 0 1 0 0,0 0 0 0 0,0 0-1 0 0,0 0 1 0 0,0 0-1 0 0,-1 1 1 0 0,1-1-1 0 0,-3-2 1 0 0,-10 0-348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6.0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6 11058 0 0,'-4'-5'1263'0'0,"11"8"-103"0"0,10 9 606 0 0,-12-4-1335 0 0,1 0-1 0 0,-1 0 1 0 0,0 1 0 0 0,0-1-1 0 0,-1 1 1 0 0,-1 1-1 0 0,1-1 1 0 0,-1 0 0 0 0,2 17-1 0 0,1 12 317 0 0,1 45 0 0 0,-3-33-575 0 0,4 22-863 0 0,18 84 1 0 0,-20-131-496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6.3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6913 0 0,'35'9'2320'0'0,"35"5"1398"0"0,49 12-154 0 0,-102-21-3010 0 0,0 1-1 0 0,0 0 1 0 0,0 1-1 0 0,23 14 1 0 0,-36-18-526 0 0,0-1 1 0 0,0 1 0 0 0,-1 0-1 0 0,1 0 1 0 0,-1 1-1 0 0,0-1 1 0 0,0 1 0 0 0,0-1-1 0 0,0 1 1 0 0,0 0-1 0 0,-1 0 1 0 0,0 0-1 0 0,0 1 1 0 0,0-1 0 0 0,2 7-1 0 0,-2-4 25 0 0,-1 0 0 0 0,0 0 0 0 0,-1 0 0 0 0,1 0 0 0 0,-1 1 0 0 0,-1-1 1 0 0,1 0-1 0 0,-1 0 0 0 0,-2 9 0 0 0,-5 9 71 0 0,-1 0 0 0 0,-1 0 1 0 0,0-1-1 0 0,-20 30 0 0 0,11-23-1152 0 0,-1-2 0 0 0,-2 0 0 0 0,0 0 0 0 0,-2-2-1 0 0,-46 39 1 0 0,53-50-5293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6.7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29 2761 0 0,'-3'-5'120'0'0,"2"0"32"0"0,0 3-152 0 0,-1-2 0 0 0,2 2 0 0 0,0 1 0 0 0,2-1 0 0 0,-2 1-88 0 0,1-2 16 0 0,0 1 0 0 0,1 0 72 0 0,-1 2 0 0 0,2 3 0 0 0,-2 0 0 0 0,-1-1 0 0 0,0 4 0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7.0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189 1 3225 0 0,'-10'8'10625'0'0,"-8"2"-7787"0"0,-6 5-2624 0 0,-12 11 419 0 0,23-18-478 0 0,1 1 0 0 0,1 0 0 0 0,-1 0 0 0 0,1 1 0 0 0,1 0 0 0 0,-18 23 0 0 0,27-32-155 0 0,1-1 1 0 0,0 1-1 0 0,-1-1 1 0 0,1 1-1 0 0,0-1 1 0 0,-1 1-1 0 0,1 0 0 0 0,0-1 1 0 0,0 1-1 0 0,0-1 1 0 0,-1 1-1 0 0,1 0 1 0 0,0-1-1 0 0,0 1 0 0 0,0 0 1 0 0,0-1-1 0 0,0 1 1 0 0,0 0-1 0 0,0-1 1 0 0,0 1-1 0 0,1 0 0 0 0,-1-1 1 0 0,0 1-1 0 0,0 0 1 0 0,0-1-1 0 0,1 1 1 0 0,-1-1-1 0 0,1 2 0 0 0,0-1 3 0 0,0 0-1 0 0,0 0 0 0 0,1 0 0 0 0,-1-1 1 0 0,0 1-1 0 0,1 0 0 0 0,-1-1 0 0 0,0 1 1 0 0,1-1-1 0 0,-1 1 0 0 0,0-1 1 0 0,3 1-1 0 0,43 1 69 0 0,-45-2-67 0 0,51-4-154 0 0,-25 2-71 0 0,-1 0 0 0 0,1 2 0 0 0,31 3 0 0 0,-53-3 175 0 0,0 1 1 0 0,0 0-1 0 0,0 0 1 0 0,-1 1-1 0 0,1 0 1 0 0,0 0-1 0 0,-1 0 1 0 0,1 1-1 0 0,-1 0 1 0 0,1 0-1 0 0,-1 0 1 0 0,0 0-1 0 0,-1 1 1 0 0,1 0-1 0 0,-1 0 1 0 0,1 0-1 0 0,-1 1 1 0 0,0-1-1 0 0,5 10 1 0 0,-7-10 44 0 0,0-1 0 0 0,0 2 0 0 0,0-1 0 0 0,-1 0 0 0 0,1 0 1 0 0,-1 0-1 0 0,0 1 0 0 0,-1-1 0 0 0,1 0 0 0 0,-1 1 0 0 0,1-1 0 0 0,-1 1 0 0 0,-1-1 0 0 0,1 0 1 0 0,-1 1-1 0 0,-1 7 0 0 0,-1-5 143 0 0,1-1 0 0 0,-1 1 0 0 0,-1-1 0 0 0,1 1 0 0 0,-1-1 0 0 0,0 0-1 0 0,0-1 1 0 0,-1 1 0 0 0,-8 8 0 0 0,2-4 210 0 0,-1 0 0 0 0,0-1 0 0 0,-1 0 0 0 0,0-1 0 0 0,0-1 0 0 0,0 0 0 0 0,-1-1 0 0 0,0 0 0 0 0,-19 5 0 0 0,23-9-284 0 0,1 0 1 0 0,-1 0 0 0 0,0-1-1 0 0,1-1 1 0 0,-15 0 0 0 0,-6-5-6133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7.4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64 13363 0 0,'4'0'305'0'0,"0"1"-1"0"0,0-1 1 0 0,-1 1-1 0 0,1-1 1 0 0,0 0 0 0 0,0-1-1 0 0,0 1 1 0 0,6-2 0 0 0,16-3 386 0 0,-1-2 0 0 0,1 0 1 0 0,25-12-1 0 0,2-5-1939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7.6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87 14283 0 0,'3'-2'246'0'0,"1"0"1"0"0,0 0-1 0 0,0 1 1 0 0,0 0-1 0 0,0-1 1 0 0,0 1-1 0 0,0 0 0 0 0,0 1 1 0 0,6-1-1 0 0,9-3 304 0 0,15-5 1791 0 0,43-19-1 0 0,-31 7-8440 0 0,-24 10-712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8.0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34 588 7834 0 0,'-23'-1'531'0'0,"22"1"-376"0"0,1 0-1 0 0,-1 0 0 0 0,1 0 0 0 0,-1 0 0 0 0,1 0 0 0 0,-1 1 1 0 0,1-1-1 0 0,-1 0 0 0 0,1 0 0 0 0,0 0 0 0 0,-1 1 0 0 0,1-1 1 0 0,-1 0-1 0 0,1 1 0 0 0,0-1 0 0 0,-1 0 0 0 0,1 1 1 0 0,0-1-1 0 0,-1 1 0 0 0,1-1 0 0 0,0 0 0 0 0,-1 1 0 0 0,1 0 1 0 0,0 1 216 0 0,0 0 0 0 0,0 0 1 0 0,0 0-1 0 0,1 0 0 0 0,-1 0 1 0 0,0 0-1 0 0,1 0 0 0 0,0-1 0 0 0,-1 1 1 0 0,1 0-1 0 0,0 0 0 0 0,0 0 1 0 0,0-1-1 0 0,0 1 0 0 0,0 0 1 0 0,1-1-1 0 0,1 3 0 0 0,18 20 1279 0 0,32 30 0 0 0,14 18-1125 0 0,-6 9-418 0 0,28 34-101 0 0,-78-103-7 0 0,0 0 1 0 0,1-1 0 0 0,1 0 0 0 0,0-1-1 0 0,1 0 1 0 0,22 12 0 0 0,-14-16 52 0 0,-21-6-41 0 0,-1 0 0 0 0,1 0 0 0 0,0 0 0 0 0,-1-1-1 0 0,1 1 1 0 0,-1 0 0 0 0,0 0 0 0 0,1 0 0 0 0,-1-1 0 0 0,1 1 0 0 0,-1 0 0 0 0,1 0 0 0 0,-1-1-1 0 0,0 1 1 0 0,1-1 0 0 0,-1 1 0 0 0,1 0 0 0 0,-1-1 0 0 0,0 1 0 0 0,1-1 0 0 0,-1 1 0 0 0,0 0 0 0 0,0-1-1 0 0,1 0 1 0 0,0-3 58 0 0,-1 0-1 0 0,1 0 0 0 0,-1 0 1 0 0,0 0-1 0 0,0 0 0 0 0,0 0 1 0 0,-2-7-1 0 0,1-3-59 0 0,-3-65 307 0 0,4 0 0 0 0,11-84 0 0 0,34-158-346 0 0,-17 139-237 0 0,-9 23-1356 0 0,-16 135 683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8.3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88 10138 0 0,'0'0'464'0'0,"19"8"3696"0"0,-9-8-3379 0 0,0 0 1 0 0,-1 0 0 0 0,1-1-1 0 0,11-3 1 0 0,71-24 920 0 0,-39 11-1072 0 0,0-2-199 0 0,2 0-644 0 0,-19 11-2723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8.6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13363 0 0,'9'10'925'0'0,"0"0"-1"0"0,0 1 1 0 0,-1 0-1 0 0,0 0 1 0 0,-1 1 0 0 0,0 0-1 0 0,-1 0 1 0 0,-1 0 0 0 0,7 20-1 0 0,-7-14-1042 0 0,-2 1 0 0 0,1-1-1 0 0,-2 1 1 0 0,-1-1-1 0 0,0 1 1 0 0,-3 24 0 0 0,0-12-7644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50.1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1016 13827 0 0,'5'-1'180'0'0,"0"-1"0"0"0,0 1-1 0 0,0 0 1 0 0,0 0 0 0 0,0 1 0 0 0,0-1 0 0 0,10 1 0 0 0,10-1-240 0 0,404-70-658 0 0,-117 17 632 0 0,139-4-545 0 0,101 0-377 0 0,-319 35 737 0 0,169-12 438 0 0,2570-233 1601 0 0,-2215 171-1705 0 0,131-16 562 0 0,-638 85-324 0 0,778-80 867 0 0,1 37 1100 0 0,-359 57-770 0 0,-173 6-817 0 0,-446 6-671 0 0,256 3 33 0 0,-302-1-22 0 0,0 0-1 0 0,0 1 1 0 0,0 0-1 0 0,0 0 0 0 0,1 0 1 0 0,-1 0-1 0 0,-1 1 0 0 0,1 0 1 0 0,0 0-1 0 0,0 0 0 0 0,-1 0 1 0 0,1 1-1 0 0,-1 0 0 0 0,0 0 1 0 0,0 0-1 0 0,0 0 0 0 0,0 1 1 0 0,0 0-1 0 0,-1-1 0 0 0,0 1 1 0 0,1 1-1 0 0,-2-1 0 0 0,1 0 1 0 0,0 1-1 0 0,-1-1 0 0 0,0 1 1 0 0,3 8-1 0 0,25 70 182 0 0,35 156 0 0 0,-39-132-143 0 0,243 880-59 0 0,-140-470-67 0 0,-117-453 28 0 0,4 80 0 0 0,-15-121 39 0 0,0 0 0 0 0,-2 0 0 0 0,-1 0 0 0 0,-1 0 1 0 0,0 0-1 0 0,-2-1 0 0 0,-8 24 0 0 0,8-34 23 0 0,0 0 1 0 0,-1-1 0 0 0,0 1-1 0 0,-1-1 1 0 0,0-1 0 0 0,-1 0-1 0 0,0 0 1 0 0,-1 0 0 0 0,0-1-1 0 0,0 0 1 0 0,-1-1 0 0 0,0 0-1 0 0,-1 0 1 0 0,0-1 0 0 0,0-1-1 0 0,0 0 1 0 0,-1 0 0 0 0,-17 5-1 0 0,-16 3 115 0 0,-2-2-1 0 0,1-1 1 0 0,-78 5-1 0 0,81-11-120 0 0,-155 21-17 0 0,-377 43 0 0 0,-5-32 0 0 0,-31-28-252 0 0,-501 12-440 0 0,-402 9 365 0 0,862-22-383 0 0,243-2-146 0 0,-86 8 160 0 0,48 3 457 0 0,243-8 186 0 0,-266 15 84 0 0,-105 4 29 0 0,514-26-78 0 0,-375 8 1415 0 0,-57-7-504 0 0,148 14-851 0 0,135-2-30 0 0,82-3 446 0 0,89-6-798 0 0,0-2 0 0 0,0-2-1 0 0,-75-5 1 0 0,94 1-7055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50.7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0 126 6913 0 0,'53'-125'2979'0'0,"-53"125"-2947"0"0,0 0-1 0 0,1 0 1 0 0,-1 0 0 0 0,0 0-1 0 0,0 0 1 0 0,0 0 0 0 0,0 0-1 0 0,0 0 1 0 0,0 0 0 0 0,0 0-1 0 0,0 0 1 0 0,0 0 0 0 0,1 0-1 0 0,-1 0 1 0 0,0 0 0 0 0,0 0 0 0 0,0 0-1 0 0,0 0 1 0 0,0 0 0 0 0,0 0-1 0 0,0 0 1 0 0,0 0 0 0 0,1 1 380 0 0,-1-1-381 0 0,0 0 1 0 0,0 0 0 0 0,0 0-1 0 0,1 0 1 0 0,-1 0 0 0 0,0 0-1 0 0,0 0 1 0 0,0 1 0 0 0,0-1-1 0 0,0 0 1 0 0,0 0 0 0 0,0 0-1 0 0,0 0 1 0 0,0 0 0 0 0,0 0-1 0 0,0 0 1 0 0,0 0 0 0 0,0 0-1 0 0,0 1 1 0 0,4 12 837 0 0,1 15-599 0 0,14 176 767 0 0,15 127 646 0 0,55 202-775 0 0,-24-155-465 0 0,0-59 900 0 0,-33-178 81 0 0,23 223 0 0 0,-53-299-638 0 0,-2-56-786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08:55.4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1142 333 1376 0 0,'16'-34'3841'0'0,"-15"31"-3686"0"0,0-1 0 0 0,-1 1 0 0 0,1 0-1 0 0,-1-1 1 0 0,1 1 0 0 0,-1-1 0 0 0,0 1 0 0 0,0-1 0 0 0,0 1-1 0 0,-1 0 1 0 0,1-1 0 0 0,-1 1 0 0 0,0-1 0 0 0,0 1 0 0 0,0 0-1 0 0,0 0 1 0 0,-1 0 0 0 0,1 0 0 0 0,-4-5 0 0 0,-2-2 43 0 0,-1 1 1 0 0,0 0 0 0 0,-1 0 0 0 0,-11-9-1 0 0,-11-12 873 0 0,20 20-757 0 0,0 0 1 0 0,-1 0-1 0 0,0 1 0 0 0,0 1 0 0 0,-1 0 1 0 0,0 1-1 0 0,-16-7 0 0 0,-102-33 596 0 0,119 43-989 0 0,-12-1 34 0 0,-1 0 1 0 0,-1 2 0 0 0,1 1-1 0 0,0 1 1 0 0,-1 1-1 0 0,1 2 1 0 0,0 0-1 0 0,-28 6 1 0 0,35-4 10 0 0,0 0 1 0 0,1 0-1 0 0,-1 2 1 0 0,1 0-1 0 0,0 1 1 0 0,1 1-1 0 0,-1 0 1 0 0,2 2-1 0 0,-25 17 1 0 0,20-10-64 0 0,1 0-1 0 0,1 2 1 0 0,1 0 0 0 0,1 1-1 0 0,0 0 1 0 0,-16 30 0 0 0,-98 187 265 0 0,116-204-6 0 0,1 1 1 0 0,1 0 0 0 0,2 0-1 0 0,1 1 1 0 0,-5 54 0 0 0,-7 292 637 0 0,21-372-721 0 0,1 1 1 0 0,0-1-1 0 0,1 0 0 0 0,0 0 0 0 0,0 0 1 0 0,1-1-1 0 0,0 1 0 0 0,1-1 1 0 0,7 15-1 0 0,6 4 187 0 0,30 37 0 0 0,-13-19-49 0 0,-18-24-234 0 0,1-1 1 0 0,1-1 0 0 0,0 0 0 0 0,1-2 0 0 0,1 0-1 0 0,1-1 1 0 0,0-1 0 0 0,1 0 0 0 0,1-2 0 0 0,0-1-1 0 0,1-1 1 0 0,48 16 0 0 0,-39-16 1 0 0,0-2 0 0 0,1-1-1 0 0,49 6 1 0 0,-63-13 87 0 0,0 0 1 0 0,0-1-1 0 0,0-1 0 0 0,0-1 1 0 0,0 0-1 0 0,-1-2 0 0 0,28-8 0 0 0,22-13 260 0 0,-1-3 0 0 0,-1-2 0 0 0,123-79-1 0 0,-168 94-301 0 0,-1-1-1 0 0,0-1 0 0 0,-2-1 0 0 0,0-1 1 0 0,-1 0-1 0 0,-1-1 0 0 0,-1-1 0 0 0,0-1 1 0 0,-2 0-1 0 0,-1-1 0 0 0,0-1 0 0 0,-2 1 0 0 0,-1-2 1 0 0,-1 0-1 0 0,10-40 0 0 0,-11 28 12 0 0,-3-1-1 0 0,0 0 1 0 0,-3 0-1 0 0,-1-1 1 0 0,-1 1-1 0 0,-3 0 1 0 0,-1 0-1 0 0,-1 0 1 0 0,-3 0-1 0 0,-13-42 1 0 0,9 43-33 0 0,-5-23 108 0 0,-3 1 0 0 0,-44-88 0 0 0,56 130-93 0 0,-2 1 0 0 0,0 0 1 0 0,0 1-1 0 0,-2 1 0 0 0,0-1 0 0 0,0 2 0 0 0,-1 0 0 0 0,-1 0 0 0 0,-1 1 1 0 0,1 1-1 0 0,-2 0 0 0 0,1 1 0 0 0,-21-9 0 0 0,8 7-136 0 0,-1 1 1 0 0,-1 1-1 0 0,0 2 1 0 0,-53-8-1 0 0,62 13-476 0 0,0 2 0 0 0,0 0 1 0 0,-1 1-1 0 0,1 1 0 0 0,0 1 0 0 0,0 1 1 0 0,-37 9-1 0 0,15 4-4540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08:56.3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1043 373 920 0 0,'0'-11'23'0'0,"1"0"0"0"0,-2-1 1 0 0,0 1-1 0 0,0 0 0 0 0,-1 0 0 0 0,0 0 0 0 0,-1 0 0 0 0,0 0 0 0 0,-1 0 0 0 0,0 1 0 0 0,-1-1 1 0 0,0 1-1 0 0,0 0 0 0 0,-14-17 0 0 0,-2 0 1554 0 0,0 1 1 0 0,-2 2-1 0 0,-48-41 1 0 0,64 59-1472 0 0,-2 0 1 0 0,1 1 0 0 0,-1 0 0 0 0,1 0-1 0 0,-1 1 1 0 0,-1 0 0 0 0,1 0 0 0 0,0 1-1 0 0,-1 1 1 0 0,0 0 0 0 0,0 0 0 0 0,0 0-1 0 0,1 1 1 0 0,-1 1 0 0 0,0 0 0 0 0,0 0-1 0 0,-16 3 1 0 0,8 1 115 0 0,1 1-1 0 0,0 1 1 0 0,0 1-1 0 0,0 0 1 0 0,-20 12 0 0 0,-76 53 160 0 0,90-56-484 0 0,-3 2 2 0 0,1 1 1 0 0,1 2 0 0 0,1 0-1 0 0,1 1 1 0 0,1 2 0 0 0,1 0-1 0 0,-20 31 1 0 0,17-18 307 0 0,3 0 0 0 0,1 2 0 0 0,2 0 0 0 0,-22 72 0 0 0,13-17 2 0 0,4 0 1 0 0,-14 153-1 0 0,31-177-237 0 0,3 1 0 0 0,3-1-1 0 0,3 1 1 0 0,17 88 0 0 0,-14-125-40 0 0,1 0 1 0 0,2 0 0 0 0,1-1-1 0 0,2-1 1 0 0,1 0 0 0 0,2 0-1 0 0,35 52 1 0 0,-34-60 79 0 0,1-2-1 0 0,1 0 1 0 0,1-2 0 0 0,1 0-1 0 0,1-1 1 0 0,1-1 0 0 0,0-1-1 0 0,1-1 1 0 0,48 24 0 0 0,-52-31-32 0 0,-1-1 1 0 0,1-1-1 0 0,0 0 0 0 0,0-2 1 0 0,1 0-1 0 0,0-1 1 0 0,-1-2-1 0 0,1 0 1 0 0,26-1-1 0 0,-31-2 65 0 0,0-1-1 0 0,1 0 1 0 0,-1-1-1 0 0,0-1 1 0 0,0-1-1 0 0,-1 0 1 0 0,1-1 0 0 0,-1-1-1 0 0,0 0 1 0 0,-1-1-1 0 0,0-1 1 0 0,18-14 0 0 0,60-50 951 0 0,119-123 0 0 0,-172 154-897 0 0,-1-1 1 0 0,-3-3-1 0 0,-1-1 0 0 0,-2-1 1 0 0,25-54-1 0 0,-37 56-45 0 0,-2 0 0 0 0,-2-2 0 0 0,-3 0 0 0 0,-1 0 0 0 0,-3-1 0 0 0,-1-1 0 0 0,1-95 0 0 0,-10 68 43 0 0,-4 0 1 0 0,-2 1-1 0 0,-4-1 1 0 0,-30-106-1 0 0,34 156-62 0 0,-2 0-1 0 0,0 1 0 0 0,-2 0 1 0 0,-1 0-1 0 0,-1 1 0 0 0,-21-32 1 0 0,28 50-96 0 0,0-1 1 0 0,0 1-1 0 0,0 0 0 0 0,-1 0 1 0 0,0 1-1 0 0,0 0 0 0 0,0 0 1 0 0,-1 1-1 0 0,0 0 0 0 0,0 0 1 0 0,-1 1-1 0 0,1 0 0 0 0,-1 0 1 0 0,0 1-1 0 0,0 0 1 0 0,0 1-1 0 0,0-1 0 0 0,0 2 1 0 0,-1 0-1 0 0,1 0 0 0 0,0 0 1 0 0,-15 2-1 0 0,-17 5-1407 0 0,-2 4-3231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08:57.0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642 497 10594 0 0,'100'-79'396'0'0,"-56"41"-1791"0"0,-1-2 0 0 0,-2-1 0 0 0,39-52 0 0 0,-76 88 1285 0 0,0-1-1 0 0,0 1 0 0 0,0-1 0 0 0,-1-1 1 0 0,0 1-1 0 0,0 0 0 0 0,-1-1 1 0 0,0 1-1 0 0,0-1 0 0 0,2-13 0 0 0,-4 16 129 0 0,0 1 0 0 0,0-1-1 0 0,0 1 1 0 0,0 0 0 0 0,-1-1-1 0 0,0 1 1 0 0,0 0 0 0 0,0-1 0 0 0,0 1-1 0 0,0 0 1 0 0,-1 0 0 0 0,1 0-1 0 0,-1 0 1 0 0,0 0 0 0 0,0 0-1 0 0,0 0 1 0 0,0 1 0 0 0,0-1 0 0 0,-1 1-1 0 0,1-1 1 0 0,-1 1 0 0 0,0 0-1 0 0,-4-3 1 0 0,-6-3 618 0 0,-1 1 0 0 0,0 1 0 0 0,0 0 0 0 0,0 1 0 0 0,0 0 0 0 0,-1 1 0 0 0,0 1 0 0 0,0 0 0 0 0,0 1 0 0 0,0 1 0 0 0,-1 0 0 0 0,-24 3 0 0 0,16 0-524 0 0,0 1 0 0 0,0 1 0 0 0,1 1 1 0 0,-1 1-1 0 0,1 1 0 0 0,1 2 0 0 0,-29 13 0 0 0,15-3 168 0 0,1 1 0 0 0,1 2 0 0 0,1 2 0 0 0,1 0-1 0 0,2 3 1 0 0,0 0 0 0 0,1 2 0 0 0,2 1 0 0 0,1 1 0 0 0,2 1 0 0 0,1 2 0 0 0,1 0 0 0 0,2 1 0 0 0,2 1 0 0 0,-25 68 0 0 0,31-69-252 0 0,1 0 0 0 0,2 1-1 0 0,1 0 1 0 0,2 0 0 0 0,2 0 0 0 0,1 1-1 0 0,2 0 1 0 0,4 43 0 0 0,7 5-36 0 0,26 95 0 0 0,-23-130-42 0 0,2-1-1 0 0,3 0 0 0 0,27 54 0 0 0,-29-75-9 0 0,0-1 0 0 0,2 0 0 0 0,1-1 0 0 0,2-1 0 0 0,0-1 1 0 0,1-1-1 0 0,1-1 0 0 0,2 0 0 0 0,30 20 0 0 0,-33-27 32 0 0,0-2 0 0 0,0 0 0 0 0,2-1 0 0 0,-1-1-1 0 0,1-2 1 0 0,1 0 0 0 0,0-1 0 0 0,0-2 0 0 0,0 0 0 0 0,1-2 0 0 0,45 2 0 0 0,-52-8-83 0 0,0 0 0 0 0,1-1 0 0 0,-1 0 0 0 0,0-2-1 0 0,0 0 1 0 0,-1-2 0 0 0,0 0 0 0 0,0-1 0 0 0,0 0 0 0 0,-1-2 0 0 0,0 0 0 0 0,-1-1 0 0 0,0 0 0 0 0,21-21 0 0 0,0-3 174 0 0,-2-2-1 0 0,-1-1 1 0 0,-2-2 0 0 0,38-61-1 0 0,-34 44 123 0 0,-3-1 0 0 0,-2-2 0 0 0,-3-1 0 0 0,-3-1 0 0 0,32-121 0 0 0,-49 143-151 0 0,-1 1 0 0 0,-2-1 0 0 0,-2 0-1 0 0,-3-62 1 0 0,-3 72-50 0 0,-1 0-1 0 0,-1 1 1 0 0,-1-1 0 0 0,-2 1-1 0 0,0 1 1 0 0,-24-50 0 0 0,20 56-80 0 0,-1 0 0 0 0,0 1 0 0 0,-2 1 0 0 0,-1 0 0 0 0,0 1 0 0 0,-2 1 0 0 0,-29-25 1 0 0,18 20-269 0 0,-1 1 1 0 0,-1 1 0 0 0,-1 1 0 0 0,-49-21-1 0 0,68 35 17 0 0,-1 1 0 0 0,0 0 0 0 0,0 1 0 0 0,0 1 0 0 0,0 0 0 0 0,0 0 0 0 0,-1 2 0 0 0,1 0 0 0 0,-1 0 0 0 0,-16 2 0 0 0,19 1-101 0 0,0 1 0 0 0,-1-1 0 0 0,1 2 0 0 0,0 0 1 0 0,1 0-1 0 0,-1 1 0 0 0,1 0 0 0 0,0 1 0 0 0,0 1 0 0 0,1 0 0 0 0,-20 16 0 0 0,-11 14-1010 0 0,3 1 885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08:57.6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843 46 10594 0 0,'-21'-9'638'0'0,"5"1"28"0"0,0 1 1 0 0,-1 1-1 0 0,-24-6 1 0 0,34 10-788 0 0,1 2 1 0 0,0-1-1 0 0,0 1 1 0 0,-1 0-1 0 0,1 0 0 0 0,0 0 1 0 0,0 1-1 0 0,-1 0 0 0 0,1 0 1 0 0,0 1-1 0 0,0 0 1 0 0,0 0-1 0 0,-9 5 0 0 0,-30 17-1634 0 0,0 3 0 0 0,-61 47-1 0 0,-67 81 1452 0 0,151-131 808 0 0,1 1 1 0 0,2 0-1 0 0,0 2 0 0 0,2 0 1 0 0,1 1-1 0 0,1 1 1 0 0,1 0-1 0 0,-15 52 0 0 0,4 4 500 0 0,-24 170-1 0 0,39-188-1117 0 0,4 0-1 0 0,2 1 0 0 0,4-1 0 0 0,11 103 1 0 0,-5-127 91 0 0,3-1 1 0 0,1 0-1 0 0,2-1 1 0 0,1 0-1 0 0,3-1 1 0 0,1 0-1 0 0,2-2 1 0 0,29 46-1 0 0,-28-54-102 0 0,2 0-1 0 0,1-2 0 0 0,1 0 1 0 0,2-2-1 0 0,0-1 0 0 0,2-1 1 0 0,55 37-1 0 0,-69-52-4 0 0,1-1-1 0 0,0 0 1 0 0,1-1 0 0 0,0-1-1 0 0,0-1 1 0 0,0 0 0 0 0,1-1 0 0 0,22 2-1 0 0,-27-5 6 0 0,0-1 1 0 0,1 0-1 0 0,-1-1 0 0 0,0 0 0 0 0,0-1 0 0 0,0 0 0 0 0,0-1 1 0 0,0 0-1 0 0,-1-1 0 0 0,1-1 0 0 0,-1 0 0 0 0,18-10 1 0 0,-8 2 329 0 0,-2-2 0 0 0,1 0 0 0 0,-2-1 0 0 0,27-29 1 0 0,60-83 1691 0 0,-52 61-925 0 0,25-27-45 0 0,75-97 343 0 0,-132 162-1175 0 0,-2-2 0 0 0,-1 0 0 0 0,-1-1 0 0 0,20-58 1 0 0,-19 34 70 0 0,-2-1 1 0 0,-3 0 0 0 0,-3 0 0 0 0,-2-1 0 0 0,1-106 0 0 0,-9 133-107 0 0,-2 1 0 0 0,-1-1 0 0 0,-2 1 0 0 0,0 0 0 0 0,-3 0 0 0 0,0 1 0 0 0,-2 0 0 0 0,0 0 0 0 0,-3 1 0 0 0,0 1 0 0 0,-1 0 0 0 0,-34-46 0 0 0,37 60-136 0 0,-1-1-1 0 0,0 2 1 0 0,-1 0-1 0 0,-1 0 1 0 0,0 1-1 0 0,0 1 1 0 0,-23-12-1 0 0,21 13-950 0 0,-1 2-1 0 0,0 0 0 0 0,-1 1 0 0 0,-18-5 1 0 0,-15 2-3804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08:58.4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1083 16 6449 0 0,'-37'2'907'0'0,"-42"7"0"0"0,16-1-1254 0 0,14-3 572 0 0,0 3-1 0 0,0 1 1 0 0,-91 31-1 0 0,114-30 134 0 0,1 1-1 0 0,0 1 1 0 0,0 2-1 0 0,1 0 1 0 0,1 2-1 0 0,0 0 1 0 0,2 2-1 0 0,-31 30 1 0 0,13-5-779 0 0,2 2 0 0 0,2 2 0 0 0,2 1 0 0 0,2 1 0 0 0,2 2 0 0 0,3 1 0 0 0,1 1 0 0 0,-20 68 0 0 0,26-58 664 0 0,3 1 0 0 0,3 1 1 0 0,2 0-1 0 0,-1 68 0 0 0,11-62-140 0 0,3 0-1 0 0,3 0 1 0 0,3-1-1 0 0,4 0 0 0 0,2-1 1 0 0,3 0-1 0 0,4-1 1 0 0,2-1-1 0 0,62 123 1 0 0,-67-156 42 0 0,0-1 0 0 0,2-1 0 0 0,1 0 0 0 0,36 39 0 0 0,-49-63-96 0 0,1 0 0 0 0,-1 0 0 0 0,1-1 1 0 0,1 0-1 0 0,-1-1 0 0 0,1 0 0 0 0,1 0 0 0 0,11 4 1 0 0,-14-7-32 0 0,-1-1 1 0 0,1 0 0 0 0,0 0 0 0 0,0-1 0 0 0,-1 0-1 0 0,1-1 1 0 0,0 0 0 0 0,0 0 0 0 0,0 0-1 0 0,0-1 1 0 0,0 0 0 0 0,-1-1 0 0 0,11-2 0 0 0,-4-2 16 0 0,0 0 0 0 0,0 0 0 0 0,0-2 0 0 0,-1 1 0 0 0,0-2 0 0 0,-1 0 0 0 0,1 0 0 0 0,-2-1 0 0 0,0-1 0 0 0,11-11 0 0 0,13-21 206 0 0,43-63 1 0 0,-73 98-213 0 0,190-301 429 0 0,-25 35-205 0 0,-125 206-159 0 0,-3-2 0 0 0,63-142 0 0 0,-91 176-69 0 0,-2 0-1 0 0,-1-1 1 0 0,-2 0 0 0 0,-2-1-1 0 0,-1 0 1 0 0,-2 0 0 0 0,-2 0-1 0 0,-3-56 1 0 0,-5 29 19 0 0,-3 0 0 0 0,-2 1 1 0 0,-4 0-1 0 0,-2 0 0 0 0,-3 2 0 0 0,-32-70 0 0 0,42 112-1024 0 0,0 1-1 0 0,-1 0 0 0 0,-20-24 0 0 0,-5 4-3487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08:59.1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1247 394 920 0 0,'9'-9'-61'0'0,"0"0"0"0"0,-1 0 0 0 0,0-1 0 0 0,-1-1 0 0 0,0 1 0 0 0,-1-1 0 0 0,8-16 0 0 0,-4 5 288 0 0,-1-1 0 0 0,9-41 1 0 0,-16 57-107 0 0,0 1 1 0 0,-1-1 0 0 0,0 1-1 0 0,-1-1 1 0 0,0 0 0 0 0,0 1 0 0 0,0-1-1 0 0,-1 0 1 0 0,1 1 0 0 0,-2-1 0 0 0,1 1-1 0 0,-1-1 1 0 0,0 1 0 0 0,0 0-1 0 0,-1 0 1 0 0,-5-11 0 0 0,4 12 124 0 0,0 0-1 0 0,0 0 1 0 0,-1 1 0 0 0,0-1 0 0 0,0 1 0 0 0,0 0-1 0 0,0 0 1 0 0,0 0 0 0 0,-1 1 0 0 0,1 0-1 0 0,-1 0 1 0 0,0 1 0 0 0,0-1 0 0 0,0 1 0 0 0,-1 0-1 0 0,1 1 1 0 0,-8-1 0 0 0,-9-1 237 0 0,-1 1 0 0 0,0 1-1 0 0,0 1 1 0 0,1 1 0 0 0,-1 1 0 0 0,0 2 0 0 0,1 0-1 0 0,-40 13 1 0 0,-11 9-904 0 0,-90 47 0 0 0,119-52 392 0 0,2-1 93 0 0,0 2-1 0 0,-65 47 1 0 0,86-52 72 0 0,0 1 1 0 0,1 1-1 0 0,1 1 1 0 0,1 1-1 0 0,-31 44 1 0 0,-28 62-562 0 0,-64 146 1 0 0,112-213 487 0 0,3 1-1 0 0,-22 75 0 0 0,43-116 81 0 0,1 1 0 0 0,0 0 0 0 0,2 0 0 0 0,1 1 0 0 0,0-1 1 0 0,2 0-1 0 0,0 1 0 0 0,1-1 0 0 0,2 1 0 0 0,9 40 0 0 0,2-17-81 0 0,2 1 1 0 0,2-2 0 0 0,1 0 0 0 0,3-2-1 0 0,30 45 1 0 0,-32-58-151 0 0,1-2 1 0 0,1 0-1 0 0,2-2 1 0 0,0 0-1 0 0,2-2 1 0 0,0-1-1 0 0,55 35 1 0 0,-46-37 93 0 0,1-2 1 0 0,0-2 0 0 0,2-1-1 0 0,0-2 1 0 0,0-1-1 0 0,1-2 1 0 0,1-2 0 0 0,0-2-1 0 0,61 3 1 0 0,-60-8-107 0 0,0-2-1 0 0,0-1 1 0 0,0-2-1 0 0,0-2 1 0 0,-1-2 0 0 0,0-2-1 0 0,0-1 1 0 0,-1-2 0 0 0,47-23-1 0 0,-54 19 68 0 0,0-3 0 0 0,-1 0-1 0 0,-1-2 1 0 0,-1-2 0 0 0,-1 0-1 0 0,-1-2 1 0 0,33-41 0 0 0,-20 17 605 0 0,-3-1 0 0 0,-3-2 0 0 0,45-89 0 0 0,-35 45 163 0 0,-3-2 0 0 0,35-133 1 0 0,-71 213-767 0 0,0-1 0 0 0,-2-1 0 0 0,0 1 0 0 0,-1-1 0 0 0,-1 1 0 0 0,-1-1 0 0 0,-3-23 0 0 0,0 28-116 0 0,0 0 0 0 0,-1 0 0 0 0,0 1 0 0 0,-2-1 0 0 0,0 1 0 0 0,0 0 0 0 0,-2 1 0 0 0,0 0 0 0 0,-14-20 0 0 0,2 9-51 0 0,0 1-1 0 0,-2 0 1 0 0,-1 2 0 0 0,-1 1-1 0 0,-50-35 1 0 0,35 31 85 0 0,-1 2 0 0 0,-1 1 0 0 0,-62-23 0 0 0,64 31-738 0 0,-54-11-1 0 0,24 12-3149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08:59.9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680 150 7370 0 0,'-231'160'2368'0'0,"156"-98"-2798"0"0,3 3-1 0 0,-85 101 0 0 0,140-146 710 0 0,1 2 0 0 0,1-1 0 0 0,2 2 1 0 0,0 0-1 0 0,1 1 0 0 0,1 0 0 0 0,1 0 1 0 0,2 1-1 0 0,0 1 0 0 0,1-1 0 0 0,2 1 1 0 0,1 0-1 0 0,1 1 0 0 0,1-1 0 0 0,2 28 0 0 0,15 211 910 0 0,-8-209-1098 0 0,3 0-1 0 0,32 100 1 0 0,-31-126-62 0 0,1 0 1 0 0,2-1-1 0 0,0-1 1 0 0,2 0-1 0 0,1 0 1 0 0,26 30-1 0 0,-28-40 70 0 0,2-1 0 0 0,-1-1 1 0 0,2 0-1 0 0,0-2 0 0 0,1 0 0 0 0,0-1 0 0 0,1 0 0 0 0,0-2 0 0 0,35 14 0 0 0,-44-21-106 0 0,0-1-1 0 0,0 0 1 0 0,1 0 0 0 0,-1-1-1 0 0,1-1 1 0 0,-1 0-1 0 0,1 0 1 0 0,0-1-1 0 0,19-2 1 0 0,-13-1-63 0 0,0-1 0 0 0,0-1 1 0 0,-1 0-1 0 0,1-1 0 0 0,25-13 0 0 0,-6-2 80 0 0,-1-2-1 0 0,0 0 1 0 0,-2-3-1 0 0,48-46 1 0 0,-28 18 271 0 0,-2-2 1 0 0,-3-2-1 0 0,-3-3 1 0 0,-2-1-1 0 0,53-101 1 0 0,-54 76 177 0 0,-3-1 0 0 0,-4-3 1 0 0,45-176-1 0 0,-76 244-370 0 0,-1 0-1 0 0,0 0 1 0 0,-2 0 0 0 0,0-1 0 0 0,-2 1-1 0 0,-4-40 1 0 0,1 47-44 0 0,0-1-1 0 0,-2 1 1 0 0,1 1 0 0 0,-2-1-1 0 0,0 1 1 0 0,-1 0 0 0 0,-1 0-1 0 0,0 1 1 0 0,-1-1 0 0 0,-13-14-1 0 0,-15-14-116 0 0,-2 1 0 0 0,-2 3 0 0 0,-1 1 0 0 0,-2 2 0 0 0,-2 2 0 0 0,-1 2 0 0 0,-92-46 0 0 0,66 44-6809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4:51.1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70 65 3225 0 0,'-10'-8'-114'0'0,"6"5"609"0"0,1 1 0 0 0,1-1 0 0 0,-1 0-1 0 0,0 0 1 0 0,0 0 0 0 0,1 0 0 0 0,-3-4-1 0 0,5 6-366 0 0,-1 0 0 0 0,1 0 0 0 0,0 0 0 0 0,0 0 0 0 0,0 0-1 0 0,0 0 1 0 0,0 0 0 0 0,0 0 0 0 0,0 0 0 0 0,0 0 0 0 0,0 0-1 0 0,0 0 1 0 0,0 1 0 0 0,0-1 0 0 0,1 0 0 0 0,-1 0-1 0 0,1 0 1 0 0,-1 0 0 0 0,0 0 0 0 0,1 0 0 0 0,-1 1 0 0 0,1-1-1 0 0,0 0 1 0 0,-1 0 0 0 0,1 1 0 0 0,0-1 0 0 0,-1 0 0 0 0,1 1-1 0 0,0-1 1 0 0,0 1 0 0 0,-1-1 0 0 0,1 1 0 0 0,0-1-1 0 0,0 1 1 0 0,0 0 0 0 0,0-1 0 0 0,0 1 0 0 0,0 0 0 0 0,0 0-38 0 0,-1 0 0 0 0,1 0 0 0 0,-1 0 0 0 0,1 0 0 0 0,-1 1 0 0 0,1-1 0 0 0,-1 0 0 0 0,1 0 0 0 0,-1 1 0 0 0,0-1 0 0 0,1 0 0 0 0,-1 1 0 0 0,0-1 0 0 0,1 0 0 0 0,-1 1 0 0 0,0-1 0 0 0,1 0 0 0 0,-1 1 0 0 0,0-1 0 0 0,0 1 0 0 0,1-1 0 0 0,-1 1 0 0 0,0-1 0 0 0,0 0 0 0 0,0 1 0 0 0,0-1 0 0 0,0 1 0 0 0,0-1 0 0 0,0 1 0 0 0,0-1 0 0 0,0 1 0 0 0,0-1 0 0 0,0 1 0 0 0,0-1 0 0 0,0 1 0 0 0,0-1 0 0 0,0 1 0 0 0,0-1 0 0 0,0 1 0 0 0,-1 25 645 0 0,-27 180 1699 0 0,1-20-2190 0 0,24-152-175 0 0,2 0 0 0 0,2 0 0 0 0,6 55 0 0 0,-1-48 224 0 0,-3-19-22 0 0,0 1-1 0 0,1-1 0 0 0,2 0 0 0 0,14 40 0 0 0,-18-59-249 0 0,-1 0-1 0 0,1 0 0 0 0,0 0 0 0 0,0-1 0 0 0,0 1 0 0 0,0-1 0 0 0,0 1 0 0 0,0-1 0 0 0,1 0 0 0 0,-1 0 1 0 0,1 0-1 0 0,-1 0 0 0 0,1-1 0 0 0,0 1 0 0 0,0-1 0 0 0,0 1 0 0 0,0-1 0 0 0,0 0 0 0 0,0 0 0 0 0,0 0 1 0 0,0-1-1 0 0,0 1 0 0 0,1-1 0 0 0,-1 0 0 0 0,0 1 0 0 0,0-1 0 0 0,0-1 0 0 0,1 1 0 0 0,-1 0 0 0 0,3-2 1 0 0,12-2-7 0 0,-1 0 0 0 0,0-2 1 0 0,0 0-1 0 0,21-11 1 0 0,-9 4 31 0 0,102-42-980 0 0,-45 16-4883 0 0,-68 30 224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4:51.5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1 7834 0 0,'-1'0'60'0'0,"1"1"1"0"0,-1-1 0 0 0,1 0-1 0 0,-1 1 1 0 0,1-1 0 0 0,-1 1-1 0 0,1-1 1 0 0,-1 1 0 0 0,1-1-1 0 0,-1 1 1 0 0,1-1 0 0 0,0 1-1 0 0,-1-1 1 0 0,1 1 0 0 0,0-1-1 0 0,-1 1 1 0 0,1 0 0 0 0,0-1-1 0 0,0 1 1 0 0,0-1 0 0 0,0 1-1 0 0,0 0 1 0 0,-1-1 0 0 0,1 1-1 0 0,0 0 1 0 0,0-1 0 0 0,1 1-1 0 0,-1 0 1 0 0,0-1 0 0 0,0 2-1 0 0,3 30 702 0 0,-2-19-388 0 0,-1 356 6000 0 0,-3-258-5749 0 0,3-73-539 0 0,5 41-1 0 0,3-30-4387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4:51.8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58 8290 0 0,'5'-5'212'0'0,"-1"0"0"0"0,1 1 0 0 0,1 0 1 0 0,-1 0-1 0 0,0 1 0 0 0,1 0 0 0 0,0 0 1 0 0,0 0-1 0 0,0 0 0 0 0,6-1 0 0 0,-6 1 97 0 0,1 1-115 0 0,-1-1-1 0 0,1 1 1 0 0,0 0 0 0 0,0 1 0 0 0,0-1-1 0 0,1 1 1 0 0,-1 1 0 0 0,0 0 0 0 0,10 0-1 0 0,-13 0-325 0 0,0 1 0 0 0,-1 0 0 0 0,1 0 0 0 0,0 0-1 0 0,0 0 1 0 0,0 1 0 0 0,-1 0 0 0 0,1-1-1 0 0,0 1 1 0 0,-1 0 0 0 0,5 4 0 0 0,2 3-3974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4:52.0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0 131 9674 0 0,'54'-40'2023'0'0,"24"-15"-272"0"0,-69 49-2157 0 0,0 1 1 0 0,0 1-1 0 0,1-1 1 0 0,0 1-1 0 0,0 1 1 0 0,17-4-1 0 0,-25 6 61 0 0,1 1-1 0 0,-1 0 1 0 0,1-1-1 0 0,-1 1 1 0 0,1 0-1 0 0,0 0 1 0 0,-1 1 0 0 0,1-1-1 0 0,-1 0 1 0 0,1 1-1 0 0,-1 0 1 0 0,1-1 0 0 0,-1 1-1 0 0,1 0 1 0 0,3 2-1 0 0,-3 1 329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4:52.1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76 5985 0 0,'0'1'107'0'0,"0"0"0"0"0,0 0 0 0 0,0 0 0 0 0,1 0 0 0 0,-1 0 0 0 0,0 0 0 0 0,1 0 0 0 0,-1 0 0 0 0,1-1-1 0 0,-1 1 1 0 0,1 0 0 0 0,-1 0 0 0 0,1 0 0 0 0,-1 0 0 0 0,1-1 0 0 0,0 1 0 0 0,0 0 0 0 0,-1-1 0 0 0,1 1 0 0 0,0 0 0 0 0,0-1 0 0 0,0 1-1 0 0,0-1 1 0 0,0 0 0 0 0,0 1 0 0 0,-1-1 0 0 0,1 1 0 0 0,0-1 0 0 0,0 0 0 0 0,0 0 0 0 0,0 0 0 0 0,0 0 0 0 0,0 0 0 0 0,0 0-1 0 0,0 0 1 0 0,0 0 0 0 0,0 0 0 0 0,0 0 0 0 0,0 0 0 0 0,2-1 0 0 0,2 0 275 0 0,1 0-1 0 0,0 0 1 0 0,-1 0-1 0 0,1-1 1 0 0,-1 0 0 0 0,7-3-1 0 0,102-66-210 0 0,-94 59-4948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4:52.4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2 8290 0 0,'0'0'115'0'0,"-1"-1"0"0"0,1 1 0 0 0,-1 0 0 0 0,1 0 0 0 0,-1-1 0 0 0,1 1 1 0 0,-1 0-1 0 0,0 0 0 0 0,1 0 0 0 0,-1 0 0 0 0,1 0 0 0 0,-1 0 0 0 0,0 0 0 0 0,1 0 0 0 0,-1 0 0 0 0,1 0 1 0 0,-1 0-1 0 0,0 1 0 0 0,1-1 0 0 0,-1 0 0 0 0,1 0 0 0 0,-1 1 0 0 0,1-1 0 0 0,-1 0 0 0 0,1 0 1 0 0,-1 1-1 0 0,1-1 0 0 0,-1 1 0 0 0,1-1 0 0 0,-1 0 0 0 0,1 1 0 0 0,-1 0 0 0 0,0 1 148 0 0,1 0 0 0 0,-1 0 0 0 0,1-1 0 0 0,-1 1 0 0 0,1 0 0 0 0,0 0 1 0 0,0 0-1 0 0,0 0 0 0 0,0 0 0 0 0,0 3 0 0 0,13 51 2509 0 0,-12-52-2730 0 0,40 146 2268 0 0,35 108-3375 0 0,-59-218-4688 0 0,-10-23 19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4:52.7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4145 0 0,'0'0'711'0'0,"29"5"2459"0"0,0-7-2207 0 0,-1 2 0 0 0,0 1 0 0 0,0 1 0 0 0,33 6 0 0 0,-45-4-806 0 0,-1 0-1 0 0,0 1 1 0 0,-1 0 0 0 0,1 1 0 0 0,-1 1 0 0 0,0 0 0 0 0,-1 1 0 0 0,0 1 0 0 0,15 11 0 0 0,-14-8-57 0 0,0 1 0 0 0,-1 0 0 0 0,0 1 0 0 0,-1 0 1 0 0,0 1-1 0 0,-2 0 0 0 0,1 1 0 0 0,8 20 0 0 0,-15-28 63 0 0,-1 0 1 0 0,1 0-1 0 0,-2 0 0 0 0,1 1 0 0 0,-1 0 1 0 0,-1-1-1 0 0,1 1 0 0 0,-2 0 0 0 0,1-1 1 0 0,-1 1-1 0 0,0 0 0 0 0,-1 0 0 0 0,0-1 1 0 0,0 1-1 0 0,-1 0 0 0 0,0-1 0 0 0,-1 1 0 0 0,0-1 1 0 0,-5 11-1 0 0,-1-3 173 0 0,-1-1 0 0 0,0 0 0 0 0,-1 0 1 0 0,-1-1-1 0 0,0 0 0 0 0,-1-1 0 0 0,-26 21 0 0 0,28-26-361 0 0,1-1 0 0 0,-1 0 0 0 0,0 0 0 0 0,-1-1 0 0 0,1 0 0 0 0,-1-1 0 0 0,0-1 0 0 0,-1 1 0 0 0,1-2 0 0 0,-1 0 0 0 0,-23 2-1 0 0,34-5-264 0 0,-1 0-1 0 0,1 0 0 0 0,-1 0 1 0 0,0 0-1 0 0,1-1 0 0 0,-1 1 0 0 0,1-1 1 0 0,-5-2-1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4:54.3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0 7834 0 0,'-1'5'388'0'0,"1"-1"0"0"0,-1 0 0 0 0,1 0 1 0 0,-1 0-1 0 0,1 0 0 0 0,1 0 0 0 0,-1 0 0 0 0,0 0 1 0 0,2 6-1 0 0,16 74 435 0 0,6 26 2462 0 0,13 148-1 0 0,-33-224-3686 0 0,-2-24-33 0 0,0 0 0 0 0,-1-1 0 0 0,-1 1 0 0 0,1 0-1 0 0,-2 0 1 0 0,1-1 0 0 0,-1 1 0 0 0,-1 0-1 0 0,1-1 1 0 0,-6 15 0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4:54.6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76 1368 0 0,'15'-10'581'0'0,"1"0"-1"0"0,1 1 0 0 0,0 1 1 0 0,0 1-1 0 0,1 0 1 0 0,0 1-1 0 0,0 1 0 0 0,0 1 1 0 0,1 0-1 0 0,-1 1 1 0 0,1 1-1 0 0,0 1 0 0 0,0 1 1 0 0,32 3-1 0 0,-47-2-538 0 0,1 0 1 0 0,-1 0-1 0 0,1 0 0 0 0,-1 0 0 0 0,0 0 1 0 0,1 1-1 0 0,-1 0 0 0 0,0 0 0 0 0,0 0 1 0 0,0 0-1 0 0,0 1 0 0 0,-1 0 0 0 0,1-1 1 0 0,-1 1-1 0 0,1 1 0 0 0,-1-1 1 0 0,0 0-1 0 0,0 1 0 0 0,-1 0 0 0 0,1-1 1 0 0,-1 1-1 0 0,0 0 0 0 0,0 0 0 0 0,0 0 1 0 0,0 1-1 0 0,-1-1 0 0 0,1 0 0 0 0,-1 1 1 0 0,0-1-1 0 0,-1 1 0 0 0,1-1 0 0 0,-1 1 1 0 0,0 5-1 0 0,0-1 103 0 0,-1 0 0 0 0,0 0 0 0 0,-1 0 1 0 0,0 0-1 0 0,0 0 0 0 0,-1-1 0 0 0,0 1 0 0 0,0-1 0 0 0,-1 1 1 0 0,-1-1-1 0 0,1 0 0 0 0,-1-1 0 0 0,0 1 0 0 0,-1-1 0 0 0,-10 11 1 0 0,7-10-226 0 0,-1 0 0 0 0,1-1 0 0 0,-2 0 0 0 0,1 0 0 0 0,-1-1 0 0 0,0-1-1 0 0,0 0 1 0 0,-19 6 0 0 0,13-7-670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4:55.0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10138 0 0,'1'0'65'0'0,"0"1"0"0"0,1-1 1 0 0,-1 1-1 0 0,0-1 0 0 0,0 1 0 0 0,0-1 0 0 0,0 1 0 0 0,0 0 1 0 0,0-1-1 0 0,-1 1 0 0 0,1 0 0 0 0,0 0 0 0 0,0 0 0 0 0,0 0 1 0 0,-1 0-1 0 0,1 0 0 0 0,-1 0 0 0 0,1 0 0 0 0,-1 0 0 0 0,1 0 1 0 0,-1 0-1 0 0,1 0 0 0 0,-1 1 0 0 0,0-1 0 0 0,1 2 0 0 0,6 37 2181 0 0,-6-34-1846 0 0,7 138 1536 0 0,-7-100-1820 0 0,2-1 1 0 0,9 56 0 0 0,4-34-150 0 0,1 14-107 0 0,-8-26-4761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4:55.4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 82 2737 0 0,'-1'0'40'0'0,"0"0"0"0"0,-1-1 1 0 0,1 1-1 0 0,0 0 0 0 0,0-1 1 0 0,0 1-1 0 0,0-1 0 0 0,0 1 1 0 0,0-1-1 0 0,0 1 0 0 0,0-1 1 0 0,0 0-1 0 0,0 0 0 0 0,0 1 1 0 0,0-1-1 0 0,1 0 0 0 0,-1 0 1 0 0,0 0-1 0 0,1 0 0 0 0,-1 0 1 0 0,0 0-1 0 0,1 0 1 0 0,-1 0-1 0 0,1 0 0 0 0,0 0 1 0 0,-1 0-1 0 0,1 0 0 0 0,0-1 1 0 0,0 1-1 0 0,-1 0 0 0 0,1 0 1 0 0,0 0-1 0 0,0 0 0 0 0,0 0 1 0 0,0-1-1 0 0,1 1 0 0 0,-1 0 1 0 0,0 0-1 0 0,0 0 0 0 0,1 0 1 0 0,-1 0-1 0 0,1 0 0 0 0,-1-1 1 0 0,1 1-1 0 0,-1 0 0 0 0,1 0 1 0 0,0 0-1 0 0,-1 1 0 0 0,1-1 1 0 0,1-1-1 0 0,1-2 306 0 0,-1 1-1 0 0,1 1 0 0 0,0-1 1 0 0,-1 0-1 0 0,2 1 0 0 0,-1-1 1 0 0,0 1-1 0 0,0 0 0 0 0,1 0 1 0 0,-1 0-1 0 0,1 1 0 0 0,-1-1 1 0 0,1 1-1 0 0,0 0 0 0 0,3-1 1 0 0,6 2-44 0 0,0 1 0 0 0,0 0 1 0 0,-1 0-1 0 0,1 1 1 0 0,0 1-1 0 0,-1 0 1 0 0,0 1-1 0 0,0 1 0 0 0,0 0 1 0 0,0 0-1 0 0,-1 1 1 0 0,0 0-1 0 0,0 1 1 0 0,0 0-1 0 0,-1 1 0 0 0,13 13 1 0 0,-1-1 26 0 0,-2 1 1 0 0,0 2 0 0 0,-1 0-1 0 0,-1 0 1 0 0,-2 2-1 0 0,15 28 1 0 0,-24-40-287 0 0,0 1 0 0 0,-1 0 0 0 0,-1 0-1 0 0,0 0 1 0 0,-1 1 0 0 0,-1 0 0 0 0,0-1 0 0 0,-1 1 0 0 0,-1 0 0 0 0,0 17 0 0 0,-2-19-10 0 0,0 0 0 0 0,-1-1 0 0 0,-1 1 0 0 0,0-1 1 0 0,0 1-1 0 0,-1-1 0 0 0,-1 0 0 0 0,0 0 0 0 0,-1-1 0 0 0,0 0 0 0 0,-1 0 1 0 0,-9 13-1 0 0,4-9 99 0 0,0 0 1 0 0,-1-1 0 0 0,-1 0-1 0 0,0-1 1 0 0,-1-1-1 0 0,0 0 1 0 0,-1-1 0 0 0,0 0-1 0 0,-1-1 1 0 0,-34 14 0 0 0,21-20-1890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5:06.5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80 43 10594 0 0,'-24'-4'880'0'0,"14"2"-198"0"0,-1 0 0 0 0,1 0 1 0 0,-13-5-1 0 0,23 7-664 0 0,0 0 0 0 0,0 0 0 0 0,0 0 0 0 0,0 0 0 0 0,0 0 0 0 0,0 0 0 0 0,0 0 1 0 0,0 0-1 0 0,0 0 0 0 0,-1 0 0 0 0,1 0 0 0 0,0 0 0 0 0,0 0 0 0 0,0 0 0 0 0,0 0 0 0 0,0 0 0 0 0,0 0 0 0 0,0 0 0 0 0,0 0 0 0 0,0-1 0 0 0,0 1 0 0 0,0 0 1 0 0,0 0-1 0 0,0 0 0 0 0,0 0 0 0 0,0 0 0 0 0,0 0 0 0 0,-1 0 0 0 0,1 0 0 0 0,0 0 0 0 0,0 0 0 0 0,0 0 0 0 0,0 0 0 0 0,0-1 0 0 0,0 1 0 0 0,0 0 0 0 0,0 0 1 0 0,0 0-1 0 0,0 0 0 0 0,0 0 0 0 0,0 0 0 0 0,0 0 0 0 0,0 0 0 0 0,0 0 0 0 0,0 0 0 0 0,1 0 0 0 0,-1-1 0 0 0,0 1 0 0 0,0 0 0 0 0,0 0 0 0 0,0 0 0 0 0,0 0 1 0 0,0 0-1 0 0,0 0 0 0 0,0 0 0 0 0,0 0 0 0 0,0 0 0 0 0,0 0 0 0 0,0 0 0 0 0,0 0 0 0 0,0 0 0 0 0,0 0 0 0 0,0 0 0 0 0,1 0 0 0 0,-1 0 0 0 0,0-1 0 0 0,0 1 1 0 0,0 0-1 0 0,0 0 0 0 0,11-3 191 0 0,13-2-551 0 0,49-3-443 0 0,0 2 0 0 0,84 6 0 0 0,147 23 1033 0 0,-167-11 291 0 0,576 59 2315 0 0,-4 0-1937 0 0,4-37-1149 0 0,175-49 1721 0 0,-545 6-822 0 0,201-6-43 0 0,-243 6-6651 0 0,-212 6-14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4:56.5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0 4417 0 0,'-4'3'392'0'0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4:57.4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0 305 8290 0 0,'10'-1'599'0'0,"-1"0"0"0"0,0 0 0 0 0,0-1 1 0 0,1 0-1 0 0,-1-1 0 0 0,-1 0 0 0 0,1 0 0 0 0,8-5 0 0 0,-3 0-376 0 0,0 0-1 0 0,-1 0 0 0 0,24-20 0 0 0,-23 15-222 0 0,-1 0 0 0 0,0-1 0 0 0,15-23 0 0 0,-22 28-234 0 0,0 0 0 0 0,-1 0 0 0 0,0 0 0 0 0,-1 0 0 0 0,0-1 0 0 0,0 0 0 0 0,3-18 0 0 0,-6 26 187 0 0,-1 0-1 0 0,1 0 1 0 0,-1 0 0 0 0,0 0 0 0 0,0 0 0 0 0,0 0 0 0 0,0 0 0 0 0,0 0-1 0 0,0 0 1 0 0,0 0 0 0 0,-1 0 0 0 0,1 0 0 0 0,-1 0 0 0 0,0 0-1 0 0,1 0 1 0 0,-1 0 0 0 0,0 0 0 0 0,0 1 0 0 0,0-1 0 0 0,0 0 0 0 0,-1 0-1 0 0,1 1 1 0 0,0-1 0 0 0,-1 1 0 0 0,1 0 0 0 0,-1-1 0 0 0,1 1 0 0 0,-5-2-1 0 0,4 2 47 0 0,-1 0-1 0 0,0 0 0 0 0,0 1 0 0 0,0-1 0 0 0,0 1 0 0 0,0 0 0 0 0,1-1 1 0 0,-1 2-1 0 0,0-1 0 0 0,0 0 0 0 0,0 0 0 0 0,0 1 0 0 0,0 0 1 0 0,0-1-1 0 0,1 1 0 0 0,-1 0 0 0 0,0 1 0 0 0,1-1 0 0 0,-5 3 0 0 0,-5 4-66 0 0,1 0 0 0 0,0 0 0 0 0,1 1 0 0 0,0 1 0 0 0,0 0 0 0 0,1 0 0 0 0,0 1-1 0 0,1 0 1 0 0,-12 22 0 0 0,9-12-117 0 0,0 0 0 0 0,2 1 0 0 0,1 0 0 0 0,-11 45-1 0 0,18-63 205 0 0,0 0-1 0 0,0 0 0 0 0,1 0 1 0 0,-1 0-1 0 0,1 0 0 0 0,0 1 0 0 0,1-1 1 0 0,-1 0-1 0 0,1 0 0 0 0,-1 0 1 0 0,1 0-1 0 0,0 0 0 0 0,1 0 1 0 0,-1 0-1 0 0,1 0 0 0 0,0 0 0 0 0,0-1 1 0 0,0 1-1 0 0,3 4 0 0 0,-2-5 48 0 0,0-1-1 0 0,-1 1 1 0 0,2-1-1 0 0,-1 0 1 0 0,0 0-1 0 0,0 0 0 0 0,0 0 1 0 0,1-1-1 0 0,-1 1 1 0 0,1-1-1 0 0,0 0 1 0 0,-1 0-1 0 0,1 0 1 0 0,0 0-1 0 0,-1-1 0 0 0,1 1 1 0 0,0-1-1 0 0,0 0 1 0 0,0 0-1 0 0,-1-1 1 0 0,6 0-1 0 0,2-1-92 0 0,0 0 0 0 0,0-1 0 0 0,0 0 0 0 0,-1-1 0 0 0,0 0 0 0 0,0-1 0 0 0,0 0 0 0 0,0 0 0 0 0,-1-1 0 0 0,1 0 0 0 0,-2-1 0 0 0,12-10 1 0 0,4-8-354 0 0,-2 0 1 0 0,33-48-1 0 0,-39 50 437 0 0,-10 16-12 0 0,0 0 0 0 0,0 0 0 0 0,0 1 0 0 0,0 0 1 0 0,1 0-1 0 0,0 0 0 0 0,13-7 0 0 0,-18 12 26 0 0,-1 0 0 0 0,1 0 0 0 0,-1 0 0 0 0,1 1 0 0 0,0-1 0 0 0,-1 0 0 0 0,1 1 0 0 0,0 0 0 0 0,0-1 0 0 0,0 1 0 0 0,-1 0 0 0 0,1 0-1 0 0,0-1 1 0 0,0 2 0 0 0,0-1 0 0 0,-1 0 0 0 0,1 0 0 0 0,0 0 0 0 0,0 1 0 0 0,0-1 0 0 0,-1 1 0 0 0,1 0 0 0 0,0-1 0 0 0,-1 1 0 0 0,1 0 0 0 0,-1 0 0 0 0,1 0 0 0 0,-1 0 0 0 0,1 0 0 0 0,-1 0 0 0 0,1 1 0 0 0,-1-1 0 0 0,0 0-1 0 0,0 1 1 0 0,0-1 0 0 0,0 1 0 0 0,0-1 0 0 0,0 1 0 0 0,0-1 0 0 0,0 1 0 0 0,-1 0 0 0 0,1 0 0 0 0,-1-1 0 0 0,1 4 0 0 0,2 4 134 0 0,-1 0 0 0 0,0 0 0 0 0,-1 1 0 0 0,0 18 0 0 0,-1-21-296 0 0,0 0-1 0 0,0 0 0 0 0,1 0 0 0 0,0 0 0 0 0,0-1 0 0 0,1 1 0 0 0,0 0 0 0 0,0 0 0 0 0,0-1 0 0 0,5 8 1 0 0,-7-13 55 0 0,1 0 1 0 0,0-1-1 0 0,0 1 1 0 0,0 0-1 0 0,-1-1 1 0 0,1 1-1 0 0,0-1 1 0 0,0 1-1 0 0,0-1 1 0 0,0 0-1 0 0,0 1 1 0 0,0-1-1 0 0,0 0 1 0 0,0 1-1 0 0,0-1 1 0 0,0 0-1 0 0,0 0 1 0 0,0 0 0 0 0,0 0-1 0 0,0 0 1 0 0,0 0-1 0 0,0-1 1 0 0,0 1-1 0 0,0 0 1 0 0,0 0-1 0 0,0-1 1 0 0,0 1-1 0 0,0 0 1 0 0,0-1-1 0 0,0 1 1 0 0,0-1-1 0 0,-1 1 1 0 0,1-1-1 0 0,0 0 1 0 0,0 1-1 0 0,0-2 1 0 0,33-27-267 0 0,-32 27 298 0 0,17-19-90 0 0,-2 0 0 0 0,24-38 0 0 0,-27 37 84 0 0,0 1-1 0 0,2 1 0 0 0,22-24 1 0 0,-36 43 91 0 0,-1-1 1 0 0,1 0-1 0 0,-1 1 1 0 0,1-1 0 0 0,0 1-1 0 0,-1 0 1 0 0,1 0 0 0 0,0-1-1 0 0,0 1 1 0 0,0 0-1 0 0,0 1 1 0 0,0-1 0 0 0,0 0-1 0 0,0 1 1 0 0,1-1 0 0 0,-1 1-1 0 0,0-1 1 0 0,0 1-1 0 0,0 0 1 0 0,0 0 0 0 0,3 0-1 0 0,-3 1 44 0 0,0 0 0 0 0,0 0 0 0 0,0 0 0 0 0,-1 0 0 0 0,1 0-1 0 0,0 0 1 0 0,0 1 0 0 0,-1-1 0 0 0,1 0 0 0 0,-1 1 0 0 0,0 0-1 0 0,1-1 1 0 0,-1 1 0 0 0,0 0 0 0 0,0-1 0 0 0,0 1 0 0 0,2 3-1 0 0,1 7 70 0 0,0 0-1 0 0,0 0 1 0 0,-1 0-1 0 0,-1 0 1 0 0,2 24-1 0 0,-3-19-356 0 0,5 40-831 0 0,-6-54 906 0 0,1-1 1 0 0,-1 1-1 0 0,1-1 0 0 0,0 0 0 0 0,-1 0 0 0 0,1 1 0 0 0,0-1 0 0 0,1 0 0 0 0,-1 0 0 0 0,0 0 0 0 0,1 0 0 0 0,-1 0 0 0 0,1 0 0 0 0,-1 0 0 0 0,1-1 0 0 0,0 1 0 0 0,0-1 0 0 0,0 1 0 0 0,3 1 0 0 0,-4-3 6 0 0,0 0 0 0 0,1 1-1 0 0,-1-1 1 0 0,1 0 0 0 0,-1 0 0 0 0,0 0 0 0 0,1 0 0 0 0,-1 0 0 0 0,1-1 0 0 0,-1 1 0 0 0,0 0 0 0 0,1-1 0 0 0,-1 1 0 0 0,0-1 0 0 0,1 1 0 0 0,-1-1 0 0 0,0 0 0 0 0,0 1 0 0 0,1-1 0 0 0,-1 0-1 0 0,0 0 1 0 0,0 0 0 0 0,0 0 0 0 0,0 0 0 0 0,0 0 0 0 0,0 0 0 0 0,1-2 0 0 0,24-38-1009 0 0,-22 35 998 0 0,14-27-303 0 0,21-34 13 0 0,-36 62 459 0 0,0 0 0 0 0,1 1 0 0 0,0 0 1 0 0,-1-1-1 0 0,2 2 0 0 0,-1-1 0 0 0,0 0 1 0 0,1 1-1 0 0,0 0 0 0 0,7-4 1 0 0,-10 6 43 0 0,0 1 0 0 0,0-1 0 0 0,0 1 0 0 0,0 0 0 0 0,-1 0 0 0 0,1-1 0 0 0,0 1 0 0 0,0 1 0 0 0,0-1 0 0 0,0 0 0 0 0,-1 0 0 0 0,1 1 0 0 0,0-1 0 0 0,0 1 0 0 0,-1 0 0 0 0,1-1 0 0 0,0 1 0 0 0,-1 0 0 0 0,1 0 0 0 0,0 0 0 0 0,-1 0 0 0 0,1 0 0 0 0,-1 0 0 0 0,0 1 0 0 0,1-1 0 0 0,-1 0 0 0 0,0 1 0 0 0,0-1 0 0 0,0 1 0 0 0,0-1 0 0 0,0 1 0 0 0,1 2 0 0 0,5 9 497 0 0,-1 0 0 0 0,0 0 1 0 0,5 17-1 0 0,-6-14-569 0 0,46 95-3542 0 0,-46-98-1495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4:57.9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5305 0 0,'-1'0'191'0'0,"1"1"0"0"0,-1-1-1 0 0,1 1 1 0 0,0-1 0 0 0,0 1-1 0 0,-1-1 1 0 0,1 1 0 0 0,0-1-1 0 0,0 1 1 0 0,0 0 0 0 0,-1-1 0 0 0,1 1-1 0 0,0-1 1 0 0,0 1 0 0 0,0 0-1 0 0,0-1 1 0 0,0 1 0 0 0,0-1-1 0 0,0 1 1 0 0,0 0 0 0 0,1-1 0 0 0,-1 1-1 0 0,0-1 1 0 0,0 1 0 0 0,0 0-1 0 0,1-1 1 0 0,-1 1 0 0 0,0-1-1 0 0,1 2 1 0 0,16 19 2011 0 0,-5-5 708 0 0,-3 3-2149 0 0,0 0 0 0 0,-2 0 1 0 0,-1 1-1 0 0,0 1 0 0 0,-1-1 0 0 0,-2 1 0 0 0,3 31 0 0 0,11 53-7841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4:58.1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0 7834 0 0,'-1'0'193'0'0,"1"0"0"0"0,-1 1 1 0 0,0-1-1 0 0,1 0 1 0 0,-1 0-1 0 0,1 1 0 0 0,-1-1 1 0 0,0 0-1 0 0,1 1 1 0 0,-1-1-1 0 0,1 0 1 0 0,-1 1-1 0 0,1-1 0 0 0,-1 1 1 0 0,1-1-1 0 0,0 1 1 0 0,-1-1-1 0 0,1 1 0 0 0,-1-1 1 0 0,1 1-1 0 0,0 0 1 0 0,0-1-1 0 0,-1 2 0 0 0,-6 23 774 0 0,1 25-2585 0 0,7-44 1408 0 0,-1 1 0 0 0,1-1 0 0 0,0 0 0 0 0,0 0 0 0 0,0 0 0 0 0,1 0 0 0 0,0 0 0 0 0,1 0 0 0 0,-1 0 0 0 0,4 5 0 0 0,3 6 210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4:58.3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6449 0 0,'0'0'499'0'0,"9"20"1866"0"0,12 45 2155 0 0,14 78-1 0 0,2 70-3879 0 0,-28-158-1365 0 0,-4-19-522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4:58.5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93 9218 0 0,'1'-1'133'0'0,"0"0"0"0"0,0 0-1 0 0,0 0 1 0 0,0 0 0 0 0,1 0 0 0 0,-1 0 0 0 0,0 0 0 0 0,0 0 0 0 0,1 0-1 0 0,-1 1 1 0 0,0-1 0 0 0,1 1 0 0 0,-1-1 0 0 0,1 1 0 0 0,2-1-1 0 0,3-2 215 0 0,24-11-277 0 0,1 1 0 0 0,0 2-1 0 0,0 1 1 0 0,1 2 0 0 0,1 1-1 0 0,-1 1 1 0 0,1 2-1 0 0,0 1 1 0 0,35 3 0 0 0,-38 2-70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4:59.0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0 13827 0 0,'5'83'2865'0'0,"-8"-29"-2266"0"0,-1 216 1164 0 0,6-239-1687 0 0,1 0 1 0 0,1 0-1 0 0,2 0 1 0 0,1-1-1 0 0,2 0 1 0 0,17 44 0 0 0,-23-68-204 0 0,1 0 1 0 0,-1 1 0 0 0,1-1-1 0 0,1 0 1 0 0,-1-1-1 0 0,9 10 1 0 0,-11-13-46 0 0,-1-1 0 0 0,1 0-1 0 0,-1 1 1 0 0,1-1 0 0 0,-1 0-1 0 0,1 0 1 0 0,0 0 0 0 0,-1 0-1 0 0,1 0 1 0 0,0 0 0 0 0,0-1-1 0 0,0 1 1 0 0,0-1 0 0 0,0 1 0 0 0,0-1-1 0 0,0 0 1 0 0,0 1 0 0 0,0-1-1 0 0,0 0 1 0 0,0 0 0 0 0,0-1-1 0 0,0 1 1 0 0,-1 0 0 0 0,1-1-1 0 0,0 1 1 0 0,0-1 0 0 0,0 1 0 0 0,3-3-1 0 0,5-4-1132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4:59.1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9674 0 0,'3'1'182'0'0,"-1"-1"0"0"0,1 1 0 0 0,-1-1 0 0 0,1 1 0 0 0,-1 0 0 0 0,1 0 0 0 0,-1 0 0 0 0,0 0 0 0 0,0 1 0 0 0,1-1 0 0 0,-1 0 0 0 0,0 1 0 0 0,0 0 0 0 0,0-1 0 0 0,0 1 0 0 0,-1 0 0 0 0,1 0 0 0 0,0 0 0 0 0,-1 0 0 0 0,0 0 0 0 0,1 1 0 0 0,-1-1 0 0 0,0 0 0 0 0,0 1 0 0 0,0-1 0 0 0,1 5 0 0 0,1 1 143 0 0,-1 1 1 0 0,0-1-1 0 0,-1 1 0 0 0,1-1 0 0 0,-2 1 0 0 0,1 15 0 0 0,-5 5-1772 0 0,0 0 0 0 0,-13 39 1 0 0,15-61 1231 0 0,-2 7 173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4:59.3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0 10138 0 0,'0'0'896'0'0,"2"0"-712"0"0,-1 0-184 0 0,-1 2 0 0 0,1 0 80 0 0,-1 1-16 0 0,0 1-64 0 0,2 3 96 0 0,-4 4-472 0 0,1 2-96 0 0,-2 3-16 0 0,2 1-8 0 0,0 2 496 0 0,-1-1 0 0 0,-1 1 0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4:59.7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146 24 1376 0 0,'-5'-3'295'0'0,"0"0"0"0"0,0 0-1 0 0,-1 0 1 0 0,0 1-1 0 0,1 0 1 0 0,-1 0 0 0 0,0 1-1 0 0,0-1 1 0 0,0 1-1 0 0,0 1 1 0 0,0-1 0 0 0,0 1-1 0 0,-8 0 1 0 0,12 0-167 0 0,-1 0 1 0 0,1 1 0 0 0,0-1-1 0 0,-1 0 1 0 0,1 1-1 0 0,-1-1 1 0 0,1 1 0 0 0,0 0-1 0 0,0 0 1 0 0,-1 0-1 0 0,1 0 1 0 0,0 0 0 0 0,0 0-1 0 0,0 1 1 0 0,0-1-1 0 0,0 1 1 0 0,0-1-1 0 0,1 1 1 0 0,-1 0 0 0 0,0 0-1 0 0,1-1 1 0 0,-1 1-1 0 0,1 0 1 0 0,0 1 0 0 0,0-1-1 0 0,0 0 1 0 0,0 0-1 0 0,0 0 1 0 0,0 1 0 0 0,0-1-1 0 0,1 0 1 0 0,-1 1-1 0 0,1-1 1 0 0,0 1 0 0 0,0 3-1 0 0,0-3-113 0 0,1 0 1 0 0,-1 1-1 0 0,1-1 0 0 0,0 0 1 0 0,0 0-1 0 0,0 0 0 0 0,1 0 1 0 0,-1-1-1 0 0,1 1 0 0 0,-1 0 0 0 0,1 0 1 0 0,0-1-1 0 0,0 1 0 0 0,0-1 1 0 0,0 0-1 0 0,1 0 0 0 0,-1 0 1 0 0,1 0-1 0 0,-1 0 0 0 0,1 0 1 0 0,0 0-1 0 0,-1-1 0 0 0,1 1 0 0 0,5 0 1 0 0,7 5-53 0 0,1-1-1 0 0,1-1 1 0 0,18 3 0 0 0,-31-7 51 0 0,32 6 26 0 0,-21-5-70 0 0,-1 0-1 0 0,0 1 0 0 0,0 1 1 0 0,0 1-1 0 0,18 7 0 0 0,-29-10 8 0 0,0 0 1 0 0,0 0-1 0 0,0 0 0 0 0,0 0 0 0 0,-1 0 0 0 0,1 0 0 0 0,-1 0 0 0 0,1 1 0 0 0,-1 0 0 0 0,0-1 0 0 0,0 1 0 0 0,0 0 1 0 0,-1 0-1 0 0,1 0 0 0 0,-1 0 0 0 0,1 0 0 0 0,-1 0 0 0 0,0 1 0 0 0,0-1 0 0 0,0 0 0 0 0,-1 1 0 0 0,1-1 0 0 0,-1 1 1 0 0,0-1-1 0 0,0 0 0 0 0,0 1 0 0 0,0-1 0 0 0,-1 4 0 0 0,-1 2 157 0 0,-1 1 0 0 0,1-2 0 0 0,-1 1 0 0 0,-1 0 0 0 0,1 0-1 0 0,-2-1 1 0 0,1 0 0 0 0,-1 0 0 0 0,0 0 0 0 0,-7 7 0 0 0,8-10-116 0 0,0 0 1 0 0,0 0-1 0 0,-1-1 0 0 0,1 1 1 0 0,-1-1-1 0 0,0 0 0 0 0,0-1 0 0 0,0 1 1 0 0,-1-1-1 0 0,1 0 0 0 0,-1 0 1 0 0,0-1-1 0 0,0 0 0 0 0,0 0 0 0 0,-11 2 1 0 0,17-4-63 0 0,-1 1 0 0 0,1-1 0 0 0,-1 0 0 0 0,1 0 0 0 0,-1 0 0 0 0,0 0 1 0 0,1 0-1 0 0,-1 0 0 0 0,1 0 0 0 0,-1 0 0 0 0,0 0 0 0 0,1 0 0 0 0,-1-1 0 0 0,1 1 0 0 0,-1 0 0 0 0,1 0 1 0 0,-1-1-1 0 0,1 1 0 0 0,-1 0 0 0 0,1 0 0 0 0,-1-1 0 0 0,1 1 0 0 0,-1 0 0 0 0,1-1 0 0 0,-1 1 1 0 0,1-1-1 0 0,0 1 0 0 0,-1-1 0 0 0,0 0 0 0 0,4-17-2576 0 0,21-18-1468 0 0,-24 35 4058 0 0,9-10 30 0 0,-2 0 0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5:00.3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0 4145 0 0,'11'9'6862'0'0,"-10"-8"-6551"0"0,7 23 2393 0 0,-2 24-523 0 0,-7-7-1108 0 0,0 0-1 0 0,-13 66 0 0 0,7-65-1315 0 0,3 0 0 0 0,-1 58 0 0 0,6-99 296 0 0,0 29-1751 0 0,2-44-1410 0 0,-2-6 2290 0 0,2 0 0 0 0,0 1 0 0 0,12-37 1 0 0,-12 46 796 0 0,0 1 0 0 0,1 0 1 0 0,0 1-1 0 0,0-1 0 0 0,1 1 1 0 0,0-1-1 0 0,1 1 0 0 0,0 1 1 0 0,0-1-1 0 0,8-6 1 0 0,-13 12 83 0 0,1 1 1 0 0,-1-1-1 0 0,1 1 1 0 0,0 0 0 0 0,0 0-1 0 0,0 0 1 0 0,-1 0-1 0 0,1 0 1 0 0,0 0 0 0 0,0 0-1 0 0,0 0 1 0 0,0 1-1 0 0,1-1 1 0 0,-1 1 0 0 0,0 0-1 0 0,0-1 1 0 0,4 1-1 0 0,-4 1 44 0 0,0-1 0 0 0,-1 1 0 0 0,1 0 0 0 0,-1-1 1 0 0,1 1-1 0 0,-1 0 0 0 0,1 0 0 0 0,-1 0 0 0 0,1 0 0 0 0,-1 0 0 0 0,0 0 0 0 0,0 0 0 0 0,1 1 0 0 0,-1-1 0 0 0,0 0 0 0 0,0 1 0 0 0,1 2 0 0 0,3 7 477 0 0,0 0 1 0 0,-1 0-1 0 0,0 1 1 0 0,-1-1 0 0 0,3 15-1 0 0,-2-6-248 0 0,0-4-484 0 0,0 0-1 0 0,1 0 0 0 0,1-1 0 0 0,0 0 0 0 0,1 0 0 0 0,1 0 0 0 0,11 14 0 0 0,-9-16-1011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5:00.5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8754 0 0,'0'0'79'0'0,"1"0"0"0"0,-1 0 0 0 0,0 0 1 0 0,0 0-1 0 0,1 0 0 0 0,-1 0 0 0 0,0 0 0 0 0,0 0 0 0 0,1 0 1 0 0,-1 0-1 0 0,0 0 0 0 0,0 0 0 0 0,1 0 0 0 0,-1 0 0 0 0,0 0 1 0 0,0 0-1 0 0,1 1 0 0 0,-1-1 0 0 0,0 0 0 0 0,0 0 0 0 0,0 0 1 0 0,1 0-1 0 0,-1 0 0 0 0,0 1 0 0 0,0-1 0 0 0,0 0 0 0 0,1 0 1 0 0,-1 0-1 0 0,0 0 0 0 0,0 1 0 0 0,0-1 0 0 0,0 0 0 0 0,0 0 1 0 0,1 1-1 0 0,-1-1 0 0 0,0 0 0 0 0,0 0 0 0 0,0 1 0 0 0,0-1 1 0 0,0 0-1 0 0,0 0 0 0 0,0 1 0 0 0,9 12 1825 0 0,-2 1-760 0 0,-1 1 1 0 0,0-1-1 0 0,5 23 1 0 0,11 95 1113 0 0,-13-66-1729 0 0,14 68-689 0 0,-13-77-5573 0 0,-4-16-943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5:00.7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0 149 8754 0 0,'1'-2'56'0'0,"-1"1"1"0"0,1-1 0 0 0,0 0-1 0 0,-1 1 1 0 0,1-1 0 0 0,0 1-1 0 0,0-1 1 0 0,0 1-1 0 0,0-1 1 0 0,1 1 0 0 0,-1 0-1 0 0,0-1 1 0 0,1 1 0 0 0,-1 0-1 0 0,1 0 1 0 0,-1 0-1 0 0,1 0 1 0 0,-1 0 0 0 0,1 1-1 0 0,1-2 1 0 0,41-12 553 0 0,-26 9-225 0 0,23-9 368 0 0,166-48 3778 0 0,-174 54-4727 0 0,0 2 0 0 0,1 1 0 0 0,0 1 0 0 0,43 2 0 0 0,-20 9-664 0 0,-35 0 833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5:01.9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328 60 4145 0 0,'-2'-4'179'0'0,"0"0"-1"0"0,0 1 1 0 0,-1-1 0 0 0,1 1 0 0 0,-1 0 0 0 0,0 0-1 0 0,1 0 1 0 0,-1 0 0 0 0,-1 0 0 0 0,1 1 0 0 0,0-1-1 0 0,-1 1 1 0 0,1 0 0 0 0,-1 0 0 0 0,0 0 0 0 0,1 0-1 0 0,-8-1 1 0 0,5 1 65 0 0,1 0 0 0 0,-1 1-1 0 0,1 0 1 0 0,-1 0 0 0 0,1 0 0 0 0,-1 1-1 0 0,0 0 1 0 0,0 0 0 0 0,1 0-1 0 0,-1 1 1 0 0,0 0 0 0 0,-7 2 0 0 0,5 1-32 0 0,0 0 0 0 0,0 0 0 0 0,1 1 0 0 0,-1 0 1 0 0,1 0-1 0 0,1 1 0 0 0,-1 0 0 0 0,1 0 0 0 0,0 0 1 0 0,0 1-1 0 0,1 0 0 0 0,0 0 0 0 0,-7 12 0 0 0,-1 5 54 0 0,1 1-1 0 0,1-1 1 0 0,-8 30-1 0 0,15-44-197 0 0,-3 11 200 0 0,1 0 0 0 0,-6 36 1 0 0,11-53-282 0 0,1 0 1 0 0,-1 0 0 0 0,1 1 0 0 0,0-1 0 0 0,0 0 0 0 0,0 0 0 0 0,0 0 0 0 0,1 0 0 0 0,0 0 0 0 0,0 0 0 0 0,0 0 0 0 0,0 0 0 0 0,0 0 0 0 0,1 0 0 0 0,0 0 0 0 0,0-1 0 0 0,0 1-1 0 0,0-1 1 0 0,1 1 0 0 0,-1-1 0 0 0,4 3 0 0 0,-5-5-42 0 0,0 0 0 0 0,0 0-1 0 0,0-1 1 0 0,0 1 0 0 0,1-1 0 0 0,-1 1-1 0 0,0-1 1 0 0,0 1 0 0 0,0-1 0 0 0,1 0-1 0 0,-1 1 1 0 0,0-1 0 0 0,1 0-1 0 0,-1 0 1 0 0,0 0 0 0 0,1 0 0 0 0,-1 0-1 0 0,0-1 1 0 0,0 1 0 0 0,1 0 0 0 0,-1 0-1 0 0,0-1 1 0 0,0 1 0 0 0,1-1-1 0 0,-1 1 1 0 0,0-1 0 0 0,0 0 0 0 0,2-1-1 0 0,26-25-4503 0 0,-15 9 648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5:02.1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26 142 1376 0 0,'-1'-57'1825'0'0,"-1"40"246"0"0,0 1 0 0 0,-1-1 0 0 0,-6-17 0 0 0,1 72 2777 0 0,8-12-4243 0 0,0-1 0 0 0,2 0 0 0 0,0 0 0 0 0,2 0 0 0 0,7 27 0 0 0,43 121 726 0 0,-36-124-1418 0 0,-7-16-447 0 0,1-1-1 0 0,3 0 1 0 0,34 58-1 0 0,-32-65-778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5:02.4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1 357 9218 0 0,'15'-7'606'0'0,"-1"0"-1"0"0,0-1 1 0 0,0 0-1 0 0,0-1 1 0 0,-1-1 0 0 0,0 0-1 0 0,-1-1 1 0 0,11-13-1 0 0,-13 13-592 0 0,-1 0 0 0 0,0 0-1 0 0,-1-1 1 0 0,0 0 0 0 0,-1-1-1 0 0,-1 0 1 0 0,0 0 0 0 0,-1 0-1 0 0,0-1 1 0 0,-1 0-1 0 0,0 1 1 0 0,-1-2 0 0 0,-1 1-1 0 0,0 0 1 0 0,-1 0 0 0 0,-1-19-1 0 0,0 32-31 0 0,0 0 0 0 0,0 0 0 0 0,0 0 0 0 0,0-1 0 0 0,0 1 0 0 0,0 0 0 0 0,0 0 0 0 0,-1-1 0 0 0,1 1 0 0 0,0 0 0 0 0,-1 0 0 0 0,1 0 0 0 0,-1 0 0 0 0,1 0 0 0 0,-1 0 0 0 0,0 0 0 0 0,-1-2 0 0 0,2 3 14 0 0,-1 0 1 0 0,1 0 0 0 0,-1 0 0 0 0,1 0-1 0 0,-1 0 1 0 0,1 0 0 0 0,-1 0 0 0 0,1 0 0 0 0,-1 0-1 0 0,1 0 1 0 0,-1 0 0 0 0,1 0 0 0 0,-1 0-1 0 0,1 0 1 0 0,-1 1 0 0 0,1-1 0 0 0,-1 0-1 0 0,1 0 1 0 0,-1 1 0 0 0,1-1 0 0 0,-1 0-1 0 0,1 0 1 0 0,0 1 0 0 0,-1-1 0 0 0,1 1-1 0 0,0-1 1 0 0,-1 1 0 0 0,-3 4 108 0 0,0 0 0 0 0,0 0 0 0 0,1 0 0 0 0,-1 1 0 0 0,-2 7 0 0 0,0-1 39 0 0,1 1 1 0 0,1 0 0 0 0,0 0-1 0 0,1 0 1 0 0,0 0-1 0 0,1 1 1 0 0,0-1 0 0 0,1 1-1 0 0,2 25 1 0 0,-1-32-95 0 0,1-1 0 0 0,1 0 0 0 0,-1 1 0 0 0,1-1 0 0 0,0 0 1 0 0,0 0-1 0 0,1 0 0 0 0,0 0 0 0 0,0 0 0 0 0,0-1 0 0 0,1 1 0 0 0,0-1 0 0 0,0 0 1 0 0,0 0-1 0 0,1 0 0 0 0,-1-1 0 0 0,1 0 0 0 0,0 0 0 0 0,0 0 0 0 0,1 0 0 0 0,-1-1 1 0 0,12 6-1 0 0,-11-7-465 0 0,-1 0 0 0 0,1 0 0 0 0,0-1-1 0 0,0 1 1 0 0,-1-1 0 0 0,10 0 0 0 0,6 0-4993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5:02.6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 19 8754 0 0,'-1'-3'193'0'0,"0"2"-90"0"0,0 0 0 0 0,0 0 0 0 0,0-1 0 0 0,0 1 0 0 0,0 0 0 0 0,0 0 0 0 0,0 0 0 0 0,0 0 0 0 0,0 0 0 0 0,0 0 0 0 0,0 0 0 0 0,-1 0 0 0 0,-1-1 0 0 0,3 28 4346 0 0,5 27-2043 0 0,15 137 1755 0 0,28 94-4316 0 0,-40-249-1485 0 0,-1-3-5423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5:02.8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29 8754 0 0,'44'-5'6302'0'0,"-24"3"-5307"0"0,52-8-1262 0 0,36-2-1602 0 0,-86 12 1869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5:03.3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1 265 10594 0 0,'0'0'157'0'0,"0"1"0"0"0,0-1 0 0 0,0 1-1 0 0,0-1 1 0 0,0 1 0 0 0,0-1 0 0 0,0 1 0 0 0,0-1-1 0 0,0 1 1 0 0,0-1 0 0 0,0 1 0 0 0,0-1 0 0 0,1 1-1 0 0,-1-1 1 0 0,0 1 0 0 0,0-1 0 0 0,0 1 0 0 0,1-1-1 0 0,-1 0 1 0 0,0 1 0 0 0,1-1 0 0 0,-1 1 0 0 0,0-1-1 0 0,1 0 1 0 0,-1 1 0 0 0,0-1 0 0 0,1 0 0 0 0,-1 0-1 0 0,1 1 1 0 0,-1-1 0 0 0,1 0 0 0 0,-1 0 0 0 0,1 1-1 0 0,-1-1 1 0 0,1 0 0 0 0,19-6 1450 0 0,17-22-1346 0 0,-17 8-656 0 0,0-1 0 0 0,-2-1 0 0 0,0 0 0 0 0,-1-1 0 0 0,-1-1 0 0 0,-2-1 0 0 0,12-26 0 0 0,-25 50 398 0 0,0 0 1 0 0,-1 0-1 0 0,1 0 0 0 0,-1 0 0 0 0,1 0 0 0 0,-1 0 0 0 0,0 0 1 0 0,1 0-1 0 0,-1 0 0 0 0,0 0 0 0 0,1 0 0 0 0,-1 0 1 0 0,0 0-1 0 0,0 0 0 0 0,0 0 0 0 0,0 0 0 0 0,0 0 0 0 0,0 0 1 0 0,-1 0-1 0 0,1 0 0 0 0,0 0 0 0 0,0 0 0 0 0,-1 0 0 0 0,1 0 1 0 0,-1 0-1 0 0,1 0 0 0 0,-1 0 0 0 0,1 0 0 0 0,-1 0 1 0 0,1 1-1 0 0,-1-1 0 0 0,0 0 0 0 0,0 0 0 0 0,1 1 0 0 0,-1-1 1 0 0,-2-1-1 0 0,2 2 30 0 0,-1 0 0 0 0,1 0 0 0 0,-1 0 0 0 0,1 0 0 0 0,-1 0 0 0 0,0 0 0 0 0,1 1 0 0 0,-1-1 0 0 0,1 0 1 0 0,-1 1-1 0 0,1 0 0 0 0,0-1 0 0 0,-1 1 0 0 0,1 0 0 0 0,-1-1 0 0 0,1 1 0 0 0,0 0 0 0 0,0 0 0 0 0,-1 0 0 0 0,1 0 0 0 0,0 0 0 0 0,0 1 1 0 0,0-1-1 0 0,0 0 0 0 0,0 2 0 0 0,-7 8 145 0 0,1 0 0 0 0,0 1 0 0 0,1 0 0 0 0,0 0 0 0 0,1 1 0 0 0,1-1 0 0 0,0 1 0 0 0,0 0 0 0 0,2 0 0 0 0,-1 0 0 0 0,2 1 0 0 0,-1 21 0 0 0,2-26-189 0 0,1 1-1 0 0,0-1 0 0 0,0 0 0 0 0,1 0 0 0 0,0 0 0 0 0,0 0 0 0 0,1 0 0 0 0,1 0 0 0 0,-1 0 0 0 0,8 10 0 0 0,-7-13-317 0 0,0 0-1 0 0,0-1 1 0 0,0 1 0 0 0,1-1 0 0 0,0-1-1 0 0,0 1 1 0 0,0-1 0 0 0,1 1-1 0 0,7 3 1 0 0,2-1-5172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5:03.5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127 17 5529 0 0,'-1'-1'101'0'0,"0"-1"-1"0"0,0 1 1 0 0,0 0-1 0 0,-1 0 1 0 0,1 0-1 0 0,0 0 1 0 0,0 0-1 0 0,-1 0 0 0 0,1 0 1 0 0,0 0-1 0 0,-1 1 1 0 0,1-1-1 0 0,-1 0 1 0 0,1 1-1 0 0,-1-1 1 0 0,1 1-1 0 0,-1 0 1 0 0,0-1-1 0 0,1 1 1 0 0,-1 0-1 0 0,1 0 1 0 0,-4 0-1 0 0,3 1 120 0 0,-1-1 0 0 0,0 1 0 0 0,0 0 0 0 0,1 0 0 0 0,-1 1 0 0 0,1-1 0 0 0,-1 0 0 0 0,1 1 0 0 0,-1 0 0 0 0,1-1 0 0 0,0 1 0 0 0,-4 4 0 0 0,0 1 205 0 0,0 0 1 0 0,1 1 0 0 0,0 0 0 0 0,0 0 0 0 0,1 1-1 0 0,-1-1 1 0 0,2 1 0 0 0,0 0 0 0 0,0 0 0 0 0,0 0-1 0 0,1 0 1 0 0,-2 17 0 0 0,3-17-287 0 0,1 0-1 0 0,-1 0 1 0 0,1-1-1 0 0,1 1 1 0 0,-1 0-1 0 0,2 0 1 0 0,-1 0-1 0 0,1-1 1 0 0,0 1-1 0 0,1-1 1 0 0,0 1-1 0 0,1-1 1 0 0,7 14 0 0 0,-10-21-199 0 0,0 1 1 0 0,1 0 0 0 0,-1-1 0 0 0,1 1 0 0 0,-1-1 0 0 0,1 1 0 0 0,0-1-1 0 0,-1 0 1 0 0,1 1 0 0 0,0-1 0 0 0,0 0 0 0 0,0 0 0 0 0,0-1 0 0 0,0 1 0 0 0,0 0-1 0 0,0-1 1 0 0,0 1 0 0 0,0-1 0 0 0,0 1 0 0 0,0-1 0 0 0,0 0 0 0 0,1 0-1 0 0,1 0 1 0 0,2-1-765 0 0,-1 0-1 0 0,1 0 0 0 0,-1-1 0 0 0,1 1 0 0 0,-1-1 0 0 0,1 0 1 0 0,7-5-1 0 0,6-4-3571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5:03.8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40 12 10594 0 0,'0'-1'115'0'0,"-1"1"0"0"0,1-1 0 0 0,0 0 0 0 0,-1 0 0 0 0,1 1 0 0 0,-1-1 0 0 0,1 1 0 0 0,-1-1 0 0 0,0 0 0 0 0,1 1 0 0 0,-1-1 0 0 0,0 1 0 0 0,1 0 0 0 0,-1-1 0 0 0,0 1 0 0 0,1-1 0 0 0,-1 1 0 0 0,0 0 0 0 0,0 0 1 0 0,1-1-1 0 0,-1 1 0 0 0,0 0 0 0 0,0 0 0 0 0,0 0 0 0 0,0 0 0 0 0,-1 0 0 0 0,1 0 66 0 0,0 1 0 0 0,0 0 0 0 0,0-1 0 0 0,0 1 0 0 0,1 0 0 0 0,-1 0 0 0 0,0-1 0 0 0,0 1 0 0 0,1 0 0 0 0,-1 0 0 0 0,0 0 0 0 0,1 0 0 0 0,-1 0 0 0 0,1 0 0 0 0,-1 0 0 0 0,0 2 0 0 0,-1 3 307 0 0,1 1 0 0 0,-1-1 0 0 0,1 0-1 0 0,0 1 1 0 0,1-1 0 0 0,-1 8 0 0 0,5 18 80 0 0,2 1-1 0 0,1-2 0 0 0,17 47 0 0 0,6 28-151 0 0,10 68-736 0 0,-33-144-144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5:04.00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54 13827 0 0,'-7'-3'608'0'0,"3"2"128"0"0,3 1-584 0 0,2-2-152 0 0,2 2 0 0 0,0-1 0 0 0,2 1-632 0 0,1-1-152 0 0,6-2-32 0 0,4-1-8 0 0,5 0 183 0 0,1-1 41 0 0,1-1 8 0 0,2-1 0 0 0,4 1 496 0 0,-1-1 96 0 0,4 3 0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5:04.3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 7834 0 0,'-7'5'9118'0'0,"7"-6"-8969"0"0,6 20 1265 0 0,-4-16-1288 0 0,20 83 2102 0 0,21 159 0 0 0,-17-79-2528 0 0,-19-127-140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5:04.4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3225 0 0,'10'6'14143'0'0,"-8"-6"-14030"0"0,-1 1-1 0 0,0-1 1 0 0,0 0-1 0 0,0 1 1 0 0,0-1-1 0 0,0 1 1 0 0,0 0-1 0 0,0-1 1 0 0,0 1-1 0 0,0 0 1 0 0,0-1 0 0 0,-1 1-1 0 0,1 0 1 0 0,0 0-1 0 0,0 0 1 0 0,-1 0-1 0 0,1 0 1 0 0,-1 0-1 0 0,1 0 1 0 0,-1 0-1 0 0,1 0 1 0 0,0 1-1 0 0,0 5-25 0 0,0 0-1 0 0,-1-1 1 0 0,0 1-1 0 0,0 0 1 0 0,0 0 0 0 0,-1 0-1 0 0,0-1 1 0 0,0 1-1 0 0,0 0 1 0 0,-5 10-1 0 0,2-3-618 0 0,0 4-504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5:04.6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13 5985 0 0,'-3'-5'536'0'0,"6"-3"1937"0"0,0 10-2777 0 0,1-1-184 0 0,-1 3-40 0 0,8 28-137 0 0,-8-15 665 0 0,-3 2-64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5:05.1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125 24 1368 0 0,'-5'-3'217'0'0,"1"0"0"0"0,-1 0 1 0 0,0 1-1 0 0,0 0 0 0 0,0 0 0 0 0,0 0 0 0 0,-1 0 0 0 0,1 1 0 0 0,0 0 0 0 0,-1 0 0 0 0,1 0 1 0 0,-8 0-1 0 0,11 1-55 0 0,0 0 1 0 0,0 0 0 0 0,0 1-1 0 0,0-1 1 0 0,0 0 0 0 0,0 1-1 0 0,0-1 1 0 0,0 1 0 0 0,0 0 0 0 0,0-1-1 0 0,0 1 1 0 0,0 0 0 0 0,1 0-1 0 0,-1 0 1 0 0,0 1 0 0 0,1-1-1 0 0,-1 0 1 0 0,0 1 0 0 0,1-1-1 0 0,0 1 1 0 0,-1-1 0 0 0,1 1 0 0 0,0 0-1 0 0,0-1 1 0 0,0 1 0 0 0,0 0-1 0 0,0 0 1 0 0,0 0 0 0 0,0 0-1 0 0,1 0 1 0 0,-1 0 0 0 0,1 0-1 0 0,-1 0 1 0 0,1 0 0 0 0,0 2-1 0 0,0-3-132 0 0,0 0-1 0 0,0 0 0 0 0,0 0 0 0 0,0 0 0 0 0,0 0 0 0 0,0 0 0 0 0,0 0 0 0 0,0 0 0 0 0,1 0 1 0 0,-1 0-1 0 0,0 0 0 0 0,1 0 0 0 0,-1 0 0 0 0,0 0 0 0 0,1 0 0 0 0,-1 0 0 0 0,1 0 0 0 0,0-1 0 0 0,-1 1 1 0 0,1 0-1 0 0,0 0 0 0 0,-1-1 0 0 0,1 1 0 0 0,0 0 0 0 0,0-1 0 0 0,0 1 0 0 0,-1-1 0 0 0,1 1 1 0 0,0-1-1 0 0,0 1 0 0 0,0-1 0 0 0,0 0 0 0 0,0 1 0 0 0,0-1 0 0 0,0 0 0 0 0,0 0 0 0 0,0 0 0 0 0,0 0 1 0 0,0 0-1 0 0,0 0 0 0 0,0 0 0 0 0,0 0 0 0 0,0 0 0 0 0,1-1 0 0 0,8 0 190 0 0,-1 0-1 0 0,1-1 1 0 0,15-6-1 0 0,-14 5-230 0 0,-8 2 69 0 0,1 0 1 0 0,-1 0-1 0 0,1 0 1 0 0,-1 1 0 0 0,1 0-1 0 0,0-1 1 0 0,-1 1-1 0 0,1 1 1 0 0,-1-1-1 0 0,1 0 1 0 0,0 1 0 0 0,-1 0-1 0 0,1 0 1 0 0,-1 0-1 0 0,0 0 1 0 0,1 0-1 0 0,-1 1 1 0 0,0-1 0 0 0,0 1-1 0 0,0 0 1 0 0,5 4-1 0 0,-4-2-5 0 0,0 1 0 0 0,0-1 0 0 0,0 1 0 0 0,-1 0 0 0 0,0 0 1 0 0,0 1-1 0 0,0-1 0 0 0,-1 1 0 0 0,1-1 0 0 0,-1 1 0 0 0,-1 0 0 0 0,2 7 0 0 0,2 11-197 0 0,-1-1 0 0 0,-2 1 1 0 0,0 0-1 0 0,-2 0 1 0 0,0-1-1 0 0,-2 1 0 0 0,0 0 1 0 0,-2-1-1 0 0,0 1 0 0 0,-16 44 1 0 0,17-63 274 0 0,1 0 0 0 0,-1-1 0 0 0,0 1 0 0 0,-1-1 0 0 0,1 1 1 0 0,-1-1-1 0 0,0 0 0 0 0,0 0 0 0 0,0-1 0 0 0,-9 7 0 0 0,11-9-53 0 0,1 0 0 0 0,0 0 0 0 0,-1 0 0 0 0,1-1 0 0 0,-1 1 0 0 0,1 0 0 0 0,-1-1 0 0 0,1 1 0 0 0,-1-1 0 0 0,0 1 0 0 0,1-1 0 0 0,-1 0 0 0 0,0 1 0 0 0,1-1 0 0 0,-1 0 0 0 0,0 0 0 0 0,1 0 0 0 0,-1 0 0 0 0,0-1 0 0 0,1 1 0 0 0,-1 0 0 0 0,0-1-1 0 0,1 1 1 0 0,-1-1 0 0 0,1 0 0 0 0,-1 1 0 0 0,1-1 0 0 0,-1 0 0 0 0,1 0 0 0 0,-1 0 0 0 0,1 0 0 0 0,0 0 0 0 0,0 0 0 0 0,-1-1 0 0 0,1 1 0 0 0,0 0 0 0 0,0-1 0 0 0,0 1 0 0 0,-1-2 0 0 0,-4-23-2690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5:05.5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55 2304 0 0,'-1'-9'-139'0'0,"-14"-37"10618"0"0,15 46-10324 0 0,-1 1 1 0 0,1-1-1 0 0,-1 0 0 0 0,1 0 1 0 0,-1 1-1 0 0,1-1 0 0 0,0 0 1 0 0,-1 1-1 0 0,1-1 1 0 0,-1 0-1 0 0,1 1 0 0 0,0-1 1 0 0,-1 0-1 0 0,1 1 0 0 0,0-1 1 0 0,0 1-1 0 0,-1-1 0 0 0,1 1 1 0 0,0-1-1 0 0,0 1 0 0 0,0-1 1 0 0,0 1-1 0 0,-1-1 0 0 0,1 1 1 0 0,0-1-1 0 0,0 1 1 0 0,0-1-1 0 0,0 1 0 0 0,0 0 1 0 0,-5 19 1330 0 0,0 20-642 0 0,2 0 1 0 0,1 0 0 0 0,5 45-1 0 0,20 119-568 0 0,-22-197-389 0 0,8 37-144 0 0,-9-42 181 0 0,0 0 0 0 0,1 0 0 0 0,0 0 0 0 0,-1 0-1 0 0,1 0 1 0 0,0 0 0 0 0,0 0 0 0 0,0 0 0 0 0,0 0 0 0 0,1-1-1 0 0,-1 1 1 0 0,0 0 0 0 0,1-1 0 0 0,-1 1 0 0 0,1-1 0 0 0,2 2-1 0 0,-3-2 32 0 0,0-1-1 0 0,-1 0 0 0 0,1 0 1 0 0,0 0-1 0 0,0 0 0 0 0,0 0 1 0 0,0-1-1 0 0,-1 1 0 0 0,1 0 1 0 0,0 0-1 0 0,0 0 0 0 0,0-1 0 0 0,0 1 1 0 0,-1-1-1 0 0,1 1 0 0 0,0 0 1 0 0,0-1-1 0 0,-1 1 0 0 0,1-1 1 0 0,0 1-1 0 0,-1-1 0 0 0,1 0 1 0 0,-1 1-1 0 0,1-1 0 0 0,-1 0 1 0 0,1 1-1 0 0,-1-1 0 0 0,1 0 0 0 0,-1 0 1 0 0,1-1-1 0 0,13-29-612 0 0,-12 26 491 0 0,7-18-246 0 0,28-61-906 0 0,-32 76 1232 0 0,-1-1-1 0 0,2 1 1 0 0,-1 0 0 0 0,1 1 0 0 0,0-1-1 0 0,1 1 1 0 0,8-7 0 0 0,-14 12 106 0 0,1 1 0 0 0,-1 0 0 0 0,0 0 0 0 0,1 0 1 0 0,-1 0-1 0 0,1 0 0 0 0,-1 0 0 0 0,1 0 0 0 0,-1 0 0 0 0,1 0 1 0 0,-1 1-1 0 0,1-1 0 0 0,0 1 0 0 0,0-1 0 0 0,-1 1 0 0 0,1 0 1 0 0,0 0-1 0 0,0 0 0 0 0,-1-1 0 0 0,1 2 0 0 0,0-1 0 0 0,0 0 1 0 0,-1 0-1 0 0,1 1 0 0 0,0-1 0 0 0,-1 0 0 0 0,1 1 0 0 0,0 0 1 0 0,-1-1-1 0 0,1 1 0 0 0,-1 0 0 0 0,1 0 0 0 0,-1 0 0 0 0,1 0 1 0 0,-1 0-1 0 0,0 0 0 0 0,1 1 0 0 0,1 1 0 0 0,3 6 362 0 0,0 1-1 0 0,0-1 0 0 0,-1 1 1 0 0,0 0-1 0 0,4 15 1 0 0,10 17-440 0 0,-10-32-1467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5:05.8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10138 0 0,'4'4'350'0'0,"0"-1"-1"0"0,0 1 1 0 0,0 0-1 0 0,0 0 1 0 0,0 0-1 0 0,-1 0 1 0 0,0 1-1 0 0,0-1 1 0 0,0 1-1 0 0,0 0 0 0 0,-1 0 1 0 0,3 8-1 0 0,4 12 1433 0 0,8 36-1 0 0,-7-22-357 0 0,30 77 474 0 0,-22-69-2499 0 0,21 89 0 0 0,-33-107-6696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5:06.0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22 10594 0 0,'5'1'164'0'0,"0"-1"0"0"0,0 0 0 0 0,0 0 0 0 0,-1 0 0 0 0,1 0 0 0 0,0-1 0 0 0,0 0 0 0 0,-1 0 0 0 0,8-2 0 0 0,1 0 53 0 0,1 0 273 0 0,5-1-298 0 0,1 1 1 0 0,22 0 0 0 0,-37 2-570 0 0,0 1 0 0 0,0 1 1 0 0,0-1-1 0 0,0 1 0 0 0,-1 0 0 0 0,1 0 0 0 0,0 0 1 0 0,0 0-1 0 0,-1 1 0 0 0,1 0 0 0 0,-1 0 0 0 0,1 0 1 0 0,-1 1-1 0 0,4 2 0 0 0,6 8-264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5:07.1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21 10594 0 0,'60'1'614'0'0,"76"-10"-1"0"0,0-1-535 0 0,669 7 349 0 0,-634 6-156 0 0,853 40 2348 0 0,-1 33-3926 0 0,-959-71 944 0 0,107 11-602 0 0,140 8-1238 0 0,-242-20 1686 0 0,306 5-1486 0 0,-274-11 1475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7:10.8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119 93 3225 0 0,'-18'-35'1908'0'0,"16"31"-1582"0"0,1 0 1 0 0,-1 0-1 0 0,1 1 0 0 0,-1-1 1 0 0,0 0-1 0 0,0 0 0 0 0,-1 1 1 0 0,1 0-1 0 0,-1-1 0 0 0,0 1 1 0 0,0 0-1 0 0,0 0 0 0 0,0 0 1 0 0,0 1-1 0 0,-6-4 0 0 0,9 6-221 0 0,-1 0-1 0 0,1 0 0 0 0,-1 0 1 0 0,0 0-1 0 0,1 0 1 0 0,-1 0-1 0 0,1 0 0 0 0,-1 0 1 0 0,0 0-1 0 0,1 0 1 0 0,-1 1-1 0 0,1-1 0 0 0,-1 0 1 0 0,1 0-1 0 0,-1 1 1 0 0,0-1-1 0 0,1 0 0 0 0,-1 1 1 0 0,1-1-1 0 0,0 0 1 0 0,-1 1-1 0 0,1-1 0 0 0,-1 1 1 0 0,1-1-1 0 0,0 1 1 0 0,-1-1-1 0 0,1 1 0 0 0,0-1 1 0 0,-1 1-1 0 0,1-1 1 0 0,0 1-1 0 0,0-1 0 0 0,-1 1 1 0 0,1 1-1 0 0,-8 25 1309 0 0,6-19-927 0 0,-7 30-4 0 0,1 0 0 0 0,2 1-1 0 0,-2 75 1 0 0,15 120 1282 0 0,-5-203-1726 0 0,0 19-510 0 0,3-1 0 0 0,1 0 0 0 0,3 0 0 0 0,16 53 0 0 0,-12-64-392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7:11.5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6 178 4145 0 0,'-1'-2'181'0'0,"0"-1"1"0"0,0 0-1 0 0,0 1 0 0 0,1-1 1 0 0,-1 0-1 0 0,1 1 0 0 0,0-1 1 0 0,0 0-1 0 0,0 1 0 0 0,0-1 1 0 0,0 0-1 0 0,1 1 0 0 0,-1-1 1 0 0,1 0-1 0 0,1-3 0 0 0,14-40 1807 0 0,-12 39-1623 0 0,-1 1 0 0 0,1 0 0 0 0,0 0 0 0 0,0 0 0 0 0,1 1 0 0 0,0-1 0 0 0,0 1 0 0 0,0 0 0 0 0,0 1-1 0 0,12-8 1 0 0,-13 9-239 0 0,-1 1-1 0 0,0 0 0 0 0,1 1 0 0 0,-1-1 1 0 0,1 0-1 0 0,-1 1 0 0 0,1 0 0 0 0,0 0 0 0 0,-1 0 1 0 0,1 0-1 0 0,0 1 0 0 0,0 0 0 0 0,0-1 1 0 0,0 1-1 0 0,0 1 0 0 0,-1-1 0 0 0,1 0 0 0 0,0 1 1 0 0,0 0-1 0 0,0 0 0 0 0,6 3 0 0 0,-8-2-111 0 0,1 0 0 0 0,0 0 1 0 0,-1 0-1 0 0,1 0 0 0 0,-1 1 0 0 0,0-1 0 0 0,1 1 0 0 0,-1 0 0 0 0,-1-1 0 0 0,1 1 0 0 0,0 0 0 0 0,-1 0 0 0 0,1 0 0 0 0,-1 1 0 0 0,0-1 0 0 0,0 0 0 0 0,0 0 0 0 0,-1 1 0 0 0,1-1 0 0 0,-1 7 0 0 0,1 7 51 0 0,0-1-1 0 0,-5 30 0 0 0,-2-1 139 0 0,-15 48-1 0 0,11-54 2 0 0,-9 77 0 0 0,19-115-191 0 0,-1 1 0 0 0,1-1 0 0 0,0 0 0 0 0,0 1 0 0 0,0-1 0 0 0,0 1 0 0 0,0-1 0 0 0,0 1 0 0 0,0-1 1 0 0,0 1-1 0 0,0-1 0 0 0,1 0 0 0 0,-1 1 0 0 0,1-1 0 0 0,-1 1 0 0 0,1-1 0 0 0,-1 0 0 0 0,1 0 0 0 0,0 1 0 0 0,0-1 0 0 0,0 0 1 0 0,-1 0-1 0 0,1 0 0 0 0,0 0 0 0 0,1 0 0 0 0,-1 0 0 0 0,0 0 0 0 0,0 0 0 0 0,0 0 0 0 0,0 0 0 0 0,1-1 0 0 0,1 2 1 0 0,1-2 32 0 0,0 1 1 0 0,0-1 0 0 0,0 0-1 0 0,0-1 1 0 0,0 1 0 0 0,0-1-1 0 0,0 1 1 0 0,0-1 0 0 0,0-1-1 0 0,0 1 1 0 0,4-2 0 0 0,9-6 123 0 0,0 1 0 0 0,0-2 1 0 0,-1 0-1 0 0,-1-1 0 0 0,24-22 0 0 0,15-10-1489 0 0,-43 35-736 0 0,1 1 0 0 0,24-13 0 0 0,-22 15-2977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7:12.5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17 123 3225 0 0,'-2'-2'204'0'0,"1"0"1"0"0,-1 0 0 0 0,1 0-1 0 0,0 0 1 0 0,-1 0 0 0 0,1 0 0 0 0,0 0-1 0 0,0 0 1 0 0,0 0 0 0 0,1-1-1 0 0,-1 1 1 0 0,0 0 0 0 0,1 0-1 0 0,-1-1 1 0 0,1 1 0 0 0,0 0-1 0 0,0-1 1 0 0,0 1 0 0 0,0-1 0 0 0,0 1-1 0 0,1 0 1 0 0,-1-1 0 0 0,1 1-1 0 0,0-3 1 0 0,0 1 81 0 0,1-1 0 0 0,-1 1 0 0 0,1 0 0 0 0,-1-1 0 0 0,1 1 0 0 0,1 0 0 0 0,-1 0 0 0 0,0 1 0 0 0,1-1 0 0 0,0 0 0 0 0,0 1 0 0 0,3-4 0 0 0,-5 6-249 0 0,1 0 1 0 0,-1 0 0 0 0,0 0-1 0 0,0 1 1 0 0,0-1-1 0 0,1 0 1 0 0,-1 0-1 0 0,0 1 1 0 0,1-1-1 0 0,-1 1 1 0 0,1 0 0 0 0,-1-1-1 0 0,0 1 1 0 0,1 0-1 0 0,-1 0 1 0 0,1-1-1 0 0,-1 1 1 0 0,1 0-1 0 0,-1 1 1 0 0,1-1 0 0 0,-1 0-1 0 0,1 0 1 0 0,-1 1-1 0 0,0-1 1 0 0,1 1-1 0 0,-1-1 1 0 0,1 1-1 0 0,-1-1 1 0 0,0 1 0 0 0,0 0-1 0 0,1 0 1 0 0,-1 0-1 0 0,0-1 1 0 0,0 1-1 0 0,0 0 1 0 0,0 1-1 0 0,0-1 1 0 0,0 0 0 0 0,0 0-1 0 0,0 0 1 0 0,-1 1-1 0 0,1-1 1 0 0,0 0-1 0 0,-1 0 1 0 0,1 2-1 0 0,5 10 41 0 0,0-1 0 0 0,-2 1 0 0 0,7 26 0 0 0,-7-23 178 0 0,-2-6-195 0 0,1-1 0 0 0,0 0-1 0 0,1-1 1 0 0,0 1 0 0 0,0 0 0 0 0,1-1-1 0 0,0 0 1 0 0,7 9 0 0 0,-9-13-54 0 0,1-1 1 0 0,-1 0-1 0 0,0-1 1 0 0,1 1-1 0 0,0 0 1 0 0,0-1-1 0 0,0 0 1 0 0,0 0-1 0 0,0 0 0 0 0,0-1 1 0 0,0 1-1 0 0,0-1 1 0 0,1 0-1 0 0,-1 0 1 0 0,0 0-1 0 0,1-1 1 0 0,-1 1-1 0 0,1-1 1 0 0,6-1-1 0 0,-8 1 2 0 0,0-1-1 0 0,1 1 1 0 0,-1 0-1 0 0,0 0 1 0 0,0 1-1 0 0,0-1 0 0 0,0 1 1 0 0,0-1-1 0 0,0 1 1 0 0,0 0-1 0 0,0 0 1 0 0,0 0-1 0 0,-1 0 1 0 0,1 1-1 0 0,0-1 1 0 0,0 1-1 0 0,2 2 1 0 0,-3-1 104 0 0,0-1 1 0 0,0 1 0 0 0,-1-1 0 0 0,1 1 0 0 0,-1 0-1 0 0,0 0 1 0 0,1 0 0 0 0,-1 0 0 0 0,-1 0-1 0 0,1 0 1 0 0,0 0 0 0 0,-1 0 0 0 0,1 0 0 0 0,-1 0-1 0 0,0 0 1 0 0,0 0 0 0 0,-1 4 0 0 0,-1 11 429 0 0,-2 0 0 0 0,0 0 0 0 0,0 0 0 0 0,-2-1 1 0 0,0 0-1 0 0,-2 0 0 0 0,1 0 0 0 0,-19 27 0 0 0,12-20-1697 0 0,2 0-1 0 0,0 0 1 0 0,-8 29-1 0 0,15-37-1625 0 0,0-1-119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7:13.1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1 6449 0 0,'0'0'82'0'0,"0"0"0"0"0,0 0 0 0 0,0 0 0 0 0,-1-1 0 0 0,1 1 0 0 0,0 0 0 0 0,0 0-1 0 0,0 0 1 0 0,-1 0 0 0 0,1 0 0 0 0,0 0 0 0 0,0 0 0 0 0,-1 0 0 0 0,1 0 0 0 0,0 0 0 0 0,0 0-1 0 0,-1 0 1 0 0,1 0 0 0 0,0 0 0 0 0,0 0 0 0 0,-1 0 0 0 0,-1 2 982 0 0,2-2-982 0 0,0 1 0 0 0,0-1 0 0 0,0 0 0 0 0,-1 0 0 0 0,1 0 0 0 0,0 1-1 0 0,0-1 1 0 0,0 0 0 0 0,0 0 0 0 0,0 1 0 0 0,0-1 0 0 0,0 0 0 0 0,-4 21 1981 0 0,5 23 89 0 0,1-25-1647 0 0,1 0 0 0 0,2 0 0 0 0,-1 0 0 0 0,2 0 0 0 0,1 0 0 0 0,0-1 0 0 0,1 0 0 0 0,16 25 0 0 0,-17-31-385 0 0,1 0-1 0 0,1-1 1 0 0,0 0-1 0 0,1 0 0 0 0,-1-1 1 0 0,2 0-1 0 0,0-1 1 0 0,0 0-1 0 0,0-1 0 0 0,1 0 1 0 0,1-1-1 0 0,19 9 0 0 0,-26-14-170 0 0,1 0 0 0 0,0 0 0 0 0,-1-1-1 0 0,1 0 1 0 0,0 0 0 0 0,0-1 0 0 0,0 0-1 0 0,0 0 1 0 0,0 0 0 0 0,0-1 0 0 0,0 0-1 0 0,-1-1 1 0 0,1 1 0 0 0,0-1-1 0 0,-1-1 1 0 0,1 1 0 0 0,-1-1 0 0 0,0 0-1 0 0,0 0 1 0 0,0-1 0 0 0,0 0 0 0 0,10-9-1 0 0,-6 5-698 0 0,-1-1-1 0 0,0-1 0 0 0,0 1 1 0 0,-1-1-1 0 0,0-1 0 0 0,0 0 0 0 0,-2 0 1 0 0,1 0-1 0 0,-1-1 0 0 0,-1 0 1 0 0,6-17-1 0 0,-3-1-3801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7:13.2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65 1 3681 0 0,'-1'1'116'0'0,"-1"0"1"0"0,0 0 0 0 0,1 0-1 0 0,-1 0 1 0 0,1 0 0 0 0,-1 0-1 0 0,1 1 1 0 0,0-1 0 0 0,0 0-1 0 0,-1 1 1 0 0,1-1 0 0 0,0 1-1 0 0,0 0 1 0 0,0-1 0 0 0,1 1-1 0 0,-2 2 1 0 0,-12 33 1978 0 0,13-32-1950 0 0,-7 23 1270 0 0,2 1 0 0 0,0 0 0 0 0,2 1 0 0 0,2-1-1 0 0,0 1 1 0 0,4 38 0 0 0,2-18-342 0 0,3 0 0 0 0,25 92 0 0 0,-29-130-1425 0 0,1 0 0 0 0,1 0-1 0 0,0 0 1 0 0,0-1 0 0 0,1 0 0 0 0,9 13-1 0 0,0-5-6373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7:13.9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1 224 8754 0 0,'0'-1'56'0'0,"-1"0"1"0"0,1 0 0 0 0,0 0-1 0 0,0 0 1 0 0,0 0-1 0 0,0 0 1 0 0,0 0-1 0 0,1 0 1 0 0,-1-1-1 0 0,0 1 1 0 0,0 0 0 0 0,1 0-1 0 0,-1 0 1 0 0,1 0-1 0 0,-1 1 1 0 0,1-1-1 0 0,-1 0 1 0 0,1 0 0 0 0,0 0-1 0 0,-1 0 1 0 0,1 0-1 0 0,0 1 1 0 0,0-1-1 0 0,-1 0 1 0 0,3 0-1 0 0,27-26 667 0 0,-21 20-360 0 0,25-25 666 0 0,-5 4-324 0 0,2 1 1 0 0,50-34-1 0 0,-77 59-986 0 0,-1 0 0 0 0,0 0-1 0 0,1 0 1 0 0,0 1 0 0 0,-1-1-1 0 0,1 1 1 0 0,0 0 0 0 0,-1 0 0 0 0,1 0-1 0 0,0 1 1 0 0,6-1 0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7:14.1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33 0 5985 0 0,'-5'3'11'0'0,"3"-2"87"0"0,-1 0 1 0 0,1 0 0 0 0,-1 1 0 0 0,1-1 0 0 0,0 1 0 0 0,0 0 0 0 0,0-1-1 0 0,-3 5 1 0 0,4-5 6 0 0,0 0-1 0 0,1 1 0 0 0,-1-1 0 0 0,1 1 0 0 0,0-1 1 0 0,-1 0-1 0 0,1 1 0 0 0,0-1 0 0 0,0 1 1 0 0,0-1-1 0 0,0 1 0 0 0,0-1 0 0 0,0 1 1 0 0,1-1-1 0 0,-1 0 0 0 0,0 1 0 0 0,1-1 0 0 0,-1 1 1 0 0,2 1-1 0 0,0 3 261 0 0,1-1 0 0 0,0 0-1 0 0,0 0 1 0 0,1 0 0 0 0,-1 0 0 0 0,1 0 0 0 0,0-1-1 0 0,1 0 1 0 0,-1 1 0 0 0,1-2 0 0 0,0 1 0 0 0,-1 0-1 0 0,2-1 1 0 0,6 3 0 0 0,-7-3-224 0 0,0 0 0 0 0,0 0 0 0 0,0 0 0 0 0,0 0 0 0 0,-1 1 0 0 0,0-1 0 0 0,1 1 0 0 0,-1 1 0 0 0,0-1 0 0 0,-1 0 0 0 0,1 1 0 0 0,-1 0 0 0 0,0 0 0 0 0,0 0 0 0 0,-1 0 0 0 0,1 0 0 0 0,1 8 0 0 0,-2-1-219 0 0,-2-1 1 0 0,0 1-1 0 0,0-1 0 0 0,-1 1 1 0 0,-1-1-1 0 0,0 0 1 0 0,0 1-1 0 0,-1-1 1 0 0,-1 0-1 0 0,1 0 1 0 0,-2-1-1 0 0,-8 17 0 0 0,2-6-338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7:14.6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69 0 9674 0 0,'-3'2'71'0'0,"0"0"0"0"0,0 0 0 0 0,0 0 0 0 0,0 0-1 0 0,0 0 1 0 0,1 0 0 0 0,-1 1 0 0 0,1 0 0 0 0,-1-1 0 0 0,1 1 0 0 0,0 0 0 0 0,0 0-1 0 0,0 0 1 0 0,1 0 0 0 0,-1 0 0 0 0,1 1 0 0 0,0-1 0 0 0,-1 0 0 0 0,0 8 0 0 0,-3 9 690 0 0,2 1 0 0 0,-2 25 0 0 0,3-32-441 0 0,-3 42 198 0 0,2 0-1 0 0,4 58 1 0 0,1-93-499 0 0,0 0 0 0 0,1 0 0 0 0,1 0 0 0 0,1-1 0 0 0,1 0 0 0 0,1 0 0 0 0,0 0 0 0 0,17 30 0 0 0,-20-44-20 0 0,1 0 0 0 0,-1 0 0 0 0,1 0 0 0 0,0-1 0 0 0,0 0 0 0 0,1 0 0 0 0,-1 0 0 0 0,1-1 0 0 0,0 1 0 0 0,1-2 0 0 0,-1 1 0 0 0,1-1-1 0 0,-1 1 1 0 0,1-2 0 0 0,0 1 0 0 0,12 2 0 0 0,-14-4 21 0 0,0 0 1 0 0,0-1-1 0 0,0 0 0 0 0,0 1 0 0 0,0-1 0 0 0,0-1 0 0 0,-1 1 0 0 0,1-1 0 0 0,0 0 1 0 0,0 0-1 0 0,0-1 0 0 0,0 1 0 0 0,-1-1 0 0 0,1 0 0 0 0,-1 0 0 0 0,1-1 1 0 0,-1 1-1 0 0,0-1 0 0 0,0 0 0 0 0,0 0 0 0 0,0 0 0 0 0,-1-1 0 0 0,1 1 0 0 0,-1-1 1 0 0,5-6-1 0 0,-7 7 29 0 0,1 0-1 0 0,0 0 1 0 0,-1 0 0 0 0,1-1 0 0 0,-1 1 0 0 0,0 0 0 0 0,0-1-1 0 0,0 1 1 0 0,-1-1 0 0 0,1 1 0 0 0,-1-1 0 0 0,0 1 0 0 0,0-1-1 0 0,0 1 1 0 0,0-1 0 0 0,-1 1 0 0 0,0-1 0 0 0,1 1 0 0 0,-1-1-1 0 0,0 1 1 0 0,0 0 0 0 0,-1 0 0 0 0,1-1 0 0 0,-1 1 0 0 0,0 0-1 0 0,0 0 1 0 0,0 0 0 0 0,0 1 0 0 0,0-1 0 0 0,0 0 0 0 0,-1 1-1 0 0,-3-3 1 0 0,2 1 0 0 0,0 0-1 0 0,-1 0 0 0 0,0 0 1 0 0,1 1-1 0 0,-1 0 0 0 0,-1 0 1 0 0,1 0-1 0 0,0 1 0 0 0,-1-1 1 0 0,1 1-1 0 0,-1 1 0 0 0,1-1 1 0 0,-1 1-1 0 0,0 0 0 0 0,0 0 1 0 0,0 1-1 0 0,0 0 0 0 0,-11 0 1 0 0,9 2-205 0 0,0 1 0 0 0,0 0 1 0 0,0 0-1 0 0,0 0 0 0 0,1 1 1 0 0,-1 0-1 0 0,1 1 1 0 0,0-1-1 0 0,-10 10 0 0 0,-14 15-459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7:15.4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0 118 6913 0 0,'1'0'44'0'0,"-1"1"0"0"0,0-1 0 0 0,1 1-1 0 0,-1-1 1 0 0,0 1 0 0 0,1-1-1 0 0,-1 1 1 0 0,1-1 0 0 0,-1 0 0 0 0,1 1-1 0 0,-1-1 1 0 0,1 0 0 0 0,0 1-1 0 0,-1-1 1 0 0,1 0 0 0 0,-1 0 0 0 0,1 1-1 0 0,0-1 1 0 0,-1 0 0 0 0,1 0-1 0 0,-1 0 1 0 0,1 0 0 0 0,0 0 0 0 0,-1 0-1 0 0,1 0 1 0 0,0 0 0 0 0,-1 0-1 0 0,1 0 1 0 0,-1 0 0 0 0,1 0 0 0 0,0-1-1 0 0,-1 1 1 0 0,1 0 0 0 0,-1 0-1 0 0,1-1 1 0 0,0 0 0 0 0,27-8 1538 0 0,55-29 1058 0 0,-55 23-2297 0 0,2 1-1 0 0,0 2 1 0 0,0 1 0 0 0,40-9 0 0 0,-67 19-342 0 0,0 1 1 0 0,1-1-1 0 0,0 1 0 0 0,-1-1 0 0 0,1 1 1 0 0,-1 0-1 0 0,1 1 0 0 0,-1-1 1 0 0,1 0-1 0 0,-1 1 0 0 0,1 0 0 0 0,-1 0 1 0 0,0 0-1 0 0,4 2 0 0 0,-5-2 1 0 0,-1 1 1 0 0,1-1-1 0 0,0 1 0 0 0,-1-1 0 0 0,0 1 0 0 0,1 0 1 0 0,-1-1-1 0 0,0 1 0 0 0,0 0 0 0 0,0 0 0 0 0,0 0 1 0 0,0 0-1 0 0,-1 0 0 0 0,1 0 0 0 0,0 0 0 0 0,-1 0 1 0 0,0 0-1 0 0,1 0 0 0 0,-1 1 0 0 0,0-1 0 0 0,0 0 1 0 0,0 0-1 0 0,-1 4 0 0 0,-10 79 51 0 0,8-73-49 0 0,0 1 0 0 0,1 0 0 0 0,0 0 0 0 0,1 0 0 0 0,1 0 0 0 0,0 0 0 0 0,1 0 0 0 0,0 0 0 0 0,1 0 0 0 0,1 0 0 0 0,7 23 0 0 0,-6-25-9 0 0,1-1-1 0 0,1 1 0 0 0,8 11 1 0 0,-12-19-374 0 0,1 0 0 0 0,-1 0 0 0 0,0 0 0 0 0,1-1 0 0 0,0 1-1 0 0,0-1 1 0 0,0 0 0 0 0,4 3 0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7:15.6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1 221 3225 0 0,'18'-21'6161'0'0,"22"-12"-4027"0"0,83-44 154 0 0,3 7-3295 0 0,-89 50 465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35.1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70 167 3225 0 0,'-43'-26'416'0'0,"41"24"-308"0"0,0 1 0 0 0,-1-1 0 0 0,1 0 0 0 0,0 0 0 0 0,1 0 0 0 0,-1-1 0 0 0,0 1 0 0 0,1 0 0 0 0,-1-1 0 0 0,1 1 0 0 0,0 0 0 0 0,0-1 0 0 0,0 0 0 0 0,0 1 0 0 0,-1-6 0 0 0,2 6-47 0 0,0 1 0 0 0,0 0 0 0 0,1-1 0 0 0,-1 1 1 0 0,1-1-1 0 0,-1 1 0 0 0,1 0 0 0 0,0-1 0 0 0,-1 1 0 0 0,1 0 0 0 0,0 0 0 0 0,0-1 0 0 0,0 1 0 0 0,0 0 0 0 0,0 0 0 0 0,0 0 1 0 0,0 0-1 0 0,0 0 0 0 0,1 0 0 0 0,-1 1 0 0 0,0-1 0 0 0,0 0 0 0 0,3 0 0 0 0,35-15 758 0 0,-37 15-761 0 0,32-9 180 0 0,0 2 1 0 0,1 0-1 0 0,48-2 0 0 0,107 3 1108 0 0,-62 4-955 0 0,111-5 439 0 0,303 28-1 0 0,-219 8-639 0 0,-190-16-3664 0 0,-86-7-302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35.7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77 0 5065 0 0,'-3'1'123'0'0,"-1"0"1"0"0,1 0-1 0 0,0 0 0 0 0,0 1 1 0 0,0-1-1 0 0,0 1 0 0 0,0 0 1 0 0,0 0-1 0 0,1 0 0 0 0,-1 0 1 0 0,1 0-1 0 0,-1 0 0 0 0,1 1 1 0 0,0 0-1 0 0,0-1 0 0 0,0 1 1 0 0,0 0-1 0 0,0 0 0 0 0,1 0 1 0 0,-1 0-1 0 0,1 0 0 0 0,0 0 1 0 0,0 0-1 0 0,0 1 0 0 0,0-1 1 0 0,0 4-1 0 0,-5 18 77 0 0,2 1-1 0 0,0 1 1 0 0,1 50-1 0 0,12 83 208 0 0,-1-46-349 0 0,17 776 1004 0 0,-22-455-977 0 0,26 533 2833 0 0,-5-700-1419 0 0,26 391 392 0 0,-13-93-1783 0 0,-8-157-77 0 0,-23 168 217 0 0,-36 2 1609 0 0,14-294-808 0 0,-4-10-859 0 0,10-200-487 0 0,-30 120 1 0 0,26-146-457 0 0,-29 122-1158 0 0,37-142 1736 0 0,2 0 0 0 0,0 1-1 0 0,3 55 1 0 0,2-73-22 0 0,1 0 0 0 0,0 0-1 0 0,1-1 1 0 0,1 1 0 0 0,0-1 0 0 0,0 1-1 0 0,1-1 1 0 0,0-1 0 0 0,1 1-1 0 0,0-1 1 0 0,1 0 0 0 0,8 10 0 0 0,-3-4-722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36.1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1551 1 3225 0 0,'-122'28'6119'0'0,"2"5"-3496"0"0,41-9-2514 0 0,-1-4 0 0 0,0-4 1 0 0,-102 8-1 0 0,-159-28-1702 0 0,194-2 2234 0 0,-209-16 295 0 0,313 17-1497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36.8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23 16131 0 0,'-9'-11'1267'0'0,"0"-1"-1033"0"0,22 20-1152 0 0,-4 1 846 0 0,0-1 0 0 0,-1 1 0 0 0,0 1 0 0 0,-1 0 0 0 0,0 0 0 0 0,-1 0 0 0 0,0 1 0 0 0,0 0 0 0 0,-1 0 0 0 0,0 0 0 0 0,-1 1 0 0 0,-1-1 0 0 0,0 1 0 0 0,0 0 0 0 0,1 23 0 0 0,0 14-593 0 0,-3 0 0 0 0,-7 77 0 0 0,4-104 309 0 0,-35 317-440 0 0,4-66 416 0 0,14-76 569 0 0,-24 419 1053 0 0,65 69 9 0 0,-1 95-757 0 0,-54 7-494 0 0,27-688 0 0 0,-4 197 1518 0 0,13 1 0 0 0,52 378-1 0 0,-8-333-601 0 0,76 722-494 0 0,-119-997-819 0 0,18 225 1438 0 0,4-98-7472 0 0,-16-140-146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38.7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58 144 5529 0 0,'-10'-32'248'0'0,"-12"-33"1155"0"0,-3 19 5827 0 0,25 57-6118 0 0,6 17-647 0 0,116 441 1233 0 0,-40-143-1726 0 0,-74-294-325 0 0,12 41-569 0 0,-3-25-4443 0 0,-12-34 605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39.1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124 108 3281 0 0,'-1'-3'10'0'0,"0"1"0"0"0,0-1 1 0 0,0 1-1 0 0,0-1 0 0 0,0 1 1 0 0,0-1-1 0 0,1 1 0 0 0,-1-1 1 0 0,1 0-1 0 0,0 0 0 0 0,0 1 1 0 0,0-1-1 0 0,0 0 0 0 0,0 1 1 0 0,0-1-1 0 0,1 0 0 0 0,-1 1 1 0 0,1-1-1 0 0,0 0 0 0 0,0 1 1 0 0,0-1-1 0 0,0 1 0 0 0,0-1 0 0 0,1 1 1 0 0,-1 0-1 0 0,1 0 0 0 0,-1-1 1 0 0,1 1-1 0 0,0 0 0 0 0,2-2 1 0 0,0 1 246 0 0,-1 0 1 0 0,1 1 0 0 0,0-1-1 0 0,0 1 1 0 0,0-1-1 0 0,0 1 1 0 0,1 0 0 0 0,-1 1-1 0 0,1-1 1 0 0,-1 1-1 0 0,1 0 1 0 0,-1 0 0 0 0,1 0-1 0 0,0 1 1 0 0,-1-1 0 0 0,1 1-1 0 0,8 1 1 0 0,-11 0-181 0 0,1-1 0 0 0,-1 1 0 0 0,1-1 0 0 0,-1 1 0 0 0,0 0 0 0 0,0 0 0 0 0,0 0 0 0 0,1 1 1 0 0,-1-1-1 0 0,0 0 0 0 0,0 1 0 0 0,0-1 0 0 0,-1 1 0 0 0,1 0 0 0 0,0 0 0 0 0,-1-1 0 0 0,1 1 0 0 0,-1 0 0 0 0,0 0 1 0 0,1 1-1 0 0,-1-1 0 0 0,0 0 0 0 0,0 0 0 0 0,0 1 0 0 0,-1-1 0 0 0,1 0 0 0 0,0 1 0 0 0,-1-1 0 0 0,0 0 0 0 0,1 1 1 0 0,-1-1-1 0 0,0 1 0 0 0,0-1 0 0 0,-1 1 0 0 0,0 3 0 0 0,-1 14-26 0 0,-2 0 0 0 0,0 0 0 0 0,-1 0-1 0 0,-11 25 1 0 0,-38 75 578 0 0,43-96-379 0 0,-7 13 477 0 0,-25 39 0 0 0,38-67-635 0 0,-1-1-1 0 0,0 1 1 0 0,-1-1-1 0 0,0-1 1 0 0,0 1-1 0 0,-1-1 1 0 0,0 0-1 0 0,0-1 1 0 0,-17 10-1 0 0,24-15-111 0 0,0 0 0 0 0,0-1 0 0 0,0 1-1 0 0,-1-1 1 0 0,1 1 0 0 0,0-1 0 0 0,0 0 0 0 0,-1 0-1 0 0,1 1 1 0 0,0-1 0 0 0,-1 0 0 0 0,1 0 0 0 0,0 0-1 0 0,-1 0 1 0 0,1-1 0 0 0,0 1 0 0 0,-3-1 0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39.5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 7 5065 0 0,'-21'-7'4400'0'0,"21"8"-4241"0"0,0 0-1 0 0,0-1 0 0 0,0 1 0 0 0,0 0 0 0 0,1 0 1 0 0,-1-1-1 0 0,0 1 0 0 0,1 0 0 0 0,-1-1 0 0 0,0 1 0 0 0,1 0 1 0 0,-1-1-1 0 0,0 1 0 0 0,1 0 0 0 0,-1-1 0 0 0,1 1 1 0 0,-1-1-1 0 0,1 1 0 0 0,0-1 0 0 0,-1 1 0 0 0,2 0 0 0 0,4 7 108 0 0,1 1 0 0 0,-1 0 0 0 0,0 0 0 0 0,-1 1 0 0 0,0 0-1 0 0,4 12 1 0 0,18 68 723 0 0,-14-43-404 0 0,48 123 645 0 0,1 6-889 0 0,-60-167-523 0 0,14 52 169 0 0,-13-21-2834 0 0,-5-33 755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39.8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67 65 456 0 0,'-29'-8'1698'0'0,"27"8"-1513"0"0,-1 0 1 0 0,1 0-1 0 0,0-1 1 0 0,0 1-1 0 0,0-1 0 0 0,0 1 1 0 0,0-1-1 0 0,0 0 0 0 0,0 0 1 0 0,0 0-1 0 0,0 0 0 0 0,0 0 1 0 0,0 0-1 0 0,1 0 0 0 0,-1-1 1 0 0,-2-2-1 0 0,4 4-144 0 0,-1-1 0 0 0,1 1-1 0 0,0-1 1 0 0,0 1 0 0 0,0-1 0 0 0,-1 1-1 0 0,1-1 1 0 0,0 1 0 0 0,0-1 0 0 0,0 0-1 0 0,0 1 1 0 0,0-1 0 0 0,0 1 0 0 0,0-1-1 0 0,0 1 1 0 0,1-1 0 0 0,-1 1-1 0 0,0-1 1 0 0,0 1 0 0 0,0-1 0 0 0,1 1-1 0 0,-1-1 1 0 0,0 1 0 0 0,0-1 0 0 0,1 1-1 0 0,-1-1 1 0 0,0 1 0 0 0,1-1 0 0 0,-1 1-1 0 0,1 0 1 0 0,-1-1 0 0 0,0 1 0 0 0,1 0-1 0 0,-1-1 1 0 0,1 1 0 0 0,-1 0 0 0 0,1-1-1 0 0,-1 1 1 0 0,1 0 0 0 0,-1 0 0 0 0,1 0-1 0 0,0 0 1 0 0,0-1 0 0 0,29-8 2237 0 0,-27 8-2015 0 0,12-2 166 0 0,-1 0-1 0 0,1 0 0 0 0,0 2 0 0 0,0 0 1 0 0,0 0-1 0 0,0 2 0 0 0,0 0 0 0 0,-1 0 1 0 0,1 2-1 0 0,27 7 0 0 0,-34-7-423 0 0,1 0 1 0 0,-1 0-1 0 0,0 1 1 0 0,0 1-1 0 0,0-1 1 0 0,-1 1-1 0 0,0 1 1 0 0,0-1-1 0 0,0 1 1 0 0,0 1-1 0 0,-1-1 0 0 0,0 1 1 0 0,-1 0-1 0 0,1 0 1 0 0,-1 1-1 0 0,-1-1 1 0 0,1 1-1 0 0,-1 0 1 0 0,3 11-1 0 0,2 9-41 0 0,-2 0-1 0 0,-1 1 1 0 0,-2 0-1 0 0,0 0 1 0 0,-2 0 0 0 0,-1 1-1 0 0,-1-1 1 0 0,-2 0-1 0 0,-1 0 1 0 0,-1 0-1 0 0,-2 0 1 0 0,-1 0 0 0 0,-1-1-1 0 0,-1 0 1 0 0,-14 29-1 0 0,18-46 142 0 0,-1-1-1 0 0,0 1 0 0 0,-1-1 0 0 0,0-1 1 0 0,0 0-1 0 0,-1 0 0 0 0,0 0 0 0 0,0-1 1 0 0,-1 0-1 0 0,-18 12 0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30.9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 22 5985 0 0,'-46'-21'1217'0'0,"64"28"-1314"0"0,0-1 1 0 0,23 4 0 0 0,3 2 427 0 0,53 11 1168 0 0,183 21-1 0 0,14 2-106 0 0,-103-9-1263 0 0,1-9-1 0 0,314 6 1 0 0,-66-37-2151 0 0,-385 7-25 0 0,-32-1-958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31.7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9674 0 0,'0'3'69'0'0,"-1"0"0"0"0,2 0-1 0 0,-1 1 1 0 0,0-1 0 0 0,1 0 0 0 0,-1 0 0 0 0,1 1-1 0 0,0-1 1 0 0,0 0 0 0 0,0 0 0 0 0,1 0-1 0 0,-1 0 1 0 0,3 3 0 0 0,1 5 0 0 0,14 42 3 0 0,-3 1 0 0 0,-2 0 0 0 0,9 71 0 0 0,42 288-61 0 0,23 257 1755 0 0,-56 6-1118 0 0,-7-149-257 0 0,-15-347 61 0 0,-41 1625 1513 0 0,9 223 1304 0 0,27-653-3057 0 0,-19-1073-91 0 0,-21 275 286 0 0,17-456-191 0 0,10-77-524 0 0,2 0-1 0 0,-1 46 1 0 0,11-69-1055 0 0,-3-19 985 0 0,-1-1 0 0 0,1 0-1 0 0,-1 0 1 0 0,1 0-1 0 0,0 1 1 0 0,0-1 0 0 0,0 0-1 0 0,0 0 1 0 0,0 0-1 0 0,0 0 1 0 0,0 0-1 0 0,0 0 1 0 0,0-1 0 0 0,0 1-1 0 0,1 0 1 0 0,0 0-1 0 0,-1 0 79 0 0,1-1-1 0 0,-1 0 1 0 0,0 1-1 0 0,0-1 0 0 0,1 0 1 0 0,-1 0-1 0 0,0 0 1 0 0,0 0-1 0 0,1 0 1 0 0,-1 0-1 0 0,0 0 1 0 0,0 0-1 0 0,1-1 0 0 0,-1 1 1 0 0,0 0-1 0 0,0-1 1 0 0,2 0-1 0 0,14-13 757 0 0,-8 3-456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32.0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2967 4 6913 0 0,'-46'-2'429'0'0,"-27"1"-121"0"0,-6 12 387 0 0,1 4 1 0 0,-140 46-1 0 0,-34 7 531 0 0,-431 25 401 0 0,579-82-1397 0 0,-131 21 395 0 0,-299 80-1 0 0,190-38 2106 0 0,66-16-2279 0 0,255-53-1987 0 0,4-1-4175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33.2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202 14 2761 0 0,'-18'-5'-139'0'0,"9"3"-83"0"0,-1 0 0 0 0,0 0 0 0 0,-19-1 0 0 0,27 3 228 0 0,0 0 0 0 0,0 0 0 0 0,0 1 0 0 0,0-1 0 0 0,0 0 0 0 0,0 1 1 0 0,0-1-1 0 0,0 1 0 0 0,0 0 0 0 0,0-1 0 0 0,0 1 0 0 0,1 0 0 0 0,-1 0 0 0 0,0 1 0 0 0,1-1 1 0 0,-1 0-1 0 0,1 0 0 0 0,-1 1 0 0 0,1-1 0 0 0,-1 1 0 0 0,1-1 0 0 0,0 1 0 0 0,-2 3 0 0 0,-3 4 396 0 0,0 1 0 0 0,1 0 0 0 0,0 1 0 0 0,1-1 0 0 0,0 1 0 0 0,1 0 0 0 0,0 0 0 0 0,0 0 0 0 0,2 0 0 0 0,-1 0 0 0 0,1 1 0 0 0,1 15 0 0 0,14 112 3512 0 0,-5-58-3052 0 0,-1 81 0 0 0,-43 481-879 0 0,0 39-19 0 0,48 84 217 0 0,0-170-34 0 0,-12-306 13 0 0,13 736 112 0 0,-36 827-120 0 0,5-1131 1080 0 0,56-2-680 0 0,-19-564-427 0 0,21 218 146 0 0,-34-268-253 0 0,-11 163 0 0 0,2-246-171 0 0,-1 0 121 0 0,2 1 0 0 0,1-1 0 0 0,2 24 0 0 0,-2-42-278 0 0,1 1 0 0 0,0 0 0 0 0,1-1 0 0 0,-1 1 0 0 0,1-1 0 0 0,0 1 0 0 0,0-1 0 0 0,1 0 0 0 0,-1 0-1 0 0,1 0 1 0 0,0 0 0 0 0,1 0 0 0 0,-1-1 0 0 0,1 1 0 0 0,0-1 0 0 0,0 0 0 0 0,6 4 0 0 0,-2-2-622 0 0,-1 0-1 0 0,0 0 1 0 0,0 1 0 0 0,-1 0 0 0 0,0 0 0 0 0,0 0-1 0 0,0 1 1 0 0,7 14 0 0 0,-6-10 485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33.5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0 1 192 0 0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40.9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68 88 3225 0 0,'-3'-2'200'0'0,"0"0"0"0"0,0 0 0 0 0,0 0 0 0 0,1 0 0 0 0,-1-1 1 0 0,1 1-1 0 0,0 0 0 0 0,0-1 0 0 0,-1 0 0 0 0,2 0 0 0 0,-1 1 1 0 0,0-1-1 0 0,0 0 0 0 0,1-1 0 0 0,-2-5 0 0 0,1 5 392 0 0,1 0 0 0 0,-1 0 0 0 0,0 1 0 0 0,-1-1 0 0 0,1 0 0 0 0,0 1 0 0 0,-1-1 0 0 0,0 1 0 0 0,-5-5 0 0 0,6 15 2320 0 0,5 33-2160 0 0,14 39-303 0 0,4-1 0 0 0,44 108-1 0 0,-8-24-279 0 0,-48-129-164 0 0,-5-19-9 0 0,0 0-1 0 0,0 0 1 0 0,1-1 0 0 0,1 1-1 0 0,0-1 1 0 0,1 0-1 0 0,0-1 1 0 0,11 15 0 0 0,-16-26 11 0 0,-1 1 0 0 0,1-1 1 0 0,0 1-1 0 0,0-1 0 0 0,0 0 0 0 0,0 1 1 0 0,-1-1-1 0 0,2 0 0 0 0,-1 0 0 0 0,0 0 1 0 0,0-1-1 0 0,0 1 0 0 0,0 0 0 0 0,0-1 1 0 0,1 1-1 0 0,-1-1 0 0 0,0 0 0 0 0,0 0 1 0 0,1 0-1 0 0,-1 0 0 0 0,0 0 0 0 0,1 0 1 0 0,-1-1-1 0 0,0 1 0 0 0,0-1 1 0 0,0 0-1 0 0,1 1 0 0 0,-1-1 0 0 0,0 0 1 0 0,0 0-1 0 0,0-1 0 0 0,0 1 0 0 0,-1 0 1 0 0,1 0-1 0 0,3-4 0 0 0,6-4 72 0 0,-1-1-1 0 0,0 0 0 0 0,0-1 1 0 0,11-16-1 0 0,-17 21-52 0 0,16-21 101 0 0,53-64 516 0 0,-66 84-757 0 0,0 0 0 0 0,0 0 0 0 0,1 0-1 0 0,0 1 1 0 0,0 0 0 0 0,1 1 0 0 0,0 0-1 0 0,18-8 1 0 0,-12 9-4240 0 0,0 4-1475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41.3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1 1840 0 0,'-2'2'343'0'0,"1"1"-1"0"0,-1 0 1 0 0,1 0-1 0 0,-1 0 1 0 0,1 0-1 0 0,0 0 1 0 0,0 0 0 0 0,0 0-1 0 0,0 0 1 0 0,1 0-1 0 0,0 1 1 0 0,-1-1-1 0 0,1 0 1 0 0,1 6-1 0 0,4 47 2886 0 0,-5-54-3096 0 0,6 20 564 0 0,0 0 0 0 0,1 0 1 0 0,2-1-1 0 0,0 0 0 0 0,1 0 0 0 0,17 25 0 0 0,22 49-128 0 0,-22-25-918 0 0,-4 2-1 0 0,-2 0 0 0 0,-4 1 0 0 0,8 84 1 0 0,-21-134-1009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41.6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2 267 4609 0 0,'-1'-7'135'0'0,"1"0"0"0"0,-1 0 0 0 0,1 0 0 0 0,1 0 0 0 0,-1 0 0 0 0,1 0 0 0 0,1 0 0 0 0,-1 0 0 0 0,1 0 0 0 0,0 0 0 0 0,1 1 0 0 0,0-1 0 0 0,0 1 0 0 0,0 0 0 0 0,0 0 0 0 0,6-7 0 0 0,2-3 224 0 0,1 0-1 0 0,1 0 1 0 0,0 1-1 0 0,24-20 1 0 0,-30 29-259 0 0,1 0 0 0 0,0 0 1 0 0,0 0-1 0 0,1 1 0 0 0,-1 1 1 0 0,13-6-1 0 0,-19 9-121 0 0,0 0 0 0 0,0 1 1 0 0,1-1-1 0 0,-1 1 0 0 0,0-1 0 0 0,1 1 0 0 0,-1 0 0 0 0,0 0 1 0 0,1 0-1 0 0,-1 0 0 0 0,1 0 0 0 0,-1 0 0 0 0,0 1 0 0 0,1-1 1 0 0,-1 1-1 0 0,0-1 0 0 0,0 1 0 0 0,1 0 0 0 0,-1 0 0 0 0,0 0 1 0 0,0 0-1 0 0,0 1 0 0 0,0-1 0 0 0,0 1 0 0 0,-1-1 0 0 0,1 1 1 0 0,0-1-1 0 0,-1 1 0 0 0,1 0 0 0 0,-1 0 0 0 0,2 2 1 0 0,6 9-3088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42.0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1 211 5065 0 0,'1'-3'130'0'0,"1"0"1"0"0,0 0-1 0 0,0 0 1 0 0,0 0-1 0 0,1 0 0 0 0,-1 1 1 0 0,1-1-1 0 0,-1 1 0 0 0,1 0 1 0 0,0-1-1 0 0,4-1 1 0 0,4-6 232 0 0,53-62 2080 0 0,-44 48-1432 0 0,38-36 0 0 0,-57 59-1015 0 0,1 0-1 0 0,-1 0 1 0 0,0 0-1 0 0,0 0 1 0 0,1 0-1 0 0,-1 0 1 0 0,1 0-1 0 0,-1 1 0 0 0,1-1 1 0 0,-1 1-1 0 0,3-2 1 0 0,3 2-270 0 0</inkml:trace>
  <inkml:trace contextRef="#ctx0" brushRef="#br0" timeOffset="1">233 373 2304 0 0,'-2'1'2170'0'0,"6"-3"-720"0"0,15-11-67 0 0,26-21-210 0 0,-26 14-454 0 0,22-29-1 0 0,11-11-1401 0 0,-45 53 459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42.3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61 3 5529 0 0,'-3'-1'189'0'0,"-1"1"0"0"0,1-1 0 0 0,0 1 0 0 0,-1-1 0 0 0,1 1 0 0 0,0 0 0 0 0,-1 0 0 0 0,1 1 0 0 0,0-1 0 0 0,0 1 0 0 0,-6 1 0 0 0,8-2-45 0 0,0 1 0 0 0,0-1-1 0 0,0 1 1 0 0,0 0 0 0 0,0-1 0 0 0,0 1-1 0 0,1 0 1 0 0,-1 0 0 0 0,0 0-1 0 0,0-1 1 0 0,1 1 0 0 0,-1 0 0 0 0,0 0-1 0 0,1 0 1 0 0,-1 0 0 0 0,1 0-1 0 0,-1 0 1 0 0,1 1 0 0 0,0-1 0 0 0,-1 0-1 0 0,1 0 1 0 0,0 0 0 0 0,0 0-1 0 0,0 0 1 0 0,0 1 0 0 0,0-1 0 0 0,0 0-1 0 0,0 0 1 0 0,0 0 0 0 0,0 0-1 0 0,1 0 1 0 0,-1 1 0 0 0,0-1 0 0 0,1 0-1 0 0,-1 0 1 0 0,2 2 0 0 0,40 98 3234 0 0,-26-65-2816 0 0,16 48 0 0 0,-21-48-310 0 0,47 145 240 0 0,-44-145-492 0 0,1-1-1 0 0,2-1 0 0 0,22 33 1 0 0,-21-37-213 0 0,-14-22-181 0 0,0 0-1 0 0,1 0 1 0 0,0 0-1 0 0,1 0 1 0 0,-1-1-1 0 0,1 0 0 0 0,11 10 1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42.6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41 2304 0 0,'0'-2'18'0'0,"0"0"0"0"0,0 1 0 0 0,0-1 0 0 0,0 1-1 0 0,0-1 1 0 0,1 1 0 0 0,-1-1 0 0 0,0 1 0 0 0,1-1-1 0 0,-1 1 1 0 0,1-1 0 0 0,-1 1 0 0 0,1-1 0 0 0,0 1-1 0 0,0 0 1 0 0,0 0 0 0 0,0-1 0 0 0,0 1-1 0 0,0 0 1 0 0,0 0 0 0 0,0 0 0 0 0,0 0 0 0 0,0 0-1 0 0,1 0 1 0 0,-1 0 0 0 0,0 0 0 0 0,1 1 0 0 0,-1-1-1 0 0,0 0 1 0 0,1 1 0 0 0,-1-1 0 0 0,1 1 0 0 0,-1-1-1 0 0,1 1 1 0 0,0 0 0 0 0,-1 0 0 0 0,1 0-1 0 0,1 0 1 0 0,4 0-16 0 0,-1 1-1 0 0,1-1 0 0 0,-1 1 0 0 0,1 1 1 0 0,-1-1-1 0 0,0 1 0 0 0,11 5 1 0 0,16 7 311 0 0,-2 2 1 0 0,1 1-1 0 0,54 42 1 0 0,-76-52-95 0 0,-1 1 0 0 0,0 0-1 0 0,0 1 1 0 0,-1 0 0 0 0,0 0 0 0 0,0 1-1 0 0,-1 0 1 0 0,-1 0 0 0 0,1 1 0 0 0,-2 0-1 0 0,1 0 1 0 0,-2 0 0 0 0,1 1 0 0 0,-2-1-1 0 0,3 14 1 0 0,-5-17 7 0 0,-1 0 0 0 0,0 0 0 0 0,0 0 0 0 0,-1 0 0 0 0,0 0 0 0 0,0 0 0 0 0,-1 0-1 0 0,0 0 1 0 0,0 0 0 0 0,-1-1 0 0 0,0 1 0 0 0,-1-1 0 0 0,1 0 0 0 0,-6 8 0 0 0,-9 11 898 0 0,0-2 0 0 0,-30 31 0 0 0,30-34-549 0 0,-2 0 121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8:47.9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77 86 1840 0 0,'-7'-14'930'0'0,"5"7"-387"0"0,-1 1 0 0 0,0-1 1 0 0,-1 1-1 0 0,0-1 0 0 0,0 1 0 0 0,0 1 0 0 0,0-1 0 0 0,-1 0 1 0 0,-7-5-1 0 0,12 10-417 0 0,-1 1 0 0 0,1-1 0 0 0,-1 1 0 0 0,1 0-1 0 0,-1-1 1 0 0,1 1 0 0 0,-1 0 0 0 0,1-1 0 0 0,-1 1 0 0 0,1 0 0 0 0,-1 0 0 0 0,0 0 0 0 0,1-1 0 0 0,-1 1 0 0 0,1 0 0 0 0,-1 0 0 0 0,0 0 0 0 0,1 0 0 0 0,-1 0 0 0 0,1 0 0 0 0,-1 0 0 0 0,0 0-1 0 0,1 0 1 0 0,-1 1 0 0 0,1-1 0 0 0,-1 0 0 0 0,1 0 0 0 0,-1 0 0 0 0,1 1 0 0 0,-1-1 0 0 0,1 0 0 0 0,-1 1 0 0 0,0-1 0 0 0,0 2 40 0 0,1-1 1 0 0,-1 0-1 0 0,0 1 0 0 0,1-1 1 0 0,-1 0-1 0 0,1 1 1 0 0,0-1-1 0 0,-1 1 0 0 0,1-1 1 0 0,0 1-1 0 0,0-1 0 0 0,0 3 1 0 0,6 42 920 0 0,19 98 269 0 0,10 286-1 0 0,-29-278-364 0 0,44 252 0 0 0,-44-378-1032 0 0,-2-7-474 0 0,0 1-1 0 0,3 38 1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8:48.3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257 136 3225 0 0,'-40'-8'996'0'0,"6"2"1031"0"0,0-2 0 0 0,0-1 0 0 0,-58-25 0 0 0,91 34-1901 0 0,-1-1-1 0 0,1 1 1 0 0,0-1-1 0 0,0 1 1 0 0,-1-1-1 0 0,1 0 1 0 0,0 1-1 0 0,0-1 1 0 0,0 0-1 0 0,0 0 1 0 0,0 0-1 0 0,0 0 1 0 0,0 0-1 0 0,0 0 1 0 0,0 0-1 0 0,0 0 1 0 0,1-1-1 0 0,-1 1 1 0 0,0 0-1 0 0,1 0 0 0 0,-1-1 1 0 0,0-1-1 0 0,2 2-20 0 0,-1-1 0 0 0,0 1 0 0 0,1 0 0 0 0,-1 0 0 0 0,1 0 0 0 0,-1 0 0 0 0,1 0 0 0 0,-1 0 0 0 0,1 0 0 0 0,0 0 0 0 0,-1 0 0 0 0,1 0 0 0 0,0 0 0 0 0,0 0 0 0 0,0 1 0 0 0,0-1 0 0 0,0 0 0 0 0,0 1 0 0 0,0-1 0 0 0,1 0 0 0 0,6-3 196 0 0,1 0 1 0 0,-1 0-1 0 0,0 1 0 0 0,1 1 1 0 0,13-3-1 0 0,15 1 14 0 0,0 3 0 0 0,1 1 0 0 0,-1 1 0 0 0,70 13 0 0 0,35 2 111 0 0,195-21-204 0 0,35 3-236 0 0,-347 4 101 0 0,34 6 0 0 0,-53-7-414 0 0,0 1 0 0 0,-1-1 0 0 0,1 1 0 0 0,0 0 0 0 0,-1 0 0 0 0,1 1 0 0 0,-1-1-1 0 0,0 1 1 0 0,0 0 0 0 0,0 1 0 0 0,8 7 0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8:48.7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33 9674 0 0,'-1'-1'30'0'0,"1"1"-1"0"0,0 0 1 0 0,0 0-1 0 0,-1-1 1 0 0,1 1 0 0 0,0 0-1 0 0,0 0 1 0 0,0-1 0 0 0,-1 1-1 0 0,1 0 1 0 0,0 0-1 0 0,0-1 1 0 0,0 1 0 0 0,0 0-1 0 0,0-1 1 0 0,0 1-1 0 0,0 0 1 0 0,0-1 0 0 0,-1 1-1 0 0,1 0 1 0 0,0-1-1 0 0,0 1 1 0 0,0 0 0 0 0,1 0-1 0 0,-1-1 1 0 0,0 1-1 0 0,0 0 1 0 0,0-1 0 0 0,0 1-1 0 0,0 0 1 0 0,0-1-1 0 0,0 1 1 0 0,0 0 0 0 0,1-1-1 0 0,11-7 736 0 0,22-1 208 0 0,-32 8-894 0 0,9-1 258 0 0,0 1-1 0 0,0 1 1 0 0,0 0 0 0 0,0 0 0 0 0,0 1 0 0 0,0 0 0 0 0,0 1 0 0 0,0 0-1 0 0,-1 1 1 0 0,1 0 0 0 0,-1 1 0 0 0,1 0 0 0 0,-1 0 0 0 0,12 8 0 0 0,14 10 120 0 0,0 2 0 0 0,43 38 1 0 0,-57-44-222 0 0,114 84 200 0 0,-62-48-74 0 0,82 77 0 0 0,-120-93-448 0 0,45 62 0 0 0,-52-62-743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8:49.00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408 7 5985 0 0,'1'-7'1649'0'0,"-12"17"-727"0"0,-13 19 172 0 0,-88 131 2161 0 0,-43 57-1333 0 0,147-207-1812 0 0,-22 27 96 0 0,-30 48 1 0 0,51-69-810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8:49.6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78 282 5985 0 0,'-7'1'377'0'0,"-32"4"730"0"0,37-5-1017 0 0,1 0 0 0 0,-1 0 0 0 0,0 0 0 0 0,0 0 0 0 0,1 0 0 0 0,-1 0 0 0 0,0-1 0 0 0,0 1 1 0 0,1 0-1 0 0,-1-1 0 0 0,0 1 0 0 0,1-1 0 0 0,-1 0 0 0 0,1 0 0 0 0,-1 0 0 0 0,1 1 0 0 0,-2-3 0 0 0,3 3-44 0 0,0-1 0 0 0,0 1 0 0 0,0-1 0 0 0,0 0 0 0 0,0 1 0 0 0,0-1 0 0 0,0 1 0 0 0,1-1 0 0 0,-1 1 0 0 0,0-1 0 0 0,0 1 0 0 0,1-1 0 0 0,-1 1 0 0 0,0-1 0 0 0,1 1 0 0 0,-1-1 0 0 0,0 1 0 0 0,1-1 0 0 0,-1 1 0 0 0,1 0 0 0 0,-1-1 0 0 0,1 1 0 0 0,-1 0 0 0 0,1-1 0 0 0,-1 1 0 0 0,1 0 0 0 0,15-11 512 0 0,2 2-231 0 0,0 1 0 0 0,1 1 0 0 0,0 1 1 0 0,24-6-1 0 0,84-10 425 0 0,-52 10-251 0 0,144-19 679 0 0,411-7 0 0 0,-306 16-779 0 0,-65 2 479 0 0,-214 18-805 0 0,75-3 648 0 0,182-29-1 0 0,-291 32-1066 0 0,-1 0 0 0 0,1-1 0 0 0,-1 0 1 0 0,0-1-1 0 0,19-9 0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8:50.0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1 7370 0 0,'4'84'5995'0'0,"-3"-67"-5461"0"0,23 824 4483 0 0,-54-294-1574 0 0,13-333-2874 0 0,8-123-482 0 0,-2 48-1093 0 0,11-126 17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8:50.6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181 197 456 0 0,'-38'34'3803'0'0,"2"1"0"0"0,-62 80 0 0 0,97-114-3703 0 0,1-1 0 0 0,-1 1 0 0 0,0-1 0 0 0,1 1 0 0 0,-1 0 0 0 0,1-1 0 0 0,-1 1 0 0 0,1 0 0 0 0,-1-1 0 0 0,1 1 0 0 0,-1 0 0 0 0,1 0 0 0 0,0-1 0 0 0,0 1 0 0 0,-1 0 0 0 0,1 0 0 0 0,0 0 0 0 0,0-1 0 0 0,0 1 0 0 0,0 0 0 0 0,0 0 0 0 0,0 1 0 0 0,15-6 1459 0 0,26-20-431 0 0,59-47-247 0 0,149-80 1 0 0,-221 136-942 0 0,-1-1 1 0 0,0-2 0 0 0,35-30-1 0 0,-8-4-6540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8:51.02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83 33 6449 0 0,'-59'22'1809'0'0,"35"-13"1975"0"0,32-12-1463 0 0,22-9-1854 0 0,0 1 0 0 0,1 1-1 0 0,0 2 1 0 0,1 1 0 0 0,63-5 0 0 0,-92 12-457 0 0,-1-1 1 0 0,1 1 0 0 0,0 1-1 0 0,0-1 1 0 0,0 0-1 0 0,0 1 1 0 0,-1-1 0 0 0,1 1-1 0 0,0 0 1 0 0,0 0-1 0 0,-1 0 1 0 0,1 0 0 0 0,-1 0-1 0 0,1 1 1 0 0,-1-1 0 0 0,1 1-1 0 0,-1 0 1 0 0,0 0-1 0 0,0 0 1 0 0,0 0 0 0 0,0 0-1 0 0,0 0 1 0 0,0 0 0 0 0,-1 0-1 0 0,3 4 1 0 0,-3-1 16 0 0,1-1 0 0 0,-1 1 0 0 0,0 0 0 0 0,0 0 0 0 0,0 0 1 0 0,-1 0-1 0 0,1 0 0 0 0,-1 0 0 0 0,-1 0 0 0 0,1 0 0 0 0,-1 0 1 0 0,0 0-1 0 0,-2 7 0 0 0,-9 28 690 0 0,-2-1 1 0 0,-19 40-1 0 0,-8 16-2957 0 0,35-76-4178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8:51.4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49 427 2304 0 0,'-9'5'-393'0'0,"5"-4"1066"0"0,1 1 0 0 0,0-1-1 0 0,0 1 1 0 0,0 0 0 0 0,0 0-1 0 0,0 0 1 0 0,1 0-1 0 0,-1 0 1 0 0,1 1 0 0 0,-1-1-1 0 0,1 1 1 0 0,-4 4 0 0 0,37-21 1736 0 0,235-182 145 0 0,-138 103-2091 0 0,71-45-228 0 0,-170 122-1241 0 0,-16 11-38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8:51.8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111 7 2304 0 0,'-44'-6'2129'0'0,"38"6"-1161"0"0,0 0 0 0 0,0 0 0 0 0,0 0 0 0 0,1 1-1 0 0,-1 0 1 0 0,0 0 0 0 0,1 0 0 0 0,-1 1 0 0 0,-8 3 0 0 0,30-4 3349 0 0,52 15-3064 0 0,-19-5-720 0 0,-36-9-382 0 0,1 0 0 0 0,-1 1 0 0 0,0 1 0 0 0,0 1 0 0 0,0-1 0 0 0,0 2 0 0 0,20 12 0 0 0,-31-17-142 0 0,0 1-1 0 0,-1-1 0 0 0,0 1 0 0 0,1 0 1 0 0,-1 0-1 0 0,0 0 0 0 0,0-1 0 0 0,0 1 1 0 0,0 0-1 0 0,-1 0 0 0 0,1 1 0 0 0,0-1 1 0 0,-1 0-1 0 0,1 0 0 0 0,-1 0 0 0 0,0 0 1 0 0,0 0-1 0 0,0 1 0 0 0,0-1 0 0 0,0 0 1 0 0,0 0-1 0 0,0 0 0 0 0,-1 0 0 0 0,1 0 1 0 0,-1 0-1 0 0,0 1 0 0 0,0-1 0 0 0,-1 3 1 0 0,-4 8 20 0 0,-1 0 1 0 0,0 0 0 0 0,-10 14 0 0 0,10-17 25 0 0,-82 124-217 0 0,68-100-356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8:53.4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25 4609 0 0,'9'-24'10682'0'0,"-9"37"-9083"0"0,3 489 864 0 0,1-413-2324 0 0,45 567 294 0 0,-5-95 36 0 0,-30-414 271 0 0,1 56 35 0 0,-19-179-892 0 0,4-23 49 0 0,0 0 0 0 0,0-1 0 0 0,0 1-1 0 0,0 0 1 0 0,0-1 0 0 0,-1 1 0 0 0,1 0-1 0 0,0-1 1 0 0,0 1 0 0 0,-1 0-1 0 0,1-1 1 0 0,0 1 0 0 0,-1-1 0 0 0,1 1-1 0 0,-1-1 1 0 0,1 1 0 0 0,-1-1 0 0 0,1 1-1 0 0,-1-1 1 0 0,1 1 0 0 0,-1-1 0 0 0,0 0-1 0 0,1 1 1 0 0,-1-1 0 0 0,1 0 0 0 0,-1 0-1 0 0,0 1 1 0 0,1-1 0 0 0,-1 0 0 0 0,0 0-1 0 0,0 0 1 0 0,-4-2-1432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8:54.3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699 1 5529 0 0,'-139'120'5955'0'0,"17"-14"-2141"0"0,120-105-3769 0 0,-67 67 2143 0 0,-3-4 0 0 0,-140 97 0 0 0,197-152-2251 0 0,7-5-148 0 0,1 0 0 0 0,-1 1 0 0 0,1 0 0 0 0,1 0 0 0 0,-1 0 0 0 0,1 1-1 0 0,-1 0 1 0 0,-5 8 0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8:54.6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5985 0 0,'0'0'464'0'0,"26"-1"4201"0"0,-21 4-4187 0 0,0-1 0 0 0,0 1-1 0 0,0 1 1 0 0,0-1-1 0 0,-1 1 1 0 0,1-1 0 0 0,-1 1-1 0 0,0 1 1 0 0,0-1 0 0 0,5 8-1 0 0,33 53 1390 0 0,-34-50-1378 0 0,63 124 1367 0 0,8 14-1790 0 0,-66-132-1326 0 0,0-1-1 0 0,28 30 1 0 0,-23-36-4333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8:55.0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0 6913 0 0,'-4'4'226'0'0,"-1"0"0"0"0,0 0 0 0 0,1 0-1 0 0,0 1 1 0 0,0-1 0 0 0,-6 10 0 0 0,10-13-171 0 0,-1-1 0 0 0,1 1 0 0 0,-1 0 1 0 0,1 0-1 0 0,0-1 0 0 0,0 1 1 0 0,-1 0-1 0 0,1 0 0 0 0,0 0 1 0 0,0 0-1 0 0,0-1 0 0 0,0 1 0 0 0,0 0 1 0 0,0 0-1 0 0,0 0 0 0 0,0 0 1 0 0,1-1-1 0 0,-1 1 0 0 0,0 0 1 0 0,0 0-1 0 0,1 0 0 0 0,-1 0 0 0 0,1 0 28 0 0,1 1 1 0 0,-1-1-1 0 0,0 0 0 0 0,0 0 0 0 0,1 0 0 0 0,-1 0 0 0 0,1 0 0 0 0,-1 0 0 0 0,1 0 0 0 0,-1-1 0 0 0,1 1 0 0 0,-1-1 0 0 0,1 1 0 0 0,0-1 0 0 0,2 1 0 0 0,23 3 678 0 0,1-2 0 0 0,-1-1 0 0 0,0-1 0 0 0,1-1-1 0 0,36-7 1 0 0,-43 6-349 0 0,154-23 1483 0 0,126-9 137 0 0,-268 33-2319 0 0,0 2 1 0 0,1 1-1 0 0,-1 1 0 0 0,0 2 0 0 0,0 2 0 0 0,-1 0 1 0 0,32 13-1 0 0,-41-10-1648 0 0,-2 1-3888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8:55.50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57 1 10594 0 0,'-1'2'4533'0'0,"-6"18"-2847"0"0,-28 319 3224 0 0,29 5-4392 0 0,3-98-2 0 0,-1 482-553 0 0,4-699-2393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8:56.0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34 0 3225 0 0,'-17'1'-92'0'0,"0"5"5356"0"0,29 0-4254 0 0,-5-3-706 0 0,1 0 0 0 0,-1-1 0 0 0,1 0 0 0 0,-1-1 0 0 0,1 0 0 0 0,0 0-1 0 0,12 0 1 0 0,59-7 1581 0 0,-26 1-758 0 0,399-8 2782 0 0,-357 16-3469 0 0,183 32 0 0 0,-102-10-339 0 0,-172-24-186 0 0,-1 0 0 0 0,1 0 0 0 0,-1-1-1 0 0,1 0 1 0 0,0 0 0 0 0,-1 0 0 0 0,1 0-1 0 0,-1-1 1 0 0,1 1 0 0 0,-1-1 0 0 0,1 0-1 0 0,-1 0 1 0 0,1 0 0 0 0,-1 0 0 0 0,0-1 0 0 0,1 1-1 0 0,-1-1 1 0 0,0 0 0 0 0,0 0 0 0 0,0 0-1 0 0,2-3 1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8:56.7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38 107 10594 0 0,'-6'-11'574'0'0,"0"0"0"0"0,1-1-1 0 0,0 1 1 0 0,0-1-1 0 0,1 0 1 0 0,-2-17 0 0 0,6 28-546 0 0,0 1 1 0 0,0-1 0 0 0,0 1-1 0 0,0-1 1 0 0,0 1-1 0 0,0 0 1 0 0,1-1 0 0 0,-1 1-1 0 0,0 0 1 0 0,0-1-1 0 0,0 1 1 0 0,1 0 0 0 0,-1-1-1 0 0,0 1 1 0 0,1 0 0 0 0,-1-1-1 0 0,0 1 1 0 0,1 0-1 0 0,-1 0 1 0 0,0-1 0 0 0,1 1-1 0 0,-1 0 1 0 0,0 0-1 0 0,1 0 1 0 0,-1-1 0 0 0,1 1-1 0 0,-1 0 1 0 0,1 0-1 0 0,-1 0 1 0 0,0 0 0 0 0,1 0-1 0 0,-1 0 1 0 0,1 0-1 0 0,-1 0 1 0 0,0 0 0 0 0,1 0-1 0 0,-1 0 1 0 0,1 0 0 0 0,-1 0-1 0 0,1 1 1 0 0,-1-1-1 0 0,0 0 1 0 0,1 0 0 0 0,-1 0-1 0 0,0 1 1 0 0,1-1-1 0 0,0 0 1 0 0,21 8 872 0 0,-2 4-450 0 0,0 1 1 0 0,-1 0 0 0 0,-1 2 0 0 0,0 0 0 0 0,-1 1-1 0 0,16 20 1 0 0,25 22 66 0 0,-20-23-407 0 0,1-1-1 0 0,2-2 1 0 0,2-2-1 0 0,57 32 1 0 0,-69-53-689 0 0,-11-11-4207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8:57.1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35 2 6449 0 0,'-19'-1'2679'0'0,"4"1"2877"0"0,28 11-2073 0 0,31 19-2901 0 0,-1 1 0 0 0,-2 2 1 0 0,-1 1-1 0 0,-2 3 0 0 0,63 76 1 0 0,-46-52-5094 0 0,125 108 1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8:57.6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24 161 5985 0 0,'-1'0'157'0'0,"0"0"0"0"0,0 0 0 0 0,0 0-1 0 0,0 0 1 0 0,1 0 0 0 0,-1 0 0 0 0,0 0-1 0 0,0 0 1 0 0,0-1 0 0 0,0 1 0 0 0,0 0-1 0 0,0 0 1 0 0,1-1 0 0 0,-1 1 0 0 0,0-1-1 0 0,0 1 1 0 0,1-1 0 0 0,-1 1 0 0 0,0-1-1 0 0,1 1 1 0 0,-1-1 0 0 0,0 0 0 0 0,1 1-1 0 0,-1-1 1 0 0,1 0 0 0 0,-1 1 0 0 0,1-1 0 0 0,-1 0-1 0 0,1 0 1 0 0,-1 0 0 0 0,1 1 0 0 0,0-1-1 0 0,0 0 1 0 0,-1 0 0 0 0,1 0 0 0 0,0-1-1 0 0,0 1-56 0 0,0 0 0 0 0,0-1 0 0 0,0 1-1 0 0,1 0 1 0 0,-1-1 0 0 0,0 1 0 0 0,1 0-1 0 0,-1 0 1 0 0,1-1 0 0 0,0 1-1 0 0,-1 0 1 0 0,1 0 0 0 0,0 0 0 0 0,-1 0-1 0 0,1 0 1 0 0,0 0 0 0 0,0 0 0 0 0,0 0-1 0 0,0 0 1 0 0,0 0 0 0 0,0 0 0 0 0,0 0-1 0 0,2 0 1 0 0,6-3 156 0 0,0 1 1 0 0,0 0-1 0 0,0 0 1 0 0,1 1-1 0 0,-1 0 1 0 0,1 1-1 0 0,-1 0 1 0 0,1 0-1 0 0,10 1 0 0 0,-1 1 134 0 0,0 1-1 0 0,0 0 0 0 0,30 8 0 0 0,-32-4-246 0 0,-1 0 0 0 0,0 1-1 0 0,-1 1 1 0 0,1 0 0 0 0,-2 1 0 0 0,1 1 0 0 0,-1 1 0 0 0,14 12-1 0 0,-18-15-52 0 0,14 5 81 0 0,-24-13-141 0 0,1 0 0 0 0,0 0 1 0 0,0 0-1 0 0,0 0 1 0 0,-1 0-1 0 0,1 0 1 0 0,0 0-1 0 0,0 0 0 0 0,-1 0 1 0 0,1 0-1 0 0,0 0 1 0 0,0-1-1 0 0,-1 1 0 0 0,1 0 1 0 0,0 0-1 0 0,-1-1 1 0 0,1 1-1 0 0,0-1 0 0 0,-1 1 1 0 0,2-1-1 0 0,-1-1 21 0 0,1 0 0 0 0,-1 0-1 0 0,0 0 1 0 0,0-1 0 0 0,0 1-1 0 0,0 0 1 0 0,-1 0 0 0 0,1-1-1 0 0,-1 1 1 0 0,1 0 0 0 0,-1-1-1 0 0,0 1 1 0 0,0-1 0 0 0,0 1 0 0 0,0 0-1 0 0,0-1 1 0 0,-1-2 0 0 0,-2-19 145 0 0,-11-39 0 0 0,0-4-3040 0 0,11 50-4034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8:58.1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19 351 3225 0 0,'-2'-3'847'0'0,"-10"-25"3069"0"0,11 27-3709 0 0,0 0 1 0 0,1 0-1 0 0,0 0 1 0 0,-1 0-1 0 0,1 0 1 0 0,0 0-1 0 0,-1 1 1 0 0,1-1-1 0 0,0 0 1 0 0,0 0-1 0 0,0 0 1 0 0,0 0-1 0 0,0 0 1 0 0,0 0-1 0 0,0 0 1 0 0,0 0-1 0 0,0 0 1 0 0,1 0 0 0 0,-1 0-1 0 0,0 0 1 0 0,1 0-1 0 0,-1 0 1 0 0,1-2-1 0 0,1 3-34 0 0,-1 0 0 0 0,1-1-1 0 0,-1 1 1 0 0,1 0 0 0 0,-1 0 0 0 0,1 0 0 0 0,-1 0-1 0 0,1 0 1 0 0,0 0 0 0 0,-1 0 0 0 0,1 0-1 0 0,-1 1 1 0 0,1-1 0 0 0,-1 1 0 0 0,0-1 0 0 0,1 1-1 0 0,2 1 1 0 0,26 14 736 0 0,-28-15-716 0 0,22 15 457 0 0,-1 1 0 0 0,0 2-1 0 0,23 23 1 0 0,21 19-293 0 0,-66-61-351 0 0,-1 1 0 0 0,1-1-1 0 0,-1 1 1 0 0,0-1 0 0 0,1 0-1 0 0,-1 1 1 0 0,1-1 0 0 0,0 1-1 0 0,-1-1 1 0 0,1 0 0 0 0,-1 0-1 0 0,1 1 1 0 0,-1-1 0 0 0,1 0-1 0 0,0 0 1 0 0,-1 0 0 0 0,1 1-1 0 0,0-1 1 0 0,-1 0 0 0 0,1 0 0 0 0,0 0-1 0 0,-1 0 1 0 0,1 0 0 0 0,0 0-1 0 0,-1-1 1 0 0,1 1 0 0 0,-1 0-1 0 0,1 0 1 0 0,0 0 0 0 0,-1-1-1 0 0,2 1 1 0 0,-1-1 20 0 0,0-1 0 0 0,-1 1 0 0 0,1 0 0 0 0,0 0 1 0 0,-1-1-1 0 0,1 1 0 0 0,0 0 0 0 0,-1-1 0 0 0,0 1 0 0 0,1-1 0 0 0,-1 1 0 0 0,0-1 1 0 0,1-1-1 0 0,-3-56 794 0 0,2 54-719 0 0,-4-46 383 0 0,-11-209-155 0 0,18 206-2185 0 0,-2 29-5535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8:59.0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 56 9218 0 0,'-23'-44'7029'0'0,"19"32"-3532"0"0,18 30-1768 0 0,33 60-1510 0 0,-3 2 0 0 0,-3 2 1 0 0,50 146-1 0 0,-84-207-543 0 0,20 49-407 0 0,-23-64-481 0 0,-1 0-1 0 0,1 0 1 0 0,0-1 0 0 0,10 11 0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8:59.3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1 154 8290 0 0,'10'-18'594'0'0,"1"2"0"0"0,0 0 0 0 0,20-22 0 0 0,-24 30-128 0 0,1 1 0 0 0,-1 0 0 0 0,1 0 1 0 0,0 1-1 0 0,1 0 0 0 0,0 1 0 0 0,0-1 1 0 0,13-4-1 0 0,-21 9-421 0 0,0 1 0 0 0,-1-1 0 0 0,1 1 0 0 0,0 0 0 0 0,0 0 0 0 0,0-1 0 0 0,0 1 0 0 0,0 0 0 0 0,0 0 0 0 0,0 0 0 0 0,0 0 0 0 0,0 0 0 0 0,0 0 0 0 0,0 0 0 0 0,0 0 0 0 0,0 0 0 0 0,0 1 0 0 0,0-1 0 0 0,0 0 0 0 0,0 1 1 0 0,0-1-1 0 0,0 1 0 0 0,0-1 0 0 0,0 1 0 0 0,-1-1 0 0 0,2 2 0 0 0,-1-1-1 0 0,0 1 0 0 0,0-1 1 0 0,0 1-1 0 0,0 0 0 0 0,0 0 1 0 0,0-1-1 0 0,-1 1 0 0 0,1 0 1 0 0,-1 0-1 0 0,1 0 1 0 0,-1 0-1 0 0,0-1 0 0 0,0 3 1 0 0,0 9 189 0 0,0-1 0 0 0,-1 0 1 0 0,-4 17-1 0 0,4-25-90 0 0,-2 15-204 0 0,-2-1-1 0 0,-1 1 1 0 0,0-1 0 0 0,-1 0 0 0 0,-10 17-1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8:59.6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19 10594 0 0,'0'-1'105'0'0,"0"1"0"0"0,-1 0-1 0 0,1-1 1 0 0,0 1 0 0 0,-1 0-1 0 0,1-1 1 0 0,0 1 0 0 0,0 0 0 0 0,0-1-1 0 0,-1 1 1 0 0,1-1 0 0 0,0 1-1 0 0,0-1 1 0 0,0 1 0 0 0,0 0-1 0 0,0-1 1 0 0,0 1 0 0 0,0-1-1 0 0,0 1 1 0 0,0-1 0 0 0,0 1 0 0 0,0-1-1 0 0,0 1 1 0 0,0 0 0 0 0,0-1-1 0 0,0 1 1 0 0,0-1 0 0 0,0 1-1 0 0,1-1 1 0 0,-1 1 0 0 0,0 0 0 0 0,0-1-1 0 0,0 1 1 0 0,1 0 0 0 0,-1-1-1 0 0,0 1 1 0 0,1 0 0 0 0,-1-1-1 0 0,0 1 1 0 0,1 0 0 0 0,-1-1-1 0 0,0 1 1 0 0,1 0 0 0 0,-1 0 0 0 0,0-1-1 0 0,1 1 1 0 0,-1 0 0 0 0,1 0-1 0 0,-1 0 1 0 0,1 0 0 0 0,-1 0-1 0 0,0 0 1 0 0,1 0 0 0 0,0-1-1 0 0,1 2 124 0 0,-1-1-1 0 0,1 0 0 0 0,-1 0 0 0 0,1 1 0 0 0,-1-1 1 0 0,1 0-1 0 0,-1 1 0 0 0,0 0 0 0 0,1-1 0 0 0,-1 1 0 0 0,1 0 1 0 0,-1-1-1 0 0,0 1 0 0 0,0 0 0 0 0,1 0 0 0 0,-1 0 1 0 0,1 2-1 0 0,15 19 368 0 0,-1 2 1 0 0,21 42 0 0 0,5 8-507 0 0,-10-27-382 0 0,19 30-2965 0 0,-25-24-4113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8:59.9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21 114 10138 0 0,'-2'-1'153'0'0,"0"-1"0"0"0,1 0 0 0 0,-1 0 0 0 0,1 0 0 0 0,-1 0 0 0 0,1 0 0 0 0,-1 0 0 0 0,1 0 0 0 0,0-1 1 0 0,0 1-1 0 0,0 0 0 0 0,0-1 0 0 0,1 1 0 0 0,-1-1 0 0 0,1 1 0 0 0,-1-1 0 0 0,1 1 0 0 0,0-1 0 0 0,0 1 0 0 0,0-1 0 0 0,0 1 0 0 0,1-1 0 0 0,-1 1 0 0 0,0-1 0 0 0,1 1 0 0 0,0 0 0 0 0,0-1 0 0 0,0 1 0 0 0,0-1 0 0 0,0 1 0 0 0,0 0 0 0 0,0 0 0 0 0,1 0 0 0 0,-1 0 0 0 0,4-3 0 0 0,-3 2 23 0 0,1 0-1 0 0,0 1 0 0 0,0-1 0 0 0,0 1 0 0 0,0 0 0 0 0,0 0 0 0 0,1 0 1 0 0,-1 0-1 0 0,1 1 0 0 0,-1-1 0 0 0,1 1 0 0 0,0 0 0 0 0,-1 0 0 0 0,1 0 1 0 0,0 0-1 0 0,0 1 0 0 0,-1 0 0 0 0,1 0 0 0 0,0 0 0 0 0,0 0 0 0 0,0 0 1 0 0,-1 1-1 0 0,7 1 0 0 0,1 2-56 0 0,-1 1 1 0 0,0 0 0 0 0,-1 0-1 0 0,1 1 1 0 0,-1 1-1 0 0,0-1 1 0 0,-1 1-1 0 0,1 1 1 0 0,-1 0-1 0 0,-1 0 1 0 0,0 0 0 0 0,0 1-1 0 0,0 0 1 0 0,-1 0-1 0 0,-1 1 1 0 0,8 17-1 0 0,-8-17-82 0 0,0 1 1 0 0,-1 0-1 0 0,-1 0 0 0 0,0 0 0 0 0,0 0 0 0 0,-1 1 0 0 0,-1-1 0 0 0,0 1 0 0 0,0-1 0 0 0,-1 1 0 0 0,-1-1 0 0 0,0 1 1 0 0,0-1-1 0 0,-1 1 0 0 0,-7 20 0 0 0,4-19-165 0 0,-1 0 1 0 0,0-1-1 0 0,-1 0 1 0 0,-1 0-1 0 0,0-1 1 0 0,0 0-1 0 0,-1-1 0 0 0,0 1 1 0 0,-1-2-1 0 0,0 1 1 0 0,-1-2-1 0 0,0 1 1 0 0,-20 11-1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9:01.0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78 193 5529 0 0,'-21'-66'3235'0'0,"-6"-14"-385"0"0,23 72-1910 0 0,0 0 1 0 0,-1 1 0 0 0,0-1-1 0 0,-6-8 1 0 0,26 36 1545 0 0,23 39 0 0 0,38 89-1631 0 0,10 19-938 0 0,-77-152 83 0 0,61 94 0 0 0,-60-95 0 0 0,2 0 0 0 0,-1-1 0 0 0,1-1 0 0 0,1 0 0 0 0,18 14 0 0 0,-29-25 5 0 0,0 1 0 0 0,0-1-1 0 0,1 0 1 0 0,-1 0 0 0 0,0 0 0 0 0,1 0 0 0 0,-1-1 0 0 0,0 1 0 0 0,1-1 0 0 0,-1 1 0 0 0,1-1 0 0 0,-1 0-1 0 0,0 0 1 0 0,1 0 0 0 0,-1 0 0 0 0,1 0 0 0 0,-1-1 0 0 0,1 1 0 0 0,-1-1 0 0 0,0 1 0 0 0,1-1 0 0 0,-1 0-1 0 0,0 0 1 0 0,0 0 0 0 0,1 0 0 0 0,-1 0 0 0 0,0-1 0 0 0,0 1 0 0 0,0-1 0 0 0,-1 1 0 0 0,4-4 0 0 0,6-6 68 0 0,-1 0 0 0 0,0-1 1 0 0,0 0-1 0 0,7-14 1 0 0,-1 2-44 0 0,73-84 620 0 0,-38 61-1823 0 0,7 9-5397 0 0,-41 29-110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9:01.4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7370 0 0,'38'41'8168'0'0,"-4"3"-3635"0"0,58 101-3314 0 0,-26-38-1031 0 0,-40-71-1787 0 0,33 34-1 0 0,16 23-9213 0 0,-71-87 8807 0 0,-5-8 1955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9:01.6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2 228 7834 0 0,'0'-6'191'0'0,"-1"0"0"0"0,1 1 0 0 0,0-1 1 0 0,0 1-1 0 0,1-1 0 0 0,-1 0 0 0 0,1 1 0 0 0,1-1 1 0 0,-1 1-1 0 0,1 0 0 0 0,0-1 0 0 0,0 1 1 0 0,0 0-1 0 0,1 0 0 0 0,0 0 0 0 0,0 0 0 0 0,0 1 1 0 0,7-8-1 0 0,-1 1 298 0 0,1 1-1 0 0,0-1 1 0 0,0 2 0 0 0,1-1 0 0 0,1 2 0 0 0,15-10 0 0 0,-15 11-446 0 0,-1 1 1 0 0,1 1 0 0 0,0 0-1 0 0,0 1 1 0 0,1 0 0 0 0,0 0-1 0 0,24-2 1 0 0,-19 5-5512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9:01.8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1 246 1376 0 0,'6'-8'128'0'0,"1"0"-128"0"0,-4 2 0 0 0,3 0 0 0 0,-1 0 248 0 0,4-5 24 0 0,8-9 8 0 0,8-9 1 0 0,6-4-113 0 0,2-1-16 0 0,-6 8-8 0 0,-3 5 0 0 0,-4 6-64 0 0,-3 3-16 0 0,-2 5 0 0 0,-5 4 16 0 0,-3 3-80 0 0,-3 3 0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9:01.9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0 209 2304 0 0,'1'1'218'0'0,"0"0"-1"0"0,-1 0 1 0 0,1 0-1 0 0,0 0 0 0 0,0 0 1 0 0,0-1-1 0 0,0 1 1 0 0,0 0-1 0 0,0-1 0 0 0,0 1 1 0 0,0-1-1 0 0,0 1 1 0 0,0-1-1 0 0,0 1 0 0 0,0-1 1 0 0,1 0-1 0 0,-1 0 1 0 0,0 1-1 0 0,0-1 0 0 0,0 0 1 0 0,1 0-1 0 0,-1 0 1 0 0,2-1-1 0 0,0 1 87 0 0,0-1 1 0 0,0 0-1 0 0,1 0 0 0 0,-1 0 0 0 0,0-1 1 0 0,0 1-1 0 0,0-1 0 0 0,4-2 1 0 0,2-2 63 0 0,-1-1 1 0 0,0 0 0 0 0,0-1-1 0 0,11-13 1 0 0,5-10-1431 0 0,-1 0 1 0 0,18-37-1 0 0,-27 41-343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9:02.2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34 1 5065 0 0,'-33'18'14581'0'0,"34"-16"-14248"0"0,8 15-940 0 0,10 10 1239 0 0,1-1 0 0 0,2-1 0 0 0,32 30 0 0 0,-23-24-540 0 0,32 40 1 0 0,-29-24-1214 0 0,33 56 1 0 0,-58-87-464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9:02.5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6 134 5985 0 0,'-1'-2'56'0'0,"0"1"0"0"0,0-1 0 0 0,1 0 0 0 0,-1 1-1 0 0,1-1 1 0 0,-1 0 0 0 0,1 1 0 0 0,-1-1 0 0 0,1 0 0 0 0,0 0-1 0 0,0 1 1 0 0,0-1 0 0 0,0 0 0 0 0,0 0 0 0 0,0 0 0 0 0,1 1-1 0 0,-1-1 1 0 0,1 0 0 0 0,-1 1 0 0 0,1-1 0 0 0,1-3 0 0 0,1 1 141 0 0,1-1 0 0 0,-1 0 1 0 0,1 1-1 0 0,0 0 0 0 0,8-6 1 0 0,-3 3 315 0 0,0 0-1 0 0,0 1 1 0 0,1 0 0 0 0,0 0 0 0 0,1 1-1 0 0,-1 1 1 0 0,1 0 0 0 0,-1 0 0 0 0,1 1 0 0 0,1 0-1 0 0,-1 1 1 0 0,0 0 0 0 0,0 1 0 0 0,1 0 0 0 0,-1 1-1 0 0,1 0 1 0 0,21 4 0 0 0,-23-2-361 0 0,0 0 0 0 0,0 0 0 0 0,0 1 1 0 0,0 0-1 0 0,0 1 0 0 0,0 0 0 0 0,-1 1 0 0 0,0 0 0 0 0,0 0 0 0 0,0 1 1 0 0,0 0-1 0 0,-1 0 0 0 0,0 1 0 0 0,-1 1 0 0 0,1-1 0 0 0,-2 1 1 0 0,1 0-1 0 0,-1 0 0 0 0,10 18 0 0 0,-12-18-142 0 0,-1 0-1 0 0,-1 1 0 0 0,1-1 1 0 0,-1 1-1 0 0,-1-1 1 0 0,0 1-1 0 0,0 0 0 0 0,0 0 1 0 0,-1-1-1 0 0,-1 1 1 0 0,1 0-1 0 0,-1 0 1 0 0,-1-1-1 0 0,-4 17 0 0 0,-5 7 103 0 0,-1 0 0 0 0,-24 46 0 0 0,20-45 42 0 0,-20 35-2065 0 0,25-49-5061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11.3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10 152 5065 0 0,'-3'-13'509'0'0,"0"-1"0"0"0,1 0 0 0 0,1 1 0 0 0,0-1 0 0 0,1 0 0 0 0,2-13 0 0 0,-1-10 3636 0 0,-1 38-4061 0 0,1-1-1 0 0,-1 0 84 0 0,0 0-84 0 0,0 1 0 0 0,0-1 0 0 0,1 0 1 0 0,-1 0-1 0 0,0 0 0 0 0,0 0 1 0 0,1 0-1 0 0,-1 1 0 0 0,0-1 1 0 0,0 0-1 0 0,1 0 0 0 0,-1 0 0 0 0,0 0 1 0 0,0 0-1 0 0,1 0 0 0 0,-1 0 1 0 0,0 0-1 0 0,1 0 0 0 0,-1 0 1 0 0,0 0-1 0 0,0 0 0 0 0,1 0 0 0 0,-1 0 1 0 0,0 0-1 0 0,0 0 0 0 0,1-1 1 0 0,-1 1-1 0 0,0 0 0 0 0,0 0 1 0 0,1 0-1 0 0,-1 0 0 0 0,0 0 0 0 0,0-1 1 0 0,0 1-1 0 0,1 0 0 0 0,-1 0 1 0 0,0 0-1 0 0,0-1 0 0 0,0 1 1 0 0,0 0-1 0 0,1 0 0 0 0,-1-1 0 0 0,0 1 1 0 0,0 0-1 0 0,0 0 0 0 0,0-1 1 0 0,0 1-1 0 0,0 0 0 0 0,0 0 1 0 0,0-1-1 0 0,0 1 0 0 0,0 0 0 0 0,0 0 1 0 0,0-1-1 0 0,0 1 0 0 0,0 0 1 0 0,0 0-1 0 0,0-1 0 0 0,0 1 1 0 0,0 0-1 0 0,0-1 0 0 0,13 20 1498 0 0,-6 11-1123 0 0,-1 0 1 0 0,-2 0-1 0 0,0 1 0 0 0,-2 48 0 0 0,-1-29-260 0 0,38 748 662 0 0,-39-769-896 0 0,2-1 0 0 0,2 0 0 0 0,11 52 0 0 0,-15-80 21 0 0,0 0 0 0 0,0 0 1 0 0,0 0-1 0 0,0 0 0 0 0,0 0 1 0 0,0 1-1 0 0,0-1 0 0 0,0 0 0 0 0,0 0 1 0 0,1 0-1 0 0,-1 0 0 0 0,0 0 1 0 0,0 1-1 0 0,0-1 0 0 0,0 0 0 0 0,0 0 1 0 0,0 0-1 0 0,0 0 0 0 0,0 0 1 0 0,0 0-1 0 0,0 1 0 0 0,0-1 0 0 0,1 0 1 0 0,-1 0-1 0 0,0 0 0 0 0,0 0 1 0 0,0 0-1 0 0,0 0 0 0 0,0 0 0 0 0,0 0 1 0 0,1 0-1 0 0,-1 0 0 0 0,0 0 1 0 0,0 0-1 0 0,0 1 0 0 0,0-1 0 0 0,0 0 1 0 0,1 0-1 0 0,-1 0 0 0 0,0 0 1 0 0,0 0-1 0 0,0 0 0 0 0,0 0 0 0 0,0-1 1 0 0,1 1-1 0 0,-1 0 0 0 0,0 0 1 0 0,0 0-1 0 0,5-7-2615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11.7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103 39 2761 0 0,'-46'-14'2921'0'0,"41"13"-1663"0"0,0-1 0 0 0,1 0 0 0 0,0-1 0 0 0,-1 1 1 0 0,1-1-1 0 0,0 0 0 0 0,-6-5 799 0 0,33 34 1425 0 0,51 44-3034 0 0,-44-38-80 0 0,2-2 0 0 0,2-1 0 0 0,0-1 1 0 0,59 34-1 0 0,-35-34-405 0 0,0-3 1 0 0,2-3-1 0 0,0-2 1 0 0,87 17-1 0 0,-128-33-4 0 0,-12-3 21 0 0,0 0-1 0 0,0 0 1 0 0,0 1-1 0 0,-1 0 1 0 0,1 0-1 0 0,-1 1 1 0 0,1 0-1 0 0,11 7 1 0 0,-18-10 20 0 0,0 0 0 0 0,0 1-1 0 0,0-1 1 0 0,1 0 0 0 0,-1 0 0 0 0,0 1 0 0 0,0-1 0 0 0,0 0 0 0 0,0 0 0 0 0,0 1 0 0 0,0-1 0 0 0,1 0 0 0 0,-1 1 0 0 0,0-1-1 0 0,0 0 1 0 0,0 0 0 0 0,0 1 0 0 0,0-1 0 0 0,0 0 0 0 0,0 1 0 0 0,0-1 0 0 0,0 0 0 0 0,0 0 0 0 0,-1 1 0 0 0,1-1 0 0 0,0 0-1 0 0,0 1 1 0 0,0-1 0 0 0,0 0 0 0 0,0 0 0 0 0,0 1 0 0 0,-1-1 0 0 0,1 0 0 0 0,0 0 0 0 0,0 1 0 0 0,0-1 0 0 0,-1 0 0 0 0,-13 12 9 0 0,-17 5 155 0 0,-313 154 490 0 0,275-132-611 0 0,-86 51 220 0 0,124-70-205 0 0,2 2 0 0 0,-50 45 0 0 0,78-66-63 0 0,-6 5-90 0 0,1 1 0 0 0,-1-1 1 0 0,1 2-1 0 0,0-1 0 0 0,1 0 0 0 0,0 1 0 0 0,0 0 0 0 0,-3 9 0 0 0,8-17 52 0 0,0 0 1 0 0,0 0-1 0 0,-1 0 0 0 0,1 1 1 0 0,0-1-1 0 0,0 0 0 0 0,0 0 1 0 0,0 0-1 0 0,0 1 0 0 0,0-1 1 0 0,0 0-1 0 0,0 0 0 0 0,0 0 1 0 0,0 0-1 0 0,0 1 0 0 0,0-1 1 0 0,0 0-1 0 0,0 0 0 0 0,1 0 1 0 0,-1 1-1 0 0,0-1 0 0 0,0 0 1 0 0,0 0-1 0 0,0 0 0 0 0,0 0 1 0 0,0 1-1 0 0,0-1 0 0 0,0 0 1 0 0,1 0-1 0 0,-1 0 0 0 0,0 0 0 0 0,0 0 1 0 0,0 0-1 0 0,0 0 0 0 0,0 1 1 0 0,1-1-1 0 0,-1 0 0 0 0,0 0 1 0 0,0 0-1 0 0,0 0 0 0 0,0 0 1 0 0,1 0-1 0 0,-1 0 0 0 0,0 0 1 0 0,0 0-1 0 0,0 0 0 0 0,1 0 1 0 0,5-1-1476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12.2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79 2761 0 0,'-1'-6'237'0'0,"0"0"0"0"0,0 1 1 0 0,0-1-1 0 0,0 0 0 0 0,1 0 1 0 0,1-6-1 0 0,5-19 5967 0 0,-12 63 660 0 0,7 7-4758 0 0,7 38-1708 0 0,-7-71-76 0 0,134 670 1535 0 0,-92-503-1555 0 0,-9 3 0 0 0,16 213 1 0 0,-46-296-210 0 0,5 54-720 0 0,-9-146 384 0 0,0 1 0 0 0,0-1 0 0 0,1 0 0 0 0,-1 0 0 0 0,0 0 0 0 0,0 0 0 0 0,1 0 0 0 0,-1 0 0 0 0,1 1 0 0 0,-1-1 0 0 0,1 0 0 0 0,-1 0-1 0 0,1 0 1 0 0,0 0 0 0 0,1 1 0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12.6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32 192 6913 0 0,'-8'2'-331'0'0,"-16"-1"6182"0"0,37-6-4236 0 0,16-5-1110 0 0,1 2 0 0 0,0 1 0 0 0,47-5 0 0 0,99 0 236 0 0,-60 6-98 0 0,224-16 987 0 0,154-13-780 0 0,-302 15-811 0 0,579-33-195 0 0,-505 51-1013 0 0,2 1-5999 0 0,-225 0 2756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13.3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2878 74 7834 0 0,'-23'-1'3522'0'0,"-165"-10"3268"0"0,-93-6-3370 0 0,56 3-2567 0 0,-289-5-339 0 0,140 8-223 0 0,295 10-150 0 0,-154 19 0 0 0,-75 36 94 0 0,-327 115-875 0 0,617-163-1044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23.4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95 183 4697 0 0,'-7'-4'690'0'0,"-1"0"1"0"0,1 1-1 0 0,-1 0 0 0 0,1 0 1 0 0,-1 1-1 0 0,0-1 0 0 0,0 2 1 0 0,0-1-1 0 0,0 1 0 0 0,-9 1 638 0 0,53-5 1511 0 0,300-69 1041 0 0,-102 30-3576 0 0,-59 15-1299 0 0,-146 24-2478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24.1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66 4609 0 0,'-2'-6'885'0'0,"0"0"-1"0"0,1 1 1 0 0,0-1 0 0 0,0 0-1 0 0,1 0 1 0 0,-1 0-1 0 0,1 1 1 0 0,1-9 0 0 0,0 13-777 0 0,-1 1 1 0 0,0-1 0 0 0,1 1-1 0 0,-1 0 1 0 0,0-1 0 0 0,1 1 0 0 0,-1 0-1 0 0,1-1 1 0 0,-1 1 0 0 0,1 0-1 0 0,-1 0 1 0 0,1-1 0 0 0,-1 1-1 0 0,1 0 1 0 0,-1 0 0 0 0,1 0-1 0 0,-1 0 1 0 0,1 0 0 0 0,-1 0-1 0 0,1 0 1 0 0,-1 0 0 0 0,1 0 0 0 0,-1 0-1 0 0,1 0 1 0 0,-1 0 0 0 0,1 0-1 0 0,0 0 1 0 0,-1 0 0 0 0,1 1-1 0 0,-1-1 1 0 0,0 0 0 0 0,1 0-1 0 0,-1 1 1 0 0,1-1 0 0 0,-1 0-1 0 0,1 0 1 0 0,-1 1 0 0 0,0-1 0 0 0,1 1-1 0 0,-1-1 1 0 0,1 0 0 0 0,-1 1-1 0 0,21 16 1339 0 0,-16-9-1229 0 0,0 0 1 0 0,-1 0-1 0 0,1 0 1 0 0,-2 1-1 0 0,1-1 1 0 0,-1 1 0 0 0,0 0-1 0 0,2 19 1 0 0,5 79 238 0 0,-8-77-335 0 0,3 54 24 0 0,13 148 68 0 0,-12-182-313 0 0,3 0 0 0 0,24 77 1 0 0,-32-124 14 0 0,0 0-177 0 0,-1 0 0 0 0,2 1 1 0 0,-1-1-1 0 0,0 0 0 0 0,0 0 1 0 0,1-1-1 0 0,0 1 0 0 0,0 0 1 0 0,0 0-1 0 0,4 3 0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24.7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0 114 3225 0 0,'15'-5'5492'0'0,"46"-17"-3102"0"0,1 3 0 0 0,124-23 0 0 0,-99 30-1784 0 0,150-2 1 0 0,-229 15-1942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26.7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1 122 4145 0 0,'-1'-9'804'0'0,"2"0"0"0"0,-1 1 0 0 0,1-1 0 0 0,0 0 0 0 0,1 0 0 0 0,0 0 0 0 0,1 0-1 0 0,0 1 1 0 0,0 0 0 0 0,0-1 0 0 0,8-11 0 0 0,-10 19-729 0 0,-1 1-1 0 0,0-1 0 0 0,0 1 0 0 0,1 0 0 0 0,-1-1 1 0 0,0 1-1 0 0,1 0 0 0 0,-1 0 0 0 0,0-1 1 0 0,1 1-1 0 0,-1 0 0 0 0,0 0 0 0 0,1 0 1 0 0,-1-1-1 0 0,1 1 0 0 0,-1 0 0 0 0,1 0 1 0 0,-1 0-1 0 0,0 0 0 0 0,1 0 0 0 0,-1 0 1 0 0,1 0-1 0 0,-1 0 0 0 0,1 0 0 0 0,-1 0 1 0 0,0 0-1 0 0,1 0 0 0 0,-1 0 0 0 0,1 0 1 0 0,-1 0-1 0 0,0 0 0 0 0,1 0 0 0 0,-1 1 1 0 0,1-1-1 0 0,-1 0 0 0 0,1 1 0 0 0,11 16 1155 0 0,1 24-466 0 0,-8 10-308 0 0,-2 0 0 0 0,-2 1 0 0 0,-8 78-1 0 0,0-8-436 0 0,6-89-193 0 0,1 96-170 0 0,1-115-111 0 0,1 1-1 0 0,0-1 1 0 0,1 0-1 0 0,1 0 1 0 0,0 0-1 0 0,11 23 1 0 0,-9-27-559 0 0,-1-3-116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26.9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1 127 3681 0 0,'1'-5'201'0'0,"0"-1"0"0"0,0 0 0 0 0,1 0 0 0 0,-1 0 0 0 0,6-10 1 0 0,-4 10 364 0 0,0 0 0 0 0,0 0 0 0 0,1 1 0 0 0,-1-1 0 0 0,2 0 0 0 0,-1 1 0 0 0,0 0 0 0 0,1 0 0 0 0,0 1 0 0 0,0-1 0 0 0,0 1 0 0 0,1 0 0 0 0,0 0 0 0 0,0 1 0 0 0,6-4 0 0 0,-9 7-428 0 0,-1 0 0 0 0,0-1 0 0 0,1 1-1 0 0,-1 0 1 0 0,1 0 0 0 0,-1 0 0 0 0,0 0-1 0 0,1 1 1 0 0,-1-1 0 0 0,1 1 0 0 0,-1 0 0 0 0,0-1-1 0 0,0 1 1 0 0,1 0 0 0 0,-1 0 0 0 0,0 0-1 0 0,0 1 1 0 0,0-1 0 0 0,0 0 0 0 0,0 1-1 0 0,0-1 1 0 0,-1 1 0 0 0,1 0 0 0 0,0 0-1 0 0,1 2 1 0 0,5 7 98 0 0,0-1-1 0 0,0 2 0 0 0,6 13 1 0 0,-12-22-152 0 0,39 79 530 0 0,30 88 0 0 0,14 31-2620 0 0,-63-152 77 0 0,-10-15-2684 0 0,-5-11-242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27.1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1 104 3225 0 0,'-1'-7'288'0'0,"1"2"-288"0"0,1 0 0 0 0,1 0 0 0 0,0 1 0 0 0,1 0-176 0 0,1-2 24 0 0,2-3 8 0 0,7-5 144 0 0,2-6 0 0 0,2-4-64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27.4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47 5065 0 0,'3'-1'198'0'0,"0"0"0"0"0,0 1 0 0 0,0-1-1 0 0,0 1 1 0 0,0 0 0 0 0,0 0 0 0 0,0 0 0 0 0,0 0 0 0 0,0 0 0 0 0,0 1-1 0 0,0-1 1 0 0,0 1 0 0 0,0 0 0 0 0,0 0 0 0 0,-1 0 0 0 0,1 0-1 0 0,0 1 1 0 0,-1-1 0 0 0,1 1 0 0 0,-1-1 0 0 0,3 3 0 0 0,1 1 309 0 0,0 1 0 0 0,-1 0 1 0 0,0 0-1 0 0,0 0 0 0 0,0 0 1 0 0,-1 1-1 0 0,4 7 0 0 0,-1 1-159 0 0,-1-1 0 0 0,-1 1 1 0 0,-1-1-1 0 0,4 22 0 0 0,-6-24-119 0 0,1 0 0 0 0,0 0 1 0 0,0 0-1 0 0,1-1 1 0 0,1 0-1 0 0,0 1 0 0 0,13 19 1 0 0,-18-30-244 0 0,1 0-1 0 0,0 1 1 0 0,0-1 0 0 0,0 0 0 0 0,0 0 0 0 0,0 0 0 0 0,0 0 0 0 0,0 0 0 0 0,0 0-1 0 0,0 0 1 0 0,0 0 0 0 0,1-1 0 0 0,-1 1 0 0 0,0 0 0 0 0,1-1 0 0 0,-1 1 0 0 0,0-1 0 0 0,1 1-1 0 0,-1-1 1 0 0,1 0 0 0 0,2 1 0 0 0,-3-2-23 0 0,0 1 0 0 0,1 0-1 0 0,-1-1 1 0 0,0 0 0 0 0,0 1 0 0 0,0-1-1 0 0,1 0 1 0 0,-1 0 0 0 0,0 1 0 0 0,0-1-1 0 0,0 0 1 0 0,0 0 0 0 0,0 0 0 0 0,0 0-1 0 0,-1 0 1 0 0,1-1 0 0 0,0 1 0 0 0,0-2-1 0 0,5-8-215 0 0,-2 0 0 0 0,0-1 1 0 0,0 1-1 0 0,2-14 0 0 0,-4 18 210 0 0,9-46-266 0 0,-7 31 133 0 0,0 0-1 0 0,2 0 1 0 0,0 1 0 0 0,2 0-1 0 0,0 0 1 0 0,11-19 0 0 0,-18 38 234 0 0,0 0 0 0 0,0 1 1 0 0,0-1-1 0 0,1 1 0 0 0,-1-1 0 0 0,0 1 1 0 0,1 0-1 0 0,-1 0 0 0 0,0-1 0 0 0,1 1 1 0 0,0 0-1 0 0,-1 0 0 0 0,1 1 0 0 0,0-1 1 0 0,-1 0-1 0 0,1 0 0 0 0,0 1 0 0 0,0-1 1 0 0,-1 1-1 0 0,1 0 0 0 0,0-1 0 0 0,4 1 0 0 0,-2 0 78 0 0,-1 1-1 0 0,1 0 0 0 0,0 0 0 0 0,-1 0 0 0 0,1 0 0 0 0,-1 0 0 0 0,1 1 0 0 0,-1 0 0 0 0,1 0 0 0 0,5 4 0 0 0,1 1-33 0 0,0 2-1 0 0,-1-1 0 0 0,0 1 0 0 0,0 1 0 0 0,13 19 1 0 0,-1 2-2242 0 0,-11-16-3158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27.8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1 138 4089 0 0,'7'-14'273'0'0,"15"-29"185"0"0,-3 22 3348 0 0,-40 67-69 0 0,17-38-3558 0 0,1 1 1 0 0,0-1 0 0 0,0 1-1 0 0,1-1 1 0 0,0 1 0 0 0,0 0-1 0 0,1 0 1 0 0,0 10 0 0 0,1-17-156 0 0,0 0 0 0 0,0 1 0 0 0,1-1 1 0 0,-1 0-1 0 0,1 0 0 0 0,-1 0 0 0 0,1 0 0 0 0,0 0 1 0 0,-1-1-1 0 0,1 1 0 0 0,0 0 0 0 0,0 0 1 0 0,1 0-1 0 0,-1-1 0 0 0,0 1 0 0 0,3 2 0 0 0,-2-2-21 0 0,1-1 0 0 0,-1 0-1 0 0,1 1 1 0 0,-1-1-1 0 0,1 0 1 0 0,-1 0-1 0 0,1-1 1 0 0,0 1 0 0 0,-1 0-1 0 0,1-1 1 0 0,0 0-1 0 0,0 1 1 0 0,-1-1-1 0 0,1 0 1 0 0,0 0 0 0 0,3-1-1 0 0,-3 1-62 0 0,0-1 0 0 0,1 1 0 0 0,-1-1 0 0 0,0 0 0 0 0,0 0 0 0 0,0 0 0 0 0,0 0 0 0 0,0-1 0 0 0,0 1 0 0 0,0-1 0 0 0,0 0 0 0 0,-1 1 0 0 0,1-1 0 0 0,-1 0 0 0 0,1-1 0 0 0,-1 1 0 0 0,0 0 0 0 0,0-1 0 0 0,0 1 0 0 0,0-1 0 0 0,0 0 0 0 0,0 0 0 0 0,-1 0 1 0 0,1 0-1 0 0,-1 0 0 0 0,0 0 0 0 0,0 0 0 0 0,1-6 0 0 0,-1 3-104 0 0,0 0 0 0 0,0 0 0 0 0,-1-1 0 0 0,0 1 1 0 0,0 0-1 0 0,0-1 0 0 0,-1 1 0 0 0,0 0 0 0 0,0 0 0 0 0,-1 0 1 0 0,0 0-1 0 0,0 0 0 0 0,-5-12 0 0 0,-26-28-542 0 0,30 42 657 0 0,1 2 0 0 0,-1-1 0 0 0,0 0 0 0 0,0 0 0 0 0,-1 1 0 0 0,1 0 0 0 0,0-1 0 0 0,-1 1 0 0 0,1 1 0 0 0,-1-1 1 0 0,-7-2-1 0 0,-4 2-274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28.2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220 228 6913 0 0,'-9'1'249'0'0,"1"2"0"0"0,-1-1-1 0 0,1 1 1 0 0,0 0 0 0 0,-1 1-1 0 0,1 0 1 0 0,1 0-1 0 0,-1 1 1 0 0,1 0 0 0 0,-8 6-1 0 0,-4 5 318 0 0,1 1 0 0 0,-22 24 0 0 0,34-32-457 0 0,-1-1 0 0 0,1 1 0 0 0,0 0 0 0 0,-6 13 0 0 0,11-19-112 0 0,-1 0 1 0 0,1 0-1 0 0,0 0 1 0 0,0 0-1 0 0,0 0 1 0 0,0 0-1 0 0,0 0 0 0 0,1 0 1 0 0,-1 1-1 0 0,1-1 1 0 0,0 0-1 0 0,0 0 1 0 0,0 1-1 0 0,1-1 1 0 0,-1 0-1 0 0,1 0 1 0 0,0 0-1 0 0,1 6 1 0 0,-1-8-56 0 0,0 0 1 0 0,-1 1 0 0 0,1-1 0 0 0,0 0 0 0 0,0 0-1 0 0,0 0 1 0 0,0 0 0 0 0,0 0 0 0 0,0 0 0 0 0,0 0 0 0 0,0 0-1 0 0,0 0 1 0 0,0 0 0 0 0,1 0 0 0 0,-1-1 0 0 0,0 1-1 0 0,1 0 1 0 0,-1-1 0 0 0,0 1 0 0 0,1-1 0 0 0,-1 0 0 0 0,1 1-1 0 0,-1-1 1 0 0,0 0 0 0 0,1 0 0 0 0,-1 0 0 0 0,1 0 0 0 0,-1 0-1 0 0,1 0 1 0 0,-1 0 0 0 0,0-1 0 0 0,1 1 0 0 0,-1 0-1 0 0,1-1 1 0 0,-1 1 0 0 0,0-1 0 0 0,1 0 0 0 0,-1 1 0 0 0,0-1-1 0 0,0 0 1 0 0,1 0 0 0 0,-1 0 0 0 0,0 0 0 0 0,0 0-1 0 0,1-1 1 0 0,3-3-223 0 0,1 0 0 0 0,-1 0-1 0 0,-1 0 1 0 0,1-1 0 0 0,-1 0-1 0 0,0 0 1 0 0,6-11-1 0 0,-4 1 194 0 0,-1 0 0 0 0,-1-1-1 0 0,0 1 1 0 0,-1-1-1 0 0,-1 1 1 0 0,0-1-1 0 0,-1-20 1 0 0,-14-122 1688 0 0,6 94 117 0 0,7 63-1497 0 0,-3-25 833 0 0,3 27-887 0 0,0-1-1 0 0,0 0 0 0 0,0 1 1 0 0,0-1-1 0 0,0 0 1 0 0,-1 1-1 0 0,1-1 1 0 0,0 0-1 0 0,0 1 1 0 0,0-1-1 0 0,0 0 1 0 0,-1 1-1 0 0,1-1 0 0 0,0 1 1 0 0,-1-1-1 0 0,1 0 1 0 0,-1 1-1 0 0,1-1 1 0 0,0 1-1 0 0,-1-1 1 0 0,1 1-1 0 0,-1-1 0 0 0,1 1 1 0 0,-1 0-1 0 0,0-1 1 0 0,1 1-1 0 0,-2-1 1 0 0,2 4 180 0 0,-1-1 1 0 0,1 1 0 0 0,-1 0-1 0 0,1-1 1 0 0,0 1 0 0 0,0 0 0 0 0,1-1-1 0 0,-1 1 1 0 0,0 0 0 0 0,2 3-1 0 0,-2-4-160 0 0,9 32-219 0 0,0-1 0 0 0,2 0 1 0 0,2 0-1 0 0,18 34 0 0 0,-27-57-189 0 0,9 17-675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28.5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59 305 5529 0 0,'15'-13'345'0'0,"-2"-1"0"0"0,0 0 0 0 0,0-1 0 0 0,-1-1 1 0 0,-1 0-1 0 0,11-21 0 0 0,-18 30-114 0 0,0-1 0 0 0,0-1 0 0 0,-1 1 0 0 0,0 0 0 0 0,0-1 0 0 0,-1 0 0 0 0,0 1 1 0 0,0-1-1 0 0,-1 0 0 0 0,0 0 0 0 0,-1 0 0 0 0,0 0 0 0 0,0 0 0 0 0,-1 0 0 0 0,-3-13 0 0 0,4 21-149 0 0,0-1 0 0 0,-1 1-1 0 0,1-1 1 0 0,-1 1-1 0 0,1-1 1 0 0,-1 1-1 0 0,1-1 1 0 0,-1 1 0 0 0,0 0-1 0 0,0 0 1 0 0,0-1-1 0 0,0 1 1 0 0,0 0-1 0 0,0 0 1 0 0,0 0-1 0 0,0 0 1 0 0,0 0 0 0 0,0 0-1 0 0,0 0 1 0 0,-1 0-1 0 0,1 0 1 0 0,-2 0-1 0 0,1 1 0 0 0,1 0 1 0 0,-1 0-1 0 0,1 0 0 0 0,-1 0 0 0 0,1 0 0 0 0,-1 1 0 0 0,1-1 0 0 0,-1 1 1 0 0,1-1-1 0 0,0 1 0 0 0,-1-1 0 0 0,1 1 0 0 0,0 0 0 0 0,-1-1 0 0 0,1 1 0 0 0,0 0 1 0 0,0 0-1 0 0,-2 1 0 0 0,-6 7 254 0 0,1 1 1 0 0,0-1 0 0 0,0 1-1 0 0,-7 12 1 0 0,13-18-300 0 0,-11 15 313 0 0,0 0-1 0 0,1 2 1 0 0,2-1 0 0 0,-16 43-1 0 0,24-57-288 0 0,0 1-1 0 0,0 0 0 0 0,1 0 1 0 0,0 0-1 0 0,1 0 0 0 0,-1 0 1 0 0,2 0-1 0 0,-1-1 0 0 0,1 1 0 0 0,-1 0 1 0 0,2 0-1 0 0,-1 0 0 0 0,1 0 1 0 0,0-1-1 0 0,1 1 0 0 0,-1-1 1 0 0,1 0-1 0 0,1 0 0 0 0,-1 0 1 0 0,8 10-1 0 0,-2-5-355 0 0,0-1 1 0 0,1 0-1 0 0,0-1 0 0 0,0 0 0 0 0,1 0 1 0 0,15 8-1 0 0,2 0-6091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29.0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261 10 12443 0 0,'-3'-2'251'0'0,"-1"1"0"0"0,1-1 0 0 0,0 1 0 0 0,0 0 0 0 0,-1 0 0 0 0,1 1 0 0 0,-1-1 1 0 0,1 1-1 0 0,-1 0 0 0 0,1 0 0 0 0,-1 0 0 0 0,1 0 0 0 0,0 0 0 0 0,-1 1 0 0 0,1 0 0 0 0,-1-1 1 0 0,1 1-1 0 0,-6 3 0 0 0,1-1 49 0 0,0 1 1 0 0,0-1 0 0 0,0 2 0 0 0,0-1-1 0 0,1 1 1 0 0,-9 7 0 0 0,4 0-247 0 0,-1 2 0 0 0,2-1 0 0 0,0 1 1 0 0,0 1-1 0 0,2 0 0 0 0,0 0 0 0 0,0 1 0 0 0,2 0 0 0 0,0 1 1 0 0,1-1-1 0 0,0 1 0 0 0,1 1 0 0 0,1-1 0 0 0,1 1 1 0 0,1-1-1 0 0,0 1 0 0 0,1 0 0 0 0,2 29 0 0 0,1-40-520 0 0,-1 1-1 0 0,1-1 0 0 0,0 0 0 0 0,1 1 1 0 0,0-1-1 0 0,6 11 0 0 0,3 3-5796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29.3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192 70 920 0 0,'6'-8'521'0'0,"-2"1"0"0"0,1-1 0 0 0,6-14 0 0 0,-11 21-438 0 0,1 0-1 0 0,-1 0 1 0 0,0 0 0 0 0,1 0-1 0 0,-1 1 1 0 0,0-1-1 0 0,0 0 1 0 0,0 0-1 0 0,1 0 1 0 0,-1 0-1 0 0,0 0 1 0 0,0 0-1 0 0,-1 0 1 0 0,1 0 0 0 0,0 0-1 0 0,0 0 1 0 0,0 0-1 0 0,-1-2 1 0 0,0 2-45 0 0,0 1 0 0 0,0-1 1 0 0,0 1-1 0 0,1 0 1 0 0,-1-1-1 0 0,0 1 0 0 0,0 0 1 0 0,0-1-1 0 0,0 1 0 0 0,0 0 1 0 0,0 0-1 0 0,0 0 1 0 0,0 0-1 0 0,0 0 0 0 0,0 0 1 0 0,1 0-1 0 0,-1 0 1 0 0,0 0-1 0 0,0 0 0 0 0,0 0 1 0 0,0 1-1 0 0,0-1 0 0 0,0 0 1 0 0,0 1-1 0 0,-1 0 1 0 0,-9 3 602 0 0,0 1 1 0 0,0 0 0 0 0,1 0-1 0 0,0 1 1 0 0,-1 1 0 0 0,2 0 0 0 0,-14 12-1 0 0,2 0 481 0 0,2 1 0 0 0,-20 25 0 0 0,37-42-1016 0 0,0 0 1 0 0,0 0 0 0 0,0 0 0 0 0,0 0-1 0 0,1 0 1 0 0,-1 1 0 0 0,1-1-1 0 0,0 0 1 0 0,0 1 0 0 0,0-1 0 0 0,0 1-1 0 0,1-1 1 0 0,0 1 0 0 0,-1-1-1 0 0,1 1 1 0 0,0 0 0 0 0,1 3 0 0 0,-1-5-128 0 0,1-1 1 0 0,-1 0 0 0 0,0 0 0 0 0,1 1 0 0 0,0-1 0 0 0,-1 0 0 0 0,1 0 0 0 0,0 0 0 0 0,-1 0 0 0 0,1 0 0 0 0,0 0 0 0 0,0 0 0 0 0,0 0 0 0 0,0 0 0 0 0,0 0 0 0 0,0 0 0 0 0,0 0 0 0 0,2 1 0 0 0,0-1-85 0 0,-1-1-1 0 0,0 1 0 0 0,1-1 1 0 0,-1 1-1 0 0,1-1 0 0 0,-1 0 1 0 0,0 1-1 0 0,1-1 0 0 0,-1-1 1 0 0,1 1-1 0 0,-1 0 0 0 0,1-1 1 0 0,3 0-1 0 0,3-2-24 0 0,-1-1 1 0 0,0 0-1 0 0,0 0 0 0 0,-1 0 1 0 0,1-1-1 0 0,-1 0 0 0 0,0 0 1 0 0,0-1-1 0 0,-1 0 1 0 0,1 0-1 0 0,9-14 0 0 0,30-25 1058 0 0,-45 45-874 0 0,-1-1 0 0 0,1 1 0 0 0,-1-1 0 0 0,1 1 0 0 0,-1 0 0 0 0,1-1 0 0 0,-1 1 0 0 0,1 0 0 0 0,0-1 0 0 0,-1 1 0 0 0,1 0 0 0 0,0 0 0 0 0,-1 0 0 0 0,1 0 0 0 0,0 0 0 0 0,-1 0 0 0 0,1 0 0 0 0,0 0 0 0 0,-1 0 0 0 0,1 0 0 0 0,0 0 0 0 0,-1 0 0 0 0,1 0 0 0 0,0 0 0 0 0,-1 1 0 0 0,1-1 0 0 0,0 0 0 0 0,-1 0 1 0 0,1 1-1 0 0,-1-1 0 0 0,1 1 0 0 0,-1-1 0 0 0,1 0 0 0 0,-1 1 0 0 0,1-1 0 0 0,-1 1 0 0 0,1-1 0 0 0,-1 1 0 0 0,1-1 0 0 0,-1 1 0 0 0,0 0 0 0 0,1-1 0 0 0,-1 1 0 0 0,0-1 0 0 0,0 1 0 0 0,1 0 0 0 0,-1-1 0 0 0,0 1 0 0 0,0 0 0 0 0,0 0 0 0 0,9 42 900 0 0,-8-35-746 0 0,1 3-141 0 0,10 35-1899 0 0,-6-33-3829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29.5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1 9674 0 0,'0'0'51'0'0,"-1"0"0"0"0,1 0-1 0 0,0 0 1 0 0,-1 0 0 0 0,1 0-1 0 0,-1 0 1 0 0,1 0 0 0 0,0 0 0 0 0,-1 0-1 0 0,1 0 1 0 0,0 0 0 0 0,-1 0 0 0 0,1 0-1 0 0,0 1 1 0 0,-1-1 0 0 0,1 0 0 0 0,0 0-1 0 0,-1 0 1 0 0,1 1 0 0 0,0-1-1 0 0,-1 0 1 0 0,1 0 0 0 0,0 1 0 0 0,0-1-1 0 0,-1 0 1 0 0,1 1 0 0 0,0-1 0 0 0,0 0-1 0 0,0 1 1 0 0,-1-1 0 0 0,1 0-1 0 0,0 1 1 0 0,0-1 0 0 0,0 1 0 0 0,-6 21 1438 0 0,3 27 1179 0 0,3-45-2334 0 0,9 245 3971 0 0,-2-188-5133 0 0,4 0 0 0 0,18 62 0 0 0,-20-94-883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29.9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23 365 1376 0 0,'-3'-3'-365'0'0,"1"0"961"0"0,0 0 1 0 0,-1 1-1 0 0,1-1 0 0 0,0 0 1 0 0,0 0-1 0 0,1 0 0 0 0,-1-1 1 0 0,-1-3-1 0 0,3 6-364 0 0,-1 0 1 0 0,1 0-1 0 0,0 0 1 0 0,0 0-1 0 0,0 0 1 0 0,0 1-1 0 0,1-1 1 0 0,-1 0-1 0 0,0 0 0 0 0,0 0 1 0 0,0 0-1 0 0,1 1 1 0 0,-1-1-1 0 0,0 0 1 0 0,1 0-1 0 0,-1 1 1 0 0,1-1-1 0 0,-1 0 1 0 0,2-1-1 0 0,12-9 90 0 0,84-39 1038 0 0,-19 10-4363 0 0,21-16-4249 0 0,-69 37 6595 0 0,33-29 0 0 0,-47 35 1263 0 0,32-29 952 0 0,-46 39-974 0 0,12-28 12361 0 0,-16 32-12714 0 0,0-1-1 0 0,1 0 1 0 0,-1 1-1 0 0,0-1 1 0 0,1 1-1 0 0,-1-1 1 0 0,1 1 0 0 0,-1-1-1 0 0,1 1 1 0 0,-1 0-1 0 0,1-1 1 0 0,-1 1 0 0 0,1 0-1 0 0,-1-1 1 0 0,1 1-1 0 0,0 0 1 0 0,0-1 0 0 0,-1 1-1 0 0,1 0 1 0 0,0 1-1 0 0,-4 24-59 0 0,2 1 0 0 0,1-1 1 0 0,1 1-1 0 0,2 0 0 0 0,4 29 0 0 0,2 21-156 0 0,-7-52-57 0 0,2 30-540 0 0,13 71-1 0 0,-11-100-363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30.3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1 172 2761 0 0,'6'-13'836'0'0,"2"-1"1"0"0,0 1 0 0 0,0 1 0 0 0,1 0 0 0 0,1 0 0 0 0,0 1 0 0 0,15-14-1 0 0,-18 19-184 0 0,0 0 0 0 0,0 0 0 0 0,1 0-1 0 0,0 1 1 0 0,0 1 0 0 0,0-1-1 0 0,0 1 1 0 0,1 0 0 0 0,0 1 0 0 0,0 0-1 0 0,0 1 1 0 0,18-4 0 0 0,-24 6-560 0 0,0 0-1 0 0,0 1 1 0 0,0-1 0 0 0,1 1 0 0 0,-1-1 0 0 0,0 1-1 0 0,0 0 1 0 0,0 0 0 0 0,-1 0 0 0 0,1 1-1 0 0,0-1 1 0 0,0 1 0 0 0,-1 0 0 0 0,1-1 0 0 0,-1 1-1 0 0,1 0 1 0 0,-1 0 0 0 0,0 1 0 0 0,0-1-1 0 0,0 0 1 0 0,0 1 0 0 0,0-1 0 0 0,0 1 0 0 0,-1 0-1 0 0,1-1 1 0 0,-1 1 0 0 0,0 0 0 0 0,2 5-1 0 0,2 9-39 0 0,0 0-1 0 0,-1 0 0 0 0,3 33 0 0 0,-5-33-98 0 0,0 2-40 0 0,3 13-1183 0 0,9 40 0 0 0,-12-64 431 0 0,1 1 1 0 0,-1-1-1 0 0,2 0 1 0 0,-1 0-1 0 0,1-1 0 0 0,1 1 1 0 0,-1-1-1 0 0,1 1 1 0 0,10 10-1 0 0,-3-9 192 0 0,-1-5 482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30.9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140 16 6449 0 0,'-1'-2'328'0'0,"-1"1"0"0"0,1 0 0 0 0,0-1 0 0 0,-1 1 0 0 0,1 0 0 0 0,-1 0 0 0 0,0 0 0 0 0,1 0 0 0 0,-1 1 0 0 0,0-1 0 0 0,1 0-1 0 0,-1 1 1 0 0,0-1 0 0 0,0 1 0 0 0,0-1 0 0 0,1 1 0 0 0,-1 0 0 0 0,0 0 0 0 0,0 0 0 0 0,0 0 0 0 0,0 0 0 0 0,0 0 0 0 0,-2 1 0 0 0,0 1-15 0 0,0-1 1 0 0,0 1-1 0 0,1 0 0 0 0,-1 0 1 0 0,1 0-1 0 0,0 0 1 0 0,-1 1-1 0 0,1-1 1 0 0,0 1-1 0 0,-4 5 1 0 0,0 1-56 0 0,0 0 0 0 0,0 1 0 0 0,1-1 1 0 0,0 1-1 0 0,1 1 0 0 0,0-1 0 0 0,-4 13 1 0 0,8-17-402 0 0,1-1 0 0 0,-1 1 0 0 0,1-1 1 0 0,0 1-1 0 0,0-1 0 0 0,1 0 0 0 0,0 1 1 0 0,-1-1-1 0 0,2 1 0 0 0,-1-1 0 0 0,1 0 1 0 0,0 0-1 0 0,0 0 0 0 0,0 0 0 0 0,1 0 1 0 0,-1 0-1 0 0,1-1 0 0 0,1 1 1 0 0,-1-1-1 0 0,0 0 0 0 0,1 0 0 0 0,0 0 1 0 0,0 0-1 0 0,0-1 0 0 0,1 1 0 0 0,-1-1 1 0 0,1 0-1 0 0,0-1 0 0 0,-1 1 0 0 0,1-1 1 0 0,11 4-1 0 0,-15-6 45 0 0,1 0 0 0 0,-1 1 0 0 0,1-1 0 0 0,-1 0 1 0 0,1 0-1 0 0,-1 0 0 0 0,1 0 0 0 0,-1 0 0 0 0,1 0 0 0 0,-1 0 0 0 0,1-1 0 0 0,0 1 0 0 0,-1-1 1 0 0,0 1-1 0 0,1-1 0 0 0,-1 1 0 0 0,1-1 0 0 0,-1 0 0 0 0,0 0 0 0 0,1 0 0 0 0,-1 0 0 0 0,0 0 1 0 0,0 0-1 0 0,2-2 0 0 0,-1 0 53 0 0,0 0 0 0 0,0 0 0 0 0,-1 0 1 0 0,1-1-1 0 0,-1 1 0 0 0,0 0 0 0 0,0-1 1 0 0,0 1-1 0 0,-1-1 0 0 0,1-5 0 0 0,0-5 174 0 0,-1-1 0 0 0,0 1 0 0 0,-2 0 0 0 0,-3-19 0 0 0,-5-10-411 0 0,3 23-212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31.3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289 469 1376 0 0,'1'-1'50'0'0,"-1"-1"1"0"0,0 1-1 0 0,1-1 0 0 0,-1 1 0 0 0,0-1 0 0 0,0 0 1 0 0,0 1-1 0 0,0-1 0 0 0,0 1 0 0 0,-1-1 0 0 0,1 1 0 0 0,0-1 1 0 0,-1 1-1 0 0,1-1 0 0 0,-1 1 0 0 0,0 0 0 0 0,1-1 1 0 0,-1 1-1 0 0,0-1 0 0 0,0 1 0 0 0,0 0 0 0 0,0 0 0 0 0,0 0 1 0 0,0-1-1 0 0,-1 0 0 0 0,-1 0 156 0 0,0 0 0 0 0,-1 0 1 0 0,1 1-1 0 0,0-1 0 0 0,-1 1 1 0 0,1 0-1 0 0,-1 0 0 0 0,1 0 0 0 0,-1 0 1 0 0,-5 0-1 0 0,-2 0 409 0 0,0 1 1 0 0,0 0 0 0 0,1 1-1 0 0,-1 0 1 0 0,0 0 0 0 0,-19 6-1 0 0,20-3-360 0 0,1 1-1 0 0,0 0 0 0 0,0 0 0 0 0,0 0 0 0 0,1 1 1 0 0,0 1-1 0 0,0-1 0 0 0,1 1 0 0 0,0 1 1 0 0,0-1-1 0 0,0 1 0 0 0,-6 11 0 0 0,10-15-221 0 0,-1 1 0 0 0,1 1 0 0 0,0-1-1 0 0,1 0 1 0 0,-1 1 0 0 0,1-1 0 0 0,0 1 0 0 0,1-1 0 0 0,-1 1-1 0 0,1 0 1 0 0,0 0 0 0 0,1 0 0 0 0,-1 0 0 0 0,1 0-1 0 0,0 0 1 0 0,1 0 0 0 0,-1 0 0 0 0,1 0 0 0 0,0-1-1 0 0,1 1 1 0 0,-1 0 0 0 0,4 6 0 0 0,-4-10-88 0 0,-1 0 0 0 0,1 0 1 0 0,1 0-1 0 0,-1-1 0 0 0,0 1 0 0 0,0 0 1 0 0,1 0-1 0 0,-1-1 0 0 0,1 1 0 0 0,0-1 1 0 0,-1 1-1 0 0,1-1 0 0 0,0 1 0 0 0,0-1 1 0 0,0 0-1 0 0,0 0 0 0 0,0 0 1 0 0,0 0-1 0 0,0-1 0 0 0,4 2 0 0 0,-3-2-95 0 0,0 0 1 0 0,0 0-1 0 0,0 0 0 0 0,1 0 0 0 0,-1-1 0 0 0,0 1 0 0 0,0-1 0 0 0,0 0 1 0 0,0 0-1 0 0,0 0 0 0 0,0 0 0 0 0,0-1 0 0 0,2-1 0 0 0,4-3-295 0 0,0 0-1 0 0,-1 0 1 0 0,0-1-1 0 0,0 0 0 0 0,-1 0 1 0 0,0-1-1 0 0,11-15 1 0 0,-9 8 114 0 0,0 0 1 0 0,-1-1 0 0 0,-1-1 0 0 0,-1 1-1 0 0,0-1 1 0 0,-1 0 0 0 0,3-19 0 0 0,10-128 1090 0 0,-11 72 523 0 0,-2 58-689 0 0,3-42 707 0 0,-7 69-987 0 0,-1 0 0 0 0,-1 0 0 0 0,1 0 0 0 0,-1 0-1 0 0,0 1 1 0 0,-1-1 0 0 0,0 0 0 0 0,-3-9 0 0 0,5 15-169 0 0,-1 0 1 0 0,1 1 0 0 0,0-1 0 0 0,-1 0 0 0 0,1 0 0 0 0,0 0-1 0 0,-1 1 1 0 0,1-1 0 0 0,-1 0 0 0 0,1 0 0 0 0,-1 1-1 0 0,0-1 1 0 0,1 0 0 0 0,-1 1 0 0 0,0-1 0 0 0,1 1 0 0 0,-1-1-1 0 0,0 1 1 0 0,0-1 0 0 0,1 1 0 0 0,-1-1 0 0 0,0 1 0 0 0,0 0-1 0 0,0-1 1 0 0,0 1 0 0 0,0 0 0 0 0,1 0 0 0 0,-1 0-1 0 0,-2 0 1 0 0,2 0 37 0 0,-1 1 0 0 0,1 0 0 0 0,-1-1 0 0 0,1 1 0 0 0,0 0 0 0 0,-1 0-1 0 0,1 0 1 0 0,0 0 0 0 0,-1 0 0 0 0,1 1 0 0 0,0-1 0 0 0,0 0 0 0 0,0 0 0 0 0,-1 3-1 0 0,-3 5 215 0 0,0-1 0 0 0,0 1-1 0 0,1 1 1 0 0,-4 11-1 0 0,2 4-178 0 0,0 0-1 0 0,2 0 1 0 0,1 0 0 0 0,1 0-1 0 0,1 1 1 0 0,1-1-1 0 0,2 0 1 0 0,0 1 0 0 0,11 45-1 0 0,0-23-157 0 0,3 0 0 0 0,1-1 0 0 0,3-1 0 0 0,26 45-1 0 0,-20-42-639 0 0,-1 0-167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32.1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0 5497 0 0,'-2'3'0'0'0,"1"-2"0"0"0,-1-1 0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32.6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46 6449 0 0,'0'-3'711'0'0,"1"0"-1"0"0,0 0 1 0 0,0-1 0 0 0,0 1-1 0 0,1 0 1 0 0,-1 0-1 0 0,1 0 1 0 0,0 0-1 0 0,0 1 1 0 0,0-1-1 0 0,0 0 1 0 0,0 1-1 0 0,5-5 1 0 0,-6 10-361 0 0,0 0 0 0 0,-1 0 0 0 0,1 1 0 0 0,-1-1 0 0 0,0 0 0 0 0,0 0 0 0 0,0 7-1 0 0,-1-7-85 0 0,4 49 197 0 0,2 0-1 0 0,18 76 1 0 0,1 12-267 0 0,48 341 567 0 0,-68-455-679 0 0,-1 0 1 0 0,-1 0 0 0 0,-2 0-1 0 0,0 0 1 0 0,-6 42 0 0 0,6-42-833 0 0,1-14-1974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34.3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70 9 920 0 0,'-2'-1'7'0'0,"0"0"0"0"0,0 0 0 0 0,0 0 0 0 0,0 1 0 0 0,0-1 0 0 0,0 1 0 0 0,-1 0 0 0 0,1 0 0 0 0,0-1-1 0 0,0 2 1 0 0,0-1 0 0 0,-1 0 0 0 0,1 0 0 0 0,-38-4 17299 0 0,42 17-16883 0 0,0 0 1 0 0,1 0-1 0 0,8 22 1 0 0,-5-20-282 0 0,-2 0 1 0 0,6 31-1 0 0,-6 36 359 0 0,-4 0 0 0 0,-19 160 0 0 0,0-25-70 0 0,17-198-460 0 0,2 0-1 0 0,0 0 1 0 0,2 0 0 0 0,0 0-1 0 0,0 0 1 0 0,2-1 0 0 0,1 1-1 0 0,0-1 1 0 0,8 19 0 0 0,-13-37-27 0 0,1 1 0 0 0,-1 0 1 0 0,1 0-1 0 0,-1-1 1 0 0,0 1-1 0 0,1 0 0 0 0,-1-1 1 0 0,1 1-1 0 0,0 0 1 0 0,-1-1-1 0 0,1 1 0 0 0,-1-1 1 0 0,1 1-1 0 0,0-1 0 0 0,0 1 1 0 0,-1-1-1 0 0,1 0 1 0 0,0 1-1 0 0,0-1 0 0 0,-1 0 1 0 0,1 1-1 0 0,0-1 0 0 0,0 0 1 0 0,0 0-1 0 0,0 0 1 0 0,-1 0-1 0 0,1 0 0 0 0,0 0 1 0 0,0 0-1 0 0,1 0 0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51.0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141 339 2304 0 0,'-25'-14'1988'0'0,"20"10"-1539"0"0,-1 1 1 0 0,1 0-1 0 0,-1 0 0 0 0,0 0 0 0 0,0 1 1 0 0,0 0-1 0 0,0 0 0 0 0,0 1 0 0 0,-13-2 1 0 0,-18 7 1717 0 0,29-3-941 0 0,14-3 815 0 0,69-13-420 0 0,85-7 0 0 0,-53 9-1246 0 0,258-60 523 0 0,-80 13-205 0 0,242-19 890 0 0,-416 63-1127 0 0,-45 6-178 0 0,96-3-1 0 0,-189 31-8391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51.4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66 456 0 0,'5'-1'7935'0'0,"66"-19"-5629"0"0,38 3-421 0 0,-32 5-2285 0 0,0 1-4246 0 0,-55 7 1391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51.9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0 3225 0 0,'-4'5'11985'0'0,"2"12"-11642"0"0,3-8 5 0 0,0 0 0 0 0,0 0 0 0 0,0 0 0 0 0,1 0 0 0 0,0 0 0 0 0,4 8 1 0 0,5 19 94 0 0,81 300 1568 0 0,-52-204-1124 0 0,-12-20-315 0 0,-22-79-575 0 0,1-1 0 0 0,2 0-1 0 0,1 0 1 0 0,2-1 0 0 0,22 43-1 0 0,-30-67 885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53.1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1999 3225 0 0,'-5'4'6249'0'0,"35"-3"-4992"0"0,0-1-1 0 0,0-1 1 0 0,0-1 0 0 0,55-12-1 0 0,-17 3-1018 0 0,277-26 1277 0 0,-107 14-457 0 0,-100 5-918 0 0,96-9 44 0 0,-70 15-184 0 0,207-12 0 0 0,-107-3 169 0 0,-20 0 10 0 0,-32 11 197 0 0,83-3-193 0 0,-24 2-170 0 0,26 0-53 0 0,238-12-47 0 0,3 1 22 0 0,164 20 65 0 0,-277-14 41 0 0,-131 4-18 0 0,-140 17-23 0 0,-100 3 0 0 0,1-2 0 0 0,-1-3 0 0 0,0-2 0 0 0,74-17 0 0 0,-84 12 0 0 0,-31 8 0 0 0,0 0 0 0 0,0-1 0 0 0,0-1 0 0 0,16-7 0 0 0,-28 9 9 0 0,0 1 0 0 0,1-1-1 0 0,-1 1 1 0 0,0-1 0 0 0,0 0 0 0 0,0 1 0 0 0,-1-1-1 0 0,1 0 1 0 0,0 0 0 0 0,-1 0 0 0 0,1 0-1 0 0,-1 1 1 0 0,1-1 0 0 0,-1 0 0 0 0,0 0-1 0 0,0 0 1 0 0,0 0 0 0 0,0 0 0 0 0,0 0-1 0 0,-1-2 1 0 0,-6-44 223 0 0,-7-13 137 0 0,3 0-1 0 0,2-1 1 0 0,-1-70-1 0 0,-5-48 231 0 0,7 97-491 0 0,6-132 1 0 0,3 52-22 0 0,-5 104-120 0 0,-14-66-1 0 0,-3-50 85 0 0,14 112-309 0 0,0-15 625 0 0,4 99-9542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1:06.7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208 5 12443 0 0,'5'-1'-11'0'0,"0"0"-1"0"0,0 0 1 0 0,0 0 0 0 0,1 1 0 0 0,-1-1 0 0 0,0 1 0 0 0,0 1 0 0 0,1-1 0 0 0,-1 1 0 0 0,0 0-1 0 0,0 0 1 0 0,0 0 0 0 0,0 1 0 0 0,0 0 0 0 0,0 0 0 0 0,0 0 0 0 0,6 4 0 0 0,-11-5-13 0 0,1 0 0 0 0,0 0 0 0 0,-1 0 0 0 0,1 0 0 0 0,-1 0 0 0 0,0 0 0 0 0,1 1 0 0 0,-1-1 0 0 0,0 0 0 0 0,1 0 1 0 0,-1 1-1 0 0,0-1 0 0 0,0 0 0 0 0,0 0 0 0 0,0 1 0 0 0,0-1 0 0 0,-1 0 0 0 0,1 0 0 0 0,0 0 0 0 0,0 1 0 0 0,-1-1 0 0 0,1 0 0 0 0,-1 0 1 0 0,1 0-1 0 0,-1 0 0 0 0,0 0 0 0 0,1 0 0 0 0,-1 0 0 0 0,0 0 0 0 0,-1 2 0 0 0,-29 31-688 0 0,28-31 696 0 0,-103 91 1117 0 0,-38 40 757 0 0,143-133-1852 0 0,-1 0 1 0 0,1 0-1 0 0,0 1 0 0 0,0-1 0 0 0,-1 0 0 0 0,1 1 0 0 0,0-1 1 0 0,0 0-1 0 0,0 1 0 0 0,0-1 0 0 0,1 1 0 0 0,-1-1 0 0 0,0 1 0 0 0,1 0 1 0 0,-1-1-1 0 0,1 1 0 0 0,-1 0 0 0 0,1-1 0 0 0,0 1 0 0 0,0 0 1 0 0,0 0-1 0 0,0-1 0 0 0,0 1 0 0 0,0 0 0 0 0,0 0 0 0 0,1 2 0 0 0,1-2-21 0 0,-1-1 0 0 0,1 1 0 0 0,0-1 0 0 0,0 1 0 0 0,0-1 0 0 0,0 0 0 0 0,0 1 0 0 0,0-1 0 0 0,1 0 0 0 0,-1 0 1 0 0,0-1-1 0 0,0 1 0 0 0,1 0 0 0 0,-1-1 0 0 0,0 0 0 0 0,1 1 0 0 0,-1-1 0 0 0,5 0 0 0 0,34 0-282 0 0,-1-2 0 0 0,0-1 1 0 0,0-2-1 0 0,61-16 1 0 0,-49 10 428 0 0,100-9 1 0 0,-146 19-110 0 0,103 1 356 0 0,-96 1-297 0 0,0 0 1 0 0,1 1 0 0 0,-1 1-1 0 0,0 0 1 0 0,0 1 0 0 0,13 5-1 0 0,-24-8-44 0 0,0 0 1 0 0,0 0-1 0 0,0 0 0 0 0,0 0 0 0 0,0 0 1 0 0,-1 0-1 0 0,1 0 0 0 0,0 1 0 0 0,-1-1 0 0 0,1 1 1 0 0,-1-1-1 0 0,1 1 0 0 0,-1 0 0 0 0,1 0 0 0 0,-1-1 1 0 0,0 1-1 0 0,0 0 0 0 0,0 0 0 0 0,0 0 1 0 0,-1 0-1 0 0,1 0 0 0 0,0 0 0 0 0,-1 1 0 0 0,1-1 1 0 0,-1 0-1 0 0,0 0 0 0 0,0 3 0 0 0,-1 4 255 0 0,0-1-1 0 0,-1 1 1 0 0,0-1-1 0 0,-1 1 1 0 0,-5 13-1 0 0,4-13 98 0 0,1 1-1 0 0,0-1 0 0 0,0 0 1 0 0,-2 18-1 0 0,5-24-315 0 0,0-1 0 0 0,0 0 0 0 0,0 1 0 0 0,0-1 0 0 0,0 0 0 0 0,1 0 0 0 0,-1 1 0 0 0,1-1-1 0 0,0 0 1 0 0,0 0 0 0 0,-1 0 0 0 0,1 0 0 0 0,1 0 0 0 0,-1 0 0 0 0,0 0 0 0 0,0 0 0 0 0,1 0 0 0 0,-1 0 0 0 0,1-1 0 0 0,-1 1 0 0 0,1-1-1 0 0,0 1 1 0 0,0-1 0 0 0,3 2 0 0 0,1 1-85 0 0,1-1 0 0 0,0 0 0 0 0,0-1-1 0 0,0 0 1 0 0,0 0 0 0 0,1 0 0 0 0,-1-1 0 0 0,0 0-1 0 0,1-1 1 0 0,-1 1 0 0 0,12-2 0 0 0,12-2-442 0 0,43-10 0 0 0,-49 8 277 0 0,-22 5 181 0 0,0-1 0 0 0,0 0 1 0 0,0 1-1 0 0,1 0 0 0 0,-1-1 0 0 0,0 1 1 0 0,0 1-1 0 0,6 0 0 0 0,-9-1-42 0 0,0 0 0 0 0,0 0 0 0 0,1 0-1 0 0,-1 0 1 0 0,0 0 0 0 0,0 1 0 0 0,0-1 0 0 0,1 0 0 0 0,-1 0-1 0 0,0 0 1 0 0,0 1 0 0 0,0-1 0 0 0,0 0 0 0 0,0 0-1 0 0,0 1 1 0 0,1-1 0 0 0,-1 0 0 0 0,0 0 0 0 0,0 1 0 0 0,0-1-1 0 0,0 0 1 0 0,0 0 0 0 0,0 1 0 0 0,0-1 0 0 0,0 0 0 0 0,0 0-1 0 0,0 1 1 0 0,0-1 0 0 0,0 0 0 0 0,0 0 0 0 0,0 1 0 0 0,0-1-1 0 0,-1 0 1 0 0,1 1 0 0 0,-12 17-4473 0 0,-2-1-1096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00.18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0 129 1376 0 0,'14'-24'876'0'0,"-12"22"-724"0"0,0 0-1 0 0,0-1 1 0 0,0 1-1 0 0,0-1 1 0 0,-1 1 0 0 0,1-1-1 0 0,-1 0 1 0 0,0 0-1 0 0,0 0 1 0 0,0 1 0 0 0,0-1-1 0 0,0 0 1 0 0,-1 0-1 0 0,1 0 1 0 0,-1 0-1 0 0,0 0 1 0 0,0-1 0 0 0,0 1-1 0 0,0 0 1 0 0,-1 0-1 0 0,1 0 1 0 0,-1 0 0 0 0,0 0-1 0 0,1 1 1 0 0,-30-32 13495 0 0,30 69-12544 0 0,0 7-1349 0 0,27 181 464 0 0,-3-78 502 0 0,-13-86-214 0 0,4 62 1 0 0,-10-87-285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01.3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59 29 920 0 0,'-29'-2'1720'0'0,"-1"0"4593"0"0,223-11-2135 0 0,-120 6-1585 0 0,94 2-1 0 0,-49 19-4299 0 0,-30-1 323 0 0,-82-13 876 0 0,0 1 0 0 0,0 0 1 0 0,1 0-1 0 0,-1 0 0 0 0,7 4 1 0 0,-8-2-662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01.69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 30 456 0 0,'-9'17'6833'0'0,"9"-17"-6768"0"0,27-9 6411 0 0,-8 2-6291 0 0,17-2 417 0 0,1 3 0 0 0,0 1 0 0 0,0 1 1 0 0,1 2-1 0 0,70 6 0 0 0,-89-4-1487 0 0,1-1 0 0 0,35-6 1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03.0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5 456 0 0,'22'-5'4881'0'0,"-22"6"-4461"0"0,0 1 0 0 0,0-1 0 0 0,1 0 0 0 0,-1 1 0 0 0,0-1 0 0 0,1 0 0 0 0,-1 0 0 0 0,1 0 0 0 0,-1 1 0 0 0,1-1 0 0 0,0 0 0 0 0,-1 0 0 0 0,1 0 0 0 0,0 0 0 0 0,1 1 0 0 0,21 15 2482 0 0,-18-14-2623 0 0,0-1 0 0 0,0 0 0 0 0,1 0 0 0 0,-1 0 1 0 0,0-1-1 0 0,1 0 0 0 0,9 1 0 0 0,-12-1-174 0 0,1 0 1 0 0,-1-1-1 0 0,0 2 1 0 0,1-1-1 0 0,-1 0 1 0 0,0 1-1 0 0,0-1 1 0 0,0 1 0 0 0,0 0-1 0 0,0 0 1 0 0,-1 0-1 0 0,6 5 1 0 0,-4-4 27 0 0,0 1 1 0 0,1-1-1 0 0,-1 0 0 0 0,1 0 1 0 0,7 3-1 0 0,86 27-79 0 0,96 36 210 0 0,-164-56-230 0 0,0 2 0 0 0,-1 0 0 0 0,-1 2 0 0 0,30 23 0 0 0,-49-32-27 0 0,0 1-1 0 0,-1 0 0 0 0,0 0 1 0 0,-1 1-1 0 0,7 10 0 0 0,26 32 20 0 0,-28-46-28 0 0,-11-5 3 0 0,0-1-1 0 0,-1 0 0 0 0,1 0 1 0 0,0 1-1 0 0,-1-1 1 0 0,1 0-1 0 0,0 1 0 0 0,-1-1 1 0 0,1 1-1 0 0,0-1 0 0 0,-1 0 1 0 0,1 1-1 0 0,-1 0 1 0 0,1-1-1 0 0,-1 1 0 0 0,1-1 1 0 0,-1 1-1 0 0,1 0 1 0 0,-1-1-1 0 0,0 1 0 0 0,1 0 1 0 0,-1-1-1 0 0,0 1 0 0 0,1 0 1 0 0,-1 0-1 0 0,0-1 1 0 0,0 1-1 0 0,0 0 0 0 0,0 0 1 0 0,0-1-1 0 0,0 1 1 0 0,0 2 476 0 0,2-3-455 0 0,-1 1 0 0 0,1-1 0 0 0,-1 1 0 0 0,0-1 0 0 0,1 1 0 0 0,-1 0 0 0 0,1-1 0 0 0,-1 1 0 0 0,0 0 0 0 0,0 0 0 0 0,1 0 0 0 0,-1 0 0 0 0,0 0 0 0 0,0 0 0 0 0,0 1 0 0 0,0-1 0 0 0,0 0 0 0 0,-1 0 0 0 0,2 2 0 0 0,11 12 154 0 0,-12-15-165 0 0,0 0 44 0 0,-1 1-51 0 0,1-1-1 0 0,0 0 1 0 0,0 1 0 0 0,0-1 0 0 0,-1 0 0 0 0,1 0 0 0 0,0 1-1 0 0,0-1 1 0 0,0 0 0 0 0,0 0 0 0 0,0 0 0 0 0,0 0 0 0 0,0 0-1 0 0,-1 0 1 0 0,1 0 0 0 0,2-1 0 0 0,3 1 2 0 0,-6 0-20 0 0,0 1-52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03.49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 6913 0 0,'9'-2'3948'0'0,"41"9"-2468"0"0,-39-3-1472 0 0,-1 0 0 0 0,0 0 0 0 0,0 1 0 0 0,0 1-1 0 0,0 0 1 0 0,-1 0 0 0 0,0 0 0 0 0,9 10 0 0 0,9 10-1027 0 0,25 31-1 0 0,-50-54 912 0 0,5 8-2375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03.92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739 1 456 0 0,'-3'2'12763'0'0,"-11"14"-12020"0"0,-1-1 0 0 0,0-1 0 0 0,-1-1-1 0 0,-20 14 1 0 0,-33 27-24 0 0,-81 96-268 0 0,14-13-110 0 0,103-102 67 0 0,-49 64 0 0 0,56-64-61 0 0,-1-2-1 0 0,-49 46 0 0 0,71-74-507 0 0,1 0 1 0 0,-1 0-1 0 0,1 0 0 0 0,0 0 1 0 0,0 1-1 0 0,1-1 0 0 0,-4 8 0 0 0,3-9-1377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04.41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41 920 0 0,'0'-1'65'0'0,"-1"0"0"0"0,1 1 0 0 0,0-1 0 0 0,0 0 0 0 0,0 0 1 0 0,0 0-1 0 0,28-34 15152 0 0,-23 47-11970 0 0,3 20-4699 0 0,-6-26 2892 0 0,4 30-611 0 0,3 68-1 0 0,1 14-476 0 0,-7-100-544 0 0,0 0 0 0 0,-1 0 0 0 0,-1 0 0 0 0,-1 0 0 0 0,-1 0 1 0 0,-3 24-1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05.01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83 127 2761 0 0,'-11'-44'1029'0'0,"11"39"-597"0"0,-1 1 1 0 0,1-1 0 0 0,-1 0 0 0 0,0 0-1 0 0,-1 0 1 0 0,1 0 0 0 0,-1 1 0 0 0,0-1-1 0 0,0 1 1 0 0,0-1 0 0 0,-1 1 0 0 0,0 0-1 0 0,1 0 1 0 0,-7-6 0 0 0,8 9-290 0 0,-1 0-1 0 0,1 0 1 0 0,-1 0 0 0 0,1 0 0 0 0,0 1 0 0 0,-1-1 0 0 0,0 1-1 0 0,1-1 1 0 0,-1 1 0 0 0,1-1 0 0 0,-1 1 0 0 0,-2 0-1 0 0,4 0-51 0 0,-1 0-1 0 0,0 0 1 0 0,1 0-1 0 0,-1 0 1 0 0,0 0-1 0 0,1 1 1 0 0,-1-1-1 0 0,0 0 1 0 0,1 0-1 0 0,-1 1 1 0 0,1-1-1 0 0,-1 0 1 0 0,1 1-1 0 0,-1-1 1 0 0,1 1-1 0 0,-1-1 1 0 0,1 1-1 0 0,-1-1 1 0 0,1 1-1 0 0,0-1 1 0 0,-1 2-1 0 0,0 1 123 0 0,0 0 1 0 0,0 0-1 0 0,0 0 1 0 0,0 0-1 0 0,1 0 0 0 0,-1 0 1 0 0,1 0-1 0 0,0 1 1 0 0,0-1-1 0 0,0 4 1 0 0,6 105 1704 0 0,-4-41-1719 0 0,3-1 0 0 0,29 139 0 0 0,-6-120-10 0 0,-28-87-188 0 0,-1 0 0 0 0,0-1 0 0 0,0 1 0 0 0,0 0 0 0 0,-1-1 0 0 0,1 1 0 0 0,0-1 0 0 0,0 0 0 0 0,-1 1 0 0 0,1-1 0 0 0,-1 0 0 0 0,1 0 0 0 0,-1 0 0 0 0,0 0 0 0 0,1 0 0 0 0,-1 0 0 0 0,0-1 0 0 0,-2 2 0 0 0,-18 12-1039 0 0,19-10-490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05.8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86 60 4145 0 0,'-10'1'1087'0'0,"-1"0"1"0"0,1 1-1 0 0,0 1 0 0 0,-11 3 1 0 0,-3 1 2315 0 0,94-20 296 0 0,42 3-2950 0 0,-50 5-218 0 0,825-46 800 0 0,-855 50-1324 0 0,308 5-206 0 0,-302 1-2468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06.19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4145 0 0,'8'-9'10200'0'0,"-7"9"-9962"0"0,7 17 3392 0 0,4 39-3390 0 0,-10-46 1033 0 0,13 63-717 0 0,20 115 766 0 0,-31-157-2516 0 0,-1 1-1 0 0,-2-1 1 0 0,-6 63-1 0 0,3-78-1181 0 0,0-11 1009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06.38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57 5985 0 0,'4'-2'159'0'0,"-1"-1"0"0"0,0 1 0 0 0,1 0 0 0 0,-1 0 0 0 0,1 0 0 0 0,0 1 0 0 0,-1-1 0 0 0,1 1 0 0 0,0 0-1 0 0,0 0 1 0 0,5 0 0 0 0,4-3 668 0 0,6-3 59 0 0,1 1 1 0 0,-1 0-1 0 0,1 2 0 0 0,0 0 1 0 0,1 2-1 0 0,34-1 0 0 0,-37 8-1983 0 0,-13 2 506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06.57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 69 7834 0 0,'-8'0'249'0'0,"-2"0"383"0"0,18-7-49 0 0,12-3-68 0 0,1 0 0 0 0,0 1 0 0 0,32-9 0 0 0,-34 14-1648 0 0,-1 0 1 0 0,1 1-1 0 0,-1 1 0 0 0,33 1 1 0 0,-29 2 614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06.9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49 0 10594 0 0,'-1'0'35'0'0,"0"0"0"0"0,1 0 0 0 0,-1 0 0 0 0,0 1 0 0 0,0-1 0 0 0,0 0 0 0 0,1 0 0 0 0,-1 0 0 0 0,0 1 0 0 0,0-1 0 0 0,1 1 0 0 0,-1-1 0 0 0,0 0 0 0 0,0 1 0 0 0,1-1 0 0 0,-1 1 0 0 0,0-1 0 0 0,1 1 0 0 0,-1 0 0 0 0,1-1 0 0 0,-1 1 0 0 0,1 0 0 0 0,-1-1 0 0 0,1 1 0 0 0,0 0 0 0 0,-1-1 0 0 0,1 1 0 0 0,0 0 0 0 0,-1 0 0 0 0,1 0 0 0 0,0-1 0 0 0,0 2 0 0 0,-13 34 882 0 0,11-31-563 0 0,-2 7-156 0 0,1 0 1 0 0,1 0-1 0 0,0 0 0 0 0,0 0 0 0 0,1 0 0 0 0,1 1 0 0 0,0-1 1 0 0,0 0-1 0 0,2 1 0 0 0,4 21 0 0 0,-5-29-202 0 0,0 0 0 0 0,1-1 0 0 0,0 1 0 0 0,0-1 0 0 0,0 1 0 0 0,0-1 0 0 0,1 0 0 0 0,0 0 0 0 0,-1 0 0 0 0,1 0 0 0 0,1-1 0 0 0,-1 1 0 0 0,1-1 0 0 0,-1 1 0 0 0,1-1 0 0 0,0-1 0 0 0,0 1 0 0 0,0 0 0 0 0,1-1 0 0 0,-1 0 0 0 0,0 0 0 0 0,1 0-1 0 0,0-1 1 0 0,-1 1 0 0 0,1-1 0 0 0,0 0 0 0 0,0-1 0 0 0,-1 1 0 0 0,1-1 0 0 0,6 0 0 0 0,-3 0-35 0 0,-1-1 0 0 0,1 0 0 0 0,-1 0 0 0 0,0-1 0 0 0,1 0 0 0 0,-1 0 0 0 0,0-1 0 0 0,0 0 0 0 0,0 0 0 0 0,-1-1 0 0 0,1 0 0 0 0,-1 0 0 0 0,0 0 0 0 0,0-1 0 0 0,0 1 0 0 0,-1-2 0 0 0,1 1 0 0 0,-1-1 0 0 0,0 1 0 0 0,-1-1 0 0 0,7-11 0 0 0,-9 13 86 0 0,0 0-1 0 0,0 0 1 0 0,0-1 0 0 0,0 1-1 0 0,-1-1 1 0 0,1 1 0 0 0,-1-1-1 0 0,0 0 1 0 0,-1 1 0 0 0,1-1-1 0 0,-1 0 1 0 0,0 0 0 0 0,0 0-1 0 0,0 1 1 0 0,-1-1 0 0 0,0 0-1 0 0,0 0 1 0 0,0 1 0 0 0,0-1-1 0 0,-1 1 1 0 0,0-1 0 0 0,0 1-1 0 0,0 0 1 0 0,0-1 0 0 0,-1 1-1 0 0,1 0 1 0 0,-1 1-1 0 0,0-1 1 0 0,0 0 0 0 0,-1 1-1 0 0,1 0 1 0 0,-1 0 0 0 0,0 0-1 0 0,-5-3 1 0 0,-22-13-2233 0 0,14 12-2836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07.33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1 135 8290 0 0,'0'0'639'0'0,"32"-5"4604"0"0,-27 6-4961 0 0,1 0-1 0 0,0 0 0 0 0,-1 0 0 0 0,1 0 1 0 0,-1 1-1 0 0,0 0 0 0 0,1 0 0 0 0,-1 1 1 0 0,0-1-1 0 0,0 1 0 0 0,0 0 0 0 0,-1 0 1 0 0,1 1-1 0 0,7 7 0 0 0,-3-2-262 0 0,-1 0 1 0 0,0 1-1 0 0,0 0 0 0 0,-1 0 0 0 0,11 20 1 0 0,-21-39 289 0 0,0 0 1 0 0,1 0-1 0 0,0 0 1 0 0,0 0 0 0 0,1 0-1 0 0,0-1 1 0 0,1 1-1 0 0,1-19 1 0 0,0 15-711 0 0,1 1 0 0 0,0-1 1 0 0,0 1-1 0 0,2-1 0 0 0,-1 1 0 0 0,2 0 0 0 0,10-23 1 0 0,1 11-6197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08.0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107 2 6449 0 0,'-4'-1'4540'0'0,"4"1"-4467"0"0,-10 8 1558 0 0,-9 14-1126 0 0,19-21-456 0 0,-5 5 123 0 0,-9 11 364 0 0,-20 31 0 0 0,31-43-488 0 0,0-1 1 0 0,1 1 0 0 0,0 0-1 0 0,0 0 1 0 0,0 1 0 0 0,0-1-1 0 0,1 0 1 0 0,0 1 0 0 0,0-1-1 0 0,0 0 1 0 0,1 1 0 0 0,0 6-1 0 0,0-7-19 0 0,2-1 0 0 0,-1 0-1 0 0,0 0 1 0 0,1 1 0 0 0,0-1-1 0 0,0 0 1 0 0,0 0 0 0 0,0-1 0 0 0,1 1-1 0 0,0 0 1 0 0,-1-1 0 0 0,1 0-1 0 0,1 1 1 0 0,-1-1 0 0 0,0 0-1 0 0,1-1 1 0 0,-1 1 0 0 0,1 0-1 0 0,0-1 1 0 0,6 3 0 0 0,-4-2 2 0 0,0 0-1 0 0,0 0 1 0 0,1-1 0 0 0,0 0-1 0 0,-1 0 1 0 0,1-1 0 0 0,0 1-1 0 0,0-2 1 0 0,0 1 0 0 0,0-1-1 0 0,-1 0 1 0 0,12-1 0 0 0,-15 1-76 0 0,1-1-1 0 0,-1 0 1 0 0,1 0 0 0 0,-1-1 0 0 0,1 1-1 0 0,-1-1 1 0 0,0 1 0 0 0,1-1 0 0 0,-1 0 0 0 0,0 0-1 0 0,0-1 1 0 0,-1 1 0 0 0,1-1 0 0 0,0 1 0 0 0,-1-1-1 0 0,1 0 1 0 0,-1 0 0 0 0,0 0 0 0 0,0 0-1 0 0,0 0 1 0 0,1-4 0 0 0,0-2-25 0 0,0 1 0 0 0,-1-1 0 0 0,0 1 1 0 0,0-1-1 0 0,-1 0 0 0 0,0 0 0 0 0,0-14 0 0 0,-1 20 100 0 0,1 5 294 0 0,2 5-134 0 0,-2-7-126 0 0,2 2 20 0 0,3 2 44 0 0,0-1 0 0 0,1-1-1 0 0,-1 1 1 0 0,1-1 0 0 0,-1 0-1 0 0,1 0 1 0 0,0-1 0 0 0,-1 0 0 0 0,1 0-1 0 0,0-1 1 0 0,0 0 0 0 0,0 0-1 0 0,0 0 1 0 0,0-1 0 0 0,-1 0-1 0 0,1 0 1 0 0,0-1 0 0 0,-1 0-1 0 0,10-4 1 0 0,-15 6-116 0 0,0-1 0 0 0,0 0 0 0 0,0 1 0 0 0,0-1 0 0 0,0 0 0 0 0,0 1 0 0 0,0-1 0 0 0,-1 0 0 0 0,1 0-1 0 0,0 0 1 0 0,-1 0 0 0 0,1 0 0 0 0,-1 0 0 0 0,1 0 0 0 0,-1 0 0 0 0,1 0 0 0 0,-1 0 0 0 0,1 0 0 0 0,-1 0 0 0 0,0 0 0 0 0,0 0 0 0 0,0 0 0 0 0,0 0 0 0 0,1 0 0 0 0,-1 0-1 0 0,-1-1 1 0 0,1 1 0 0 0,0 0 0 0 0,0 0 0 0 0,0 0 0 0 0,-1 0 0 0 0,1 0 0 0 0,0 0 0 0 0,-1 0 0 0 0,0-2 0 0 0,-21-34-1827 0 0,20 34 1332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08.44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127 1 5065 0 0,'-7'4'1280'0'0,"-1"2"-1"0"0,1-1 0 0 0,0 1 1 0 0,-11 11-1 0 0,1 2-265 0 0,0 0-1 0 0,-17 28 1 0 0,33-46-971 0 0,0 0 0 0 0,0 1 0 0 0,0-1 0 0 0,0 0 0 0 0,0 1 0 0 0,0 0 0 0 0,0-1 0 0 0,1 1 0 0 0,-1-1 0 0 0,0 1 0 0 0,1 0 0 0 0,-1 0 0 0 0,1-1 0 0 0,0 1 0 0 0,0 0 0 0 0,0 0 0 0 0,0-1 0 0 0,0 1 0 0 0,0 0 0 0 0,0 0 0 0 0,0-1 0 0 0,1 1 0 0 0,-1 0 0 0 0,1-1 0 0 0,-1 1 0 0 0,1 0 0 0 0,0-1-1 0 0,-1 1 1 0 0,1-1 0 0 0,0 1 0 0 0,0-1 0 0 0,0 1 0 0 0,3 2 0 0 0,-1-2-89 0 0,0 0-1 0 0,1 0 1 0 0,-1-1-1 0 0,1 1 1 0 0,-1-1 0 0 0,1 1-1 0 0,0-1 1 0 0,-1 0-1 0 0,1-1 1 0 0,0 1-1 0 0,0-1 1 0 0,0 1-1 0 0,0-1 1 0 0,6-1-1 0 0,-6 1-110 0 0,0 0 1 0 0,0-1-1 0 0,0 1 0 0 0,0-1 0 0 0,0 0 0 0 0,-1 0 0 0 0,1-1 0 0 0,0 1 0 0 0,-1-1 1 0 0,1 0-1 0 0,-1 0 0 0 0,1 0 0 0 0,-1 0 0 0 0,0 0 0 0 0,0-1 0 0 0,0 0 0 0 0,0 1 1 0 0,0-1-1 0 0,-1 0 0 0 0,1-1 0 0 0,-1 1 0 0 0,3-4 0 0 0,-2-1 417 0 0,0 0 0 0 0,0 1 0 0 0,0-1 0 0 0,-1 0 0 0 0,0-1 0 0 0,0 1 0 0 0,-1 0 0 0 0,0 0 0 0 0,-1-14 0 0 0,1 31 331 0 0,0-1 0 0 0,0 0 0 0 0,1 1-1 0 0,0-1 1 0 0,1 0 0 0 0,6 15 0 0 0,-6-17-949 0 0,0 0-1 0 0,1 1 1 0 0,-1-1-1 0 0,1-1 1 0 0,0 1 0 0 0,1 0-1 0 0,-1-1 1 0 0,1 0 0 0 0,8 6-1 0 0,0-2-5090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08.73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86 3225 0 0,'6'-1'512'0'0,"0"0"1"0"0,0 0 0 0 0,-1 1-1 0 0,1 0 1 0 0,0 0 0 0 0,0 0-1 0 0,0 1 1 0 0,-1 0 0 0 0,1 0-1 0 0,10 4 1 0 0,-5-2 337 0 0,-1 1 0 0 0,1 0 1 0 0,-1 1-1 0 0,16 10 0 0 0,3 13 1188 0 0,-28-27-1943 0 0,0 0 1 0 0,0 0-1 0 0,0 0 1 0 0,0 0-1 0 0,0 1 1 0 0,-1-1-1 0 0,1 0 1 0 0,-1 0-1 0 0,1 1 1 0 0,-1-1-1 0 0,1 1 1 0 0,-1-1-1 0 0,1 0 1 0 0,-1 1-1 0 0,0-1 1 0 0,0 0-1 0 0,0 1 1 0 0,0-1-1 0 0,0 1 1 0 0,0-1-1 0 0,0 1 1 0 0,-1-1-1 0 0,1 0 1 0 0,0 1-1 0 0,-2 1 1 0 0,-3-2 1413 0 0,1-9-758 0 0,-1-9-100 0 0,6 10-572 0 0,-1 1-1 0 0,1-1 1 0 0,0 1 0 0 0,0-1-1 0 0,0 1 1 0 0,1-1 0 0 0,0 1-1 0 0,1 0 1 0 0,-1 0 0 0 0,5-8-1 0 0,1 0-1006 0 0,1 1-1 0 0,0 0 1 0 0,13-15-1 0 0,-8 13-5575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09.20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116 387 4145 0 0,'-6'0'403'0'0,"-1"0"-1"0"0,1 0 1 0 0,-1 0 0 0 0,0 1 0 0 0,1 0 0 0 0,0 0-1 0 0,-1 1 1 0 0,1 0 0 0 0,0 0 0 0 0,-1 0-1 0 0,1 1 1 0 0,1 0 0 0 0,-8 4 0 0 0,12-6-181 0 0,-1 0 1 0 0,0 1-1 0 0,1-1 1 0 0,-1 0-1 0 0,1 1 1 0 0,0-1-1 0 0,-1 1 1 0 0,1 0-1 0 0,0-1 1 0 0,0 1-1 0 0,0 0 1 0 0,0 0-1 0 0,0 0 1 0 0,1 0-1 0 0,-1 0 1 0 0,0 0-1 0 0,1 0 1 0 0,-1 2-1 0 0,1-1-89 0 0,1 0 0 0 0,-1 0-1 0 0,1 0 1 0 0,-1-1 0 0 0,1 1-1 0 0,0 0 1 0 0,0 0 0 0 0,0-1 0 0 0,0 1-1 0 0,1 0 1 0 0,-1-1 0 0 0,1 1 0 0 0,-1-1-1 0 0,1 0 1 0 0,0 0 0 0 0,4 4-1 0 0,-3-3-61 0 0,1 1-1 0 0,-1-1 1 0 0,1 0-1 0 0,0 0 1 0 0,1 0-1 0 0,-1 0 1 0 0,0-1-1 0 0,1 0 0 0 0,-1 0 1 0 0,1 0-1 0 0,0 0 1 0 0,0-1-1 0 0,-1 0 1 0 0,9 1-1 0 0,-7-1-158 0 0,-1-1-1 0 0,0 0 0 0 0,1 0 1 0 0,-1-1-1 0 0,0 1 0 0 0,0-1 1 0 0,1 0-1 0 0,-1-1 1 0 0,0 1-1 0 0,0-1 0 0 0,0 0 1 0 0,-1 0-1 0 0,1-1 0 0 0,0 0 1 0 0,-1 1-1 0 0,1-1 1 0 0,-1-1-1 0 0,0 1 0 0 0,0-1 1 0 0,-1 1-1 0 0,1-1 1 0 0,-1 0-1 0 0,1-1 0 0 0,-1 1 1 0 0,0 0-1 0 0,-1-1 0 0 0,1 0 1 0 0,-1 1-1 0 0,0-1 1 0 0,0 0-1 0 0,-1 0 0 0 0,1-1 1 0 0,0-6-1 0 0,1-22-17 0 0,-5-64 1 0 0,0-4 1348 0 0,12 17 171 0 0,-5 53 345 0 0,0-42 1 0 0,-14 108 721 0 0,10-9-2453 0 0,1-1 0 0 0,2 1 0 0 0,0-1 0 0 0,2 0 1 0 0,1 0-1 0 0,0-1 0 0 0,13 25 0 0 0,16 58 51 0 0,10 127-842 0 0,-38-188 622 0 0,2 12-203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09.77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8290 0 0,'0'10'4288'0'0,"0"21"917"0"0,1-21-4932 0 0,-1 1-1 0 0,2 0 1 0 0,-1-1 0 0 0,1 1-1 0 0,7 19 1 0 0,-4-19-166 0 0,1 0 1 0 0,0 0 0 0 0,0-1-1 0 0,1 0 1 0 0,1 0-1 0 0,0 0 1 0 0,0-1 0 0 0,1 0-1 0 0,0-1 1 0 0,0 0-1 0 0,1 0 1 0 0,0-1 0 0 0,1 0-1 0 0,16 8 1 0 0,-22-13-63 0 0,1 1 1 0 0,-1-1-1 0 0,1 0 1 0 0,0 0 0 0 0,0 0-1 0 0,0-1 1 0 0,0 0-1 0 0,0 0 1 0 0,0 0-1 0 0,0-1 1 0 0,0 0-1 0 0,1 0 1 0 0,-1-1-1 0 0,0 0 1 0 0,0 0 0 0 0,0 0-1 0 0,0-1 1 0 0,0 0-1 0 0,-1 0 1 0 0,1 0-1 0 0,0-1 1 0 0,-1 0-1 0 0,0 0 1 0 0,1 0 0 0 0,-1-1-1 0 0,0 1 1 0 0,-1-1-1 0 0,1 0 1 0 0,-1-1-1 0 0,7-8 1 0 0,-8 9-159 0 0,0 1 1 0 0,-1-1-1 0 0,1 1 0 0 0,-1-1 1 0 0,0 0-1 0 0,-1 0 0 0 0,1 0 1 0 0,-1 0-1 0 0,1 0 1 0 0,-1 0-1 0 0,0 0 0 0 0,-1 0 1 0 0,1-1-1 0 0,-1 1 0 0 0,0 0 1 0 0,0 0-1 0 0,0-1 1 0 0,0 1-1 0 0,-1 0 0 0 0,0 0 1 0 0,0-1-1 0 0,0 1 0 0 0,0 0 1 0 0,-1 0-1 0 0,1 0 1 0 0,-1 0-1 0 0,0 1 0 0 0,0-1 1 0 0,-1 0-1 0 0,-2-3 0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10.00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17972 0 0,'3'2'162'0'0,"0"0"0"0"0,0 0 0 0 0,0 1 0 0 0,-1 0 0 0 0,1-1 0 0 0,-1 1 0 0 0,1 0 0 0 0,-1 0 1 0 0,0 0-1 0 0,0 1 0 0 0,0-1 0 0 0,-1 0 0 0 0,1 1 0 0 0,-1-1 0 0 0,0 1 0 0 0,0-1 0 0 0,1 6 0 0 0,0-1-26 0 0,-1 1-1 0 0,0 0 0 0 0,0 0 1 0 0,-1-1-1 0 0,0 1 0 0 0,-1 12 1 0 0,0-16-358 0 0,-1 0 0 0 0,1 1 1 0 0,-1-1-1 0 0,0 0 0 0 0,0 0 1 0 0,-4 5-1 0 0,-11 13-6013 0 0,23-47 331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10.1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9674 0 0,'0'0'864'0'0,"0"1"-696"0"0,0 0-168 0 0,1-1 0 0 0,1 1-80 0 0,-1 1-48 0 0,1 0-16 0 0,2 1 0 0 0,1 2-312 0 0,2 1-64 0 0,0 3-16 0 0,2 0 0 0 0,0 5 432 0 0,-3 0 104 0 0,-3 3 0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10.49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228 1 3225 0 0,'-10'0'334'0'0,"-1"2"0"0"0,1-1 0 0 0,-1 1 0 0 0,1 1 0 0 0,0 0 1 0 0,0 1-1 0 0,-11 4 0 0 0,-6 5 2470 0 0,-31 20 0 0 0,53-30-2420 0 0,-27 20 1889 0 0,31-23-2166 0 0,0 1-1 0 0,0 0 1 0 0,0-1 0 0 0,1 1-1 0 0,-1 0 1 0 0,0 0 0 0 0,0 0-1 0 0,0 0 1 0 0,1 0-1 0 0,-1 0 1 0 0,1 0 0 0 0,-1 0-1 0 0,1 0 1 0 0,-1 0 0 0 0,1 0-1 0 0,-1 0 1 0 0,1 1 0 0 0,0-1-1 0 0,0 0 1 0 0,-1 0-1 0 0,1 0 1 0 0,0 0 0 0 0,0 1-1 0 0,0-1 1 0 0,1 0 0 0 0,-1 2-1 0 0,1-2-103 0 0,0 0-1 0 0,0 0 1 0 0,0 0-1 0 0,0 0 1 0 0,0 0-1 0 0,1-1 1 0 0,-1 1-1 0 0,0 0 1 0 0,0-1-1 0 0,1 1 1 0 0,-1 0-1 0 0,0-1 1 0 0,1 0-1 0 0,-1 1 1 0 0,1-1-1 0 0,-1 0 1 0 0,0 0-1 0 0,1 0 1 0 0,-1 0-1 0 0,1 0 1 0 0,1 0-1 0 0,32-2-1570 0 0,-22-1 809 0 0,0 0 0 0 0,0-1 1 0 0,0 0-1 0 0,0-1 0 0 0,-1-1 1 0 0,1 0-1 0 0,12-9 0 0 0,-3 3 177 0 0,-22 12 669 0 0,1-1 0 0 0,-1 1 1 0 0,1-1-1 0 0,-1 1 0 0 0,1 0 1 0 0,0-1-1 0 0,-1 1 0 0 0,1 0 0 0 0,-1 0 1 0 0,1-1-1 0 0,0 1 0 0 0,-1 0 1 0 0,1 0-1 0 0,0 0 0 0 0,-1 0 1 0 0,1 0-1 0 0,0 0 0 0 0,-1 0 1 0 0,1 0-1 0 0,0 0 0 0 0,-1 0 1 0 0,1 0-1 0 0,0 1 0 0 0,-1-1 1 0 0,1 0-1 0 0,-1 0 0 0 0,1 0 1 0 0,0 1-1 0 0,-1-1 0 0 0,1 1 1 0 0,-1-1-1 0 0,1 0 0 0 0,-1 1 1 0 0,1-1-1 0 0,-1 1 0 0 0,1-1 1 0 0,-1 1-1 0 0,1-1 0 0 0,-1 1 1 0 0,0-1-1 0 0,1 1 0 0 0,-1-1 1 0 0,0 1-1 0 0,0 0 0 0 0,1-1 1 0 0,-1 1-1 0 0,0 0 0 0 0,0-1 1 0 0,0 1-1 0 0,0 0 0 0 0,0-1 0 0 0,0 1 1 0 0,0 0-1 0 0,0-1 0 0 0,0 1 1 0 0,0 0-1 0 0,0 0 0 0 0,-5 51 2975 0 0,3-39-2855 0 0,0 2-417 0 0,2 1-1 0 0,-1 0 1 0 0,2 0 0 0 0,2 18-1 0 0,1-17-5633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10.80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100 1 1840 0 0,'-2'1'636'0'0,"1"1"0"0"0,-1-1 0 0 0,0 1 0 0 0,0 0 0 0 0,1-1 0 0 0,-1 1 0 0 0,1 0-1 0 0,-1 0 1 0 0,-1 3 0 0 0,0 1 504 0 0,-3 0-101 0 0,-5 6-28 0 0,1 0 1 0 0,0 0-1 0 0,1 1 0 0 0,1 0 0 0 0,-8 16 0 0 0,15-26-988 0 0,-1 0-1 0 0,1-1 1 0 0,0 1 0 0 0,0 0-1 0 0,1 0 1 0 0,-1 0-1 0 0,1 0 1 0 0,-1 0 0 0 0,1 0-1 0 0,0 0 1 0 0,0 0 0 0 0,0 0-1 0 0,0 0 1 0 0,1 0-1 0 0,0 0 1 0 0,-1 0 0 0 0,1 0-1 0 0,0-1 1 0 0,0 1 0 0 0,0 0-1 0 0,1 0 1 0 0,-1-1-1 0 0,1 1 1 0 0,-1-1 0 0 0,1 1-1 0 0,0-1 1 0 0,0 0 0 0 0,0 1-1 0 0,0-1 1 0 0,0 0-1 0 0,1 0 1 0 0,-1-1 0 0 0,4 3-1 0 0,54 28-95 0 0,-47-26 76 0 0,0 1 1 0 0,0 0-1 0 0,0 1 1 0 0,11 9-1 0 0,-23-16-1 0 0,0-1 0 0 0,0 1 0 0 0,-1-1-1 0 0,1 1 1 0 0,-1-1 0 0 0,1 1-1 0 0,0 0 1 0 0,-1-1 0 0 0,1 1 0 0 0,-1 0-1 0 0,0 0 1 0 0,1-1 0 0 0,-1 1 0 0 0,1 0-1 0 0,-1 0 1 0 0,0-1 0 0 0,0 1-1 0 0,0 0 1 0 0,1 0 0 0 0,-1 0 0 0 0,0 0-1 0 0,0-1 1 0 0,0 1 0 0 0,0 0-1 0 0,0 0 1 0 0,0 0 0 0 0,0 0 0 0 0,-1-1-1 0 0,1 1 1 0 0,0 0 0 0 0,0 0 0 0 0,-1 0-1 0 0,1-1 1 0 0,0 1 0 0 0,-1 0-1 0 0,0 0 1 0 0,-1 2-10 0 0,0-1-1 0 0,0 0 0 0 0,0 0 0 0 0,-1 0 1 0 0,1 0-1 0 0,-1 0 0 0 0,1 0 0 0 0,-6 2 1 0 0,-11 5-332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11.96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213 58 6449 0 0,'0'-2'327'0'0,"1"0"0"0"0,0 0-1 0 0,-1 0 1 0 0,0 0-1 0 0,0-1 1 0 0,0 1-1 0 0,0 0 1 0 0,0 0 0 0 0,0-1-1 0 0,0 1 1 0 0,-1 0-1 0 0,1 0 1 0 0,-1 0 0 0 0,1 0-1 0 0,-1-1 1 0 0,0 1-1 0 0,0 0 1 0 0,0 0 0 0 0,-2-3-1 0 0,1 4-98 0 0,1 0-1 0 0,-1-1 1 0 0,1 1-1 0 0,-1 0 1 0 0,0 0-1 0 0,0 1 1 0 0,1-1-1 0 0,-1 0 1 0 0,0 0-1 0 0,0 1 1 0 0,0-1 0 0 0,0 1-1 0 0,0 0 1 0 0,0-1-1 0 0,0 1 1 0 0,0 0-1 0 0,-3 1 1 0 0,-5 0 143 0 0,1 0 0 0 0,-1 1 0 0 0,1 0 0 0 0,0 1-1 0 0,0 0 1 0 0,0 1 0 0 0,-14 7 0 0 0,17-8-266 0 0,1 0-1 0 0,-1 1 1 0 0,1 0 0 0 0,0 0-1 0 0,0 0 1 0 0,0 1-1 0 0,0 0 1 0 0,1 0-1 0 0,0 0 1 0 0,0 0-1 0 0,0 0 1 0 0,1 1 0 0 0,-1 0-1 0 0,1 0 1 0 0,1 0-1 0 0,-1 0 1 0 0,1 0-1 0 0,-2 12 1 0 0,2-9-70 0 0,2 0 1 0 0,-1-1-1 0 0,1 1 0 0 0,1 0 0 0 0,-1 0 1 0 0,2-1-1 0 0,-1 1 0 0 0,1-1 0 0 0,0 1 1 0 0,1-1-1 0 0,0 0 0 0 0,0 0 1 0 0,9 15-1 0 0,-9-17 49 0 0,1-1 1 0 0,-1 0 0 0 0,1 0-1 0 0,0 0 1 0 0,1 0 0 0 0,-1-1-1 0 0,1 0 1 0 0,0 0-1 0 0,0 0 1 0 0,8 5 0 0 0,-6-6-442 0 0,0 1 0 0 0,1-1 0 0 0,-1-1 0 0 0,1 0 0 0 0,-1 0 0 0 0,1 0 1 0 0,0-1-1 0 0,0 0 0 0 0,0 0 0 0 0,0-1 0 0 0,0 0 0 0 0,11-2 0 0 0,-8 1-112 0 0,-1-1 0 0 0,1 0 1 0 0,-1-1-1 0 0,0 0 0 0 0,0-1 0 0 0,0 0 0 0 0,0 0 0 0 0,-1-1 0 0 0,1-1 0 0 0,-1 1 0 0 0,-1-1 0 0 0,1-1 1 0 0,-1 0-1 0 0,0 0 0 0 0,0-1 0 0 0,8-11 0 0 0,-1-4 402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12.10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5985 0 0,'0'0'464'0'0,"26"22"5515"0"0,-22-18-5542 0 0,0 0-1 0 0,-1 0 1 0 0,1 0 0 0 0,-1 1 0 0 0,0-1 0 0 0,-1 1-1 0 0,1 0 1 0 0,-1 0 0 0 0,0 0 0 0 0,0 0-1 0 0,2 7 1 0 0,0 8 931 0 0,3 36-1 0 0,-7-42-1294 0 0,2 0-1 0 0,0 0 1 0 0,0-1 0 0 0,1 1 0 0 0,6 15-1 0 0,-7-25-184 0 0,0 0-1 0 0,1 0 0 0 0,-1 0 0 0 0,1 0 1 0 0,0 0-1 0 0,-1-1 0 0 0,2 1 1 0 0,-1-1-1 0 0,0 0 0 0 0,1 0 0 0 0,-1 0 1 0 0,1 0-1 0 0,0-1 0 0 0,0 1 1 0 0,0-1-1 0 0,0 0 0 0 0,0 0 0 0 0,1-1 1 0 0,-1 1-1 0 0,5 0 0 0 0,13 1-2061 0 0,-8-5-2372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12.98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 3 3681 0 0,'-22'22'10013'0'0,"22"-22"-9863"0"0,18 3 2248 0 0,-7-3-1992 0 0,0-1 0 0 0,0 0 0 0 0,0-1-1 0 0,16-5 1 0 0,19-10-4471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13.2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 1 5065 0 0,'-2'1'235'0'0,"0"-1"0"0"0,-1 1-1 0 0,1 0 1 0 0,0 0 0 0 0,0 0-1 0 0,0 1 1 0 0,0-1 0 0 0,1 0 0 0 0,-1 1-1 0 0,0-1 1 0 0,0 1 0 0 0,-2 3 0 0 0,4-4 55 0 0,-1 1 0 0 0,1 0 1 0 0,0 0-1 0 0,-1-1 0 0 0,1 1 1 0 0,0 0-1 0 0,0-1 1 0 0,0 1-1 0 0,0 0 0 0 0,0 0 1 0 0,1-1-1 0 0,-1 1 0 0 0,1 0 1 0 0,-1-1-1 0 0,1 1 0 0 0,-1 0 1 0 0,1-1-1 0 0,1 3 1 0 0,5 14 1117 0 0,-2 1 0 0 0,0-1 0 0 0,4 35 0 0 0,-6-34-1692 0 0,0 0 0 0 0,1 0 0 0 0,11 30 1 0 0,-10-38-883 0 0,-1-1-268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13.6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47 11058 0 0,'25'0'3046'0'0,"-16"1"-2390"0"0,0-1 0 0 0,0 1-1 0 0,-1 1 1 0 0,1 0 0 0 0,0 0-1 0 0,-1 1 1 0 0,0 0 0 0 0,12 5-1 0 0,-17-5-547 0 0,1-1-1 0 0,-1 1 1 0 0,1 0-1 0 0,-1 0 1 0 0,0 0-1 0 0,0 0 1 0 0,0 0-1 0 0,-1 1 1 0 0,1-1-1 0 0,-1 1 1 0 0,0 0-1 0 0,0-1 1 0 0,0 1-1 0 0,0 0 1 0 0,-1 1-1 0 0,1-1 1 0 0,-1 0-1 0 0,0 0 1 0 0,0 6-1 0 0,3 23 2 0 0,-1-1-1 0 0,-2 1 0 0 0,-6 59 1 0 0,4-190 179 0 0,3 75-718 0 0,1 1-1 0 0,0-1 1 0 0,2 1 0 0 0,1-1-1 0 0,0 1 1 0 0,2 1 0 0 0,0-1-1 0 0,13-20 1 0 0,-11 25-1250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13.97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 5529 0 0,'2'1'392'0'0,"0"-1"0"0"0,0 1 0 0 0,0 0 0 0 0,0-1 0 0 0,0 1 0 0 0,0 0-1 0 0,-1 1 1 0 0,1-1 0 0 0,0 0 0 0 0,0 0 0 0 0,-1 1 0 0 0,1-1 0 0 0,-1 1 0 0 0,1-1 0 0 0,1 4-1 0 0,22 29 3579 0 0,-22-29-3485 0 0,14 20 1079 0 0,18 39 0 0 0,-31-56-1426 0 0,0 1 0 0 0,-1 0 0 0 0,0-1 0 0 0,0 1 0 0 0,-1 0 1 0 0,0 0-1 0 0,-1 0 0 0 0,0 1 0 0 0,0 9 0 0 0,-1-18-110 0 0,0 0-1 0 0,0 1 1 0 0,0-1-1 0 0,0 0 1 0 0,0 1-1 0 0,-1-1 1 0 0,1 0-1 0 0,-1 1 1 0 0,1-1-1 0 0,-1 0 1 0 0,1 0 0 0 0,-1 0-1 0 0,1 1 1 0 0,-1-1-1 0 0,0 0 1 0 0,0 0-1 0 0,0 0 1 0 0,1 0-1 0 0,-1 0 1 0 0,0 0-1 0 0,0-1 1 0 0,-1 1-1 0 0,1 0 1 0 0,0 0 0 0 0,0-1-1 0 0,-1 2 1 0 0,1-2-8 0 0,0 0 0 0 0,0 0 1 0 0,0-1-1 0 0,0 1 0 0 0,0 0 1 0 0,0 0-1 0 0,0 0 1 0 0,0-1-1 0 0,1 1 0 0 0,-1 0 1 0 0,0-1-1 0 0,0 1 0 0 0,0-1 1 0 0,1 1-1 0 0,-1-1 0 0 0,0 1 1 0 0,0-1-1 0 0,1 0 1 0 0,-1 1-1 0 0,1-1 0 0 0,-1 0 1 0 0,0 1-1 0 0,1-1 0 0 0,-1 0 1 0 0,1 0-1 0 0,0 0 0 0 0,-1 1 1 0 0,1-1-1 0 0,0 0 1 0 0,-1 0-1 0 0,1 0 0 0 0,0 0 1 0 0,0 0-1 0 0,0 0 0 0 0,0 0 1 0 0,0 0-1 0 0,0 1 0 0 0,0-2 1 0 0,-1-10-46 0 0,0 0 0 0 0,1 1 0 0 0,1-1 0 0 0,0 0 0 0 0,0 0 0 0 0,1 1 0 0 0,1-1 0 0 0,4-13 0 0 0,2 0-1304 0 0,1-1 0 0 0,19-33 0 0 0,-13 32-5326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14.78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1 233 5985 0 0,'30'-20'5619'0'0,"-23"14"-5260"0"0,0-1 0 0 0,0 0 0 0 0,-1 0 0 0 0,0-1 0 0 0,0 1 0 0 0,-1-1 0 0 0,0 0 0 0 0,0-1 0 0 0,5-14 0 0 0,-8 17-389 0 0,0 0 0 0 0,0 0 0 0 0,-1 0 0 0 0,1 0 0 0 0,-1 0 0 0 0,-1 0 1 0 0,1 0-1 0 0,-1 0 0 0 0,-1-1 0 0 0,1 1 0 0 0,-1 0 0 0 0,0 0 0 0 0,0 0 0 0 0,0 0 0 0 0,-5-11 0 0 0,6 16-26 0 0,-1 0 0 0 0,1 0-1 0 0,0 1 1 0 0,-1-1 0 0 0,1 0 0 0 0,0 1-1 0 0,-1-1 1 0 0,1 0 0 0 0,-1 1 0 0 0,1-1-1 0 0,-1 1 1 0 0,1-1 0 0 0,-1 0 0 0 0,1 1-1 0 0,-1-1 1 0 0,0 1 0 0 0,1 0 0 0 0,-1-1-1 0 0,0 1 1 0 0,1-1 0 0 0,-1 1 0 0 0,0 0-1 0 0,1 0 1 0 0,-1-1 0 0 0,0 1 0 0 0,0 0-1 0 0,1 0 1 0 0,-1 0 0 0 0,0 0 0 0 0,-1 0-1 0 0,0 1-3 0 0,0-1-1 0 0,0 1 1 0 0,1 0-1 0 0,-1 0 1 0 0,0 0-1 0 0,1 0 1 0 0,-1 0-1 0 0,0 0 1 0 0,1 0-1 0 0,-1 0 1 0 0,1 1-1 0 0,-2 1 0 0 0,-1 2 53 0 0,0 0 0 0 0,0 0-1 0 0,1 0 1 0 0,0 1-1 0 0,0-1 1 0 0,0 1 0 0 0,-2 7-1 0 0,3-5 108 0 0,1 0 0 0 0,1 0 0 0 0,0 0-1 0 0,0 0 1 0 0,1 1 0 0 0,0-1 0 0 0,0 0 0 0 0,0 0-1 0 0,1 0 1 0 0,1 0 0 0 0,-1-1 0 0 0,1 1-1 0 0,5 8 1 0 0,-3-6 33 0 0,1 0 0 0 0,-1-1 0 0 0,2 0 0 0 0,-1 0 0 0 0,1 0 0 0 0,1-1-1 0 0,0 0 1 0 0,0-1 0 0 0,11 9 0 0 0,-17-15-165 0 0,0 0-1 0 0,-1 0 1 0 0,1 0-1 0 0,-1 0 1 0 0,1 0-1 0 0,0-1 0 0 0,0 1 1 0 0,-1-1-1 0 0,1 1 1 0 0,0-1-1 0 0,0 0 1 0 0,0 0-1 0 0,-1 0 1 0 0,1 0-1 0 0,0 0 1 0 0,0 0-1 0 0,0 0 1 0 0,-1 0-1 0 0,1-1 1 0 0,0 1-1 0 0,0-1 1 0 0,-1 1-1 0 0,1-1 1 0 0,0 0-1 0 0,-1 0 1 0 0,1 0-1 0 0,0 0 0 0 0,-1 0 1 0 0,1 0-1 0 0,-1 0 1 0 0,0 0-1 0 0,1 0 1 0 0,-1-1-1 0 0,0 1 1 0 0,0-1-1 0 0,0 1 1 0 0,2-4-1 0 0,4-6-312 0 0,0-1 1 0 0,0 0-1 0 0,-2 0 0 0 0,6-14 0 0 0,-6 13 212 0 0,2-4 16 0 0,21-44 72 0 0,-26 57 144 0 0,0 0-1 0 0,0 0 1 0 0,1 1-1 0 0,-1-1 1 0 0,1 1-1 0 0,0 0 1 0 0,0-1-1 0 0,0 1 1 0 0,1 1-1 0 0,-1-1 1 0 0,8-4-1 0 0,-9 6 58 0 0,0 1-1 0 0,-1 0 1 0 0,1 0 0 0 0,0 0-1 0 0,0 0 1 0 0,-1 1 0 0 0,1-1-1 0 0,0 0 1 0 0,-1 1 0 0 0,1-1-1 0 0,0 1 1 0 0,-1-1 0 0 0,1 1-1 0 0,0 0 1 0 0,-1 0 0 0 0,1 0-1 0 0,-1 0 1 0 0,0 0 0 0 0,1 0-1 0 0,-1 0 1 0 0,0 0 0 0 0,1 1-1 0 0,-1-1 1 0 0,1 3 0 0 0,29 35 2030 0 0,-31-38-2152 0 0,10 14 238 0 0,-2 1 0 0 0,13 32 1 0 0,0 2-1047 0 0,-20-49 768 0 0,-1-1-1 0 0,0 0 1 0 0,1 0-1 0 0,-1 1 1 0 0,0-1-1 0 0,1 0 1 0 0,-1 0-1 0 0,1 0 1 0 0,-1 0 0 0 0,0 1-1 0 0,1-1 1 0 0,-1 0-1 0 0,1 0 1 0 0,-1 0-1 0 0,0 0 1 0 0,1 0-1 0 0,-1 0 1 0 0,1 0-1 0 0,-1 0 1 0 0,1 0 0 0 0,-1 0-1 0 0,0-1 1 0 0,1 1-1 0 0,-1 0 1 0 0,1 0-1 0 0,-1 0 1 0 0,0 0-1 0 0,1-1 1 0 0,-1 1 0 0 0,0 0-1 0 0,1 0 1 0 0,-1-1-1 0 0,0 1 1 0 0,1 0-1 0 0,-1-1 1 0 0,0 1-1 0 0,1 0 1 0 0,-1-1 0 0 0,0 1-1 0 0,0 0 1 0 0,0-1-1 0 0,1 1 1 0 0,13-17-374 0 0,-13 16 338 0 0,52-82-1505 0 0,-38 56 1523 0 0,27-35 0 0 0,-41 61 114 0 0,-1 1 0 0 0,0-1-1 0 0,1 1 1 0 0,-1-1 0 0 0,1 1-1 0 0,-1-1 1 0 0,1 1 0 0 0,-1 0 0 0 0,1-1-1 0 0,-1 1 1 0 0,1 0 0 0 0,0-1-1 0 0,-1 1 1 0 0,1 0 0 0 0,-1-1 0 0 0,1 1-1 0 0,0 0 1 0 0,-1 0 0 0 0,1 0-1 0 0,0 0 1 0 0,-1 0 0 0 0,1 0 0 0 0,0 0-1 0 0,-1 0 1 0 0,1 0 0 0 0,0 0-1 0 0,-1 0 1 0 0,1 0 0 0 0,17 14 1346 0 0,12 33-980 0 0,-26-39-666 0 0,12 16-1560 0 0,-9-17 440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15.0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8290 0 0,'22'56'9391'0'0,"-1"0"-6658"0"0,6 6-1306 0 0,26 90 0 0 0,-46-126-2176 0 0,-2 0 0 0 0,0 0 0 0 0,-2 1-1 0 0,0 0 1 0 0,-2 0 0 0 0,-4 39 0 0 0,0-49-5905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15.25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77 5529 0 0,'12'-10'6223'0'0,"20"-6"-4039"0"0,98-30-618 0 0,-114 41-2153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27.2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111 140 3225 0 0,'-8'-15'1511'0'0,"0"0"0"0"0,-1 0 0 0 0,0 0 0 0 0,-1 1 0 0 0,-1 0 0 0 0,0 1 0 0 0,-33-26 3448 0 0,44 39-4916 0 0,0 11 815 0 0,3 9-716 0 0,24 52 383 0 0,-13-37-195 0 0,12 48-1 0 0,4 37 89 0 0,64 336 202 0 0,-93-443-594 0 0,0-1 1 0 0,-1 0-1 0 0,-1 1 1 0 0,0-1-1 0 0,0 0 0 0 0,-1 0 1 0 0,-1 0-1 0 0,0 0 1 0 0,-8 21-1 0 0,10-28 166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27.8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121 9 2304 0 0,'-60'-7'1681'0'0,"0"6"5327"0"0,79 9-2760 0 0,28 13-3644 0 0,28 8-60 0 0,123 69 1 0 0,61 58 731 0 0,-190-113-1186 0 0,-50-32-135 0 0,-10-6-17 0 0,-1-1 1 0 0,1 2 0 0 0,-1-1-1 0 0,0 1 1 0 0,-1 0 0 0 0,1 1-1 0 0,-1 0 1 0 0,0 0 0 0 0,-1 0-1 0 0,8 12 1 0 0,-13-18 59 0 0,-1 0 0 0 0,0 0 0 0 0,0-1 0 0 0,0 1 0 0 0,0 0 0 0 0,0 0 0 0 0,0 0 0 0 0,0-1 0 0 0,0 1 0 0 0,0 0 0 0 0,0 0 0 0 0,0 0 0 0 0,-1-1 0 0 0,1 1 0 0 0,0 0 1 0 0,0 0-1 0 0,-1-1 0 0 0,1 1 0 0 0,-1 0 0 0 0,1-1 0 0 0,0 1 0 0 0,-1 0 0 0 0,1-1 0 0 0,-1 1 0 0 0,0-1 0 0 0,1 1 0 0 0,-1-1 0 0 0,1 1 0 0 0,-1-1 0 0 0,0 1 0 0 0,1-1 0 0 0,-1 0 0 0 0,-1 1 0 0 0,-31 14-153 0 0,25-11 89 0 0,-58 25-48 0 0,3 4-1 0 0,0 2 1 0 0,2 3 0 0 0,2 2 0 0 0,2 3 0 0 0,-63 61 0 0 0,48-36 642 0 0,40-40-5927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28.3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53 6449 0 0,'-1'-2'129'0'0,"0"1"0"0"0,0 0 0 0 0,0-1 0 0 0,0 1 0 0 0,0-1 0 0 0,0 1 0 0 0,0-1-1 0 0,0 0 1 0 0,1 1 0 0 0,-1-1 0 0 0,1 0 0 0 0,-1 0 0 0 0,1 1 0 0 0,0-1 0 0 0,0 0 0 0 0,-1 0-1 0 0,1 1 1 0 0,1-1 0 0 0,-1 0 0 0 0,0-2 0 0 0,1-12 3279 0 0,-1 40-21 0 0,0 6-2204 0 0,4 45-1 0 0,9 67-41 0 0,-7 219 1 0 0,-7-290-1093 0 0,2 22 201 0 0,5 0 0 0 0,3-1-1 0 0,5 1 1 0 0,37 132 0 0 0,-43-197-366 0 0,10 41 660 0 0,-17-63-845 0 0,1 0-1 0 0,-2 1 1 0 0,1-1-1 0 0,-1 1 1 0 0,0-1-1 0 0,-1 1 1 0 0,1-1 0 0 0,-3 8-1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28.9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108 0 2761 0 0,'-13'8'537'0'0,"-1"-1"1"0"0,-1-1 0 0 0,1 0-1 0 0,-1-1 1 0 0,-22 5 0 0 0,55-14 1162 0 0,0 1 0 0 0,21 0 1 0 0,91 2-579 0 0,-14 0-521 0 0,12-6 57 0 0,161-3 564 0 0,219 34 1380 0 0,-82-15-874 0 0,-276-10-7023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29.7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1255 11 5529 0 0,'15'-1'1124'0'0,"-26"-3"-515"0"0,-28-2-261 0 0,-236 43 3527 0 0,113-11-1629 0 0,23-13-635 0 0,-1-7 0 0 0,-239-20 0 0 0,368 13-1670 0 0,-50 0-256 0 0,58 1-21 0 0,1 0-1 0 0,-1 1 0 0 0,0-1 1 0 0,0 1-1 0 0,1 0 0 0 0,-1-1 0 0 0,1 1 1 0 0,-1 0-1 0 0,1 1 0 0 0,-1-1 1 0 0,1 0-1 0 0,-1 1 0 0 0,1-1 1 0 0,0 1-1 0 0,0 0 0 0 0,0 0 1 0 0,0 0-1 0 0,-3 4 0 0 0,2-1-830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30.3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10594 0 0,'6'6'861'0'0,"-1"0"-1"0"0,0 0 1 0 0,0 0-1 0 0,0 1 1 0 0,-1-1 0 0 0,6 11-1 0 0,-8-11-626 0 0,0-1-1 0 0,0 1 1 0 0,-1 0-1 0 0,0 0 1 0 0,0 0-1 0 0,0-1 1 0 0,0 1-1 0 0,-1 0 1 0 0,0 0-1 0 0,-1 8 1 0 0,-18 103 1031 0 0,12-81-963 0 0,1 0 1 0 0,2 0-1 0 0,0 68 0 0 0,17-2 64 0 0,3-1 1 0 0,44 145 0 0 0,-27-120-296 0 0,89 392 299 0 0,-112-467-271 0 0,-2 1-1 0 0,-3 0 0 0 0,-1 55 1 0 0,-3-58-74 0 0,13 77 92 0 0,-1-20-53 0 0,-6-74-621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31.0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172 8 1840 0 0,'-172'46'11836'0'0,"191"-45"-8870"0"0,65-10-915 0 0,115 2-1 0 0,-7 5-2167 0 0,-111-9-3651 0 0,-21-12-3051 0 0,-51 21 5550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31.8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90 47 2304 0 0,'-9'0'427'0'0,"-1"1"0"0"0,1 0-1 0 0,-1 0 1 0 0,1 1 0 0 0,-11 4-1 0 0,-3 7 3720 0 0,50-9 196 0 0,-25-4-4396 0 0,84 1-622 0 0,53-1 2176 0 0,317-17 365 0 0,-236 6-864 0 0,44-1 135 0 0,-82 12-847 0 0,165-7-253 0 0,-299 4-361 0 0,109-9 685 0 0,-54-2-5442 0 0,-106 25 1294 0 0,-2-7 3848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32.4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5 4121 0 0,'-1'-1'168'0'0,"1"1"0"0"0,-1-1 0 0 0,0 1 0 0 0,0-1 0 0 0,0 1 0 0 0,0 0-1 0 0,0-1 1 0 0,0 1 0 0 0,1 0 0 0 0,-1 0 0 0 0,0 0 0 0 0,0-1 0 0 0,0 1 0 0 0,0 0 0 0 0,0 0 0 0 0,0 0 0 0 0,0 0 0 0 0,0 1 0 0 0,0-1 0 0 0,0 0 0 0 0,0 0 0 0 0,0 0 0 0 0,1 1-1 0 0,-1-1 1 0 0,0 1 0 0 0,0-1 0 0 0,0 1 0 0 0,0-1 0 0 0,1 1 0 0 0,-1-1 0 0 0,0 1 0 0 0,0-1 0 0 0,1 1 0 0 0,-1 0 0 0 0,1 0 0 0 0,-1-1 0 0 0,0 1 0 0 0,1 0 0 0 0,-1 0 0 0 0,1 0-1 0 0,0-1 1 0 0,-1 1 0 0 0,1 0 0 0 0,0 0 0 0 0,-1 0 0 0 0,1 0 0 0 0,0 0 0 0 0,0 2 0 0 0,-2 7 877 0 0,1 0 1 0 0,1 0-1 0 0,0 20 0 0 0,1-11-598 0 0,18 336 3752 0 0,0-45-3291 0 0,-33-65-294 0 0,6-171-488 0 0,4 1 0 0 0,3 0-1 0 0,10 93 1 0 0,-5-145-181 0 0,-1-1-1 0 0,-2 1 0 0 0,0 0 0 0 0,-1 0 1 0 0,-1-1-1 0 0,-1 1 0 0 0,-1 0 1 0 0,-6 23-1 0 0,-1-7-3662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32.8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1 247 7834 0 0,'8'-4'446'0'0,"0"0"0"0"0,0 1 1 0 0,0 0-1 0 0,17-3 0 0 0,-2-1 31 0 0,54-16 1005 0 0,0 3 0 0 0,2 4-1 0 0,126-10 1 0 0,601-11 1354 0 0,-335 20-2801 0 0,200-6 231 0 0,-346-4 947 0 0,-134 7-2380 0 0,-135 14-293 0 0,-32 1 336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34.0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30 1 5065 0 0,'4'7'12732'0'0,"-4"10"-12213"0"0,-17 197 1686 0 0,1-34-1393 0 0,27 162-251 0 0,-3 58-216 0 0,-15-280-326 0 0,6 0 0 0 0,4 0-1 0 0,28 173 1 0 0,-6-154-342 0 0,4 17 284 0 0,17 280 1 0 0,-38 185-277 0 0,-7-572 307 0 0,0 15 165 0 0,2-1-1 0 0,19 102 1 0 0,-9-106 315 0 0,8 97 0 0 0,-23-65 211 0 0,0-67-442 0 0,1 0-1 0 0,5 48 1 0 0,-3-64-254 0 0,0 0 1 0 0,1 0-1 0 0,1-1 1 0 0,-1 1 0 0 0,1 0-1 0 0,0-1 1 0 0,1 0-1 0 0,0 0 1 0 0,0 0-1 0 0,1 0 1 0 0,-1-1-1 0 0,12 13 1 0 0,-15-19-204 0 0,-1 0 175 0 0,0 0 1 0 0,0 0-1 0 0,0 1 1 0 0,0-1-1 0 0,2 1-934 0 0,-2-1 935 0 0,0 0-1 0 0,0 0 0 0 0,1 0 1 0 0,-1 0-1 0 0,0 0 0 0 0,0 0 1 0 0,0 0-1 0 0,0 0 1 0 0,0-1-1 0 0,0 1 0 0 0,0 0 1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34.8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54 5065 0 0,'-2'0'7658'0'0,"7"-1"-6765"0"0,82-16 4385 0 0,6 1-3315 0 0,94-2-7801 0 0,-170 16 4446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35.8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78 11058 0 0,'37'-4'4873'0'0,"86"-29"-976"0"0,-83 20-4685 0 0,63-12 0 0 0,-91 22-585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36.1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 5985 0 0,'-9'0'13580'0'0,"14"13"-11110"0"0,-1-1-3399 0 0,5 49 1440 0 0,0 69 1 0 0,-7-82-221 0 0,1 0 0 0 0,3-1 0 0 0,12 50 0 0 0,-16-92-527 0 0,0 1 0 0 0,0 0-1 0 0,0-1 1 0 0,0 1 0 0 0,1-1 0 0 0,0 0-1 0 0,4 6 1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36.8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49 8290 0 0,'28'0'5747'0'0,"4"1"-3328"0"0,54-6 0 0 0,1-9-2127 0 0,37-5-1273 0 0,-40 10-3007 0 0,-69 7 2817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37.1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 5985 0 0,'-5'11'11566'0'0,"1"19"-8670"0"0,0 29-2225 0 0,2-12-377 0 0,1 0-1 0 0,3 1 1 0 0,10 70 0 0 0,-4-93-842 0 0,3-13-3301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37.7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76 5065 0 0,'14'-6'4436'0'0,"21"-4"-2828"0"0,131-22 3118 0 0,-17 4-2997 0 0,-131 28-6424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52.6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 78 4609 0 0,'-23'4'3904'0'0,"34"-11"-1511"0"0,33-11-576 0 0,4 5-1441 0 0,2 2 1 0 0,-1 2-1 0 0,1 2 1 0 0,66 1 0 0 0,-25 0-132 0 0,-65 3-155 0 0,0 2 1 0 0,0 1-1 0 0,0 1 0 0 0,0 1 1 0 0,0 1-1 0 0,32 9 0 0 0,-57-12-87 0 0,-1 0 0 0 0,1 0 0 0 0,0 0 0 0 0,-1 0 0 0 0,1 0 0 0 0,-1 1 0 0 0,1-1 0 0 0,-1 0 0 0 0,1 0 1 0 0,-1 1-1 0 0,1-1 0 0 0,-1 0 0 0 0,0 1 0 0 0,1-1 0 0 0,-1 0 0 0 0,1 1 0 0 0,-1-1 0 0 0,0 1 0 0 0,1-1 0 0 0,-1 0 0 0 0,0 1 0 0 0,0-1 0 0 0,1 1 0 0 0,-1-1 0 0 0,0 1 0 0 0,0-1 0 0 0,0 1 0 0 0,1-1 0 0 0,-1 1 0 0 0,0 0 0 0 0,0-1 0 0 0,0 1 0 0 0,0-1 0 0 0,0 1 0 0 0,0-1 0 0 0,0 1 0 0 0,0-1 0 0 0,0 1 0 0 0,0-1 0 0 0,-1 1 0 0 0,1 0 0 0 0,0-1 0 0 0,0 1 0 0 0,0-1 0 0 0,-1 0 0 0 0,1 1 0 0 0,0-1 0 0 0,-1 1 0 0 0,1-1 0 0 0,-1 1 0 0 0,-27 30 1165 0 0,3-4 511 0 0,23-23-1514 0 0,1 1-1 0 0,-1 0 1 0 0,1-1 0 0 0,0 1 0 0 0,1 0 0 0 0,-1 0-1 0 0,1 0 1 0 0,0 0 0 0 0,0 0 0 0 0,0 0-1 0 0,1 5 1 0 0,15 60 359 0 0,-7-33-280 0 0,46 321-75 0 0,4 17-50 0 0,-33-238 43 0 0,-5 0 1 0 0,2 146 0 0 0,-22-236-208 0 0,-2-1 0 0 0,-1 1 0 0 0,-15 72 0 0 0,10-99-931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53.08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 69 3625 0 0,'-1'0'156'0'0,"1"0"1"0"0,-1 0-1 0 0,1 0 1 0 0,-1 0-1 0 0,-4-4 2191 0 0,5 4-2190 0 0,0 0-1 0 0,-1-1 1 0 0,1 1-1 0 0,0-1 1 0 0,0 1-1 0 0,0 0 1 0 0,-1-1-1 0 0,1 1 1 0 0,0-1-1 0 0,12-2 4107 0 0,22 6-995 0 0,-25-1-2733 0 0,-1 1 0 0 0,0 0 0 0 0,-1 1 0 0 0,1 0 0 0 0,0 0 0 0 0,-1 1 0 0 0,0 0 0 0 0,11 9 0 0 0,-7-3-398 0 0,-1 1 0 0 0,0 0 0 0 0,15 24 0 0 0,-22-30-138 0 0,1-1 1 0 0,1 1 0 0 0,-1-1 0 0 0,1 0 0 0 0,0-1 0 0 0,0 1-1 0 0,1-1 1 0 0,-1 0 0 0 0,1 0 0 0 0,0-1 0 0 0,0 1 0 0 0,0-1 0 0 0,0-1-1 0 0,12 4 1 0 0,-13-5 37 0 0,-1 0 0 0 0,0 0 0 0 0,0-1 0 0 0,0 1 0 0 0,0-1 0 0 0,1 0 0 0 0,-1 0 0 0 0,0-1 0 0 0,0 1 0 0 0,0-1 0 0 0,0 0 1 0 0,0 0-1 0 0,0 0 0 0 0,0-1 0 0 0,0 0 0 0 0,0 1 0 0 0,0-1 0 0 0,-1 0 0 0 0,1-1 0 0 0,-1 1 0 0 0,1-1 0 0 0,-1 0 0 0 0,0 1 0 0 0,0-1 0 0 0,3-4 0 0 0,9-15-36 0 0,-1 0 0 0 0,-1-1 0 0 0,0-1 0 0 0,13-37 0 0 0,-5 11-2632 0 0,-18 44 1320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54.64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10 205 6913 0 0,'-10'-22'4743'0'0,"10"21"-4651"0"0,0 1 0 0 0,0 0 0 0 0,0-1 0 0 0,0 1 1 0 0,0 0-1 0 0,0-1 0 0 0,0 1 0 0 0,0 0 0 0 0,0 0 0 0 0,0-1 1 0 0,0 1-1 0 0,1 0 0 0 0,-1 0 0 0 0,0-1 0 0 0,0 1 1 0 0,0 0-1 0 0,0 0 0 0 0,0-1 0 0 0,1 1 185 0 0,-1 0-185 0 0,1-1 0 0 0,-1 1 0 0 0,0 0 0 0 0,0 0 0 0 0,0 0 1 0 0,1 0-1 0 0,-1-1 0 0 0,0 1 0 0 0,1 0 0 0 0,-1 0 1 0 0,0 0-1 0 0,0 0 0 0 0,1 0 0 0 0,-1 0 0 0 0,1 0 0 0 0,1 0 143 0 0,1 1 0 0 0,0-1-1 0 0,-1 1 1 0 0,1 0 0 0 0,-1 0-1 0 0,1 0 1 0 0,-1 0 0 0 0,0 0 0 0 0,1 0-1 0 0,-1 1 1 0 0,0-1 0 0 0,0 1-1 0 0,2 1 1 0 0,6 5-24 0 0,-1-1 1 0 0,1 0-1 0 0,0-1 0 0 0,1 0 0 0 0,-1 0 1 0 0,1-1-1 0 0,0 0 0 0 0,1-1 1 0 0,-1-1-1 0 0,20 4 0 0 0,-26-6-172 0 0,0-1 0 0 0,0 1 0 0 0,1-1 0 0 0,-1-1 0 0 0,0 1-1 0 0,0-1 1 0 0,0 1 0 0 0,1-2 0 0 0,-1 1 0 0 0,0 0 0 0 0,-1-1 0 0 0,1 0 0 0 0,0 0 0 0 0,0-1-1 0 0,-1 1 1 0 0,1-1 0 0 0,-1 0 0 0 0,0 0 0 0 0,0-1 0 0 0,0 1 0 0 0,0-1 0 0 0,-1 0-1 0 0,1 0 1 0 0,-1 0 0 0 0,0 0 0 0 0,4-9 0 0 0,4-8 363 0 0,-2 0-1 0 0,10-30 1 0 0,3-9-1866 0 0,-3 22-4114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55.5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177 51 2761 0 0,'-2'-1'347'0'0,"0"0"-1"0"0,-1 0 1 0 0,1-1 0 0 0,0 1 0 0 0,0-1 0 0 0,0 0 0 0 0,0 1 0 0 0,0-1 0 0 0,1 0 0 0 0,-1 0 0 0 0,-1-3 0 0 0,2 4-231 0 0,1 0-1 0 0,0 0 1 0 0,-1 0-1 0 0,1 1 1 0 0,0-1-1 0 0,0 0 1 0 0,0 0 0 0 0,0 0-1 0 0,-1 0 1 0 0,1 1-1 0 0,0-1 1 0 0,1 0-1 0 0,-1 0 1 0 0,0 0-1 0 0,0 0 1 0 0,0 1 0 0 0,0-1-1 0 0,1 0 1 0 0,-1 0-1 0 0,0 0 1 0 0,1 1-1 0 0,-1-1 1 0 0,1 0-1 0 0,-1 1 1 0 0,1-1 0 0 0,-1 0-1 0 0,1 1 1 0 0,-1-1-1 0 0,1 0 1 0 0,-1 1-1 0 0,1-1 1 0 0,0 1 0 0 0,-1-1-1 0 0,1 1 1 0 0,0-1-1 0 0,0 1 1 0 0,-1 0-1 0 0,1-1 1 0 0,1 1-1 0 0,-7 4 562 0 0,1 1 0 0 0,-1 0-1 0 0,1 1 1 0 0,0-1 0 0 0,-6 11-1 0 0,-8 9-255 0 0,-9 7 195 0 0,16-20-307 0 0,1 0 1 0 0,0 0-1 0 0,0 1 1 0 0,1 0-1 0 0,1 0 1 0 0,0 1-1 0 0,-11 30 1 0 0,19-43-311 0 0,-1 0 0 0 0,1 0 1 0 0,0 1-1 0 0,0-1 1 0 0,-1 0-1 0 0,1 0 0 0 0,0 1 1 0 0,0-1-1 0 0,0 0 0 0 0,0 1 1 0 0,1-1-1 0 0,-1 0 0 0 0,0 1 1 0 0,0-1-1 0 0,1 0 0 0 0,-1 0 1 0 0,1 0-1 0 0,-1 1 1 0 0,1-1-1 0 0,0 0 0 0 0,-1 0 1 0 0,1 0-1 0 0,0 0 0 0 0,0 0 1 0 0,0 0-1 0 0,0 0 0 0 0,0 0 1 0 0,0 0-1 0 0,0-1 0 0 0,0 1 1 0 0,0 0-1 0 0,0-1 0 0 0,0 1 1 0 0,0 0-1 0 0,1-1 1 0 0,-1 1-1 0 0,0-1 0 0 0,0 0 1 0 0,1 0-1 0 0,-1 1 0 0 0,2-1 1 0 0,7 1-101 0 0,1 0 0 0 0,0 0 0 0 0,0-1 1 0 0,14-2-1 0 0,2 1 61 0 0,-19 1 12 0 0,-1 1 0 0 0,1 0 0 0 0,0 1 0 0 0,0-1 0 0 0,-1 1 0 0 0,1 1 0 0 0,12 5 0 0 0,-19-7 31 0 0,0 0 0 0 0,1-1 0 0 0,-1 1 0 0 0,1 0 0 0 0,-1 0 0 0 0,0 0 0 0 0,0 0 0 0 0,1 0 0 0 0,-1 0 0 0 0,0 0 0 0 0,0 0 0 0 0,0 0 0 0 0,0 0 0 0 0,0 1 0 0 0,-1-1 0 0 0,1 0 0 0 0,0 1 0 0 0,-1-1 0 0 0,1 1 0 0 0,-1-1 0 0 0,1 1 0 0 0,-1-1 0 0 0,1 1 0 0 0,-1-1 0 0 0,0 1 0 0 0,0 0 0 0 0,0-1 1 0 0,0 1-1 0 0,0-1 0 0 0,0 1 0 0 0,0-1 0 0 0,-1 1 0 0 0,1-1 0 0 0,-1 1 0 0 0,1-1 0 0 0,-1 1 0 0 0,1-1 0 0 0,-1 1 0 0 0,0-1 0 0 0,1 0 0 0 0,-1 1 0 0 0,0-1 0 0 0,0 0 0 0 0,-2 2 0 0 0,-11 13-123 0 0,-1 0 1 0 0,0-1-1 0 0,-27 20 1 0 0,19-16-4429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56.16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22 4609 0 0,'1'0'197'0'0,"0"1"0"0"0,1-1 0 0 0,-1 1 0 0 0,1-1-1 0 0,-1 1 1 0 0,0-1 0 0 0,0 1 0 0 0,1 0 0 0 0,-1-1 0 0 0,0 1 0 0 0,0 0 0 0 0,0 0-1 0 0,0 0 1 0 0,0 0 0 0 0,0 0 0 0 0,0 0 0 0 0,0 0 0 0 0,0 1 0 0 0,0-1 0 0 0,-1 0-1 0 0,1 0 1 0 0,0 1 0 0 0,-1-1 0 0 0,1 3 0 0 0,11 38 2967 0 0,-10-34-2648 0 0,13 78 2718 0 0,-14-76-3230 0 0,-1-1 1 0 0,0 1 0 0 0,0-1 0 0 0,-1 1 0 0 0,0-1 0 0 0,-1 1 0 0 0,-2 9 0 0 0,12-40-2517 0 0,1 1 0 0 0,12-20 1 0 0,-9 18 2560 0 0,1 2 0 0 0,1 0 1 0 0,0 0-1 0 0,27-25 0 0 0,-39 43 281 0 0,0 0-1 0 0,0 0 0 0 0,1 0 1 0 0,-1 0-1 0 0,1 1 0 0 0,-1-1 1 0 0,1 1-1 0 0,-1 0 0 0 0,1 0 1 0 0,0 0-1 0 0,-1 0 0 0 0,1 0 1 0 0,0 1-1 0 0,0-1 0 0 0,0 1 1 0 0,0 0-1 0 0,0 0 0 0 0,0 0 1 0 0,-1 0-1 0 0,1 0 0 0 0,4 1 1 0 0,-5 0-154 0 0,0 0 0 0 0,1 0 0 0 0,-1 0 0 0 0,0 0 0 0 0,0 0-1 0 0,0 0 1 0 0,0 1 0 0 0,0-1 0 0 0,0 1 0 0 0,-1-1 0 0 0,1 1 0 0 0,0 0 0 0 0,-1 0 0 0 0,0-1 0 0 0,1 1 0 0 0,-1 0 0 0 0,0 1 0 0 0,0-1 0 0 0,0 0 0 0 0,0 0-1 0 0,0 0 1 0 0,0 1 0 0 0,-1-1 0 0 0,1 0 0 0 0,0 5 0 0 0,0 14 270 0 0,-1-13-593 0 0,0 0 0 0 0,1 0 0 0 0,0 0 0 0 0,0 0 0 0 0,4 10-1 0 0,-5-17 62 0 0,1 0-1 0 0,-1 0 0 0 0,1 0 0 0 0,-1 0 0 0 0,1 0 0 0 0,-1-1 0 0 0,1 1 1 0 0,0 0-1 0 0,-1 0 0 0 0,1 0 0 0 0,0-1 0 0 0,0 1 0 0 0,-1 0 0 0 0,1-1 1 0 0,0 1-1 0 0,0-1 0 0 0,0 1 0 0 0,2 0 0 0 0,-2-1-67 0 0,1 0 0 0 0,-1 0 1 0 0,1 0-1 0 0,-1 0 0 0 0,1 0 0 0 0,-1 0 0 0 0,1 0 0 0 0,-1 0 1 0 0,1-1-1 0 0,-1 1 0 0 0,1-1 0 0 0,-1 1 0 0 0,1-1 0 0 0,-1 0 1 0 0,0 1-1 0 0,3-3 0 0 0,15-10-473 0 0,0-1 1 0 0,-1-1 0 0 0,28-30 0 0 0,-30 27 1009 0 0,2 2 1 0 0,0 0 0 0 0,28-19 0 0 0,-45 34-318 0 0,-1 1-1 0 0,1-1 1 0 0,0 1-1 0 0,0-1 1 0 0,-1 1-1 0 0,1-1 0 0 0,0 1 1 0 0,0 0-1 0 0,0-1 1 0 0,0 1-1 0 0,-1 0 1 0 0,1 0-1 0 0,0-1 1 0 0,0 1-1 0 0,0 0 1 0 0,0 0-1 0 0,0 0 0 0 0,0 0 1 0 0,0 0-1 0 0,-1 0 1 0 0,1 1-1 0 0,0-1 1 0 0,0 0-1 0 0,0 0 1 0 0,0 1-1 0 0,0-1 1 0 0,-1 0-1 0 0,1 1 0 0 0,0-1 1 0 0,0 1-1 0 0,0-1 1 0 0,-1 1-1 0 0,1-1 1 0 0,0 1-1 0 0,-1-1 1 0 0,1 1-1 0 0,-1 0 1 0 0,1 0-1 0 0,-1-1 0 0 0,1 1 1 0 0,-1 0-1 0 0,1 0 1 0 0,0 1-1 0 0,1 5-103 0 0,1 0 0 0 0,-1 0 1 0 0,-1 0-1 0 0,2 14 0 0 0,2 3-2386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56.5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235 38 6913 0 0,'0'-1'221'0'0,"1"0"-1"0"0,-1 0 0 0 0,1 0 1 0 0,-1-1-1 0 0,1 1 0 0 0,-1 0 1 0 0,0 0-1 0 0,0 0 0 0 0,0-1 1 0 0,0 1-1 0 0,0 0 0 0 0,0 0 1 0 0,0 0-1 0 0,0-1 0 0 0,0 1 1 0 0,0 0-1 0 0,-1 0 0 0 0,1 0 1 0 0,-1-1-1 0 0,1 1 0 0 0,-1 0 1 0 0,1 0-1 0 0,-1 0 0 0 0,-1-2 1 0 0,1 2-111 0 0,0 1 1 0 0,-1-1 0 0 0,1 0 0 0 0,0 0-1 0 0,-1 1 1 0 0,1-1 0 0 0,-1 1-1 0 0,1-1 1 0 0,-1 1 0 0 0,0 0 0 0 0,1 0-1 0 0,-1-1 1 0 0,1 1 0 0 0,-1 0-1 0 0,1 1 1 0 0,-3-1 0 0 0,-5 1-126 0 0,1 1 0 0 0,0 0 0 0 0,-1 0 0 0 0,1 1 0 0 0,-14 6 0 0 0,7-1 116 0 0,1 1 0 0 0,1 0 1 0 0,-1 0-1 0 0,-13 14 1 0 0,21-17-102 0 0,0 0 1 0 0,0 0 0 0 0,1 0 0 0 0,0 1-1 0 0,0 0 1 0 0,0 0 0 0 0,1 0 0 0 0,0 1 0 0 0,-5 14-1 0 0,9-22-19 0 0,-1 1-1 0 0,1-1 0 0 0,0 0 0 0 0,0 1 0 0 0,0-1 1 0 0,0 0-1 0 0,-1 1 0 0 0,1-1 0 0 0,0 0 0 0 0,0 0 1 0 0,0 1-1 0 0,0-1 0 0 0,0 1 0 0 0,0-1 0 0 0,0 0 1 0 0,0 1-1 0 0,0-1 0 0 0,0 0 0 0 0,0 1 0 0 0,0-1 0 0 0,0 0 1 0 0,0 1-1 0 0,0-1 0 0 0,0 0 0 0 0,0 1 0 0 0,1-1 1 0 0,-1 0-1 0 0,0 0 0 0 0,0 1 0 0 0,0-1 0 0 0,0 0 1 0 0,1 1-1 0 0,-1-1 0 0 0,0 0 0 0 0,0 0 0 0 0,1 1 1 0 0,-1-1-1 0 0,0 0 0 0 0,0 0 0 0 0,1 0 0 0 0,-1 1 1 0 0,1-1-1 0 0,16-6-1662 0 0,16-18-703 0 0,-23 15 2708 0 0,0-1 0 0 0,-1-1-1 0 0,0 0 1 0 0,-1 0 0 0 0,14-25 0 0 0,-23 38 127 0 0,0 1 1 0 0,0-1 0 0 0,1 0 0 0 0,-1 1 0 0 0,1-1-1 0 0,-1 1 1 0 0,1-1 0 0 0,0 1 0 0 0,0-1 0 0 0,0 1-1 0 0,0-1 1 0 0,0 1 0 0 0,0-1 0 0 0,1 1 0 0 0,0 2 0 0 0,1 0-217 0 0,0 0 0 0 0,0 0 1 0 0,0-1-1 0 0,1 1 1 0 0,-1 0-1 0 0,1-1 0 0 0,4 5 1 0 0,0-1-545 0 0,0 0 1 0 0,1-1-1 0 0,0 0 1 0 0,0 0-1 0 0,1 0 1 0 0,0-1-1 0 0,12 6 1 0 0,-12-7-569 0 0,1-1 1 0 0,-1 0-1 0 0,1-1 1 0 0,0 0-1 0 0,0 0 0 0 0,0-1 1 0 0,20 1-1 0 0,-9-3-3483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56.77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 2 11979 0 0,'0'-1'97'0'0,"0"1"1"0"0,-1 0 0 0 0,1 0 0 0 0,-1 0 0 0 0,1 0 0 0 0,-1 0 0 0 0,1 0-1 0 0,-1 0 1 0 0,1 0 0 0 0,-1 0 0 0 0,1 0 0 0 0,0 0 0 0 0,-1 0 0 0 0,1 0-1 0 0,-1 0 1 0 0,1 1 0 0 0,-1-1 0 0 0,1 0 0 0 0,0 0 0 0 0,-1 0 0 0 0,1 1-1 0 0,-1-1 1 0 0,1 0 0 0 0,0 1 0 0 0,-1-1 0 0 0,1 0 0 0 0,0 0 0 0 0,-1 1-1 0 0,1-1 1 0 0,0 1 0 0 0,0-1 0 0 0,-1 0 0 0 0,1 1 0 0 0,0 0 0 0 0,-6 21 2005 0 0,8 27 114 0 0,34 196 289 0 0,-23-166-5665 0 0,-10-60-3805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57.04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 1 13827 0 0,'-1'0'108'0'0,"1"0"1"0"0,-1 1-1 0 0,0-1 0 0 0,1 1 1 0 0,-1-1-1 0 0,1 1 1 0 0,-1-1-1 0 0,1 1 0 0 0,-1 0 1 0 0,1-1-1 0 0,0 1 0 0 0,-1 0 1 0 0,1-1-1 0 0,0 1 0 0 0,-1 0 1 0 0,1-1-1 0 0,0 1 1 0 0,0 0-1 0 0,-1-1 0 0 0,1 1 1 0 0,0 0-1 0 0,0 0 0 0 0,0-1 1 0 0,0 1-1 0 0,0 0 0 0 0,0 0 1 0 0,1 0-1 0 0,-1 27 1846 0 0,0-25-1677 0 0,4 34 886 0 0,1-1-1 0 0,3 0 1 0 0,12 42 0 0 0,9 38-722 0 0,20 83-1931 0 0,-40-171 529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57.6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151 22 9674 0 0,'0'-2'243'0'0,"-1"1"-1"0"0,0 0 1 0 0,1-1-1 0 0,-1 1 1 0 0,0 0-1 0 0,0 0 1 0 0,0 0 0 0 0,0 0-1 0 0,0 0 1 0 0,0 0-1 0 0,0 0 1 0 0,0 0-1 0 0,0 0 1 0 0,0 0-1 0 0,0 1 1 0 0,-1-1 0 0 0,1 0-1 0 0,0 1 1 0 0,0-1-1 0 0,-1 1 1 0 0,1 0-1 0 0,-1-1 1 0 0,-2 1-1 0 0,2 0-36 0 0,-1 0-1 0 0,1 0 0 0 0,-1 1 0 0 0,0 0 0 0 0,1-1 0 0 0,0 1 0 0 0,-1 0 0 0 0,1 0 0 0 0,-1 0 0 0 0,1 0 0 0 0,0 1 1 0 0,-3 1-1 0 0,-2 2 69 0 0,1 1 0 0 0,0-1 1 0 0,0 1-1 0 0,0 0 0 0 0,0 1 1 0 0,1-1-1 0 0,-5 10 0 0 0,4-5-119 0 0,1 0 0 0 0,0 0 0 0 0,0 0-1 0 0,1 1 1 0 0,1-1 0 0 0,0 1 0 0 0,1 0 0 0 0,0 0-1 0 0,1 0 1 0 0,0 0 0 0 0,1 17 0 0 0,1-23-147 0 0,0 1 1 0 0,0 0 0 0 0,1-1 0 0 0,0 1 0 0 0,0-1-1 0 0,0 0 1 0 0,1 0 0 0 0,0 0 0 0 0,0 0-1 0 0,0 0 1 0 0,1 0 0 0 0,0-1 0 0 0,0 0 0 0 0,0 0-1 0 0,1 0 1 0 0,0 0 0 0 0,0-1 0 0 0,0 1-1 0 0,0-1 1 0 0,1-1 0 0 0,-1 1 0 0 0,9 3-1 0 0,-8-4-184 0 0,0 0 0 0 0,0-1 0 0 0,0 1 0 0 0,0-1-1 0 0,0-1 1 0 0,1 1 0 0 0,-1-1 0 0 0,1 0 0 0 0,-1 0-1 0 0,1-1 1 0 0,0 0 0 0 0,-1 0 0 0 0,1-1 0 0 0,-1 0-1 0 0,1 0 1 0 0,-1 0 0 0 0,1-1 0 0 0,-1 0 0 0 0,0 0-1 0 0,0 0 1 0 0,0-1 0 0 0,0 0 0 0 0,8-6 0 0 0,-4 1-336 0 0,0 0 1 0 0,-1 0 0 0 0,0-1 0 0 0,0 0 0 0 0,-1-1-1 0 0,-1 0 1 0 0,1 0 0 0 0,-2-1 0 0 0,1 0-1 0 0,-2 0 1 0 0,7-16 0 0 0,-7 15-3899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58.0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 1 2761 0 0,'-1'0'279'0'0,"1"1"1"0"0,-1-1 0 0 0,0 1 0 0 0,1 0 0 0 0,-1-1 0 0 0,0 1 0 0 0,1 0 0 0 0,-1 0-1 0 0,1-1 1 0 0,-1 1 0 0 0,1 0 0 0 0,0 0 0 0 0,-1 0 0 0 0,1 0 0 0 0,0 0 0 0 0,-1 0-1 0 0,1-1 1 0 0,0 1 0 0 0,0 0 0 0 0,0 0 0 0 0,0 0 0 0 0,0 0 0 0 0,0 0 0 0 0,0 0-1 0 0,0 0 1 0 0,1 0 0 0 0,-1 1 0 0 0,8 37 2981 0 0,-4-23-893 0 0,15 80 1681 0 0,-12-63-4023 0 0,2-1 1 0 0,18 45-1 0 0,-24-71-633 0 0,-1-1 1 0 0,1 1 0 0 0,1-1-1 0 0,-1 0 1 0 0,6 7 0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58.47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25 8290 0 0,'1'-1'403'0'0,"0"0"1"0"0,0 0-1 0 0,0 0 1 0 0,0 0-1 0 0,0-1 1 0 0,0 1-1 0 0,0 0 1 0 0,0 1-1 0 0,1-1 1 0 0,-1 0-1 0 0,0 0 1 0 0,0 0-1 0 0,1 1 1 0 0,-1-1-1 0 0,1 1 1 0 0,-1-1-1 0 0,0 1 1 0 0,1-1-1 0 0,-1 1 1 0 0,1 0-1 0 0,2 0 0 0 0,37 1 1882 0 0,-15 0-1734 0 0,-21-1-559 0 0,2 0-391 0 0,0-1-1 0 0,-1 0 1 0 0,1-1 0 0 0,-1 1 0 0 0,9-4-1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58.7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37 0 5529 0 0,'-1'0'433'0'0,"-1"0"-1"0"0,1 0 0 0 0,0 0 1 0 0,-1 1-1 0 0,1-1 0 0 0,0 0 1 0 0,0 0-1 0 0,-1 1 0 0 0,1-1 1 0 0,0 1-1 0 0,0-1 0 0 0,0 1 1 0 0,0 0-1 0 0,-5 4 2162 0 0,4-3-2162 0 0,0 0 11 0 0,1 1-1 0 0,0-1 0 0 0,0 1 1 0 0,-1-1-1 0 0,2 1 1 0 0,-1-1-1 0 0,0 1 0 0 0,0-1 1 0 0,0 5-1 0 0,0 7 149 0 0,1 0 0 0 0,1 0 0 0 0,1 17 1 0 0,0-14 266 0 0,1 15-493 0 0,13 63 0 0 0,-1-43-7817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59.1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4145 0 0,'5'6'8492'0'0,"34"36"-2246"0"0,-28-24-5662 0 0,0 0 0 0 0,0 0 0 0 0,-2 1 0 0 0,0 0 0 0 0,7 25 1 0 0,24 105-333 0 0,-37-135-207 0 0,0 3-31 0 0,-7-20-56 0 0,-5-28-392 0 0,8 3-425 0 0,0 1-1 0 0,2-1 1 0 0,2 1-1 0 0,0 0 1 0 0,2-1-1 0 0,0 2 1 0 0,16-42-1 0 0,-13 44-4837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59.51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33 2304 0 0,'20'-18'1349'0'0,"-17"16"-647"0"0,0 0 0 0 0,0 1-1 0 0,0-1 1 0 0,0 0 0 0 0,0 1 0 0 0,1 0-1 0 0,-1 0 1 0 0,5-1 0 0 0,-6 2-349 0 0,0-1-1 0 0,1 1 1 0 0,-1 0 0 0 0,1 1 0 0 0,-1-1 0 0 0,0 0 0 0 0,1 1-1 0 0,-1-1 1 0 0,0 1 0 0 0,0 0 0 0 0,1-1 0 0 0,-1 1 0 0 0,0 0-1 0 0,0 0 1 0 0,0 1 0 0 0,0-1 0 0 0,0 0 0 0 0,0 1-1 0 0,0-1 1 0 0,-1 1 0 0 0,1 0 0 0 0,0 0 0 0 0,-1-1 0 0 0,3 5-1 0 0,4 5 252 0 0,0 2 0 0 0,-1-1 0 0 0,0 1 0 0 0,-1 0-1 0 0,8 26 1 0 0,11 69-319 0 0,-11-42-201 0 0,-14-65-85 0 0,-1-1 1 0 0,1 1-1 0 0,0-1 1 0 0,1 1-1 0 0,-1 0 1 0 0,0-1-1 0 0,0 1 1 0 0,0 0-1 0 0,0-1 1 0 0,0 1-1 0 0,1 0 1 0 0,-1-1-1 0 0,0 1 1 0 0,0-1-1 0 0,1 1 1 0 0,-1-1-1 0 0,1 1 1 0 0,-1-1-1 0 0,0 1 1 0 0,1-1-1 0 0,-1 1 1 0 0,1-1-1 0 0,-1 1 1 0 0,1-1-1 0 0,-1 1 1 0 0,1-1-1 0 0,0 0 1 0 0,-1 0-1 0 0,1 1 1 0 0,-1-1-1 0 0,1 0 0 0 0,0 1 1 0 0,1-2-9 0 0,-1 0-1 0 0,0 1 1 0 0,0-1 0 0 0,0 0 0 0 0,0 0-1 0 0,0 0 1 0 0,0 1 0 0 0,0-1 0 0 0,0 0-1 0 0,-1 0 1 0 0,1 0 0 0 0,0-1 0 0 0,0 1-1 0 0,0-2 1 0 0,21-46-315 0 0,32-87-799 0 0,-43 113-647 0 0,27-39 0 0 0,-21 39-4690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00.02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0 167 4145 0 0,'5'43'11410'0'0,"-4"-43"-11191"0"0,19-9 1428 0 0,-13 3-1474 0 0,0 0 0 0 0,0 0 0 0 0,-1-1 0 0 0,0 0 0 0 0,0-1 0 0 0,-1 1 0 0 0,0-1 0 0 0,0 0 0 0 0,6-15 0 0 0,-5 9-666 0 0,-1-1 0 0 0,0 0 0 0 0,-1 0 0 0 0,4-31 0 0 0,-7 46 443 0 0,-1-1 0 0 0,0 1 0 0 0,0 0 0 0 0,0 0 0 0 0,0 0 0 0 0,0-1 0 0 0,1 1 0 0 0,-1 0 0 0 0,0 0 0 0 0,0 0 0 0 0,0 0-1 0 0,0-1 1 0 0,0 1 0 0 0,0 0 0 0 0,0 0 0 0 0,0-1 0 0 0,0 1 0 0 0,0 0 0 0 0,0 0 0 0 0,0 0 0 0 0,0-1 0 0 0,0 1 0 0 0,0 0 0 0 0,0 0 0 0 0,0-1 0 0 0,0 1-1 0 0,0 0 1 0 0,0 0 0 0 0,0 0 0 0 0,0-1 0 0 0,0 1 0 0 0,0 0 0 0 0,-1 0 0 0 0,1 0 0 0 0,0 0 0 0 0,0-1 0 0 0,0 1 0 0 0,0 0 0 0 0,-1 0 0 0 0,1 0 0 0 0,0 0-1 0 0,0-1 1 0 0,0 1 0 0 0,0 0 0 0 0,-1 0 0 0 0,1 0 0 0 0,0 0 0 0 0,0 0 0 0 0,0 0 0 0 0,-1 0 0 0 0,1 0 0 0 0,-10 12-328 0 0,-6 23 1248 0 0,14-28-692 0 0,1 0 1 0 0,0-1-1 0 0,0 1 1 0 0,0 0-1 0 0,1 0 0 0 0,0 0 1 0 0,1 0-1 0 0,0 0 1 0 0,0 0-1 0 0,0-1 0 0 0,1 1 1 0 0,0 0-1 0 0,0-1 0 0 0,0 1 1 0 0,1-1-1 0 0,0 0 1 0 0,1 0-1 0 0,6 10 0 0 0,-6-11-389 0 0,0-1 0 0 0,0 0 1 0 0,0 0-1 0 0,0 0 0 0 0,1-1 0 0 0,0 1 0 0 0,0-1 0 0 0,10 5 0 0 0,-14-8-2 0 0,1 1 1 0 0,0-1-1 0 0,-1 0 0 0 0,1 0 0 0 0,0 0 1 0 0,0 0-1 0 0,0 0 0 0 0,-1 0 0 0 0,1 0 1 0 0,0 0-1 0 0,-1-1 0 0 0,1 1 0 0 0,0-1 1 0 0,0 1-1 0 0,-1-1 0 0 0,1 0 1 0 0,-1 0-1 0 0,1 1 0 0 0,-1-1 0 0 0,1 0 1 0 0,-1 0-1 0 0,1-1 0 0 0,-1 1 0 0 0,0 0 1 0 0,0 0-1 0 0,2-3 0 0 0,33-44-2140 0 0,-27 34 1876 0 0,-1 3 634 0 0,-3 3 294 0 0,0 0 0 0 0,1 0 1 0 0,0 0-1 0 0,0 1 0 0 0,1 0 0 0 0,0 0 1 0 0,0 0-1 0 0,1 1 0 0 0,8-5 0 0 0,-15 11-303 0 0,-1 0-1 0 0,1 0 0 0 0,0 0 1 0 0,-1 0-1 0 0,1 0 0 0 0,0 0 1 0 0,-1 0-1 0 0,1 0 0 0 0,0 0 0 0 0,-1 0 1 0 0,1 1-1 0 0,0-1 0 0 0,-1 0 1 0 0,1 0-1 0 0,0 1 0 0 0,-1-1 1 0 0,1 1-1 0 0,-1-1 0 0 0,1 0 1 0 0,-1 1-1 0 0,1-1 0 0 0,-1 1 1 0 0,1-1-1 0 0,-1 1 0 0 0,1 0 1 0 0,-1-1-1 0 0,0 1 0 0 0,1-1 1 0 0,-1 1-1 0 0,0 0 0 0 0,0-1 1 0 0,1 1-1 0 0,-1 0 0 0 0,0 0 1 0 0,11 31 1900 0 0,-9-24-1478 0 0,15 66 10 0 0,-13-55-1563 0 0,0-1 0 0 0,1 1 1 0 0,1 0-1 0 0,8 18 0 0 0,-6-22-264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00.24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46 5 3225 0 0,'0'-1'148'0'0,"-1"1"0"0"0,0-1 0 0 0,0 1 0 0 0,1-1 0 0 0,-1 1 0 0 0,0 0 0 0 0,0-1 0 0 0,0 1 0 0 0,1 0 0 0 0,-1 0 0 0 0,0 0 1 0 0,0-1-1 0 0,0 1 0 0 0,0 0 0 0 0,0 0 0 0 0,1 0 0 0 0,-1 0 0 0 0,0 0 0 0 0,0 1 0 0 0,0-1 0 0 0,0 0 0 0 0,1 0 0 0 0,-1 0 0 0 0,0 1 0 0 0,0-1 0 0 0,0 1 1 0 0,1-1-1 0 0,-1 0 0 0 0,0 1 0 0 0,0 0 0 0 0,-11 26 6427 0 0,11-22-6706 0 0,-2 5 713 0 0,1 0 0 0 0,1 1 0 0 0,0-1 0 0 0,0 1 0 0 0,1-1 0 0 0,0 0 0 0 0,1 1 0 0 0,0-1-1 0 0,5 17 1 0 0,4 10 373 0 0,20 48-1 0 0,4 12-828 0 0,-20-33-1713 0 0,-12-47 305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00.4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 87 9218 0 0,'-9'-10'408'0'0,"4"2"80"0"0,3 1-392 0 0,1 2-96 0 0,-1 3 0 0 0,4 0 936 0 0,-1-2 169 0 0,1 0 31 0 0,2-2 8 0 0,4 0-248 0 0,2-1-56 0 0,5 1-7 0 0,3 0-1 0 0,4-1-832 0 0,4 1-136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26.73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30 214 2761 0 0,'8'-53'1015'0'0,"4"-35"1105"0"0,-21 15 14123 0 0,-1 692-14046 0 0,11-442-1696 0 0,-3-137-249 0 0,-12 67 1 0 0,8-68-578 0 0,-4 67 1 0 0,11-98-102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27.23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130 1 13363 0 0,'-1'0'100'0'0,"1"0"1"0"0,0 0-1 0 0,-1 0 0 0 0,1 1 1 0 0,0-1-1 0 0,0 0 1 0 0,-1 0-1 0 0,1 1 0 0 0,0-1 1 0 0,0 0-1 0 0,-1 1 1 0 0,1-1-1 0 0,0 0 0 0 0,0 1 1 0 0,0-1-1 0 0,0 0 0 0 0,0 1 1 0 0,-1-1-1 0 0,1 0 1 0 0,0 1-1 0 0,0-1 0 0 0,0 0 1 0 0,0 1-1 0 0,0-1 1 0 0,0 0-1 0 0,0 1 0 0 0,0-1 1 0 0,0 1-1 0 0,11 7 1765 0 0,-6-6-1916 0 0,21 11 478 0 0,2-2 0 0 0,0 0 0 0 0,0-2 1 0 0,30 5-1 0 0,64 23 329 0 0,-55-7-614 0 0,-2 4-1 0 0,94 64 1 0 0,57 31-663 0 0,-204-123 641 0 0,-7-4-244 0 0,-1 0 0 0 0,1 0 0 0 0,-1 0-1 0 0,1 1 1 0 0,-1 0 0 0 0,6 5-1 0 0,-9-8 95 0 0,-1 1-1 0 0,1-1 0 0 0,-1 1 1 0 0,0-1-1 0 0,1 1 0 0 0,-1 0 0 0 0,0-1 1 0 0,0 1-1 0 0,1-1 0 0 0,-1 1 1 0 0,0 0-1 0 0,0-1 0 0 0,0 1 0 0 0,0-1 1 0 0,0 1-1 0 0,1 0 0 0 0,-1-1 0 0 0,0 1 1 0 0,-1 0-1 0 0,1-1 0 0 0,0 1 1 0 0,0 0-1 0 0,-1 1-13 0 0,0-1 0 0 0,1 1 0 0 0,-1-1 0 0 0,0 1-1 0 0,0-1 1 0 0,0 0 0 0 0,0 0 0 0 0,-1 0 0 0 0,1 1 0 0 0,0-1 0 0 0,0 0 0 0 0,-3 1 0 0 0,-36 20-100 0 0,0-1 0 0 0,-1-3 0 0 0,0-1 0 0 0,-2-2 0 0 0,-80 18 0 0 0,53-14 1108 0 0,0 4 0 0 0,-120 57 0 0 0,46-26 504 0 0,11-4-774 0 0,104-33-701 0 0,28-17-52 0 0,1 1-1 0 0,-1-1 0 0 0,0 1 1 0 0,0-1-1 0 0,1 1 0 0 0,-1 0 1 0 0,0-1-1 0 0,1 1 0 0 0,-1 0 1 0 0,1-1-1 0 0,-1 1 0 0 0,1 0 1 0 0,-1 0-1 0 0,1 0 0 0 0,0-1 0 0 0,-1 1 1 0 0,1 0-1 0 0,0 0 0 0 0,0 0 1 0 0,-1 0-1 0 0,1 0 0 0 0,0 0 1 0 0,0 0-1 0 0,0-1 0 0 0,0 1 1 0 0,0 0-1 0 0,0 0 0 0 0,0 0 1 0 0,1 0-1 0 0,-1 0 0 0 0,1 1 1 0 0,3 5-1338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27.6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92 0 2304 0 0,'-23'2'2864'0'0,"-20"2"7978"0"0,41-3-10857 0 0,1-1 1 0 0,-1 0-1 0 0,1 1 1 0 0,-1 0-1 0 0,1-1 1 0 0,0 1 0 0 0,-1 0-1 0 0,1-1 1 0 0,0 1-1 0 0,-1 0 1 0 0,1 0-1 0 0,-2 2 1 0 0,2 1 143 0 0,0 0 0 0 0,0-1 0 0 0,0 1-1 0 0,0 0 1 0 0,1 0 0 0 0,-1 0 0 0 0,1 0 0 0 0,0 0 0 0 0,0 0 0 0 0,2 7-1 0 0,-2-2 77 0 0,66 690 4930 0 0,-56-616-5093 0 0,-2-7-777 0 0,-4 0 0 0 0,-7 87 0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28.1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30 135 10138 0 0,'-29'0'6604'0'0,"42"-9"-6745"0"0,10-1 121 0 0,1 1 1 0 0,0 1 0 0 0,0 0-1 0 0,49-6 1 0 0,104-4 2652 0 0,-159 17-2294 0 0,849-17 3696 0 0,-362 16-3832 0 0,-2-25 520 0 0,-347 17-1671 0 0,-90 9-2714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28.78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1508 197 5529 0 0,'1'-1'124'0'0,"-1"0"0"0"0,1 0 0 0 0,0 0 0 0 0,-1 0 0 0 0,1 0 0 0 0,-1 0 0 0 0,1 0 0 0 0,-1 0 0 0 0,0 0 0 0 0,1 0 1 0 0,-1 0-1 0 0,0 0 0 0 0,0 0 0 0 0,0-1 0 0 0,0 1 0 0 0,0 0 0 0 0,0 0 0 0 0,0 0 0 0 0,0 0 0 0 0,0 0 0 0 0,-1 0 0 0 0,1 0 0 0 0,0 0 0 0 0,-1 0 0 0 0,1-1 0 0 0,-1 1 0 0 0,1 0 0 0 0,-1 1 0 0 0,1-1 0 0 0,-1 0 0 0 0,0 0 0 0 0,1 0 0 0 0,-2-1 0 0 0,0 0 140 0 0,0-1 0 0 0,-1 1-1 0 0,1-1 1 0 0,0 1 0 0 0,-1 0-1 0 0,0 0 1 0 0,1 0 0 0 0,-1 1-1 0 0,0-1 1 0 0,-3-1 0 0 0,-66-15 4300 0 0,-40 2-2488 0 0,55 9-1409 0 0,-399-29 1864 0 0,84 11-1298 0 0,311 18-1245 0 0,-255-20-1628 0 0,301 27 155 0 0,2 0-3557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29.1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26 11979 0 0,'0'-1'159'0'0,"0"1"1"0"0,0-1 0 0 0,-1 1 0 0 0,1 0 0 0 0,0-1 0 0 0,0 1 0 0 0,0-1 0 0 0,0 1 0 0 0,0-1-1 0 0,0 1 1 0 0,0-1 0 0 0,0 1 0 0 0,0-1 0 0 0,0 1 0 0 0,0 0 0 0 0,0-1 0 0 0,0 1 0 0 0,1-1 0 0 0,2-4 1918 0 0,-3 5-1918 0 0,1 0 0 0 0,-1 0 0 0 0,1-1 0 0 0,-1 1 0 0 0,0 0-1 0 0,1 0 1 0 0,-1 0 0 0 0,1 0 0 0 0,0-1 0 0 0,18-7 1113 0 0,-15 7-1244 0 0,0 1 0 0 0,0-1 0 0 0,0 1 0 0 0,0 0 0 0 0,0 1 0 0 0,0-1 1 0 0,0 0-1 0 0,0 1 0 0 0,0 0 0 0 0,0 0 0 0 0,0 0 0 0 0,0 1 0 0 0,0-1 0 0 0,-1 1 0 0 0,1 0 0 0 0,-1 0 0 0 0,1 0 1 0 0,-1 0-1 0 0,0 1 0 0 0,0 0 0 0 0,0-1 0 0 0,0 1 0 0 0,0 0 0 0 0,0 0 0 0 0,-1 1 0 0 0,0-1 0 0 0,1 0 0 0 0,-1 1 1 0 0,-1-1-1 0 0,1 1 0 0 0,0 0 0 0 0,1 7 0 0 0,3 9 161 0 0,-1-1 0 0 0,-2 1 1 0 0,0 0-1 0 0,0 0 0 0 0,-2 25 1 0 0,-3 265-113 0 0,-3-162-157 0 0,26 265 0 0 0,-4-248 803 0 0,-10 314 0 0 0,-6-440-478 0 0,0-25-3609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29.65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0 134 11058 0 0,'7'-6'4108'0'0,"40"-20"-3269"0"0,10 0-547 0 0,61-18 1 0 0,-90 36 115 0 0,0 1 0 0 0,0 1 0 0 0,1 1-1 0 0,44-1 1 0 0,400 35 3301 0 0,-179-4-3445 0 0,-278-24-226 0 0,0-1 0 0 0,1-1 1 0 0,18-2-1 0 0,-1-7-6454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30.9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79 16131 0 0,'114'-34'3787'0'0,"-7"2"-3887"0"0,-105 32 60 0 0,58-12-2279 0 0,-55 12 1586 0 0,0 0 1 0 0,0 0-1 0 0,0 0 1 0 0,-1 1-1 0 0,1 0 0 0 0,6 1 1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31.52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7 8898 0 0,'1'-1'135'0'0,"0"1"0"0"0,0-1 1 0 0,0 0-1 0 0,0 1 0 0 0,0-1 0 0 0,0 1 1 0 0,0-1-1 0 0,0 1 0 0 0,1-1 0 0 0,-1 1 1 0 0,0 0-1 0 0,0 0 0 0 0,0-1 0 0 0,1 1 1 0 0,-1 0-1 0 0,0 0 0 0 0,0 0 0 0 0,1 1 1 0 0,-1-1-1 0 0,0 0 0 0 0,0 0 0 0 0,1 1 1 0 0,-1-1-1 0 0,0 1 0 0 0,0-1 0 0 0,0 1 0 0 0,2 0 1 0 0,-1 1 192 0 0,1-1 0 0 0,-1 0 0 0 0,0 1 0 0 0,0-1 0 0 0,0 1 0 0 0,0 0 0 0 0,0 0 0 0 0,0 0 0 0 0,0 0 0 0 0,0 0 0 0 0,2 5 0 0 0,5 18 807 0 0,-1 1 0 0 0,-1 0 0 0 0,-1 0 0 0 0,4 47 0 0 0,-1-12-407 0 0,28 358 210 0 0,-32-320-303 0 0,-5-85-805 0 0,0 0 0 0 0,-1 0 0 0 0,0 0 0 0 0,-2 0 0 0 0,-3 15 0 0 0,-6 12-8462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32.0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0 227 1376 0 0,'3'-8'11513'0'0,"1"3"-11075"0"0,1 0 0 0 0,0 0-1 0 0,0 1 1 0 0,0-1-1 0 0,0 1 1 0 0,0 0-1 0 0,1 1 1 0 0,0-1 0 0 0,0 1-1 0 0,0 1 1 0 0,0-1-1 0 0,0 1 1 0 0,1 0 0 0 0,-1 0-1 0 0,9-1 1 0 0,16-2 122 0 0,1 1 0 0 0,33 1 0 0 0,-17 1-48 0 0,923-24 727 0 0,-290 14-1090 0 0,-292-2-151 0 0,230-10 122 0 0,-424 15-112 0 0,-170 8-9 0 0,279-22 85 0 0,268-16 150 0 0,-225 53-20 0 0,-214-5-600 0 0,-52-3 1034 0 0,44 3-1508 0 0,-117-10-1044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32.60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16852 0 0,'5'4'615'0'0,"1"0"1"0"0,-1 0 0 0 0,1 0-1 0 0,0 0 1 0 0,0-1 0 0 0,7 3 0 0 0,-7-4-515 0 0,0 1 0 0 0,0 0 1 0 0,0 0-1 0 0,-1 1 1 0 0,1-1-1 0 0,-1 1 0 0 0,0 1 1 0 0,7 6-1 0 0,-3 2-49 0 0,0 1 0 0 0,-1 0 0 0 0,0 0 0 0 0,-2 0-1 0 0,1 1 1 0 0,-2 0 0 0 0,0 0 0 0 0,5 29 0 0 0,-3-1 208 0 0,4 87 0 0 0,-13 110 222 0 0,0 10 27 0 0,5-189-130 0 0,3-1 0 0 0,14 69-1 0 0,6-18-829 0 0,-8-37-4580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33.58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157 10 2304 0 0,'-9'-2'241'0'0,"0"0"-1"0"0,0 0 1 0 0,0 0-1 0 0,0 1 0 0 0,0 1 1 0 0,-15 0-1 0 0,16 1 984 0 0,1 0 0 0 0,-1 1 0 0 0,0 0-1 0 0,0 0 1 0 0,1 1 0 0 0,0 0 0 0 0,-18 11 2607 0 0,25-14-3722 0 0,-1 1-1 0 0,1-1 1 0 0,0 0 0 0 0,0 0-1 0 0,0 1 1 0 0,0-1 0 0 0,0 0-1 0 0,0 1 1 0 0,0-1 0 0 0,0 0-1 0 0,2 4 1413 0 0,-2-4-1412 0 0,18 10 1619 0 0,31 2-1283 0 0,-47-11-279 0 0,75 11 323 0 0,-52-9-627 0 0,0 1 0 0 0,0 1 0 0 0,0 1 0 0 0,30 12 1 0 0,-53-18 65 0 0,-1 1 1 0 0,0-1-1 0 0,0 1 1 0 0,0-1 0 0 0,0 1-1 0 0,0-1 1 0 0,0 1 0 0 0,0 0-1 0 0,0 0 1 0 0,0-1 0 0 0,0 1-1 0 0,0 0 1 0 0,0 0 0 0 0,-1 0-1 0 0,1 0 1 0 0,0 0-1 0 0,-1 0 1 0 0,1 0 0 0 0,-1 0-1 0 0,1 0 1 0 0,-1 0 0 0 0,1 0-1 0 0,-1 1 1 0 0,1 0 0 0 0,-1 0-32 0 0,-1 0 0 0 0,1-1 0 0 0,0 1 1 0 0,-1 0-1 0 0,1-1 0 0 0,-1 1 0 0 0,0 0 0 0 0,1-1 1 0 0,-1 1-1 0 0,0-1 0 0 0,0 1 0 0 0,0-1 1 0 0,0 0-1 0 0,0 1 0 0 0,-2 0 0 0 0,-7 8-465 0 0,0-1 0 0 0,-1-1-1 0 0,-18 12 1 0 0,17-12 308 0 0,-40 26-201 0 0,30-21 1407 0 0,1 1-1 0 0,0 0 1 0 0,-21 22-1 0 0,42-36-926 0 0,0 0-1 0 0,0 0 1 0 0,0 0-1 0 0,0 0 1 0 0,0 0-1 0 0,0 0 1 0 0,0 1-1 0 0,0-1 1 0 0,0 0-1 0 0,0 0 1 0 0,0 0-1 0 0,0 0 1 0 0,0 0-1 0 0,0 0 1 0 0,0 0-1 0 0,0 1 1 0 0,0-1-1 0 0,0 0 1 0 0,0 0-1 0 0,0 0 1 0 0,0 0 0 0 0,0 0-1 0 0,0 0 1 0 0,0 0-1 0 0,0 0 1 0 0,0 0-1 0 0,0 1 1 0 0,1-1-1 0 0,-1 0 1 0 0,0 0-1 0 0,0 0 1 0 0,0 0-1 0 0,0 0 1 0 0,0 0-1 0 0,0 0 1 0 0,0 0-1 0 0,0 0 1 0 0,0 0-1 0 0,1 0 1 0 0,-1 0-1 0 0,0 0 1 0 0,0 0-1 0 0,0 0 1 0 0,0 0 0 0 0,0 0-1 0 0,0 0 1 0 0,0 0-1 0 0,1 0 1 0 0,-1 0-1 0 0,0 0 1 0 0,0 0-1 0 0,0 0 1 0 0,0 0-1 0 0,0 0 1 0 0,0 0-1 0 0,0 0 1 0 0,1 0-1 0 0,-1 0 1 0 0,0 0-1 0 0,0 0 1 0 0,0 0-1 0 0,16-1 32 0 0,16-3-515 0 0,-1-1 335 0 0,-10 0 105 0 0,1 1 0 0 0,-1 1-1 0 0,1 1 1 0 0,0 1 0 0 0,0 1 0 0 0,25 3 0 0 0,-46-3 17 0 0,0 0 1 0 0,0 0 0 0 0,0 1-1 0 0,0-1 1 0 0,1 0 0 0 0,-1 1-1 0 0,0-1 1 0 0,0 1 0 0 0,0-1-1 0 0,0 1 1 0 0,0-1 0 0 0,0 1-1 0 0,0 0 1 0 0,0-1 0 0 0,-1 1-1 0 0,1 0 1 0 0,0 0 0 0 0,0 0-1 0 0,0 0 1 0 0,-1 0 0 0 0,1 0-1 0 0,-1 0 1 0 0,1 0 0 0 0,0 1-1 0 0,-1 0 2 0 0,1 0-1 0 0,-1 0 0 0 0,0 0 1 0 0,0 1-1 0 0,0-1 1 0 0,0 0-1 0 0,0 0 0 0 0,-1 0 1 0 0,1 0-1 0 0,-1 0 0 0 0,1 0 1 0 0,-2 3-1 0 0,-4 8 72 0 0,0-1 0 0 0,0-1-1 0 0,-13 18 1 0 0,12-19 111 0 0,-31 44 131 0 0,-29 47 784 0 0,61-89-1009 0 0,0-1 1 0 0,1 1-1 0 0,0 0 0 0 0,0 0 1 0 0,2 1-1 0 0,-1 0 0 0 0,0 12 1 0 0,3-16-1129 0 0,1 0 0 0 0,0 0 0 0 0,0-1 0 0 0,1 1 0 0 0,1 0 0 0 0,-1-1 0 0 0,1 1 0 0 0,1-1 0 0 0,5 14 0 0 0,-22-6-3329 0 0,8-10 6169 0 0,0 0 0 0 0,1 0 0 0 0,0 1 0 0 0,0 0 0 0 0,-4 7 1 0 0,-2 21 182 0 0,2 10-1008 0 0,3 0 0 0 0,2 0 0 0 0,2 1 0 0 0,3 47 0 0 0,29 181 565 0 0,-16-169-1163 0 0,-4-19-670 0 0,-1 136 1 0 0,-9-219 191 0 0,-3 28-330 0 0,3-29 351 0 0,0-1 0 0 0,0 0 0 0 0,0 0 0 0 0,0 0 0 0 0,0 0-1 0 0,-1 0 1 0 0,1 0 0 0 0,0 0 0 0 0,-1 0 0 0 0,1 0 0 0 0,-1 0 0 0 0,1 0 0 0 0,-1 0 0 0 0,1 0 0 0 0,-1 0 0 0 0,0 0-1 0 0,0 0 1 0 0,1-1 0 0 0,-1 1 0 0 0,0 0 0 0 0,0-1 0 0 0,-1 2 0 0 0,-2-3-514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34.30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70 308 10594 0 0,'-7'8'645'0'0,"0"1"-1"0"0,0 1 0 0 0,-6 10 1 0 0,7-10 828 0 0,-1-1 1 0 0,0 0 0 0 0,-8 10 0 0 0,24-30-865 0 0,-1 1 1 0 0,0-1-1 0 0,7-14 0 0 0,9-11 356 0 0,198-249-3010 0 0,-202 261 1105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34.7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 82 17972 0 0,'-4'2'624'0'0,"-13"14"726"0"0,16-9-1147 0 0,13-6-276 0 0,9-4-288 0 0,-1-2-1 0 0,-1 0 0 0 0,1-2 1 0 0,-1 0-1 0 0,30-16 0 0 0,-2 2 346 0 0,-29 14 408 0 0,-1 0 0 0 0,2 2 0 0 0,-1 0 0 0 0,1 1 0 0 0,0 0-1 0 0,-1 2 1 0 0,1 0 0 0 0,1 1 0 0 0,23 3 0 0 0,-41-2-404 0 0,-1 0 1 0 0,1 0-1 0 0,0 1 1 0 0,-1-1 0 0 0,1 0-1 0 0,-1 1 1 0 0,1 0-1 0 0,-1-1 1 0 0,1 1-1 0 0,-1 0 1 0 0,0 0-1 0 0,1 0 1 0 0,-1 0 0 0 0,0 0-1 0 0,0 0 1 0 0,1 0-1 0 0,-1 0 1 0 0,0 0-1 0 0,0 0 1 0 0,0 1 0 0 0,0-1-1 0 0,1 3 1 0 0,-1-1-20 0 0,0 0 0 0 0,-1 0 0 0 0,1 1 0 0 0,0-1 0 0 0,-1 0 0 0 0,0 0 0 0 0,0 1 0 0 0,0-1 0 0 0,0 0 0 0 0,-1 6 0 0 0,-3 8-43 0 0,0-1 1 0 0,-1 1-1 0 0,-11 22 1 0 0,13-31 121 0 0,-8 15-236 0 0,8-16-2 0 0,-1 0-1 0 0,1 0 0 0 0,0 1 0 0 0,0-1 1 0 0,1 1-1 0 0,0-1 0 0 0,0 1 0 0 0,1 0 1 0 0,0 0-1 0 0,0 12 0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35.13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0 617 13363 0 0,'61'-44'8057'0'0,"43"-39"-6968"0"0,10-7-1455 0 0,259-220 532 0 0,-325 269-1569 0 0,-16 14-4129 0 0,-6 5-1088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35.53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228 1 3225 0 0,'-177'64'8760'0'0,"126"-47"-6835"0"0,178-53 4060 0 0,-116 32-5803 0 0,1-1 1 0 0,1 2-1 0 0,-1 0 1 0 0,0 0-1 0 0,1 1 1 0 0,-1 1-1 0 0,1 0 1 0 0,13 1-1 0 0,-22 0-132 0 0,1 1 1 0 0,0 0-1 0 0,-1 0 0 0 0,1 0 1 0 0,-1 1-1 0 0,0-1 0 0 0,1 1 0 0 0,-1 0 1 0 0,0 1-1 0 0,0-1 0 0 0,0 1 1 0 0,0-1-1 0 0,-1 1 0 0 0,1 0 1 0 0,-1 1-1 0 0,0-1 0 0 0,1 0 0 0 0,-1 1 1 0 0,-1 0-1 0 0,1 0 0 0 0,-1 0 1 0 0,1 0-1 0 0,-1 0 0 0 0,0 0 1 0 0,1 5-1 0 0,1 5 6 0 0,-1-1-1 0 0,-1 1 1 0 0,0 0 0 0 0,-1 0-1 0 0,0 0 1 0 0,-1 0 0 0 0,-1 1 0 0 0,0-1-1 0 0,-6 27 1 0 0,0 19-1629 0 0,5-37-6245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44.81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63 93 1840 0 0,'-15'-18'513'0'0,"-20"-33"13555"0"0,22 27-11142 0 0,18 37-2575 0 0,-1 0 1 0 0,-1 0-1 0 0,0 0 1 0 0,-1 1-1 0 0,0-1 0 0 0,0 22 1 0 0,0-1-148 0 0,0 11-38 0 0,-2 0 0 0 0,-11 84 0 0 0,0-17 47 0 0,10-107-211 0 0,1 0 0 0 0,0-1 0 0 0,0 1 0 0 0,1 0 0 0 0,-1-1 0 0 0,1 1 0 0 0,0 0 0 0 0,2 5 0 0 0,-3-9-3 0 0,1-1 1 0 0,-1 1-1 0 0,1 0 1 0 0,-1-1-1 0 0,0 1 1 0 0,1 0-1 0 0,-1-1 1 0 0,1 1-1 0 0,-1-1 1 0 0,1 1-1 0 0,0-1 0 0 0,-1 1 1 0 0,1-1-1 0 0,0 1 1 0 0,-1-1-1 0 0,1 0 1 0 0,0 1-1 0 0,-1-1 1 0 0,1 0-1 0 0,0 1 1 0 0,0-1-1 0 0,1 0-3 0 0,0 0-1 0 0,-1 0 1 0 0,1 0 0 0 0,-1-1 0 0 0,1 1-1 0 0,-1 0 1 0 0,1-1 0 0 0,-1 1-1 0 0,1-1 1 0 0,-1 0 0 0 0,1 1-1 0 0,-1-1 1 0 0,0 0 0 0 0,3-1 0 0 0,38-28-145 0 0,-32 22 75 0 0,0-1-1 0 0,1 2 1 0 0,1 0-1 0 0,-1 0 0 0 0,1 1 1 0 0,0 0-1 0 0,1 1 1 0 0,-1 0-1 0 0,1 1 1 0 0,0 1-1 0 0,15-3 1 0 0,25 4 189 0 0,-36 1-542 0 0,-1 1-1 0 0,1-2 0 0 0,-1 0 0 0 0,18-5 1 0 0,-16 1-6616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45.0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16588 0 0,'1'2'357'0'0,"1"1"1"0"0,-1-1 0 0 0,1 0-1 0 0,0 0 1 0 0,0-1 0 0 0,0 1 0 0 0,0 0-1 0 0,0-1 1 0 0,0 1 0 0 0,0-1 0 0 0,3 2-1 0 0,6 5-170 0 0,-4-1-234 0 0,0 0 1 0 0,-1 1-1 0 0,1 0 0 0 0,-1 0 0 0 0,-1 0 1 0 0,0 1-1 0 0,0 0 0 0 0,-1 0 0 0 0,5 14 1 0 0,-3-5-2607 0 0,6 39 1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45.2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69 13827 0 0,'7'-3'877'0'0,"-1"0"0"0"0,1-1 0 0 0,-1 0 1 0 0,0 0-1 0 0,8-6 0 0 0,3-3-476 0 0,-5 5-67 0 0,22-11-1684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45.49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51 14747 0 0,'1'3'1600'0'0,"0"-3"-1600"0"0,2-1 0 0 0,-1-1 0 0 0,3-1-272 0 0,2-2-80 0 0,4-3-24 0 0,5-2 0 0 0,4 0 280 0 0,0-4 96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45.63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3225 0 0,'5'24'1184'0'0,"-4"-19"377"0"0,0-1 1 0 0,1 0-1 0 0,-1 0 0 0 0,1 0 1 0 0,0 0-1 0 0,4 5 0 0 0,-5-8-1186 0 0,0 1 0 0 0,0-1 0 0 0,0 0 0 0 0,0 0 0 0 0,0 0 0 0 0,0 0 0 0 0,0 0 0 0 0,0 0 0 0 0,1-1 0 0 0,-1 1 0 0 0,0 0 0 0 0,1-1 0 0 0,-1 1 0 0 0,0-1-1 0 0,1 1 1 0 0,-1-1 0 0 0,1 1 0 0 0,-1-1 0 0 0,1 0 0 0 0,1 0 0 0 0,-1 0-761 0 0,0 0 0 0 0,1-1 0 0 0,-1 1-1 0 0,0-1 1 0 0,1 1 0 0 0,-1-1 0 0 0,0 0 0 0 0,0 0-1 0 0,0 0 1 0 0,3-2 0 0 0,29-24-4562 0 0,-6 3-1120 0 0,-6 13 5560 0 0,-17 9 582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45.90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 0 20740 0 0,'-1'2'69'0'0,"0"0"0"0"0,1 0 0 0 0,-1 0-1 0 0,0-1 1 0 0,0 1 0 0 0,1 1 0 0 0,-1-1-1 0 0,1 0 1 0 0,0 0 0 0 0,-1 0 0 0 0,1 0-1 0 0,0 0 1 0 0,0 0 0 0 0,1 0 0 0 0,-1 0-1 0 0,0 0 1 0 0,1 0 0 0 0,-1 0-1 0 0,1 0 1 0 0,-1 0 0 0 0,1 0 0 0 0,0 0-1 0 0,0 0 1 0 0,0 0 0 0 0,0 0 0 0 0,0-1-1 0 0,1 1 1 0 0,-1 0 0 0 0,0-1 0 0 0,1 1-1 0 0,-1-1 1 0 0,1 1 0 0 0,0-1 0 0 0,1 1-1 0 0,6 7-227 0 0,0 1-1 0 0,0 0 0 0 0,-2 0 0 0 0,1 1 0 0 0,-1-1 1 0 0,0 2-1 0 0,-1-1 0 0 0,-1 1 0 0 0,5 12 0 0 0,-3-1 119 0 0,-1 0-1 0 0,-1 0 0 0 0,-1 0 0 0 0,1 25 0 0 0,-4-32-293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46.16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19356 0 0,'4'3'220'0'0,"-1"-1"-1"0"0,1 1 1 0 0,0-1-1 0 0,0 0 0 0 0,0 0 1 0 0,0-1-1 0 0,0 1 1 0 0,0-1-1 0 0,0 0 1 0 0,1 0-1 0 0,-1 0 1 0 0,6 0-1 0 0,8 3-561 0 0,8 3 152 0 0,-11-4-695 0 0,-1 1 0 0 0,1 0 0 0 0,-1 1 0 0 0,0 1 0 0 0,13 7 0 0 0,-24-11 754 0 0,0 0 1 0 0,0 0-1 0 0,-1 0 1 0 0,1 0-1 0 0,-1 0 1 0 0,0 0-1 0 0,1 1 0 0 0,-1-1 1 0 0,0 1-1 0 0,0-1 1 0 0,0 1-1 0 0,-1 0 0 0 0,1 0 1 0 0,-1 0-1 0 0,0 0 1 0 0,1 0-1 0 0,-1 0 1 0 0,-1 0-1 0 0,1 1 0 0 0,0-1 1 0 0,-1 0-1 0 0,1 0 1 0 0,-1 1-1 0 0,0-1 0 0 0,0 0 1 0 0,-1 1-1 0 0,1-1 1 0 0,-2 5-1 0 0,-1 4 420 0 0,-1-1 0 0 0,0 0 1 0 0,-1 0-1 0 0,-1 0 0 0 0,1-1 0 0 0,-2 0 0 0 0,1 0 1 0 0,-1 0-1 0 0,-1-1 0 0 0,0 0 0 0 0,-9 8 0 0 0,-7 5 1009 0 0,-2-1-1 0 0,-47 32 1 0 0,45-36-1149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50.07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 31 5065 0 0,'-18'-30'13612'0'0,"29"43"-11877"0"0,0 7-1414 0 0,-1 0-1 0 0,0 1 0 0 0,-2 0 0 0 0,6 23 1 0 0,-3-10-122 0 0,42 146 178 0 0,-32-102-330 0 0,58 140 1 0 0,-51-170 170 0 0,-2-3-1514 0 0,-14-15-5198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50.2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1 220 6913 0 0,'0'-17'1203'0'0,"2"1"0"0"0,0-1-1 0 0,0 1 1 0 0,2 0-1 0 0,0 0 1 0 0,1 0-1 0 0,0 1 1 0 0,1-1-1 0 0,10-16 1 0 0,-14 29-1138 0 0,1-1 0 0 0,0 1 0 0 0,0 0 1 0 0,0 0-1 0 0,0 0 0 0 0,0 0 0 0 0,1 1 0 0 0,-1-1 1 0 0,1 1-1 0 0,-1 0 0 0 0,1 0 0 0 0,0 0 0 0 0,0 1 1 0 0,0-1-1 0 0,0 1 0 0 0,0 0 0 0 0,0 0 0 0 0,1 0 1 0 0,-1 1-1 0 0,0-1 0 0 0,0 1 0 0 0,5 1 0 0 0,-3-1-330 0 0,-1 0-1 0 0,0 1 0 0 0,0 0 1 0 0,1 0-1 0 0,-1 1 0 0 0,0 0 1 0 0,8 3-1 0 0,-9-3-379 0 0,0 0 0 0 0,-1 1 1 0 0,1-1-1 0 0,0 1 0 0 0,-1 0 0 0 0,0 0 1 0 0,1 0-1 0 0,-1 0 0 0 0,3 6 0 0 0,3 3-4483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50.4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25 271 9674 0 0,'-3'4'-69'0'0,"-13"15"1800"0"0,10-19 98 0 0,7-14 452 0 0,4-8-1330 0 0,2 0-1 0 0,0 0 1 0 0,1 1 0 0 0,20-37 0 0 0,-19 42-1334 0 0,1 0 0 0 0,1 0 1 0 0,0 1-1 0 0,1 1 0 0 0,1 0 1 0 0,20-17-1 0 0,-18 19-1031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50.6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 0 3225 0 0,'-2'14'10732'0'0,"7"14"-8430"0"0,-3-20-1063 0 0,4 26 99 0 0,2 0-1 0 0,19 52 0 0 0,-21-71-1334 0 0,1 0 0 0 0,0 0-1 0 0,1 0 1 0 0,1-1 0 0 0,1 0 0 0 0,-1 0 0 0 0,18 17 0 0 0,-19-24-364 0 0,-2 0-1089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51.02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12 171 8754 0 0,'-2'-6'373'0'0,"0"1"-1"0"0,0-1 1 0 0,0 0 0 0 0,1 1-1 0 0,0-1 1 0 0,0 0 0 0 0,1 0 0 0 0,-1 0-1 0 0,1 0 1 0 0,1 0 0 0 0,-1 0 0 0 0,1 0-1 0 0,0 1 1 0 0,0-1 0 0 0,1 0-1 0 0,0 0 1 0 0,0 1 0 0 0,0-1 0 0 0,3-4-1 0 0,-3 6-215 0 0,-1 1 0 0 0,1 0 0 0 0,-1 0 0 0 0,1 0 0 0 0,0 1 0 0 0,0-1 0 0 0,0 0 0 0 0,1 1 0 0 0,-1-1 0 0 0,1 1-1 0 0,-1 0 1 0 0,1 0 0 0 0,0 0 0 0 0,-1 0 0 0 0,1 0 0 0 0,0 1 0 0 0,1-1 0 0 0,-1 1 0 0 0,0 0 0 0 0,0 0 0 0 0,0 0 0 0 0,1 0 0 0 0,-1 0-1 0 0,0 1 1 0 0,1 0 0 0 0,-1-1 0 0 0,1 1 0 0 0,-1 1 0 0 0,1-1 0 0 0,-1 0 0 0 0,0 1 0 0 0,1 0 0 0 0,-1 0 0 0 0,4 1 0 0 0,-3 0-139 0 0,0 0 0 0 0,-1 1 1 0 0,1-1-1 0 0,0 1 0 0 0,-1 0 0 0 0,0 0 1 0 0,1 0-1 0 0,-1 0 0 0 0,0 1 1 0 0,-1-1-1 0 0,1 1 0 0 0,-1 0 1 0 0,1 0-1 0 0,-1 0 0 0 0,-1 0 1 0 0,1 0-1 0 0,0 0 0 0 0,-1 1 0 0 0,0-1 1 0 0,0 0-1 0 0,0 1 0 0 0,0-1 1 0 0,-1 7-1 0 0,2 12-201 0 0,-2-1-1 0 0,-1 1 1 0 0,-3 26 0 0 0,3-45 157 0 0,1-2 8 0 0,-1 1-31 0 0,1 1 0 0 0,0 0 0 0 0,-1 0 0 0 0,1 0 0 0 0,0 0 0 0 0,2 7 0 0 0,-2-11 41 0 0,0 1 1 0 0,0-1-1 0 0,0 0 1 0 0,0 0-1 0 0,0 1 1 0 0,1-1-1 0 0,-1 0 1 0 0,0 0-1 0 0,0 0 1 0 0,0 1-1 0 0,0-1 1 0 0,1 0-1 0 0,-1 0 1 0 0,0 0-1 0 0,0 0 1 0 0,0 1-1 0 0,1-1 1 0 0,-1 0-1 0 0,0 0 1 0 0,0 0-1 0 0,1 0 1 0 0,-1 0-1 0 0,0 0 1 0 0,0 0-1 0 0,1 0 1 0 0,-1 0-1 0 0,0 0 1 0 0,0 0-1 0 0,1 0 1 0 0,-1 0-1 0 0,0 0 1 0 0,1 0-1 0 0,-1 0 1 0 0,1 0-1 0 0,16-11-425 0 0,-8 3 381 0 0,1 0-1 0 0,0 1 0 0 0,1 0 0 0 0,0 1 1 0 0,0 0-1 0 0,0 1 0 0 0,20-7 1 0 0,-28 11 88 0 0,0 0 0 0 0,0 0 0 0 0,0 1 0 0 0,1-1 0 0 0,-1 1 1 0 0,0-1-1 0 0,1 1 0 0 0,-1 0 0 0 0,0 0 0 0 0,1 1 0 0 0,-1-1 1 0 0,0 1-1 0 0,1 0 0 0 0,-1-1 0 0 0,0 2 0 0 0,0-1 1 0 0,0 0-1 0 0,0 0 0 0 0,0 1 0 0 0,0 0 0 0 0,0 0 0 0 0,0-1 1 0 0,-1 2-1 0 0,1-1 0 0 0,-1 0 0 0 0,1 0 0 0 0,-1 1 0 0 0,0-1 1 0 0,0 1-1 0 0,0 0 0 0 0,0 0 0 0 0,0 0 0 0 0,1 5 1 0 0,1 2 66 0 0,-1 0 0 0 0,0 0 0 0 0,-1 1 0 0 0,0-1 1 0 0,0 1-1 0 0,-2-1 0 0 0,1 1 0 0 0,-1-1 1 0 0,0 1-1 0 0,-1 0 0 0 0,-3 13 0 0 0,-3 8 170 0 0,0-1-1 0 0,-18 44 0 0 0,15-48-797 0 0,-1 0 1 0 0,-26 43-1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37.54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405 71 3225 0 0,'3'-3'130'0'0,"0"-1"0"0"0,0 0 0 0 0,0 0 0 0 0,-1 0 1 0 0,0 0-1 0 0,1 0 0 0 0,-2 0 0 0 0,6-36 15677 0 0,-14 48-13697 0 0,-11 11-3288 0 0,-19 27 580 0 0,-3-2 1 0 0,-74 63-1 0 0,68-67 1513 0 0,3 2-1 0 0,-57 70 0 0 0,96-107-791 0 0,0 1 0 0 0,0 0 0 0 0,1 0-1 0 0,-6 12 1 0 0,9-17-111 0 0,-1-1 0 0 0,1 1 0 0 0,0 0 0 0 0,0 0-1 0 0,-1-1 1 0 0,1 1 0 0 0,0 0 0 0 0,0 0 0 0 0,0 0 0 0 0,0 0 0 0 0,0-1-1 0 0,0 1 1 0 0,0 0 0 0 0,0 0 0 0 0,0 0 0 0 0,0 0 0 0 0,0-1 0 0 0,0 1-1 0 0,1 0 1 0 0,-1 0 0 0 0,0 0 0 0 0,1-1 0 0 0,-1 1 0 0 0,1 0 0 0 0,-1 0-1 0 0,1-1 1 0 0,-1 1 0 0 0,1 0 0 0 0,-1-1 0 0 0,1 1 0 0 0,0-1 0 0 0,-1 1-1 0 0,1-1 1 0 0,0 1 0 0 0,-1-1 0 0 0,1 1 0 0 0,0-1 0 0 0,0 0 0 0 0,-1 1-1 0 0,1-1 1 0 0,0 0 0 0 0,0 0 0 0 0,0 1 0 0 0,-1-1 0 0 0,1 0 0 0 0,0 0-1 0 0,1 0 1 0 0,15 3 59 0 0,0 1 0 0 0,-1 1 0 0 0,0 0 0 0 0,0 1 0 0 0,23 13 0 0 0,34 12-38 0 0,-36-21-11 0 0,65 10 1 0 0,-60-14-903 0 0,43 14 0 0 0,-52-8-1733 0 0,-24-7 1012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38.0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23 11979 0 0,'-1'-1'-101'0'0,"0"0"0"0"0,1 0 0 0 0,-1 0 0 0 0,1 0 0 0 0,-1 0 0 0 0,1 0 0 0 0,-1 0 0 0 0,1 0 0 0 0,0 0 0 0 0,0-1 0 0 0,-1 1 0 0 0,1 0 0 0 0,0 0 0 0 0,0 0 0 0 0,3-5 2545 0 0,-3 5-2393 0 0,1 19 4147 0 0,5 163 458 0 0,-3-146-4420 0 0,2 0-1 0 0,1-1 0 0 0,14 43 0 0 0,59 123 388 0 0,-52-139-1011 0 0,-3 0-1 0 0,31 127 0 0 0,-54-183 149 0 0,-1-4 56 0 0,0 1 1 0 0,0-1-1 0 0,0 1 1 0 0,1 0-1 0 0,-1-1 1 0 0,0 1-1 0 0,1-1 0 0 0,-1 1 1 0 0,1-1-1 0 0,-1 0 1 0 0,1 1-1 0 0,0-1 1 0 0,-1 1-1 0 0,1-1 1 0 0,0 0-1 0 0,0 0 1 0 0,0 1-1 0 0,0-1 1 0 0,0 0-1 0 0,1 0 1 0 0,-1 0-1 0 0,0 0 0 0 0,0 0 1 0 0,3 1-1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38.3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9 158 6913 0 0,'-9'-4'6310'0'0,"33"-6"-4004"0"0,36-7-1033 0 0,280-38 2867 0 0,28-7-3675 0 0,-329 52-1100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39.0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1234 90 920 0 0,'131'-90'5904'0'0,"-154"98"-567"0"0,0 1-3802 0 0,-245 29 2739 0 0,124-22-2888 0 0,-47 8-410 0 0,-208-2 1 0 0,358-22-621 0 0,-33 1 27 0 0,-94-12-1 0 0,135 4-1444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39.51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36 14 12443 0 0,'-2'0'125'0'0,"-21"-3"936"0"0,14-1-731 0 0,9 4-333 0 0,-1 0 0 0 0,1 0 0 0 0,0-1 0 0 0,0 1 0 0 0,0 0 0 0 0,0 0 0 0 0,0 0 0 0 0,0 0 0 0 0,0 0 0 0 0,0-1 0 0 0,0 1 0 0 0,-1 0 0 0 0,1 0 0 0 0,0 0 0 0 0,0 0 0 0 0,0-1 0 0 0,0 1 0 0 0,0 0 0 0 0,0 0 0 0 0,0 0 0 0 0,0 0 0 0 0,0-1 0 0 0,0 1 0 0 0,0 0 0 0 0,0 0 0 0 0,1 0 0 0 0,-1 0 0 0 0,0-1 0 0 0,0 1 0 0 0,0 0 0 0 0,0 0 0 0 0,0 0 0 0 0,0 0 0 0 0,0-1 0 0 0,0 1 0 0 0,0 0 1 0 0,1 0-1 0 0,-1 0 0 0 0,0 0 0 0 0,0 0 0 0 0,0-1 0 0 0,3 5-468 0 0,3 8 1032 0 0,-1 0 0 0 0,0 1 1 0 0,-1 0-1 0 0,0 0 0 0 0,-1 0 1 0 0,-1 0-1 0 0,0 1 0 0 0,1 14 0 0 0,4 24 1093 0 0,45 529 256 0 0,-21-140-867 0 0,-19-350-987 0 0,13 143 395 0 0,-23-188-368 0 0,-2 1 0 0 0,-2-1 1 0 0,-9 51-1 0 0,10-89-605 0 0,-5 42 1600 0 0,8-34-3166 0 0,3-1-3319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40.02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142 106 8754 0 0,'-11'3'392'0'0,"0"0"0"0"0,0-1-1 0 0,0 0 1 0 0,-1-1 0 0 0,1 0 0 0 0,0-1 0 0 0,-1 0-1 0 0,1-1 1 0 0,-17-3 0 0 0,28 4-340 0 0,-1 0 1 0 0,1 1-1 0 0,-1-1 0 0 0,1 0 1 0 0,-1 0-1 0 0,1 0 0 0 0,0 0 1 0 0,-1 0-1 0 0,1-1 0 0 0,-1 1 1 0 0,1 0-1 0 0,-1 0 0 0 0,1 0 1 0 0,0 0-1 0 0,-1 0 0 0 0,1-1 1 0 0,0 1-1 0 0,-1 0 0 0 0,1 0 1 0 0,-1 0-1 0 0,1-1 0 0 0,0 1 1 0 0,0 0-1 0 0,-1-1 0 0 0,1 1 1 0 0,0 0-1 0 0,-1-1 0 0 0,1 1 1 0 0,0 0-1 0 0,0-1 0 0 0,0 1 1 0 0,-1-1-1 0 0,1 1 0 0 0,0 0 1 0 0,0-1-1 0 0,0 1 0 0 0,0-1 1 0 0,0 1-1 0 0,0 0 0 0 0,0-1 1 0 0,0 1-1 0 0,0-1 1 0 0,18-11 1608 0 0,31-3 191 0 0,355-52 1965 0 0,-327 60-4884 0 0,-44 6-4562 0 0,-9 1-1070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40.5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137 66 7834 0 0,'-55'8'2790'0'0,"33"-4"-451"0"0,-38 1 0 0 0,138-19-2063 0 0,507-13 6444 0 0,-203 16-5762 0 0,314-12-1729 0 0,-619 20 15 0 0,-6 0-5379 0 0,-28 1-577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41.0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29 9674 0 0,'4'-10'5823'0'0,"6"-8"-2419"0"0,-9 17-3274 0 0,1 1 0 0 0,-1 0 0 0 0,1 0 0 0 0,-1 0 0 0 0,1 0 0 0 0,-1 1 0 0 0,1-1-1 0 0,-1 0 1 0 0,1 1 0 0 0,-1-1 0 0 0,0 1 0 0 0,1-1 0 0 0,-1 1 0 0 0,0 0 0 0 0,1-1-1 0 0,-1 1 1 0 0,0 0 0 0 0,0 0 0 0 0,0 0 0 0 0,0 0 0 0 0,0 0 0 0 0,0 0 0 0 0,2 2-1 0 0,22 29 593 0 0,-17-20-618 0 0,-1 1 0 0 0,-1 0 1 0 0,0 0-1 0 0,0 1 1 0 0,-2-1-1 0 0,0 1 0 0 0,0 0 1 0 0,2 24-1 0 0,3 120 233 0 0,-9-131-252 0 0,1 29-72 0 0,-1 28 448 0 0,15 102 1 0 0,-11-159-707 0 0,1 0 1 0 0,2-1-1 0 0,0 0 1 0 0,2-1-1 0 0,1 1 1 0 0,0-2-1 0 0,29 47 1 0 0,-27-53-5392 0 0,0 0-1863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41.55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27 469 17972 0 0,'-1'0'102'0'0,"0"1"0"0"0,0-1 0 0 0,-1 1 0 0 0,1-1 0 0 0,0 1 0 0 0,0-1 0 0 0,0 0 0 0 0,-1 0 0 0 0,1 1 0 0 0,0-1 0 0 0,0 0 0 0 0,-1 0 0 0 0,1 0 0 0 0,0 0 0 0 0,0-1 0 0 0,-1 1 0 0 0,-1-1 0 0 0,2 1-123 0 0,1-1 0 0 0,0 1 0 0 0,0 0 1 0 0,-1-1-1 0 0,1 1 0 0 0,0-1 0 0 0,0 1 0 0 0,0-1 0 0 0,0 1 0 0 0,-1-1 1 0 0,1 1-1 0 0,0-1 0 0 0,0 1 0 0 0,0-1 0 0 0,0 1 0 0 0,0-1 0 0 0,0 0 1 0 0,0 1-1 0 0,0-1 0 0 0,1 1 0 0 0,-1-1 0 0 0,0 1 0 0 0,0-1 0 0 0,0 1 1 0 0,1-1-1 0 0,-1 1 0 0 0,1-1 0 0 0,1-3-252 0 0,0 0 0 0 0,1 0 1 0 0,-1 0-1 0 0,1 0 0 0 0,0 1 0 0 0,0-1 0 0 0,0 1 1 0 0,6-5-1 0 0,2 2 326 0 0,1 0 1 0 0,-1 0-1 0 0,1 1 0 0 0,0 0 1 0 0,0 1-1 0 0,1 1 0 0 0,-1-1 0 0 0,1 2 1 0 0,20-2-1 0 0,15 2 1491 0 0,60 4 0 0 0,-27 1-531 0 0,339-26 540 0 0,0-28-1469 0 0,-168 18-47 0 0,339-57 123 0 0,104-12 105 0 0,-121 59 137 0 0,-554 42-400 0 0,345-30-1007 0 0,-348 28-501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42.30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120 83 5985 0 0,'-31'-35'560'0'0,"25"30"-600"0"0,-1 1 0 0 0,0 1 0 0 0,1-1 0 0 0,-1 1 0 0 0,0 0-1 0 0,0 1 1 0 0,-13-3 0 0 0,-2 1 4169 0 0,61 4-146 0 0,23-7-2177 0 0,1 0-904 0 0,357 14 2322 0 0,-154 3-1495 0 0,168-15-953 0 0,-295 3-1043 0 0,5-1-1405 0 0,-48 6-2422 0 0,-72-2-2092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42.3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1 1 8354 0 0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42.8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 1 19812 0 0,'-2'0'50'0'0,"1"1"0"0"0,-1 0 0 0 0,1-1 0 0 0,-1 1 0 0 0,1 0-1 0 0,-1 0 1 0 0,1 0 0 0 0,-1 0 0 0 0,1 0 0 0 0,0 0 0 0 0,0 0 0 0 0,-1 1 0 0 0,1-1-1 0 0,0 0 1 0 0,0 1 0 0 0,0-1 0 0 0,0 1 0 0 0,1-1 0 0 0,-1 1 0 0 0,0-1-1 0 0,1 1 1 0 0,-2 2 0 0 0,2 1-321 0 0,1-1 1 0 0,-1 0-1 0 0,0 0 0 0 0,1 0 1 0 0,0 0-1 0 0,0 0 0 0 0,0-1 0 0 0,1 1 1 0 0,1 5-1 0 0,7 17 465 0 0,-2 2 1 0 0,0-1 0 0 0,-2 1-1 0 0,3 35 1 0 0,0 116 2783 0 0,-8-113-2101 0 0,16 106 0 0 0,-4-101-705 0 0,14 72-58 0 0,15 252 0 0 0,-44-281-154 0 0,-21 133 0 0 0,-2 61 176 0 0,43-12 771 0 0,-13-245-726 0 0,-3 4-73 0 0,-2 0 0 0 0,-2 0-1 0 0,-19 102 1 0 0,10-82-42 0 0,7-44-108 0 0,1 1 1 0 0,2 0 0 0 0,1-1-1 0 0,2 1 1 0 0,10 58 0 0 0,-10-77 34 0 0,4 11-91 0 0,-2 0 0 0 0,0 0 0 0 0,-2 0 0 0 0,0 0 0 0 0,-2 1 0 0 0,-4 31 0 0 0,0-45-2349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43.56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15 13827 0 0,'33'-15'5953'0'0,"-32"15"-5862"0"0,1 0 0 0 0,0 0 0 0 0,-1 0 0 0 0,1 0 0 0 0,-1 0 0 0 0,1 1 0 0 0,-1-1 0 0 0,1 0 0 0 0,0 1 0 0 0,-1-1 0 0 0,1 1 0 0 0,-1 0 0 0 0,0-1 0 0 0,1 1 0 0 0,-1 0 0 0 0,0 0 0 0 0,1 0 0 0 0,-1 0 0 0 0,0 0 0 0 0,0 0 0 0 0,0 0-1 0 0,1 0 1 0 0,-1 0 0 0 0,-1 1 0 0 0,1-1 0 0 0,0 0 0 0 0,0 1 0 0 0,0-1 0 0 0,-1 1 0 0 0,1-1 0 0 0,0 4 0 0 0,4 6 41 0 0,-1 1 1 0 0,5 24-1 0 0,-7-29 17 0 0,43 233 723 0 0,3 9-355 0 0,-34-193-865 0 0,2 0-1 0 0,34 74 1 0 0,-33-92-12 0 0,1-3 192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46.87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19812 0 0,'32'4'2938'0'0,"-24"-4"-2901"0"0,1 1 0 0 0,-1 0 0 0 0,1 1 0 0 0,-1 0 0 0 0,0 0 0 0 0,0 1 0 0 0,0 0 0 0 0,0 0 0 0 0,0 0 0 0 0,-1 1 0 0 0,1 1 0 0 0,-1-1 0 0 0,0 1 0 0 0,-1 0-1 0 0,1 1 1 0 0,-1 0 0 0 0,0 0 0 0 0,0 0 0 0 0,-1 1 0 0 0,0-1 0 0 0,0 1 0 0 0,0 1 0 0 0,6 13 0 0 0,-2-3-29 0 0,-1 0 0 0 0,-1 1 0 0 0,0 0 0 0 0,-1 0 1 0 0,-1 1-1 0 0,-1-1 0 0 0,-1 1 0 0 0,-1 0 0 0 0,-1 0 0 0 0,0 0 0 0 0,-2 0 0 0 0,0 0 0 0 0,-1 0 0 0 0,-5 20 0 0 0,2-11-2696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47.18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 95 13363 0 0,'-16'4'1318'0'0,"23"-13"-2713"0"0,21-12-977 0 0,-9 10 2042 0 0,0 1 0 0 0,1 0 0 0 0,1 1-1 0 0,23-6 1 0 0,-32 11 779 0 0,1 1-1 0 0,0 1 1 0 0,0 0 0 0 0,0 0 0 0 0,1 1-1 0 0,-1 1 1 0 0,0 0 0 0 0,13 3 0 0 0,-23-3-316 0 0,-1 0 0 0 0,0 0 0 0 0,0 1 0 0 0,0-1 0 0 0,0 1 0 0 0,1 0 1 0 0,-1-1-1 0 0,0 1 0 0 0,0 0 0 0 0,0 0 0 0 0,-1 0 0 0 0,1 0 0 0 0,0 1 1 0 0,0-1-1 0 0,-1 1 0 0 0,1-1 0 0 0,0 1 0 0 0,-1-1 0 0 0,3 4 1 0 0,-3-3-98 0 0,-1 0 1 0 0,1 0-1 0 0,-1 0 1 0 0,1 0-1 0 0,-1 0 1 0 0,0 0-1 0 0,0 0 1 0 0,0 0-1 0 0,0 0 1 0 0,0 0-1 0 0,0 0 1 0 0,0 0-1 0 0,-1 0 1 0 0,1 0 0 0 0,-1 0-1 0 0,0 0 1 0 0,0 2-1 0 0,-4 5 4 0 0,1 0 0 0 0,-1 0 0 0 0,-1-1 0 0 0,0 1-1 0 0,0-1 1 0 0,-1-1 0 0 0,-7 8 0 0 0,7-8 96 0 0,-1-1 0 0 0,0 0 0 0 0,-1 0 0 0 0,1 0 0 0 0,-1-1 0 0 0,0-1 0 0 0,-1 1 0 0 0,1-1 0 0 0,-13 3 0 0 0,15-5-1151 0 0,1-1 0 0 0,0 0 1 0 0,-1 0-1 0 0,0-1 0 0 0,-8 0 0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47.53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 0 19812 0 0,'0'1'82'0'0,"-1"-1"1"0"0,0 1-1 0 0,0 0 0 0 0,1-1 0 0 0,-1 1 0 0 0,0 0 0 0 0,1-1 0 0 0,-1 1 1 0 0,0 0-1 0 0,1 0 0 0 0,-1-1 0 0 0,1 1 0 0 0,-1 0 0 0 0,1 0 1 0 0,0 0-1 0 0,-1 0 0 0 0,1 0 0 0 0,0 0 0 0 0,0 0 0 0 0,0 0 0 0 0,-1-1 1 0 0,1 1-1 0 0,0 0 0 0 0,0 1 0 0 0,2 0-138 0 0,-1-1 0 0 0,0 1-1 0 0,1-1 1 0 0,-1 0 0 0 0,1 1 0 0 0,-1-1-1 0 0,1 0 1 0 0,0 0 0 0 0,-1 0 0 0 0,5 1 0 0 0,0 1-33 0 0,11 6 55 0 0,-1 0-1 0 0,0 2 1 0 0,-1 0 0 0 0,0 0-1 0 0,-1 1 1 0 0,23 26-1 0 0,-32-33-14 0 0,-1 1-1 0 0,0-1 0 0 0,0 1 0 0 0,0 0 0 0 0,-1 0 0 0 0,0 0 1 0 0,0 0-1 0 0,0 0 0 0 0,-1 1 0 0 0,0-1 0 0 0,0 1 0 0 0,-1 0 1 0 0,0-1-1 0 0,0 1 0 0 0,0 0 0 0 0,-1 0 0 0 0,0 0 0 0 0,0-1 1 0 0,-1 1-1 0 0,0 0 0 0 0,0 0 0 0 0,-3 7 0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47.8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18892 0 0,'6'2'1994'0'0,"27"-2"-3208"0"0,-31-1 1281 0 0,23 1-470 0 0,1 1 1 0 0,-1 2 0 0 0,0 0-1 0 0,1 1 1 0 0,36 12-1 0 0,-39-8 996 0 0,1 0 0 0 0,-1 2-1 0 0,-1 0 1 0 0,0 2 0 0 0,36 24-1 0 0,-53-32-529 0 0,0 0-1 0 0,0 1 0 0 0,0-1 0 0 0,0 1 0 0 0,-1 0 0 0 0,0 0 0 0 0,0 0 0 0 0,0 1 0 0 0,0-1 0 0 0,-1 1 0 0 0,0 0 0 0 0,0 0 0 0 0,-1 0 0 0 0,0 1 0 0 0,0-1 1 0 0,0 1-1 0 0,1 9 0 0 0,-3-8-10 0 0,0 0 1 0 0,0 1-1 0 0,-1-1 1 0 0,0 0-1 0 0,-1 1 1 0 0,1-1-1 0 0,-1 0 1 0 0,-1 0-1 0 0,0 0 1 0 0,0-1-1 0 0,0 1 1 0 0,-1-1-1 0 0,-8 12 1 0 0,4-8-106 0 0,-1 1 0 0 0,-1-2 0 0 0,0 1 0 0 0,0-1 0 0 0,-1-1 0 0 0,0 0 0 0 0,0 0 0 0 0,-1-1 0 0 0,-19 9 0 0 0,10-6-145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51.9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 21 4609 0 0,'-25'-21'17983'0'0,"40"26"-17922"0"0,-6-1 37 0 0,1 1 0 0 0,-1 0 1 0 0,0 1-1 0 0,0 0 0 0 0,-1 0 0 0 0,0 1 0 0 0,0 0 1 0 0,0 1-1 0 0,-1-1 0 0 0,0 2 0 0 0,10 13 1 0 0,-2 3-22 0 0,-1-1 0 0 0,23 54 1 0 0,-23-36-196 0 0,-2 0 1 0 0,-1 1-1 0 0,-2 1 0 0 0,4 66 1 0 0,8 42-1749 0 0,-16-132-68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52.4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 72 10226 0 0,'-1'0'203'0'0,"1"1"0"0"0,-1-1 1 0 0,1 0-1 0 0,-1 0 0 0 0,0 0 0 0 0,1 0 0 0 0,-1 0 0 0 0,1 0 1 0 0,-1-1-1 0 0,0 1 0 0 0,1 0 0 0 0,-1 0 0 0 0,1 0 0 0 0,-1-1 0 0 0,1 1 1 0 0,-1 0-1 0 0,-3-3 1422 0 0,4 2-1422 0 0,0 1 0 0 0,-1-1 0 0 0,1 1 0 0 0,0-1 1 0 0,-1 1-1 0 0,1-2 0 0 0,0 1-90 0 0,0 0 0 0 0,0 0 0 0 0,0 0 0 0 0,0 0 0 0 0,1 0-1 0 0,-1-1 1 0 0,1 1 0 0 0,-1 0 0 0 0,1 0 0 0 0,-1 0 0 0 0,1 0 0 0 0,-1 0 0 0 0,1 0 0 0 0,0 1 0 0 0,-1-1 0 0 0,1 0 0 0 0,0 0 0 0 0,0 0-1 0 0,1 0 1 0 0,3-4 92 0 0,1 1 0 0 0,-1 0-1 0 0,1 0 1 0 0,0 0 0 0 0,0 1-1 0 0,0 0 1 0 0,1 0 0 0 0,-1 0-1 0 0,1 1 1 0 0,0 0 0 0 0,0 0-1 0 0,-1 1 1 0 0,1 0 0 0 0,0 0-1 0 0,9 0 1 0 0,-12 1-229 0 0,-1 1 0 0 0,1-1 0 0 0,0 1 0 0 0,-1-1 0 0 0,1 1 0 0 0,-1 0 0 0 0,1 1 0 0 0,-1-1 0 0 0,0 1 0 0 0,1-1 0 0 0,-1 1 0 0 0,0 0 0 0 0,0 0 0 0 0,0 0 0 0 0,0 0 0 0 0,-1 1 0 0 0,1-1 0 0 0,-1 1 0 0 0,1 0 0 0 0,-1 0 0 0 0,0 0 0 0 0,0 0 0 0 0,0 0 0 0 0,0 0 0 0 0,-1 0 0 0 0,1 1 1 0 0,-1-1-1 0 0,0 0 0 0 0,0 1 0 0 0,1 6 0 0 0,0 7-428 0 0,0 1 0 0 0,-1 0-1 0 0,-1-1 1 0 0,-1 1 0 0 0,-1 0 0 0 0,-7 34 0 0 0,0 12-304 0 0,8-64 774 0 0,1 1 1 0 0,0 0-1 0 0,0 0 0 0 0,0 0 1 0 0,0 0-1 0 0,0 0 1 0 0,0 0-1 0 0,0 0 0 0 0,0 0 1 0 0,0 0-1 0 0,0 0 0 0 0,0 0 1 0 0,1-1-1 0 0,-1 1 1 0 0,0 0-1 0 0,1 0 0 0 0,-1 0 1 0 0,1 0-1 0 0,-1-1 1 0 0,1 1-1 0 0,-1 0 0 0 0,1 0 1 0 0,-1-1-1 0 0,1 1 1 0 0,1 1-1 0 0,-1-2 56 0 0,1 1 0 0 0,-1-1 0 0 0,0 0 0 0 0,1 1 0 0 0,-1-1 0 0 0,1 0 0 0 0,-1 0 0 0 0,1 0 0 0 0,-1 0 0 0 0,1 0 0 0 0,-1 0 0 0 0,0 0 0 0 0,1-1 0 0 0,2 0 0 0 0,7-3 467 0 0,0 0 0 0 0,0-1 1 0 0,14-8-1 0 0,-16 8-363 0 0,21-9-162 0 0,41-13-1 0 0,-1 7-4441 0 0,-54 16-1912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52.75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7370 0 0,'0'1'412'0'0,"0"1"0"0"0,-1-1 0 0 0,1 0 0 0 0,0 0 0 0 0,0 1 0 0 0,0-1 0 0 0,0 0 1 0 0,0 1-1 0 0,1-1 0 0 0,-1 0 0 0 0,0 0 0 0 0,0 1 0 0 0,1-1 0 0 0,-1 0 0 0 0,1 0 1 0 0,-1 0-1 0 0,1 0 0 0 0,0 1 0 0 0,-1-1 0 0 0,1 0 0 0 0,0 0 0 0 0,0 0 1 0 0,1 1-1 0 0,28 36 1918 0 0,-22-28-1353 0 0,10 13 123 0 0,-2 2 0 0 0,26 49-1 0 0,-21-31-2797 0 0,-3 1-4043 0 0,-9-23-1325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53.1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1 200 8034 0 0,'-1'-7'428'0'0,"2"-1"-1"0"0,-1 0 1 0 0,1 1 0 0 0,0 0 0 0 0,0-1 0 0 0,1 1 0 0 0,0 0-1 0 0,1 0 1 0 0,-1 0 0 0 0,1 0 0 0 0,8-13 0 0 0,-4 7 582 0 0,1 0 0 0 0,1 0 0 0 0,1 1 0 0 0,20-21 1 0 0,-29 32-936 0 0,0 0 0 0 0,0-1 0 0 0,0 1 1 0 0,0 0-1 0 0,0 0 0 0 0,0 0 1 0 0,1 0-1 0 0,-1 0 0 0 0,0 0 1 0 0,1 0-1 0 0,-1 1 0 0 0,1-1 0 0 0,-1 0 1 0 0,1 1-1 0 0,-1-1 0 0 0,1 1 1 0 0,-1 0-1 0 0,1-1 0 0 0,-1 1 1 0 0,1 0-1 0 0,0 0 0 0 0,-1 0 0 0 0,1 0 1 0 0,-1 0-1 0 0,1 1 0 0 0,0-1 1 0 0,-1 0-1 0 0,1 1 0 0 0,-1-1 1 0 0,1 1-1 0 0,-1-1 0 0 0,2 2 0 0 0,-1 0-46 0 0,0 0-1 0 0,1 1 0 0 0,-2-1 0 0 0,1 1 0 0 0,0-1 0 0 0,0 1 1 0 0,-1 0-1 0 0,0 0 0 0 0,1-1 0 0 0,-1 1 0 0 0,0 0 0 0 0,-1 0 0 0 0,1 0 1 0 0,0 0-1 0 0,0 6 0 0 0,-1 9-210 0 0,0-1 0 0 0,-1 1 1 0 0,-1 0-1 0 0,0-1 0 0 0,-1 0 1 0 0,-1 1-1 0 0,-10 24 0 0 0,-1 14-1301 0 0,57-88 110 0 0,-39 30 1443 0 0,1 0 0 0 0,-1 0 1 0 0,1 0-1 0 0,-1 0 1 0 0,1 0-1 0 0,-1 0 1 0 0,1 1-1 0 0,0 0 1 0 0,0 0-1 0 0,0 0 0 0 0,0 0 1 0 0,-1 1-1 0 0,1-1 1 0 0,0 1-1 0 0,0 0 1 0 0,0 0-1 0 0,0 1 1 0 0,0-1-1 0 0,0 1 0 0 0,0 0 1 0 0,0 0-1 0 0,0 0 1 0 0,0 0-1 0 0,-1 1 1 0 0,1-1-1 0 0,-1 1 1 0 0,1 0-1 0 0,-1 0 0 0 0,1 1 1 0 0,-1-1-1 0 0,4 5 1 0 0,-2-3 47 0 0,-2 1 1 0 0,1-1 0 0 0,0 1-1 0 0,-1 0 1 0 0,0 0 0 0 0,0 0-1 0 0,-1 1 1 0 0,1-1 0 0 0,-1 1-1 0 0,0-1 1 0 0,-1 1 0 0 0,1 0 0 0 0,-1-1-1 0 0,0 1 1 0 0,-1 0 0 0 0,1 0-1 0 0,-1 0 1 0 0,0 0 0 0 0,-1 0-1 0 0,-1 10 1 0 0,-2 0 236 0 0,-1 0 0 0 0,0 0 0 0 0,-11 20 0 0 0,12-28-312 0 0,1-1 1 0 0,-2 0 0 0 0,1 0-1 0 0,-1 0 1 0 0,0 0-1 0 0,-1-1 1 0 0,1 0 0 0 0,-11 9-1 0 0,15-15-221 0 0,0 1-1 0 0,0 0 1 0 0,0-1-1 0 0,0 1 1 0 0,1-1-1 0 0,-1 1 1 0 0,0-1-1 0 0,0 1 0 0 0,0-1 1 0 0,0 0-1 0 0,0 1 1 0 0,0-1-1 0 0,0 0 1 0 0,0 0-1 0 0,-2 0 1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57.19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143 34 3681 0 0,'-2'-33'16645'0'0,"-6"53"-15446"0"0,0-2-923 0 0,-6 23-89 0 0,-89 298 180 0 0,103-338-364 0 0,-2 6 13 0 0,0 0 1 0 0,1 0-1 0 0,0 0 1 0 0,0-1-1 0 0,1 1 1 0 0,0 0-1 0 0,0 0 1 0 0,0 0-1 0 0,1 0 1 0 0,2 10-1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57.5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74 1 3225 0 0,'-49'25'1703'0'0,"46"-23"-1147"0"0,0 0-1 0 0,0 1 1 0 0,0-1 0 0 0,1 1 0 0 0,-1 0-1 0 0,0-1 1 0 0,-2 5 0 0 0,5-6-328 0 0,0 0-1 0 0,0 0 1 0 0,0 0-1 0 0,1 0 1 0 0,-1 0 0 0 0,0 0-1 0 0,0 0 1 0 0,0 0-1 0 0,1 0 1 0 0,-1 0 0 0 0,1 0-1 0 0,-1 0 1 0 0,1 0-1 0 0,-1 0 1 0 0,1 0 0 0 0,-1 0-1 0 0,1-1 1 0 0,0 1 0 0 0,-1 0-1 0 0,1 0 1 0 0,0-1-1 0 0,0 1 1 0 0,-1 0 0 0 0,2 0-1 0 0,24 19 1089 0 0,-24-18-946 0 0,-1-1-291 0 0,21 15 1230 0 0,1 0 1 0 0,36 18-1 0 0,-53-31-1216 0 0,1 0-1 0 0,-1 0 1 0 0,0-1-1 0 0,1 0 1 0 0,0 0-1 0 0,0 0 1 0 0,0-1-1 0 0,-1 0 0 0 0,1-1 1 0 0,0 1-1 0 0,0-1 1 0 0,0-1-1 0 0,0 1 1 0 0,0-1-1 0 0,10-3 1 0 0,-12 2-101 0 0,0-1 1 0 0,-1 0 0 0 0,0 0 0 0 0,1 0-1 0 0,-1-1 1 0 0,0 1 0 0 0,-1-1 0 0 0,1 0-1 0 0,-1 0 1 0 0,0 0 0 0 0,0 0-1 0 0,0-1 1 0 0,0 1 0 0 0,-1-1 0 0 0,3-5-1 0 0,-2 4-650 0 0,0 0-1 0 0,0 0 1 0 0,1 0-1 0 0,0 0 1 0 0,0 1 0 0 0,1 0-1 0 0,-1 0 1 0 0,10-8-1 0 0,-2 6-1164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57.9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114 45 5065 0 0,'22'-44'12746'0'0,"-26"64"-10185"0"0,-17 55-2297 0 0,-12 41 435 0 0,5 0 0 0 0,-14 133 0 0 0,39-225-721 0 0,-2 40-137 0 0,5-60 147 0 0,0 0-1 0 0,1-1 0 0 0,-1 1 0 0 0,1 0 0 0 0,-1 0 1 0 0,1 0-1 0 0,0 0 0 0 0,1 0 0 0 0,-1-1 1 0 0,1 1-1 0 0,0-1 0 0 0,3 7 0 0 0,-4-10-58 0 0,0 1 0 0 0,-1 0 0 0 0,1-1 0 0 0,0 1-1 0 0,0-1 1 0 0,0 1 0 0 0,0-1 0 0 0,0 1 0 0 0,0-1 0 0 0,0 0 0 0 0,0 1-1 0 0,0-1 1 0 0,0 0 0 0 0,0 0 0 0 0,0 0 0 0 0,2 0 0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58.20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 3 3225 0 0,'-7'-3'16708'0'0,"18"8"-12417"0"0,3 3-5661 0 0,-8-3 1500 0 0,1-1-1 0 0,-1 1 1 0 0,1-1-1 0 0,0-1 0 0 0,1 0 1 0 0,-1 0-1 0 0,0 0 1 0 0,1-1-1 0 0,0 0 1 0 0,14 2-1 0 0,-16-4-251 0 0,-1 0 0 0 0,0 0 0 0 0,1 0 0 0 0,-1-1 0 0 0,0 0-1 0 0,1 0 1 0 0,-1-1 0 0 0,0 1 0 0 0,0-1 0 0 0,0 0 0 0 0,0-1 0 0 0,0 1 0 0 0,-1-1-1 0 0,1 0 1 0 0,-1 0 0 0 0,8-7 0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9:35.5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13 105 2361 0 0,'-1'0'130'0'0,"1"0"1"0"0,-1 0-1 0 0,0 0 1 0 0,1 0-1 0 0,-1 0 1 0 0,0-1-1 0 0,1 1 1 0 0,-1 0 0 0 0,1 0-1 0 0,-1-1 1 0 0,0 1-1 0 0,1 0 1 0 0,-1-1-1 0 0,1 1 1 0 0,-1-1-1 0 0,1 1 1 0 0,-1-1 0 0 0,1 1-1 0 0,0-1 1 0 0,-1 1-1 0 0,1-1 1 0 0,8-10 4615 0 0,16 4-1385 0 0,-12 5-4125 0 0,38-2 687 0 0,66 3 0 0 0,-18 2 76 0 0,405-33 3898 0 0,-169 8-2043 0 0,-267 20-1715 0 0,280-9 18 0 0,-342 12-344 0 0,24 2 262 0 0,-28-1-207 0 0,1 0 0 0 0,-1 0 0 0 0,0 0 0 0 0,0 1 0 0 0,0-1 0 0 0,0 0 0 0 0,0 0 0 0 0,0 1 0 0 0,0-1 0 0 0,0 1 0 0 0,0-1 0 0 0,0 1 0 0 0,0-1 1 0 0,0 1-1 0 0,0-1 0 0 0,0 1 0 0 0,0 0 0 0 0,0 0 0 0 0,1 0 0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9:36.3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231 79 7370 0 0,'2'-19'2490'0'0,"0"-15"-2099"0"0,-2 33-330 0 0,0 0 0 0 0,0-1 0 0 0,0 1 0 0 0,0 0 0 0 0,0 0 0 0 0,0 0 0 0 0,-1 0 0 0 0,1 0 0 0 0,-1 0 0 0 0,1 0 0 0 0,0 0 0 0 0,-1 0 0 0 0,0 0 0 0 0,1 0 0 0 0,-1 0 0 0 0,1 0 0 0 0,-1 0 0 0 0,0 0 0 0 0,0 0 0 0 0,0 1 0 0 0,0-1 0 0 0,-1-1 0 0 0,1 2 159 0 0,-1-1-1 0 0,0 1 0 0 0,0 0 0 0 0,0-1 0 0 0,0 1 0 0 0,0 0 0 0 0,1 0 0 0 0,-1 0 0 0 0,0 0 1 0 0,0 1-1 0 0,0-1 0 0 0,0 0 0 0 0,1 1 0 0 0,-1-1 0 0 0,0 1 0 0 0,0 0 0 0 0,1 0 0 0 0,-1 0 0 0 0,0 0 1 0 0,1 0-1 0 0,-1 0 0 0 0,1 0 0 0 0,-1 0 0 0 0,-1 2 0 0 0,-35 36-50 0 0,33-32-90 0 0,-19 21 26 0 0,2 2 1 0 0,1 0 0 0 0,1 2-1 0 0,-19 42 1 0 0,37-71-72 0 0,1-1 0 0 0,0 0 0 0 0,0 1 0 0 0,0-1 0 0 0,1 0 0 0 0,-1 1 0 0 0,1-1 0 0 0,-1 1 0 0 0,1-1 0 0 0,0 1 0 0 0,0-1 0 0 0,0 1 1 0 0,0-1-1 0 0,0 1 0 0 0,1-1 0 0 0,-1 1 0 0 0,1-1 0 0 0,-1 1 0 0 0,1-1 0 0 0,0 0 0 0 0,0 1 0 0 0,0-1 0 0 0,0 0 0 0 0,2 3 0 0 0,2 0 137 0 0,-1-1 1 0 0,1 1-1 0 0,0-1 0 0 0,0-1 0 0 0,1 1 1 0 0,-1 0-1 0 0,1-1 0 0 0,9 4 0 0 0,4 1 405 0 0,39 12 0 0 0,-5-8-2800 0 0,-33-9-4721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0:50.3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52 5185 0 0,'29'-36'2263'0'0,"-27"35"-1685"0"0,0-1 0 0 0,0 0 0 0 0,0 0-1 0 0,1 1 1 0 0,-1-1 0 0 0,0 1 0 0 0,1 0 0 0 0,-1 0 0 0 0,3-1 0 0 0,-4 2-378 0 0,0 0 1 0 0,0 0-1 0 0,-1 0 0 0 0,1 1 1 0 0,0-1-1 0 0,0 0 1 0 0,0 1-1 0 0,-1-1 0 0 0,1 0 1 0 0,0 1-1 0 0,-1-1 1 0 0,1 1-1 0 0,0-1 0 0 0,-1 1 1 0 0,1 0-1 0 0,-1-1 1 0 0,1 1-1 0 0,-1 0 0 0 0,1-1 1 0 0,-1 1-1 0 0,1 0 1 0 0,-1-1-1 0 0,0 1 0 0 0,1 1 1 0 0,11 25 211 0 0,-8-18 15 0 0,14 27-112 0 0,0-1 0 0 0,3-1-1 0 0,1-1 1 0 0,1-1 0 0 0,2-1-1 0 0,1 0 1 0 0,1-3 0 0 0,46 39 0 0 0,8-7-26 0 0,35 28-21 0 0,-101-74-274 0 0,0 0-1 0 0,-1 1 1 0 0,-1 0-1 0 0,0 1 1 0 0,11 20-1 0 0,-21-32-332 0 0,-1 0-1 0 0,0 1 0 0 0,0 0 1 0 0,0-1-1 0 0,0 1 0 0 0,0 6 1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0:50.8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230 66 6913 0 0,'0'-5'584'0'0,"1"1"0"0"0,-1-1 0 0 0,1 0 0 0 0,0 0 0 0 0,3-8 0 0 0,-3 11-368 0 0,-1 0 1 0 0,1 1-1 0 0,0-1 1 0 0,0 0-1 0 0,0 0 0 0 0,0 1 1 0 0,0-1-1 0 0,0 1 1 0 0,0-1-1 0 0,1 1 0 0 0,-1-1 1 0 0,1 1-1 0 0,-1 0 1 0 0,1 0-1 0 0,-1-1 1 0 0,1 1-1 0 0,2-1 0 0 0,-15 35 565 0 0,-111 193 2199 0 0,-6-2-3524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0:51.4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262 48 6913 0 0,'-246'8'1122'0'0,"231"-6"471"0"0,24 0 425 0 0,26-1 3 0 0,313-25 2407 0 0,75-3-1422 0 0,-180 26-2245 0 0,281-7-416 0 0,-514 8-644 0 0,24 0-171 0 0,-16 7-3743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0:52.1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228 94 2304 0 0,'-16'-14'687'0'0,"0"1"0"0"0,-1 0 0 0 0,-32-17-1 0 0,41 26 138 0 0,0 0-1 0 0,-1 1 1 0 0,1 0 0 0 0,-1 0-1 0 0,1 1 1 0 0,-1 1-1 0 0,0-1 1 0 0,1 1-1 0 0,-1 1 1 0 0,0-1-1 0 0,-14 2 1 0 0,23-1-738 0 0,-1 0 1 0 0,1 0-1 0 0,-1 0 1 0 0,1 0-1 0 0,-1 0 0 0 0,1 0 1 0 0,-1 0-1 0 0,1 0 1 0 0,-1 0-1 0 0,1 0 0 0 0,-1 0 1 0 0,1 1-1 0 0,-1-1 1 0 0,1 0-1 0 0,0 0 1 0 0,-1 0-1 0 0,1 0 0 0 0,-1 1 1 0 0,1-1-1 0 0,-1 0 1 0 0,1 1-1 0 0,0-1 0 0 0,-1 0 1 0 0,1 1-1 0 0,0-1 1 0 0,-1 0-1 0 0,1 2 1 0 0,10 4 1150 0 0,18 3-504 0 0,24 7-402 0 0,0 2 0 0 0,83 41 0 0 0,41 16-177 0 0,-160-70 285 0 0,-14-5-306 0 0,1 1 0 0 0,-1-1 0 0 0,0 1-1 0 0,0 0 1 0 0,0-1 0 0 0,0 1 0 0 0,0 0 0 0 0,0 0 0 0 0,0 1 0 0 0,0-1 0 0 0,2 2 0 0 0,-4-2-116 0 0,1 0 0 0 0,-1 0 0 0 0,0 0 0 0 0,0 0 0 0 0,1 0 0 0 0,-1 1 0 0 0,0-1 0 0 0,0 0 0 0 0,0 0 0 0 0,0 0 0 0 0,-1 0 0 0 0,1 0 0 0 0,0 1 0 0 0,0-1 0 0 0,-1 0 0 0 0,1 0 0 0 0,0 0 0 0 0,-1 0 0 0 0,1 0 0 0 0,-1 0 0 0 0,0 0 0 0 0,1 0 0 0 0,-1 0 0 0 0,0 0 0 0 0,0 0 0 0 0,1-1 0 0 0,-2 2 0 0 0,-21 26-72 0 0,-1-2 0 0 0,-1 0 0 0 0,-2-1-1 0 0,-46 33 1 0 0,18-15-1472 0 0,3 0-6072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0:55.7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99 7834 0 0,'-2'-3'-10'0'0,"0"0"1"0"0,0 0 0 0 0,0 0 0 0 0,1 0 0 0 0,-1 0-1 0 0,1 0 1 0 0,0 0 0 0 0,0-1 0 0 0,0 1 0 0 0,1 0-1 0 0,-1-1 1 0 0,1 1 0 0 0,0 0 0 0 0,0-1 0 0 0,0 1-1 0 0,0-1 1 0 0,0 1 0 0 0,1 0 0 0 0,-1-1 0 0 0,3-6-1 0 0,-1 2 213 0 0,1-8-3213 0 0,-14 25 1376 0 0,6-3 2036 0 0,2 0-1 0 0,-1 1 1 0 0,1-1-1 0 0,0 1 1 0 0,0-1-1 0 0,1 1 1 0 0,0 0-1 0 0,0 0 1 0 0,1 0-1 0 0,-2 14 1 0 0,2 9 348 0 0,2 40 1 0 0,0-35-434 0 0,36 490 2791 0 0,35-4-1421 0 0,-72-518-1681 0 0,19 142 334 0 0,1 265 0 0 0,-18-293-1764 0 0,-1-98-3441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0:56.3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90 133 3681 0 0,'-3'-4'186'0'0,"0"0"0"0"0,-1 0 0 0 0,1 0 0 0 0,-1 1 0 0 0,0-1 0 0 0,0 1 0 0 0,-5-3-1 0 0,8 5-131 0 0,0 1 0 0 0,0 0 0 0 0,1 0 0 0 0,-1-1 0 0 0,0 1 0 0 0,0 0 0 0 0,0 0 0 0 0,0 0 0 0 0,1 0 0 0 0,-1 0 0 0 0,0 0 0 0 0,0 0-1 0 0,0 0 1 0 0,0 0 0 0 0,0 0 0 0 0,1 0 0 0 0,-1 0 0 0 0,0 1 0 0 0,-1-1 0 0 0,0 1-43 0 0,1 0 1 0 0,0 1-1 0 0,0-1 0 0 0,-1 0 1 0 0,1 0-1 0 0,0 0 0 0 0,0 1 1 0 0,0-1-1 0 0,0 0 1 0 0,1 1-1 0 0,-1-1 0 0 0,0 1 1 0 0,0-1-1 0 0,0 3 0 0 0,-4 10 57 0 0,1 0-1 0 0,0 1 1 0 0,1 0 0 0 0,1 0-1 0 0,0 0 1 0 0,1 15-1 0 0,7 91 1867 0 0,-3-86-1368 0 0,-1-1 0 0 0,-3 55 0 0 0,-4-71-683 0 0,3-17 47 0 0,4-12 63 0 0,8-33-739 0 0,2 0 0 0 0,1 0 1 0 0,3 2-1 0 0,35-69 1 0 0,-36 86 613 0 0,0 0 0 0 0,2 1 0 0 0,0 1-1 0 0,26-25 1 0 0,-26 31 942 0 0,1 0 0 0 0,1 2-1 0 0,21-14 1 0 0,-30 23-633 0 0,-9 4-3 0 0,1 1 0 0 0,0 0 1 0 0,1-1-1 0 0,-1 1 0 0 0,0 0 0 0 0,0 0 1 0 0,0 0-1 0 0,1 0 0 0 0,3-1 0 0 0,-4 3-14 0 0,-1-1 0 0 0,1 0 0 0 0,0 1 0 0 0,-1-1 0 0 0,1 1 0 0 0,-1-1 0 0 0,1 1 0 0 0,-1-1 0 0 0,1 1 0 0 0,-1 0 0 0 0,0 0 0 0 0,1 0 0 0 0,-1 0 0 0 0,0 0-1 0 0,0 0 1 0 0,1 0 0 0 0,0 3 0 0 0,17 16 591 0 0,-1 1 0 0 0,-1 1 0 0 0,17 29-1 0 0,37 77-1939 0 0,-45-78-4471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1:06.2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118 15 6913 0 0,'-3'0'194'0'0,"1"0"0"0"0,-1-1 0 0 0,0 1 0 0 0,1-1 0 0 0,-1 0 0 0 0,1 1 0 0 0,0-1 0 0 0,-1 0 0 0 0,-2-2 0 0 0,4 2-135 0 0,0 0 1 0 0,-1 1-1 0 0,1-1 0 0 0,0 0 1 0 0,-1 1-1 0 0,1-1 0 0 0,-1 1 1 0 0,1-1-1 0 0,-1 1 0 0 0,1 0 1 0 0,-1-1-1 0 0,1 1 1 0 0,-1 0-1 0 0,1 0 0 0 0,-1 0 1 0 0,0 0-1 0 0,1 0 0 0 0,-1 1 1 0 0,1-1-1 0 0,-1 0 0 0 0,1 1 1 0 0,-1-1-1 0 0,1 1 1 0 0,0 0-1 0 0,-1-1 0 0 0,-2 3 1 0 0,1 0 129 0 0,-1 0 0 0 0,1 1 0 0 0,-1-1 0 0 0,1 1 0 0 0,0 0 1 0 0,0 0-1 0 0,1 0 0 0 0,-1 1 0 0 0,1-1 0 0 0,0 0 0 0 0,0 1 1 0 0,1 0-1 0 0,-1-1 0 0 0,1 1 0 0 0,-1 8 0 0 0,-1 9 681 0 0,-1 45-1 0 0,3-64-807 0 0,1 27 245 0 0,1 0 0 0 0,1-1 0 0 0,8 34 0 0 0,-8-52-296 0 0,0 1 0 0 0,2-1 0 0 0,-1 0 0 0 0,1 0-1 0 0,1 0 1 0 0,0-1 0 0 0,0 0 0 0 0,1 0 0 0 0,1 0-1 0 0,-1 0 1 0 0,10 8 0 0 0,-15-17-17 0 0,0 1 0 0 0,0-1 1 0 0,1 1-1 0 0,-1-1 0 0 0,1 0 0 0 0,0 1 0 0 0,-1-1 1 0 0,1 0-1 0 0,0 0 0 0 0,0 0 0 0 0,-1 0 0 0 0,1-1 1 0 0,0 1-1 0 0,0 0 0 0 0,0-1 0 0 0,0 1 0 0 0,0-1 1 0 0,0 0-1 0 0,0 0 0 0 0,0 0 0 0 0,0 0 0 0 0,0 0 1 0 0,0 0-1 0 0,0 0 0 0 0,0-1 0 0 0,0 1 0 0 0,0-1 1 0 0,2 0-1 0 0,-2-1-8 0 0,0 1 0 0 0,0-1 1 0 0,0 1-1 0 0,0-1 0 0 0,0 0 0 0 0,0 0 0 0 0,-1 0 1 0 0,1 0-1 0 0,-1 0 0 0 0,0 0 0 0 0,1 0 1 0 0,-1-1-1 0 0,0 1 0 0 0,0 0 0 0 0,0-1 1 0 0,-1 1-1 0 0,1-1 0 0 0,-1 1 0 0 0,1-1 1 0 0,-1 1-1 0 0,0-6 0 0 0,0-6 45 0 0,0 0 0 0 0,-1 0 0 0 0,-1 0 0 0 0,-1 0 0 0 0,0 0 0 0 0,-5-15 0 0 0,-37-81 497 0 0,5 12 403 0 0,60 118 352 0 0,0 0 0 0 0,37 26 0 0 0,62 39-1001 0 0,-43-32-716 0 0,-57-41-581 0 0,-5-6-4600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1:06.5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0 3225 0 0,'-17'45'5158'0'0,"16"-43"-4824"0"0,1 0-1 0 0,-1 0 1 0 0,1 0-1 0 0,0 0 1 0 0,-1 0-1 0 0,1 0 1 0 0,0 0-1 0 0,0 0 1 0 0,1 0-1 0 0,-1 0 1 0 0,0 0-1 0 0,1 0 1 0 0,-1 0-1 0 0,1 0 1 0 0,0 0 0 0 0,-1 0-1 0 0,1 0 1 0 0,0 0-1 0 0,0 0 1 0 0,0 0-1 0 0,2 1 1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1:07.0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8 168 3681 0 0,'-8'-15'10117'0'0,"21"44"-9320"0"0,1-1 1 0 0,1 0-1 0 0,20 28 1 0 0,-26-43-762 0 0,1 0-1 0 0,0-1 1 0 0,1-1-1 0 0,1 0 1 0 0,-1 0-1 0 0,1-1 1 0 0,1 0-1 0 0,21 12 1 0 0,-33-22-39 0 0,1 1 1 0 0,-1 0 0 0 0,0 0 0 0 0,1 0 0 0 0,-1-1-1 0 0,1 1 1 0 0,-1-1 0 0 0,1 1 0 0 0,0-1-1 0 0,-1 0 1 0 0,1 1 0 0 0,-1-1 0 0 0,1 0 0 0 0,0 0-1 0 0,-1 0 1 0 0,1 0 0 0 0,-1-1 0 0 0,1 1-1 0 0,0 0 1 0 0,2-1 0 0 0,-3 0-25 0 0,0 0 0 0 0,0 0 0 0 0,0 0-1 0 0,0 0 1 0 0,0 0 0 0 0,0 0 0 0 0,-1 0 0 0 0,1-1 0 0 0,0 1 0 0 0,-1 0 0 0 0,1 0 0 0 0,0-1-1 0 0,-1 1 1 0 0,0 0 0 0 0,1-1 0 0 0,-1 1 0 0 0,0 0 0 0 0,1-3 0 0 0,-1-8-204 0 0,0 0 0 0 0,-1 0 0 0 0,0 0 0 0 0,-3-16 0 0 0,2 21 171 0 0,0-8-92 0 0,-52-252-568 0 0,53 267 868 0 0,1-1 0 0 0,-1 0-1 0 0,1 0 1 0 0,0 1 0 0 0,0-1 0 0 0,-1 0 0 0 0,1 0-1 0 0,0 1 1 0 0,0-1 0 0 0,0 0 0 0 0,0 0-1 0 0,0 0 1 0 0,0 1 0 0 0,0-1 0 0 0,0 0 0 0 0,0 0-1 0 0,0 0 1 0 0,1 1 0 0 0,-1-1 0 0 0,0 0 0 0 0,0 0-1 0 0,1 1 1 0 0,-1-1 0 0 0,1 0 0 0 0,-1 1-1 0 0,1-2 1 0 0,1 2-59 0 0,-1-1 0 0 0,0 1 0 0 0,1 0 0 0 0,-1 0 0 0 0,1 0 0 0 0,-1 0 1 0 0,0 1-1 0 0,1-1 0 0 0,-1 0 0 0 0,0 0 0 0 0,1 1 0 0 0,-1-1 0 0 0,0 1 0 0 0,1-1 0 0 0,-1 1 0 0 0,1 0 0 0 0,5 3-6 0 0,-1-1 1 0 0,0 1-1 0 0,0 0 0 0 0,-1 0 1 0 0,1 1-1 0 0,-1 0 1 0 0,0 0-1 0 0,0 0 0 0 0,6 9 1 0 0,36 61 432 0 0,-17-25-392 0 0,-24-40-539 0 0,1 0 0 0 0,1 0 1 0 0,0-1-1 0 0,0 0 1 0 0,1 0-1 0 0,16 12 1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1:07.4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0 6449 0 0,'-2'5'577'0'0,"1"-2"-465"0"0,0 8 4256 0 0,0-5-2799 0 0,1 2-177 0 0,-2 3-40 0 0,0-1-7 0 0,-1 1-1 0 0,2-1-792 0 0,0-3-160 0 0,2 1-32 0 0,-4-2-8 0 0,0-2-280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1:38.6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 4534 2304 0 0,'-3'5'283'0'0,"0"0"0"0"0,0 0 0 0 0,1 0-1 0 0,0 0 1 0 0,0 1 0 0 0,0-1 0 0 0,1 1-1 0 0,0-1 1 0 0,0 1 0 0 0,0 8-1 0 0,0-13-158 0 0,1 1 0 0 0,0-1-1 0 0,1 1 1 0 0,-1-1 0 0 0,0 1-1 0 0,0-1 1 0 0,1 1 0 0 0,-1-1-1 0 0,0 0 1 0 0,1 1-1 0 0,-1-1 1 0 0,1 0 0 0 0,0 1-1 0 0,0-1 1 0 0,-1 0 0 0 0,1 0-1 0 0,0 1 1 0 0,1 0 0 0 0,0-1-42 0 0,-1-1 1 0 0,0 1 0 0 0,1 0-1 0 0,-1-1 1 0 0,1 1 0 0 0,-1-1 0 0 0,1 0-1 0 0,-1 1 1 0 0,1-1 0 0 0,-1 0-1 0 0,1 0 1 0 0,-1 0 0 0 0,1 0 0 0 0,-1 0-1 0 0,1 0 1 0 0,-1-1 0 0 0,1 1 0 0 0,-1 0-1 0 0,1-1 1 0 0,-1 1 0 0 0,3-2-1 0 0,16-7 187 0 0,0-1-1 0 0,0 0 0 0 0,23-17 0 0 0,-20 11 153 0 0,36-17 0 0 0,-20 16-353 0 0,90-45 315 0 0,-112 51-343 0 0,1 0-1 0 0,-2-1 1 0 0,1-1-1 0 0,-2 0 1 0 0,15-16 0 0 0,44-57 739 0 0,112-169 0 0 0,36-114 831 0 0,-124 216-629 0 0,9-17-289 0 0,-82 118-670 0 0,-3-1 0 0 0,31-106 0 0 0,5-15 68 0 0,201-567 108 0 0,-120 164 8 0 0,10-32-97 0 0,-51 251 62 0 0,-89 332-165 0 0,0 0 0 0 0,2 0 0 0 0,0 1-1 0 0,2 0 1 0 0,25-37 0 0 0,-7 22 61 0 0,1 0 0 0 0,43-39 0 0 0,-70 74-82 0 0,33-34 47 0 0,2 1 0 0 0,87-63 0 0 0,-112 92-36 0 0,-1 0 0 0 0,1 1 1 0 0,1 0-1 0 0,-1 2 0 0 0,1 0 0 0 0,0 1 0 0 0,1 0 1 0 0,-1 1-1 0 0,1 1 0 0 0,0 1 0 0 0,0 0 0 0 0,0 1 1 0 0,32 3-1 0 0,22 6 288 0 0,95 23 0 0 0,-157-28-271 0 0,0 0 1 0 0,-1 0-1 0 0,1 1 0 0 0,-1 1 0 0 0,1-1 1 0 0,-1 1-1 0 0,-1 1 0 0 0,1-1 0 0 0,-1 2 1 0 0,0-1-1 0 0,12 14 0 0 0,1 6-10 0 0,0 0 1 0 0,17 33-1 0 0,6 10 161 0 0,-8-17-11 0 0,-3 1-1 0 0,40 91 0 0 0,32 122 744 0 0,44 93-149 0 0,-84-229-475 0 0,65 183 0 0 0,-57-116-191 0 0,51 169 166 0 0,-66-179 135 0 0,-44-156-296 0 0,2 1 1 0 0,0-2-1 0 0,34 49 1 0 0,8-2-75 0 0,-11-15 81 0 0,58 101-1 0 0,-72-102-38 0 0,68 120 49 0 0,-79-149-96 0 0,1-1 1 0 0,2-1-1 0 0,39 40 1 0 0,-5-11 58 0 0,-1 2-1 0 0,-4 2 1 0 0,68 106 0 0 0,200 257-94 0 0,-285-382 110 0 0,2-3 0 0 0,53 47 0 0 0,-67-69-3433 0 0,34 22 0 0 0,-21-20-3911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1:40.4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4586 2761 0 0,'14'-2'487'0'0,"0"1"0"0"0,0-2 0 0 0,0 0 0 0 0,0 0 0 0 0,0-2 0 0 0,-1 1 0 0 0,0-2 1 0 0,0 0-1 0 0,16-9 0 0 0,120-85 1542 0 0,-84 54-520 0 0,-17 15-890 0 0,-2-2-1 0 0,-2-2 1 0 0,-1-1 0 0 0,41-46-1 0 0,232-318 2200 0 0,-295 372-2721 0 0,31-47 115 0 0,76-143 0 0 0,18-95 102 0 0,-53 82-355 0 0,-10-4 1 0 0,83-388-1 0 0,-30 79 48 0 0,-134 538-7 0 0,56-210-101 0 0,115-274-1 0 0,-113 343-44 0 0,75-157 916 0 0,-117 271-638 0 0,1 1 1 0 0,2 0-1 0 0,2 2 0 0 0,0 0 1 0 0,2 2-1 0 0,49-44 0 0 0,-62 62-143 0 0,1-2 50 0 0,1 1-1 0 0,0 1 1 0 0,0 0 0 0 0,28-14-1 0 0,-37 22-34 0 0,0 0-1 0 0,0 0 1 0 0,0 1-1 0 0,0 0 1 0 0,0 0-1 0 0,0 0 1 0 0,0 0-1 0 0,1 1 1 0 0,-1 0-1 0 0,0 0 1 0 0,0 1-1 0 0,0-1 1 0 0,0 1-1 0 0,1 0 1 0 0,-1 1 0 0 0,-1-1-1 0 0,1 1 1 0 0,0 0-1 0 0,0 0 1 0 0,7 5-1 0 0,1 1-17 0 0,0 0 0 0 0,-1 1 0 0 0,-1 1 0 0 0,1 0 0 0 0,-2 1 0 0 0,17 19 0 0 0,-4 3 1 0 0,24 42 1 0 0,-29-43-17 0 0,6 2 31 0 0,50 60 0 0 0,-54-73 8 0 0,-1 2 0 0 0,-1 0 0 0 0,-2 1 0 0 0,0 1 0 0 0,23 49 0 0 0,-5 26 203 0 0,25 127 0 0 0,-16-56 111 0 0,144 429 304 0 0,-144-483-309 0 0,128 383 529 0 0,-137-371-647 0 0,64 222 302 0 0,-66-255-400 0 0,70 145-1 0 0,169 329 501 0 0,-205-425-31 0 0,165 263 0 0 0,-147-290-547 0 0,74 120-1275 0 0,-126-182 795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2:39.3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253 72 6449 0 0,'2'-19'1131'0'0,"-2"15"-760"0"0,1 0 0 0 0,-1 1-1 0 0,1-1 1 0 0,-1 0 0 0 0,0 0 0 0 0,0 0-1 0 0,-1 1 1 0 0,1-1 0 0 0,-1 0 0 0 0,0 0-1 0 0,0 1 1 0 0,-2-5 0 0 0,1 45 2359 0 0,4-20-2499 0 0,10 281 1820 0 0,-62 677-807 0 0,37-770-1092 0 0,-4 18 746 0 0,-48 236 0 0 0,-24 87 447 0 0,85-516-1525 0 0,-15 52 0 0 0,15-76-782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2:40.0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303 233 2401 0 0,'-1'-7'20'0'0,"0"1"1"0"0,-1-1-1 0 0,0 1 1 0 0,0 0 0 0 0,-1-1-1 0 0,1 1 1 0 0,-1 0 0 0 0,-1 0-1 0 0,1 1 1 0 0,-1-1 0 0 0,0 1-1 0 0,0-1 1 0 0,-1 1-1 0 0,1 1 1 0 0,-1-1 0 0 0,0 1-1 0 0,-1-1 1 0 0,-6-3 0 0 0,11 8-21 0 0,1 0 0 0 0,-1 0 0 0 0,0 0 0 0 0,0 0 0 0 0,0 0 0 0 0,0 1 0 0 0,0-1 0 0 0,0 0 0 0 0,0 0 0 0 0,1 0 0 0 0,-1 1 0 0 0,0-1 0 0 0,0 1 0 0 0,0-1 0 0 0,1 0 0 0 0,-1 1 0 0 0,0 0 0 0 0,0-1 0 0 0,1 1 0 0 0,-1-1 0 0 0,0 1 0 0 0,1 0 0 0 0,-1-1 0 0 0,1 1 0 0 0,-1 1 0 0 0,-17 24 0 0 0,13-18 0 0 0,-42 62 2433 0 0,-43 89 0 0 0,87-152-2011 0 0,-1 0-1 0 0,-1 0 1 0 0,0 0 0 0 0,0-1 0 0 0,0 0-1 0 0,0 0 1 0 0,-1 0 0 0 0,-7 5-1 0 0,35-45 1615 0 0,-12 17-1748 0 0,72-135 995 0 0,5-9-627 0 0,-71 134-476 0 0,-11 19 11 0 0,0-1-1 0 0,0 1 1 0 0,1 0-1 0 0,0 0 0 0 0,1 0 1 0 0,12-11-1 0 0,-18 19-137 0 0,-1 0 0 0 0,1 0-1 0 0,-1 0 1 0 0,1 0 0 0 0,-1 0-1 0 0,1 0 1 0 0,-1 0 0 0 0,1 1-1 0 0,-1-1 1 0 0,0 0 0 0 0,1 0-1 0 0,-1 0 1 0 0,1 1 0 0 0,-1-1-1 0 0,0 0 1 0 0,1 1 0 0 0,-1-1-1 0 0,1 0 1 0 0,-1 1 0 0 0,0-1-1 0 0,0 0 1 0 0,1 1 0 0 0,-1-1-1 0 0,0 1 1 0 0,0-1-1 0 0,1 0 1 0 0,-1 1 0 0 0,0-1-1 0 0,0 1 1 0 0,0-1 0 0 0,0 1-1 0 0,1-1 1 0 0,-1 1 0 0 0,0-1-1 0 0,0 1 1 0 0,0-1 0 0 0,0 1-1 0 0,-1 0 1 0 0,7 26 156 0 0,-5-24-114 0 0,12 67 267 0 0,-5-15-148 0 0,4-1-1 0 0,1-1 1 0 0,27 69-1 0 0,6-23 314 0 0,-27-64-355 0 0,-3 2 0 0 0,0 0 0 0 0,-3 0 0 0 0,9 41 0 0 0,-9-7-1832 0 0,-8-30-5692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2:41.6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3225 0 0,'0'1'116'0'0,"0"0"0"0"0,0 0 1 0 0,0-1-1 0 0,0 1 0 0 0,0 0 1 0 0,0 0-1 0 0,0-1 1 0 0,0 1-1 0 0,0 0 0 0 0,0 0 1 0 0,1-1-1 0 0,-1 1 0 0 0,0 0 1 0 0,1-1-1 0 0,-1 1 0 0 0,0 0 1 0 0,1-1-1 0 0,-1 1 0 0 0,1-1 1 0 0,-1 1-1 0 0,1 0 1 0 0,-1-1-1 0 0,1 1 0 0 0,0-1 1 0 0,-1 1-1 0 0,1-1 0 0 0,-1 0 1 0 0,1 1-1 0 0,0-1 0 0 0,-1 0 1 0 0,1 1-1 0 0,0-1 0 0 0,0 0 1 0 0,-1 0-1 0 0,1 0 1 0 0,0 0-1 0 0,0 1 0 0 0,1-1 1 0 0,35 2 1357 0 0,-29-2-861 0 0,65 6 2987 0 0,80 18-1 0 0,-16-2-1196 0 0,-114-20-2189 0 0,-15-2-149 0 0,1 1 0 0 0,-1 0 0 0 0,0 0 0 0 0,1 0 0 0 0,-1 1 0 0 0,0 1 0 0 0,0-1 1 0 0,0 1-1 0 0,0 1 0 0 0,14 7 0 0 0,-11 1-1882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2:45.1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1 111 5985 0 0,'30'-3'858'0'0,"56"-10"-1"0"0,17-3-302 0 0,425-10 4630 0 0,-224 14-3736 0 0,38 3-1252 0 0,243-19 160 0 0,-578 26-647 0 0,0 2 1 0 0,0-1-1 0 0,0 1 0 0 0,0 0 0 0 0,0 0 0 0 0,0 1 0 0 0,0 0 0 0 0,0 0 0 0 0,-1 1 1 0 0,13 4-1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2:45.7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137 27 11979 0 0,'-2'-1'212'0'0,"0"0"1"0"0,-1 0-1 0 0,1 0 1 0 0,0 0 0 0 0,-1 0-1 0 0,1-1 1 0 0,0 1 0 0 0,0-1-1 0 0,0 1 1 0 0,0-1-1 0 0,0 0 1 0 0,0 1 0 0 0,1-1-1 0 0,-1 0 1 0 0,-2-4 0 0 0,28 32-353 0 0,146 209 574 0 0,-103-145-30 0 0,-61-82-423 0 0,0 0-1 0 0,-1 0 1 0 0,0 1-1 0 0,0-1 1 0 0,-1 1-1 0 0,0 0 0 0 0,-1 1 1 0 0,3 10-1 0 0,-5-15 36 0 0,-1-1-1 0 0,0 0 0 0 0,1 0 0 0 0,-1 0 1 0 0,-1 0-1 0 0,1 0 0 0 0,-1 0 0 0 0,1 0 1 0 0,-1 0-1 0 0,0 0 0 0 0,-1 0 0 0 0,1 0 1 0 0,-1 0-1 0 0,0-1 0 0 0,0 1 0 0 0,0-1 1 0 0,0 1-1 0 0,0-1 0 0 0,-1 0 0 0 0,0 0 1 0 0,1 0-1 0 0,-5 4 0 0 0,-180 180 4436 0 0,14 15-5121 0 0,160-181-918 0 0,11-6-2724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2:47.1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8754 0 0,'91'204'1936'0'0,"-72"-154"-1776"0"0,-3 0-1 0 0,-1 2 1 0 0,10 77-1 0 0,-20-96-639 0 0,-3 1 0 0 0,0 0 0 0 0,-2-1 0 0 0,-2 1-1 0 0,-1 0 1 0 0,-13 54 0 0 0,11-69-2942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2:47.4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170 34 1840 0 0,'3'-7'-1060'0'0,"7"-9"3989"0"0,-10 15-2752 0 0,0 1 0 0 0,0-1-1 0 0,1 0 1 0 0,-1 1 0 0 0,0-1 0 0 0,1 1-1 0 0,-1-1 1 0 0,1 1 0 0 0,-1-1 0 0 0,1 1-1 0 0,-1-1 1 0 0,1 1 0 0 0,-1-1 0 0 0,1 1-1 0 0,-1 0 1 0 0,1-1 0 0 0,-1 1 0 0 0,1 0-1 0 0,0-1 1 0 0,-1 1 0 0 0,1 0 0 0 0,-1 0-1 0 0,1 0 1 0 0,0 0 0 0 0,-1-1 0 0 0,1 1-1 0 0,0 0 1 0 0,-1 0 0 0 0,1 0 0 0 0,0 0-1 0 0,-1 1 1 0 0,1-1 0 0 0,0 0 0 0 0,-1 0-1 0 0,1 0 1 0 0,1 1 0 0 0,-2 0-110 0 0,1 0 0 0 0,-1 0 0 0 0,0 0 0 0 0,1 0 0 0 0,-1 0 0 0 0,0 0 0 0 0,0 0 0 0 0,0 0 0 0 0,0 0 0 0 0,1 0 0 0 0,-2 1 0 0 0,1-1 1 0 0,0 0-1 0 0,0 0 0 0 0,0 0 0 0 0,0 0 0 0 0,-1 0 0 0 0,1 0 0 0 0,0 0 0 0 0,-2 1 0 0 0,-10 29 441 0 0,9-24-302 0 0,-87 175 2199 0 0,-1 1 613 0 0,90-182-2984 0 0,1 0 0 0 0,-1 1-1 0 0,0-1 1 0 0,1 0-1 0 0,-1 1 1 0 0,1-1-1 0 0,-1 0 1 0 0,1 1-1 0 0,0-1 1 0 0,-1 1-1 0 0,1-1 1 0 0,0 1-1 0 0,0-1 1 0 0,0 1-1 0 0,0-1 1 0 0,0 1-1 0 0,0-1 1 0 0,1 1-1 0 0,-1-1 1 0 0,0 0-1 0 0,1 1 1 0 0,-1-1 0 0 0,1 1-1 0 0,0-1 1 0 0,-1 0-1 0 0,1 0 1 0 0,0 1-1 0 0,0-1 1 0 0,0 0-1 0 0,0 0 1 0 0,0 0-1 0 0,0 0 1 0 0,0 0-1 0 0,0 0 1 0 0,2 1-1 0 0,3 0 66 0 0,-1 0 0 0 0,1 0 0 0 0,-1-1 0 0 0,1 0 0 0 0,0 0 0 0 0,0 0 0 0 0,0-1 0 0 0,5 0 0 0 0,36 1 523 0 0,57-8 1 0 0,-72 3-740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3:43.4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92 164 2304 0 0,'-4'-4'201'0'0,"0"1"-201"0"0,1 2 0 0 0,2 0 0 0 0,1-1 160 0 0,-1 0 0 0 0,-4-3-8 0 0,0-5 0 0 0,-3-4-152 0 0,-1-3-72 0 0,3 1 8 0 0,-3-2 0 0 0,2 2 64 0 0,-3-2 0 0 0,1 1 0 0 0,-1-2-64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3:44.6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223 174 1376 0 0,'-3'-9'845'0'0,"1"0"0"0"0,1-1-1 0 0,0 1 1 0 0,0-1 0 0 0,1 1-1 0 0,2-17 1 0 0,-1 17-350 0 0,-1-1 0 0 0,0 0 1 0 0,0 1-1 0 0,-1-1 0 0 0,0 0 0 0 0,-6-23 6371 0 0,14 41-4850 0 0,7 21-1466 0 0,-3 11-348 0 0,-3 0 0 0 0,-1 1 1 0 0,-2 0-1 0 0,-2 0 0 0 0,-1 0 0 0 0,-5 43 0 0 0,-6 133 595 0 0,9-142-418 0 0,-15 113-1 0 0,-1-77-302 0 0,4 0 0 0 0,5 196 0 0 0,-15 524 664 0 0,-21-491-740 0 0,21-206 0 0 0,-5 211 0 0 0,18 21-33 0 0,0 0-57 0 0,0-54-178 0 0,0 43 248 0 0,31-88 30 0 0,-2-51 124 0 0,-27 478-155 0 0,-51 0 243 0 0,45-555-188 0 0,-5 317-34 0 0,35 0 0 0 0,-7-108 53 0 0,15 186-166 0 0,37 250-73 0 0,-17-188 208 0 0,-32-429 33 0 0,34 290 202 0 0,-16-251-122 0 0,6 241 1 0 0,-37-340-365 0 0,5 99-1856 0 0,-5-204 1723 0 0,0 0 1 0 0,1 0-1 0 0,-1 0 1 0 0,0 0-1 0 0,1 0 1 0 0,-1 0-1 0 0,1 0 1 0 0,0-1-1 0 0,0 1 1 0 0,1 4-1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3:45.8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113 275 6913 0 0,'-12'-2'389'0'0,"0"0"0"0"0,0 1-1 0 0,0 1 1 0 0,0 0 0 0 0,0 1-1 0 0,-18 3 1 0 0,30-4-382 0 0,-1 0 0 0 0,1 0 1 0 0,-1 0-1 0 0,1 0 0 0 0,-1 0 0 0 0,1 1 0 0 0,-1-1 1 0 0,1 0-1 0 0,0 0 0 0 0,-1 0 0 0 0,1 1 0 0 0,-1-1 1 0 0,1 0-1 0 0,0 1 0 0 0,-1-1 0 0 0,1 0 0 0 0,-1 1 0 0 0,1-1 1 0 0,0 0-1 0 0,0 1 0 0 0,-1-1 0 0 0,1 1 0 0 0,0-1 1 0 0,0 1-1 0 0,-1-1 0 0 0,1 1 0 0 0,0-1 0 0 0,0 0 1 0 0,0 1-1 0 0,0-1 0 0 0,0 1 0 0 0,0-1 0 0 0,0 1 1 0 0,9 16-8 0 0,24 6-125 0 0,-20-18 55 0 0,0-1 0 0 0,1 0-1 0 0,-1-1 1 0 0,1-1 0 0 0,27 1 0 0 0,73-5-455 0 0,-72 0 768 0 0,283-6 941 0 0,198-11-454 0 0,-314 3-699 0 0,1387-105 607 0 0,-663 80 661 0 0,1 30 26 0 0,-49-49-1343 0 0,-260 8 261 0 0,-98 37 95 0 0,-449 16-226 0 0,323 11 670 0 0,82 10 753 0 0,-200-9-1221 0 0,144 10 497 0 0,-321-12-580 0 0,206 49-1 0 0,-71 18-154 0 0,-156-47-19 0 0,2-4 1 0 0,160 29-1 0 0,207-17-57 0 0,-430-36 15 0 0,3-1-5307 0 0,-12-2-641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3:46.6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0 15203 0 0,'0'1'100'0'0,"-1"1"0"0"0,1-1 0 0 0,-1 0-1 0 0,1 0 1 0 0,0 0 0 0 0,-1 0 0 0 0,1 0-1 0 0,0 1 1 0 0,0-1 0 0 0,0 0 0 0 0,0 0 0 0 0,0 0-1 0 0,0 0 1 0 0,0 1 0 0 0,1-1 0 0 0,0 2-1 0 0,5 31-622 0 0,-5-24 581 0 0,8 41-332 0 0,73 525-1211 0 0,-61-233 1293 0 0,7 62 1239 0 0,9-100-710 0 0,-3 378-1 0 0,-34-433 432 0 0,32 256-1 0 0,0-255-463 0 0,81 878 2330 0 0,-100-744-2634 0 0,3 65 0 0 0,27-2 0 0 0,85 367 201 0 0,77 601 173 0 0,-115-792-853 0 0,53 290 1853 0 0,-135-800-1366 0 0,-12 186 0 0 0,0-206-269 0 0,3-79-445 0 0,0 0 0 0 0,-8 28 0 0 0,-6 5-4393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3:48.1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0 150 6913 0 0,'34'5'203'0'0,"-1"-1"-1"0"0,1-2 0 0 0,0-1 0 0 0,0-2 0 0 0,48-7 0 0 0,-65 7-118 0 0,132-15 290 0 0,120-9 476 0 0,104-13 118 0 0,-181 15-476 0 0,104-1 1112 0 0,332 17-1 0 0,294 80-1690 0 0,-53-20 465 0 0,-194-20 1105 0 0,-231 10-1044 0 0,106 8 530 0 0,2-26-432 0 0,512-29-370 0 0,84-68 666 0 0,-878 51-887 0 0,-26 3 28 0 0,439-63 1328 0 0,-96 16-844 0 0,-481 51-205 0 0,69-6-67 0 0,-146 18-59 0 0,-1 2 0 0 0,0 1-1 0 0,1 2 1 0 0,33 7 0 0 0,40 13 508 0 0,-31-6-3003 0 0,0-2-5573 0 0,-64-14 7633 0 0,0 0 0 0 0,0 0 1 0 0,0-1-1 0 0,0 0 0 0 0,0-1 1 0 0,0 1-1 0 0,0-1 1 0 0,0-1-1 0 0,0 1 0 0 0,-1-1 1 0 0,13-5-1 0 0,-7 1-2674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3:53.6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0 734 3681 0 0,'0'-2'26'0'0,"1"0"0"0"0,-1 0 1 0 0,1 0-1 0 0,0 0 0 0 0,0 1 0 0 0,-1-1 0 0 0,1 0 1 0 0,0 0-1 0 0,0 1 0 0 0,0-1 0 0 0,1 1 1 0 0,-1-1-1 0 0,0 1 0 0 0,1-1 0 0 0,-1 1 1 0 0,1 0-1 0 0,-1-1 0 0 0,1 1 0 0 0,3-1 1 0 0,10 3 3162 0 0,-6 36-1408 0 0,-6-17-1091 0 0,-2-18-671 0 0,-1-1 0 0 0,1 0-1 0 0,0 0 1 0 0,-1 0 0 0 0,1 0 0 0 0,0 0-1 0 0,0 0 1 0 0,0 0 0 0 0,-1 0 0 0 0,1 0-1 0 0,0 0 1 0 0,0-1 0 0 0,1 1 0 0 0,-1 0-1 0 0,0-1 1 0 0,0 1 0 0 0,0-1 0 0 0,0 1-1 0 0,1-1 1 0 0,-1 1 0 0 0,0-1 0 0 0,2 0-1 0 0,37 7-48 0 0,-19-4 99 0 0,-16-1-9 0 0,0 0 1 0 0,0 0 0 0 0,1 1 0 0 0,-1 0 0 0 0,-1 0 0 0 0,1 0 0 0 0,0 0 0 0 0,6 7 0 0 0,-7-6 225 0 0,1 0-1 0 0,1 0 1 0 0,-1 0 0 0 0,0-1-1 0 0,1 1 1 0 0,0-1 0 0 0,7 2-1 0 0,202 71 2916 0 0,-184-62-3130 0 0,-1 1 0 0 0,0 1 1 0 0,-2 2-1 0 0,47 36 0 0 0,-63-44 26 0 0,0 0 0 0 0,1-2 0 0 0,1 1 0 0 0,0-1 0 0 0,0-1 1 0 0,0-1-1 0 0,1 0 0 0 0,-1 0 0 0 0,1-2 0 0 0,1 0 0 0 0,-1 0 0 0 0,31 1 0 0 0,57 9 357 0 0,-31-4 155 0 0,81 0 0 0 0,-116-12-510 0 0,0-3 1 0 0,-1-1-1 0 0,1-1 0 0 0,59-22 0 0 0,3 0 69 0 0,-11 8-15 0 0,-24 8-101 0 0,-2-4 0 0 0,0-2 0 0 0,85-38-1 0 0,39-52 25 0 0,13-6 379 0 0,-114 76-425 0 0,-31 15-2 0 0,91-56 0 0 0,-80 35-28 0 0,-40 26 0 0 0,1 1 0 0 0,0 1 0 0 0,1 1 0 0 0,1 2 0 0 0,0 0 0 0 0,44-13 0 0 0,68-4-21 0 0,-84 20 7 0 0,-2-2-1 0 0,65-23 1 0 0,-82 19 48 0 0,-1-2 1 0 0,37-25 0 0 0,25-14 39 0 0,-15 19-31 0 0,2 5 0 0 0,150-42-1 0 0,-185 57 48 0 0,-40 15-57 0 0,0-1 1 0 0,1 1-1 0 0,0 1 1 0 0,-1 0-1 0 0,16-2 1 0 0,-20 6-32 0 0,-1 0 1 0 0,0 0-1 0 0,0 0 0 0 0,0 1 0 0 0,0 0 1 0 0,0 0-1 0 0,0 0 0 0 0,0 0 0 0 0,-1 1 0 0 0,1 0 1 0 0,-1 0-1 0 0,0 0 0 0 0,1 0 0 0 0,-1 1 1 0 0,5 6-1 0 0,-2-3-1 0 0,0-1 1 0 0,0-1-1 0 0,1 1 0 0 0,10 5 1 0 0,-2-1 32 0 0,-1-1 0 0 0,0 2 0 0 0,-1 0 0 0 0,0 1 0 0 0,-1 1 0 0 0,0 0 0 0 0,-1 0 0 0 0,15 22 1 0 0,-13-16 6 0 0,0-2 0 0 0,2 0 0 0 0,0 0 0 0 0,34 25 0 0 0,-14-18-26 0 0,-17-13-12 0 0,0 1 1 0 0,-2 1-1 0 0,1 0 0 0 0,-1 2 0 0 0,21 23 0 0 0,-25-23 20 0 0,1-1 0 0 0,0-1 0 0 0,1 0 0 0 0,26 18 0 0 0,72 35 97 0 0,0 1-221 0 0,-15-10 147 0 0,-71-42-29 0 0,0 0-1 0 0,-1 2 0 0 0,0 1 1 0 0,24 23-1 0 0,217 216-16 0 0,-244-231-6 0 0,-1 1 0 0 0,19 29 1 0 0,27 34 197 0 0,-52-75-129 0 0,-1 0 1 0 0,32 21-1 0 0,-34-27-35 0 0,0 1 0 0 0,0 0 0 0 0,-1 1 0 0 0,-1 0-1 0 0,0 0 1 0 0,17 24 0 0 0,-21-22-28 0 0,0-1 0 0 0,2 0 0 0 0,0 0 0 0 0,0-1 0 0 0,1 0 0 0 0,0-1 0 0 0,0 0 0 0 0,2 0 0 0 0,-1-1 0 0 0,1-1 0 0 0,0 0 0 0 0,23 11 0 0 0,116 38 0 0 0,-97-38 0 0 0,-2 1 0 0 0,66 36 0 0 0,-88-40 0 0 0,1-2 0 0 0,0 0 0 0 0,44 12 0 0 0,101 16 0 0 0,-123-30 0 0 0,-23-4 0 0 0,-1 2 0 0 0,46 21 0 0 0,-51-20 0 0 0,0-1 0 0 0,0-1 0 0 0,1-1 0 0 0,40 8 0 0 0,-3-9 0 0 0,0-2 0 0 0,122-7 0 0 0,-129 1-24 0 0,61 6 0 0 0,3 0 19 0 0,-98-5 9 0 0,87-4-37 0 0,-94 2 28 0 0,-1 0-1 0 0,1-1 1 0 0,-1 0-1 0 0,0-2 1 0 0,0 1-1 0 0,12-7 1 0 0,242-110 77 0 0,-228 99-84 0 0,-1-1-1 0 0,68-55 1 0 0,-70 49 0 0 0,2 1 1 0 0,65-35-1 0 0,48-20 436 0 0,-129 70-805 0 0,-1-2 0 0 0,-1 0 0 0 0,-1-2 1 0 0,32-32-1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3:55.3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0 850 9674 0 0,'41'-36'352'0'0,"-21"24"60"0"0,0 2-1 0 0,0 0 1 0 0,28-7 0 0 0,0-2 76 0 0,189-63 49 0 0,-72 28-666 0 0,47-13 966 0 0,99-40 280 0 0,143-128 1820 0 0,-401 209-2714 0 0,1 3 1 0 0,1 2-1 0 0,63-16 0 0 0,30-10 919 0 0,-112 34-1074 0 0,50-11 1 0 0,-68 20-58 0 0,-1 2 0 0 0,1 0 1 0 0,-1 1-1 0 0,1 0 1 0 0,22 4-1 0 0,56 4 603 0 0,113-4 0 0 0,-138-2-457 0 0,1 4 0 0 0,113 20 0 0 0,-153-18-148 0 0,0 2 0 0 0,0 1 0 0 0,-1 1 0 0 0,36 18-1 0 0,114 72 335 0 0,-43-22 300 0 0,-95-57-476 0 0,0 3 0 0 0,49 38 0 0 0,-73-47-166 0 0,-1 0 1 0 0,0 0 0 0 0,-2 2-1 0 0,0 0 1 0 0,-1 1-1 0 0,22 36 1 0 0,8 28-1794 0 0,-31-48-5794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6:42.6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1272 244 4609 0 0,'-5'-3'307'0'0,"0"0"-1"0"0,1 0 1 0 0,0-1-1 0 0,-1 1 1 0 0,1-1-1 0 0,-4-6 1 0 0,3 5-171 0 0,1 0-1 0 0,0 1 1 0 0,-1 0 0 0 0,-9-7 0 0 0,-2 3 660 0 0,0 0 0 0 0,0 1 0 0 0,0 1 0 0 0,-1 1 1 0 0,-31-6-1 0 0,-93-6 926 0 0,52 8-1309 0 0,68 6-477 0 0,0 1 1 0 0,0 1 0 0 0,0 0-1 0 0,0 2 1 0 0,0 1 0 0 0,-1 0-1 0 0,1 1 1 0 0,1 2 0 0 0,-1 0-1 0 0,1 1 1 0 0,0 1 0 0 0,0 1-1 0 0,-18 10 1 0 0,1 4 128 0 0,2 1 1 0 0,1 1 0 0 0,-40 38-1 0 0,-85 94-242 0 0,143-137 177 0 0,0 0 0 0 0,2 2 0 0 0,0-1 0 0 0,1 2 0 0 0,1-1 0 0 0,1 2 0 0 0,1 0 0 0 0,1 0 0 0 0,-9 33 0 0 0,1 23 298 0 0,-13 124-1 0 0,20-121 44 0 0,6-56-279 0 0,1-1-1 0 0,2 1 0 0 0,1-1 0 0 0,4 35 0 0 0,-3-48-29 0 0,2-1 0 0 0,0 0-1 0 0,0 0 1 0 0,1 0-1 0 0,0 0 1 0 0,1 0 0 0 0,0-1-1 0 0,0 0 1 0 0,1 0 0 0 0,1-1-1 0 0,15 18 1 0 0,40 37-59 0 0,4-2 1 0 0,109 79-1 0 0,58 14-329 0 0,-201-137 305 0 0,1-2-1 0 0,0-1 0 0 0,2-1 0 0 0,-1-2 0 0 0,58 12 0 0 0,-36-16-203 0 0,0-1 1 0 0,105-3-1 0 0,111-30-509 0 0,-229 19 727 0 0,-1-3 0 0 0,0-2 0 0 0,41-17-1 0 0,115-62 108 0 0,-173 77-21 0 0,-1-2 0 0 0,0 0-1 0 0,-1-2 1 0 0,-1 0 0 0 0,-1-2 0 0 0,0 0-1 0 0,-1-2 1 0 0,19-27 0 0 0,13-27-231 0 0,53-100 1 0 0,-62 97 261 0 0,-32 61-92 0 0,-1-1 0 0 0,0 0 0 0 0,-2-1 0 0 0,8-27 0 0 0,-14 35 10 0 0,1 0 1 0 0,-2 0-1 0 0,0 0 0 0 0,0 0 0 0 0,-1 0 1 0 0,0 0-1 0 0,-1 0 0 0 0,-1 1 0 0 0,-3-16 1 0 0,-79-273 1658 0 0,77 272-1421 0 0,-2 0 0 0 0,0 0 0 0 0,-16-28 0 0 0,19 43-172 0 0,-2 0 0 0 0,0 1 0 0 0,0-1 0 0 0,-1 2 0 0 0,-1-1 0 0 0,0 1 0 0 0,0 1 0 0 0,-13-10-1 0 0,-222-175 1843 0 0,229 183-1707 0 0,-1 1 0 0 0,0 0 0 0 0,-1 1 0 0 0,-36-15 0 0 0,-81-17 401 0 0,24 4-53 0 0,88 28-490 0 0,0 1-1 0 0,0 1 0 0 0,0 1 0 0 0,-1 2 0 0 0,0 0 0 0 0,0 1 0 0 0,-33-1 0 0 0,38 6-163 0 0,-1 1-1 0 0,1 1 1 0 0,0 0-1 0 0,0 2 1 0 0,0 0-1 0 0,1 1 0 0 0,0 1 1 0 0,0 0-1 0 0,-17 11 1 0 0,22-11-1149 0 0,1 2 0 0 0,-1-1 0 0 0,2 1 0 0 0,-12 12 0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6:45.5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1128 223 6913 0 0,'-31'-5'-547'0'0,"-1"2"-1"0"0,0 1 0 0 0,-52 3 0 0 0,59 2 981 0 0,0 0 0 0 0,0 2 0 0 0,1 0 0 0 0,0 2-1 0 0,0 1 1 0 0,0 0 0 0 0,1 2 0 0 0,-38 22 0 0 0,-132 94-795 0 0,161-101 108 0 0,2 0-1 0 0,0 2 0 0 0,-45 54 1 0 0,29-23 923 0 0,-51 85 0 0 0,78-111-344 0 0,2 1 1 0 0,2 0-1 0 0,1 2 0 0 0,-16 59 0 0 0,4 3-109 0 0,-31 147-132 0 0,52-211-60 0 0,1-1 0 0 0,2 1 0 0 0,1 0-1 0 0,1 0 1 0 0,7 48 0 0 0,-4-67 22 0 0,0-1 0 0 0,1 0 0 0 0,1-1-1 0 0,0 1 1 0 0,13 23 0 0 0,42 55 49 0 0,-6-12-73 0 0,7 39-25 0 0,-43-79-26 0 0,2 0 1 0 0,2-2-1 0 0,40 53 1 0 0,-52-79 9 0 0,0-1 0 0 0,1 0 1 0 0,1-1-1 0 0,-1 0 1 0 0,1 0-1 0 0,1-1 1 0 0,0-1-1 0 0,26 11 0 0 0,9 0 56 0 0,62 14 0 0 0,-20-7-71 0 0,-24-4-57 0 0,2-4 0 0 0,135 18-1 0 0,-160-31 305 0 0,1-3-1 0 0,1-1 0 0 0,-1-2 0 0 0,-1-3 1 0 0,81-17-1 0 0,-87 13-98 0 0,0-2-1 0 0,-1-1 1 0 0,-1-1 0 0 0,0-3-1 0 0,0-1 1 0 0,-2-1 0 0 0,0-1-1 0 0,-1-3 1 0 0,-2 0 0 0 0,0-2-1 0 0,30-30 1 0 0,22-38 560 0 0,98-140 0 0 0,-152 193-553 0 0,-1-2-1 0 0,-3-1 1 0 0,35-81-1 0 0,-50 99-46 0 0,-1-1 0 0 0,0 0 0 0 0,-2 0 0 0 0,-2-1 0 0 0,0 0 0 0 0,-1 0-1 0 0,-2 0 1 0 0,-2-45 0 0 0,-37-225 941 0 0,23 218-554 0 0,-42-133 0 0 0,48 187-448 0 0,-1 0 1 0 0,-1 0-1 0 0,-2 1 1 0 0,0 1-1 0 0,-1 0 1 0 0,-1 1-1 0 0,-21-23 1 0 0,5 13 13 0 0,0 1 0 0 0,-3 1 0 0 0,-52-36 0 0 0,-211-126 1191 0 0,84 55 587 0 0,203 130-2064 0 0,0-1-1 0 0,0 1 0 0 0,-1 0 1 0 0,1 1-1 0 0,-1 1 0 0 0,0 0 1 0 0,0 0-1 0 0,-21-4 1 0 0,10 8-6437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4:17.2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1381 226 11979 0 0,'-15'-5'593'0'0,"1"-2"0"0"0,0 0 0 0 0,-21-14 0 0 0,25 14-569 0 0,-1 0-1 0 0,0 1 1 0 0,-1 0-1 0 0,0 1 0 0 0,1 0 1 0 0,-22-5-1 0 0,-15 3-764 0 0,0 3-1 0 0,-67 2 1 0 0,44 2 853 0 0,24-1-18 0 0,-162 1 340 0 0,166 2-757 0 0,1 2 1 0 0,-79 19 0 0 0,101-17 343 0 0,1 2 0 0 0,-1 0 1 0 0,1 1-1 0 0,1 1 0 0 0,0 0 1 0 0,0 2-1 0 0,1 0 0 0 0,0 1 0 0 0,1 1 1 0 0,1 0-1 0 0,-17 21 0 0 0,-2 5-128 0 0,3 2 1 0 0,1 0-1 0 0,-32 65 0 0 0,50-87 119 0 0,2 1 0 0 0,1 0 0 0 0,0 0 0 0 0,2 1 0 0 0,0 0 0 0 0,2 0 0 0 0,0 1 1 0 0,1-1-1 0 0,2 1 0 0 0,0 0 0 0 0,1 0 0 0 0,2 0 0 0 0,0 0 0 0 0,1 0 0 0 0,2-1 0 0 0,11 45 0 0 0,-10-53 179 0 0,59 177 1681 0 0,-46-147-1531 0 0,1-1-1 0 0,31 51 1 0 0,-35-72-127 0 0,1 0-1 0 0,2-1 1 0 0,0-1 0 0 0,1-1-1 0 0,0-1 1 0 0,2 0 0 0 0,0-1-1 0 0,1-2 1 0 0,1 0 0 0 0,1-1-1 0 0,30 12 1 0 0,16 4 2 0 0,1-3 0 0 0,128 29-1 0 0,-105-35-338 0 0,1-4-1 0 0,1-4 0 0 0,0-4 0 0 0,1-4 1 0 0,-1-5-1 0 0,1-4 0 0 0,184-32 1 0 0,-199 17-529 0 0,-1-5 1 0 0,134-57-1 0 0,143-93-511 0 0,-278 133 1535 0 0,-39 18-145 0 0,0-1 0 0 0,-1-2 0 0 0,-2-2 0 0 0,-1-2 0 0 0,-1-1 0 0 0,-1-1 0 0 0,-3-2 0 0 0,0-2 0 0 0,48-72 0 0 0,-60 80-115 0 0,15-23 249 0 0,42-81 0 0 0,-70 118-334 0 0,0-1 1 0 0,-1-1-1 0 0,0 0 0 0 0,-1 1 1 0 0,-1-2-1 0 0,-1 1 1 0 0,0 0-1 0 0,-1-1 1 0 0,-1 1-1 0 0,0-26 1 0 0,-4 30-30 0 0,1 2 1 0 0,-1-1 0 0 0,-1 0-1 0 0,0 0 1 0 0,0 1 0 0 0,-1 0-1 0 0,0 0 1 0 0,-1 0 0 0 0,0 1-1 0 0,-1 0 1 0 0,0 0-1 0 0,0 0 1 0 0,-1 1 0 0 0,0 0-1 0 0,0 1 1 0 0,-18-13 0 0 0,0 2 148 0 0,-1 1 0 0 0,0 1 1 0 0,-1 2-1 0 0,-54-20 0 0 0,35 19 280 0 0,0 2-1 0 0,-53-7 1 0 0,-101-6 753 0 0,112 16-818 0 0,6-1-749 0 0,0-5 0 0 0,1-3 0 0 0,1-4-1 0 0,1-3 1 0 0,-88-42 0 0 0,160 65 275 0 0,-19-11-489 0 0,-1 3 0 0 0,0 0 1 0 0,-38-9-1 0 0,13 12-425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4:25.0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1506 263 456 0 0,'-1'-2'186'0'0,"0"0"0"0"0,1 0 1 0 0,-1 0-1 0 0,0 0 0 0 0,1 0 0 0 0,-1 0 0 0 0,1 0 1 0 0,0-1-1 0 0,0 1 0 0 0,0 0 0 0 0,0 0 0 0 0,0 0 0 0 0,0 0 1 0 0,0 0-1 0 0,1-1 0 0 0,-1 1 0 0 0,1 0 0 0 0,-1 0 1 0 0,1 0-1 0 0,0 0 0 0 0,0 0 0 0 0,0 0 0 0 0,0 0 0 0 0,2-1 1 0 0,-2 1-166 0 0,0 0 1 0 0,1 0 0 0 0,-1 0 0 0 0,0 0 0 0 0,0-1 0 0 0,-1 1-1 0 0,1 0 1 0 0,0 0 0 0 0,-1-1 0 0 0,1 1 0 0 0,-1-1 0 0 0,0 1-1 0 0,1 0 1 0 0,-1-1 0 0 0,0 1 0 0 0,-1 0 0 0 0,1-1-1 0 0,0 1 1 0 0,-1-1 0 0 0,1 1 0 0 0,-1 0 0 0 0,0 0 0 0 0,0-1-1 0 0,0 1 1 0 0,0 0 0 0 0,-2-2 0 0 0,-1-1 498 0 0,-1 0 1 0 0,0 0 0 0 0,0 1-1 0 0,-1 0 1 0 0,1 0-1 0 0,-1 0 1 0 0,0 1 0 0 0,-11-5-1 0 0,-58-17 1829 0 0,16 6-2938 0 0,23 6 711 0 0,-1 2 1 0 0,-1 1-1 0 0,0 2 0 0 0,-57-5 0 0 0,-157 7-1921 0 0,207 10 1520 0 0,0 2 0 0 0,1 1 0 0 0,-1 3-1 0 0,2 1 1 0 0,0 2 0 0 0,0 2 0 0 0,1 2 0 0 0,-44 25-1 0 0,-150 90 1510 0 0,224-124-1187 0 0,1 1 0 0 0,0 0 1 0 0,1 1-1 0 0,0 0 0 0 0,1 1 0 0 0,0 0 0 0 0,0 0 0 0 0,1 1 0 0 0,1 0 1 0 0,0 1-1 0 0,1-1 0 0 0,0 1 0 0 0,1 0 0 0 0,-6 22 0 0 0,5-9 209 0 0,1 0 0 0 0,1 0-1 0 0,2 0 1 0 0,0 0-1 0 0,2 1 1 0 0,6 50 0 0 0,25 104 960 0 0,-24-150-824 0 0,2 1 0 0 0,1-2-1 0 0,24 49 1 0 0,-27-68-416 0 0,0 0 1 0 0,1 0-1 0 0,0-1 1 0 0,0 0-1 0 0,1-1 1 0 0,1 0-1 0 0,15 12 0 0 0,0-3-32 0 0,0-1-1 0 0,31 15 0 0 0,-23-17 128 0 0,0-2-1 0 0,1 0 1 0 0,0-3-1 0 0,1-1 1 0 0,70 10-1 0 0,182-5 421 0 0,-154-12-234 0 0,172 24 0 0 0,-38-6 646 0 0,-165-15-356 0 0,108 18 0 0 0,-112-11-565 0 0,0-4 1 0 0,165-8 0 0 0,-165-6-138 0 0,163-31 0 0 0,-248 34 156 0 0,0-1 0 0 0,-1 0 0 0 0,0-1 0 0 0,0-1 1 0 0,0 1-1 0 0,0-2 0 0 0,17-12 0 0 0,71-65 631 0 0,-69 57-368 0 0,-1-2-324 0 0,-1 0 0 0 0,-2-2 0 0 0,0 0 0 0 0,-3-2 0 0 0,0-1-1 0 0,23-47 1 0 0,-40 70 89 0 0,-1-1-1 0 0,0 1 1 0 0,0-2-1 0 0,-1 1 0 0 0,-1 0 1 0 0,0-1-1 0 0,-1 0 0 0 0,0 0 1 0 0,-1 0-1 0 0,0 0 0 0 0,-1 0 1 0 0,-1-1-1 0 0,0 1 1 0 0,-4-23-1 0 0,2 18 15 0 0,-2 1 0 0 0,0 0 0 0 0,-1 0 0 0 0,-1 1 0 0 0,0-1 0 0 0,-1 1 0 0 0,-1 1 0 0 0,0-1 1 0 0,-1 1-1 0 0,-1 1 0 0 0,0 0 0 0 0,-1 0 0 0 0,-1 1 0 0 0,0 0 0 0 0,-1 1 0 0 0,-14-11 0 0 0,3 5 72 0 0,0 2-1 0 0,-2 0 1 0 0,0 2-1 0 0,0 1 1 0 0,-38-14-1 0 0,-144-32 807 0 0,174 50-833 0 0,-60-15 204 0 0,-18-5 360 0 0,-165-22 1 0 0,232 47-579 0 0,-1 2 0 0 0,0 1 0 0 0,0 3 1 0 0,1 2-1 0 0,-87 18 0 0 0,32 2-502 0 0,-121 46-1 0 0,184-55-259 0 0,0 1 0 0 0,1 2 0 0 0,1 2 1 0 0,0 1-1 0 0,2 2 0 0 0,-41 36 0 0 0,23-11-816 0 0,-2 1-11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4:44.1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1 114 2304 0 0,'5'-60'4089'0'0,"4"6"8735"0"0,-3 85-11933 0 0,-4 32-607 0 0,-2 1 0 0 0,-11 75 0 0 0,4-78-32 0 0,3 0 0 0 0,6 93 1 0 0,-1-139-409 0 0,9 119-6371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4:44.4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1 143 1376 0 0,'1'-6'303'0'0,"-1"1"0"0"0,1 0-1 0 0,1 0 1 0 0,-1 0 0 0 0,1-1-1 0 0,0 1 1 0 0,0 1 0 0 0,0-1-1 0 0,1 0 1 0 0,0 0 0 0 0,0 1 0 0 0,0 0-1 0 0,0-1 1 0 0,6-4 0 0 0,1-1 217 0 0,1 0 1 0 0,0 0-1 0 0,0 1 1 0 0,15-9-1 0 0,-23 17-520 0 0,-1 0 0 0 0,0 0 0 0 0,1 0 0 0 0,0 0 0 0 0,-1 0-1 0 0,1 0 1 0 0,0 1 0 0 0,-1-1 0 0 0,1 1 0 0 0,0 0 0 0 0,5 0 0 0 0,1 1-180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4:44.8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0 125 5065 0 0,'84'-46'2248'0'0,"-55"28"-1168"0"0,1 2 1 0 0,58-23-1 0 0,-86 38-1143 0 0,-1 0-1 0 0,1 0 1 0 0,0 1-1 0 0,0-1 1 0 0,0 1-1 0 0,0-1 1 0 0,0 1-1 0 0,0 0 0 0 0,0 0 1 0 0,0 0-1 0 0,0 0 1 0 0,0 0-1 0 0,0 0 1 0 0,0 1-1 0 0,0-1 1 0 0,0 1-1 0 0,0-1 1 0 0,0 1-1 0 0,0 0 1 0 0,-1-1-1 0 0,1 1 1 0 0,0 0-1 0 0,0 0 1 0 0,-1 1-1 0 0,1-1 0 0 0,0 0 1 0 0,-1 0-1 0 0,2 3 1 0 0,-1-1-62 0 0,0 0-1 0 0,0 1 1 0 0,-1-1 0 0 0,1 1 0 0 0,-1-1-1 0 0,0 1 1 0 0,0 0 0 0 0,0-1 0 0 0,-1 1 0 0 0,1 0-1 0 0,-1 0 1 0 0,0-1 0 0 0,0 1 0 0 0,-1 5-1 0 0,-1 7 126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4:45.2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1 382 8290 0 0,'37'-21'2395'0'0,"-7"0"-1046"0"0,67-33 0 0 0,-28 28-2361 0 0,-53 22-445 0 0,-1 1 0 0 0,27-3 0 0 0,-24 4 165 0 0,-4 0 777 0 0</inkml:trace>
  <inkml:trace contextRef="#ctx0" brushRef="#br0" timeOffset="1">740 60 2761 0 0,'2'-5'7266'0'0,"11"-8"-4086"0"0,-9 9-3035 0 0,-1 1 26 0 0,25-19 2184 0 0,-8 10-6829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4:45.5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1 111 2761 0 0,'4'-2'287'0'0,"0"1"0"0"0,0 0 0 0 0,0-1 0 0 0,0 0 1 0 0,0 0-1 0 0,0 0 0 0 0,-1 0 0 0 0,1-1 0 0 0,-1 1 1 0 0,0-1-1 0 0,4-4 0 0 0,8-5 139 0 0,9-5 295 0 0,-15 10-630 0 0,1 0-1 0 0,0 0 0 0 0,0 1 0 0 0,0 0 1 0 0,1 1-1 0 0,0 0 0 0 0,13-4 0 0 0,-23 9-131 0 0,0 0-1 0 0,0 0 1 0 0,0-1-1 0 0,0 1 0 0 0,0 0 1 0 0,0 0-1 0 0,0 0 1 0 0,0 0-1 0 0,0 1 1 0 0,0-1-1 0 0,0 0 0 0 0,0 0 1 0 0,0 0-1 0 0,0 1 1 0 0,0-1-1 0 0,0 1 0 0 0,0-1 1 0 0,0 1-1 0 0,-1-1 1 0 0,1 1-1 0 0,0-1 0 0 0,0 1 1 0 0,0 0-1 0 0,-1-1 1 0 0,1 1-1 0 0,1 2 0 0 0,0 1 26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4:45.9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 2304 0 0,'8'-6'10892'0'0,"5"49"-9355"0"0,-3 0 0 0 0,-1 0-1 0 0,-2 1 1 0 0,2 59 0 0 0,-11 183-652 0 0,-2-236-885 0 0,2-30-18 0 0,0 1 0 0 0,3 31 0 0 0,-1-52 16 0 0,0 0-1 0 0,0 0 0 0 0,0 1 0 0 0,0-1 1 0 0,0 0-1 0 0,0 0 0 0 0,0 0 1 0 0,0 0-1 0 0,0 0 0 0 0,0 1 0 0 0,0-1 1 0 0,0 0-1 0 0,0 0 0 0 0,0 0 1 0 0,0 0-1 0 0,0 0 0 0 0,0 0 0 0 0,0 1 1 0 0,0-1-1 0 0,0 0 0 0 0,0 0 0 0 0,0 0 1 0 0,0 0-1 0 0,0 0 0 0 0,0 0 1 0 0,0 1-1 0 0,0-1 0 0 0,0 0 0 0 0,0 0 1 0 0,1 0-1 0 0,-1 0 0 0 0,0 0 1 0 0,0 0-1 0 0,0 0 0 0 0,0 0 0 0 0,0 0 1 0 0,0 0-1 0 0,0 1 0 0 0,1-1 1 0 0,-1 0-1 0 0,0 0 0 0 0,0 0 0 0 0,0 0 1 0 0,0 0-1 0 0,0 0 0 0 0,1 0 1 0 0,-1 0-1 0 0,0 0 0 0 0,0 0 0 0 0,0 0 1 0 0,0 0-1 0 0,0 0 0 0 0,0 0 0 0 0,1 0 1 0 0,-1 0-1 0 0,0 0 0 0 0,0-1 1 0 0,0 1-1 0 0,0 0 0 0 0,8-10-178 0 0,5-15-215 0 0,16-55-284 0 0,22-51 128 0 0,-43 114 508 0 0,1 0 0 0 0,0 1 1 0 0,2 1-1 0 0,-1-1 0 0 0,21-20 0 0 0,-28 33 57 0 0,1-1 0 0 0,-1 1 0 0 0,1 0 0 0 0,0 0-1 0 0,0 0 1 0 0,0 0 0 0 0,0 1 0 0 0,0 0 0 0 0,0 0 0 0 0,1 0 0 0 0,-1 0-1 0 0,1 1 1 0 0,0-1 0 0 0,-1 1 0 0 0,11-1 0 0 0,-12 3 60 0 0,0-1 1 0 0,1 0 0 0 0,-1 1-1 0 0,0 0 1 0 0,1-1-1 0 0,-1 1 1 0 0,0 1-1 0 0,0-1 1 0 0,0 0-1 0 0,0 1 1 0 0,0 0 0 0 0,0-1-1 0 0,0 1 1 0 0,0 0-1 0 0,-1 1 1 0 0,1-1-1 0 0,-1 0 1 0 0,0 1-1 0 0,0-1 1 0 0,1 1 0 0 0,-1 0-1 0 0,-1 0 1 0 0,3 3-1 0 0,10 24 86 0 0,-2-1-1 0 0,0 2 0 0 0,-2 0 0 0 0,-2 0 1 0 0,7 46-1 0 0,1-3-3847 0 0,-11-53-3192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4:46.3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 8 5065 0 0,'-31'-8'7849'0'0,"48"20"-4042"0"0,-8-5-3384 0 0,1 0 1 0 0,0 0-1 0 0,-1 1 0 0 0,-1 0 0 0 0,1 1 1 0 0,-1 0-1 0 0,-1 1 0 0 0,0-1 1 0 0,0 1-1 0 0,-1 0 0 0 0,0 1 1 0 0,-1 0-1 0 0,8 22 0 0 0,-8-14-358 0 0,0 2 0 0 0,-1-1-1 0 0,-1 0 1 0 0,-1 1 0 0 0,-1-1 0 0 0,-1 1-1 0 0,-4 28 1 0 0,-25 131-556 0 0,13-101-2347 0 0,12-55-4371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4:46.9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0 782 2761 0 0,'28'-6'5365'0'0,"-6"0"-4778"0"0,-1-1 1 0 0,0-1-1 0 0,-1-1 1 0 0,1-1-1 0 0,-2-1 1 0 0,0-1 0 0 0,0 0-1 0 0,-1-1 1 0 0,0-1-1 0 0,-2-1 1 0 0,23-25-1 0 0,-22 21 57 0 0,-1-2 0 0 0,0 0-1 0 0,-2 0 1 0 0,-1-2-1 0 0,0 1 1 0 0,-2-2 0 0 0,0 0-1 0 0,-2 0 1 0 0,10-42 0 0 0,-16 56-643 0 0,7-31 47 0 0,-2 1-1 0 0,-1-1 1 0 0,-2-1 0 0 0,-1-52 0 0 0,-5 88-68 0 0,0 1 0 0 0,0-1 1 0 0,0 0-1 0 0,-1 1 1 0 0,0-1-1 0 0,0 1 0 0 0,0 0 1 0 0,-1-1-1 0 0,-6-8 1 0 0,8 12 12 0 0,0 1 1 0 0,0-1 0 0 0,0 1 0 0 0,0-1 0 0 0,0 1 0 0 0,0 0-1 0 0,-1 0 1 0 0,1-1 0 0 0,-1 1 0 0 0,1 0 0 0 0,-1 0 0 0 0,1 0-1 0 0,-1 1 1 0 0,1-1 0 0 0,-1 0 0 0 0,0 1 0 0 0,1-1 0 0 0,-1 1 0 0 0,0-1-1 0 0,0 1 1 0 0,1 0 0 0 0,-1-1 0 0 0,0 1 0 0 0,0 0 0 0 0,0 0-1 0 0,1 1 1 0 0,-1-1 0 0 0,0 0 0 0 0,0 0 0 0 0,1 1 0 0 0,-1-1-1 0 0,0 1 1 0 0,1 0 0 0 0,-1 0 0 0 0,0-1 0 0 0,-1 2 0 0 0,2-1-2 0 0,0 0 1 0 0,0 1 0 0 0,0-1 0 0 0,0 0 0 0 0,0 0-1 0 0,0 0 1 0 0,1 1 0 0 0,-1-1 0 0 0,0 0-1 0 0,1 1 1 0 0,-1-1 0 0 0,1 0 0 0 0,-1 1 0 0 0,1-1-1 0 0,0 1 1 0 0,-1-1 0 0 0,1 1 0 0 0,0-1 0 0 0,0 1-1 0 0,0-1 1 0 0,0 1 0 0 0,0-1 0 0 0,1 1 0 0 0,-1-1-1 0 0,0 0 1 0 0,1 1 0 0 0,-1-1 0 0 0,1 1-1 0 0,-1-1 1 0 0,1 0 0 0 0,0 1 0 0 0,0-1 0 0 0,-1 0-1 0 0,3 2 1 0 0,1 4 9 0 0,0 0 0 0 0,1-1 0 0 0,0 1 0 0 0,0-1 0 0 0,7 6 1 0 0,-6-6 26 0 0,1 1 1 0 0,1-2-1 0 0,-1 1 1 0 0,1-1-1 0 0,0 0 1 0 0,0 0-1 0 0,0-1 1 0 0,0 0-1 0 0,1-1 1 0 0,0 0 0 0 0,0 0-1 0 0,0-1 1 0 0,0 0-1 0 0,0-1 1 0 0,0 1-1 0 0,0-2 1 0 0,1 1-1 0 0,-1-2 1 0 0,0 1-1 0 0,0-1 1 0 0,1 0-1 0 0,-1-1 1 0 0,0 0 0 0 0,0-1-1 0 0,13-5 1 0 0,9-5-206 0 0,2-4-96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59.5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48 6913 0 0,'-1'0'26'0'0,"1"0"0"0"0,-1 0 0 0 0,1 0 0 0 0,-1 0-1 0 0,1 0 1 0 0,-1 0 0 0 0,1 1 0 0 0,-1-1-1 0 0,1 0 1 0 0,-1 0 0 0 0,1 0 0 0 0,-1 1-1 0 0,1-1 1 0 0,0 0 0 0 0,-1 1 0 0 0,1-1-1 0 0,-1 0 1 0 0,1 1 0 0 0,0-1 0 0 0,-1 0 0 0 0,1 1-1 0 0,0-1 1 0 0,-1 1 0 0 0,1-1 0 0 0,0 1-1 0 0,0-1 1 0 0,0 1 0 0 0,-1-1 0 0 0,1 1-1 0 0,0-1 1 0 0,0 1 0 0 0,0-1 0 0 0,0 1-1 0 0,0-1 1 0 0,0 1 0 0 0,0-1 0 0 0,0 1 0 0 0,0-1-1 0 0,0 1 1 0 0,0-1 0 0 0,0 2 0 0 0,0-1-40 0 0,1-1 1 0 0,-1 1 0 0 0,0 0-1 0 0,1 0 1 0 0,-1 0 0 0 0,0 0-1 0 0,1-1 1 0 0,-1 1 0 0 0,1 0-1 0 0,-1 0 1 0 0,1-1 0 0 0,0 1 0 0 0,-1 0-1 0 0,1-1 1 0 0,0 1 0 0 0,-1-1-1 0 0,1 1 1 0 0,0-1 0 0 0,0 1-1 0 0,-1-1 1 0 0,1 1 0 0 0,0-1-1 0 0,0 0 1 0 0,0 1 0 0 0,0-1 0 0 0,0 0-1 0 0,-1 0 1 0 0,3 1 0 0 0,17-1 341 0 0,0-1 1 0 0,-1 0 0 0 0,21-5 0 0 0,18-1 788 0 0,426-22 3680 0 0,-211 24-4602 0 0,-53 3-178 0 0,318-6 783 0 0,-432 5-415 0 0,204-11 543 0 0,-258 11-906 0 0,0 2 0 0 0,75 7 0 0 0,-76 1-288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1:14.55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172 257 5625 0 0,'-58'6'894'0'0,"51"-6"-677"0"0,0 0 0 0 0,0 0 0 0 0,0 0 0 0 0,-1 1 0 0 0,1 1 0 0 0,0-1 0 0 0,0 1 0 0 0,1 0 0 0 0,-1 0 0 0 0,0 1 0 0 0,1 0 0 0 0,-1 0 0 0 0,-10 8 0 0 0,17-11-102 0 0,-1 0 0 0 0,1 0 1 0 0,-1 1-1 0 0,1-1 1 0 0,-1 0-1 0 0,1 1 0 0 0,0-1 1 0 0,-1 1-1 0 0,1-1 0 0 0,0 0 1 0 0,-1 1-1 0 0,1-1 0 0 0,0 1 1 0 0,0-1-1 0 0,-1 1 1 0 0,1-1-1 0 0,0 1 0 0 0,0-1 1 0 0,0 1-1 0 0,0-1 0 0 0,-1 1 1 0 0,1-1-1 0 0,0 1 0 0 0,0-1 1 0 0,0 2-1 0 0,10 3 1838 0 0,20-7-256 0 0,-6-8-1159 0 0,-1-1 0 0 0,-1-1 0 0 0,0 0 0 0 0,-1-2 0 0 0,0-1 1 0 0,28-25-1 0 0,54-37-419 0 0,-60 50-343 0 0,75-62 0 0 0,-118 89 225 0 0,0 0 0 0 0,0 0-1 0 0,0 0 1 0 0,0 0 0 0 0,1 0 0 0 0,-1 0-1 0 0,0 0 1 0 0,0 0 0 0 0,0 0 0 0 0,0 0-1 0 0,1 0 1 0 0,-1 0 0 0 0,0 0-1 0 0,0 0 1 0 0,0 0 0 0 0,0 0 0 0 0,1 0-1 0 0,-1 0 1 0 0,0 0 0 0 0,0 0 0 0 0,0 0-1 0 0,0 1 1 0 0,0-1 0 0 0,1 0 0 0 0,-1 0-1 0 0,0 0 1 0 0,0 0 0 0 0,0 0-1 0 0,0 0 1 0 0,0 1 0 0 0,0-1 0 0 0,0 0-1 0 0,0 0 1 0 0,0 0 0 0 0,0 0 0 0 0,1 1-1 0 0,-1-1 1 0 0,0 0 0 0 0,0 0-1 0 0,0 0 1 0 0,0 0 0 0 0,0 1 0 0 0,0-1-1 0 0,0 0 1 0 0,0 0 0 0 0,4 19 79 0 0,2 31 98 0 0,-4-34-144 0 0,3 26-39 0 0,2 0 0 0 0,2-1 1 0 0,28 79-1 0 0,-29-101 2 0 0,0 0 0 0 0,2 0-1 0 0,0-1 1 0 0,1 0 0 0 0,1-1 0 0 0,0 0 0 0 0,2-1 0 0 0,0 0 0 0 0,0-1-1 0 0,18 13 1 0 0,44 39-6245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1:14.79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8 313 8754 0 0,'0'-1'63'0'0,"-1"0"0"0"0,0 0 1 0 0,0 0-1 0 0,1 0 0 0 0,-1 0 0 0 0,1 0 0 0 0,-1 0 1 0 0,1 0-1 0 0,-1 0 0 0 0,1 0 0 0 0,0-1 0 0 0,-1 1 1 0 0,1 0-1 0 0,0 0 0 0 0,0 0 0 0 0,0-1 1 0 0,0 1-1 0 0,0 0 0 0 0,0 0 0 0 0,0 0 0 0 0,0-1 1 0 0,1 1-1 0 0,-1 0 0 0 0,0 0 0 0 0,1 0 0 0 0,-1 0 1 0 0,1-1-1 0 0,-1 1 0 0 0,1 0 0 0 0,0 0 1 0 0,0-1-1 0 0,29-39 1570 0 0,-20 29-1208 0 0,9-13 237 0 0,0 2 0 0 0,2 0 0 0 0,1 1-1 0 0,28-22 1 0 0,-30 29-2235 0 0,1 1-1 0 0,0 1 1 0 0,26-12-1 0 0,-28 16-524 0 0,-3-1-13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1:15.1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84 0 5065 0 0,'-8'0'814'0'0,"1"0"1"0"0,-1 1-1 0 0,1-1 0 0 0,-1 1 0 0 0,-13 4 1 0 0,20-4-660 0 0,-1-1 0 0 0,1 1 1 0 0,0 0-1 0 0,-1-1 0 0 0,1 1 1 0 0,0 0-1 0 0,-1 0 0 0 0,1 0 1 0 0,0 0-1 0 0,0 0 0 0 0,0 0 1 0 0,0 0-1 0 0,0 1 1 0 0,0-1-1 0 0,0 0 0 0 0,0 0 1 0 0,1 1-1 0 0,-1-1 0 0 0,0 1 1 0 0,1-1-1 0 0,-1 1 0 0 0,1-1 1 0 0,0 1-1 0 0,-1-1 0 0 0,1 1 1 0 0,0-1-1 0 0,0 1 0 0 0,0-1 1 0 0,0 1-1 0 0,0-1 1 0 0,0 1-1 0 0,0 0 0 0 0,1 2 1 0 0,2 7-8 0 0,0-1 1 0 0,1 0 0 0 0,0 1 0 0 0,1-1-1 0 0,0-1 1 0 0,0 1 0 0 0,1-1 0 0 0,0 0-1 0 0,1 0 1 0 0,11 12 0 0 0,12 10-219 0 0,44 34-1 0 0,-62-55 127 0 0,3 3-102 0 0,1-2 1 0 0,21 13-1 0 0,-32-21-51 0 0,1 0 0 0 0,-1 0 0 0 0,1-1 0 0 0,0 1 0 0 0,0-1 0 0 0,0-1 0 0 0,0 1 0 0 0,0-1 0 0 0,0 0 0 0 0,0 0 0 0 0,8-1 0 0 0,-13 0 75 0 0,-1 0 0 0 0,1-1 0 0 0,-1 1-1 0 0,1 0 1 0 0,0-1 0 0 0,-1 1 0 0 0,1 0 0 0 0,-1-1-1 0 0,1 1 1 0 0,0-1 0 0 0,-1 1 0 0 0,0-1-1 0 0,1 0 1 0 0,-1 1 0 0 0,1-1 0 0 0,-1 1 0 0 0,0-1-1 0 0,1 0 1 0 0,-1 1 0 0 0,0-1 0 0 0,0 0-1 0 0,1 1 1 0 0,-1-1 0 0 0,0 0 0 0 0,0 0 0 0 0,0 1-1 0 0,0-1 1 0 0,0 0 0 0 0,0 1 0 0 0,0-1-1 0 0,0 0 1 0 0,0 0 0 0 0,0 1 0 0 0,0-1 0 0 0,-1 0-1 0 0,1 1 1 0 0,0-1 0 0 0,-1 0 0 0 0,1 1-1 0 0,-1-2 1 0 0,-13-35 597 0 0,11 32-457 0 0,0-4-23 0 0,-12-19 316 0 0,14 28-411 0 0,1-1 0 0 0,0 1 0 0 0,0 0-1 0 0,-1 0 1 0 0,1-1 0 0 0,0 1 0 0 0,0 0-1 0 0,-1 0 1 0 0,1 0 0 0 0,0 0 0 0 0,0 0 0 0 0,-1-1-1 0 0,1 1 1 0 0,0 0 0 0 0,-1 0 0 0 0,1 0-1 0 0,0 0 1 0 0,-1 0 0 0 0,1 0 0 0 0,0 0 0 0 0,-1 0-1 0 0,1 0 1 0 0,0 0 0 0 0,-1 0 0 0 0,1 0-1 0 0,0 0 1 0 0,-1 0 0 0 0,1 0 0 0 0,-1 1-1 0 0,-9 13-344 0 0,-3 21-591 0 0,-11 43 0 0 0,12-29-3114 0 0,7-24-46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1:15.5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48 154 4145 0 0,'-2'0'109'0'0,"0"0"1"0"0,-1 0-1 0 0,1 1 0 0 0,-1-1 1 0 0,1 1-1 0 0,0-1 0 0 0,0 1 1 0 0,-1 0-1 0 0,1 0 0 0 0,0 0 1 0 0,0 0-1 0 0,0 0 1 0 0,0 0-1 0 0,0 0 0 0 0,0 1 1 0 0,0-1-1 0 0,0 1 0 0 0,-1 2 1 0 0,2-3-3 0 0,0 0 1 0 0,1 0-1 0 0,-1 1 1 0 0,1-1-1 0 0,-1 0 1 0 0,1 0-1 0 0,-1 0 1 0 0,1 1-1 0 0,0-1 1 0 0,0 0-1 0 0,0 0 1 0 0,0 1-1 0 0,0-1 1 0 0,0 0-1 0 0,0 1 1 0 0,0-1-1 0 0,0 0 1 0 0,0 0 0 0 0,1 1-1 0 0,-1-1 1 0 0,1 0-1 0 0,-1 0 1 0 0,1 0-1 0 0,-1 0 1 0 0,1 1-1 0 0,0-1 1 0 0,-1 0-1 0 0,1 0 1 0 0,0 0-1 0 0,0 0 1 0 0,0-1-1 0 0,0 1 1 0 0,0 0-1 0 0,0 0 1 0 0,0 0-1 0 0,1 0 1 0 0,10 8 145 0 0,0 0 1 0 0,0-1-1 0 0,1 0 0 0 0,0-1 0 0 0,1 0 1 0 0,0-2-1 0 0,20 7 0 0 0,-27-9-230 0 0,1-1-1 0 0,-1-1 0 0 0,1 1 0 0 0,0-1 0 0 0,-1 0 0 0 0,1-1 0 0 0,0 0 0 0 0,0 0 0 0 0,-1-1 0 0 0,1 0 0 0 0,0 0 0 0 0,-1-1 0 0 0,1 0 0 0 0,-1 0 1 0 0,0-1-1 0 0,8-3 0 0 0,-13 5 34 0 0,1 0 0 0 0,-1-1 0 0 0,1 1 0 0 0,-1-1 0 0 0,1 1 0 0 0,-1-1 0 0 0,0 0 0 0 0,0 0 0 0 0,0 0 1 0 0,0 0-1 0 0,0 0 0 0 0,0 0 0 0 0,0-1 0 0 0,-1 1 0 0 0,1-1 0 0 0,-1 1 0 0 0,0-1 0 0 0,0 1 0 0 0,0-1 0 0 0,0 0 0 0 0,0 0 1 0 0,0 1-1 0 0,-1-1 0 0 0,0 0 0 0 0,1 0 0 0 0,-1 0 0 0 0,0 0 0 0 0,0 0 0 0 0,0 1 0 0 0,-1-1 0 0 0,1 0 0 0 0,-1 0 1 0 0,0 0-1 0 0,1 1 0 0 0,-1-1 0 0 0,-1 0 0 0 0,1 1 0 0 0,0-1 0 0 0,0 1 0 0 0,-1-1 0 0 0,0 1 0 0 0,-2-3 0 0 0,-8-11 473 0 0,-1 1-1 0 0,0 1 1 0 0,-1 0-1 0 0,-29-21 1 0 0,37 30-510 0 0,-5-4-132 0 0,2 1-764 0 0,0 1 0 0 0,-1 0 0 0 0,0 0 0 0 0,0 1 1 0 0,0 0-1 0 0,-23-9 0 0 0,21 12-4051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1:16.04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0 169 5065 0 0,'1'0'223'0'0,"1"-1"-1"0"0,-1 1 1 0 0,0 0 0 0 0,1-1-1 0 0,-1 1 1 0 0,1 0 0 0 0,-1 0-1 0 0,0 0 1 0 0,1 0 0 0 0,-1 0-1 0 0,1 1 1 0 0,-1-1 0 0 0,0 0-1 0 0,1 1 1 0 0,-1-1 0 0 0,0 1-1 0 0,1-1 1 0 0,-1 1 0 0 0,0-1-1 0 0,0 1 1 0 0,1 0-1 0 0,0 1 1 0 0,35 21 3139 0 0,-31-19-2982 0 0,30 28 789 0 0,-25-20-1087 0 0,-9-14-90 0 0,0-1 0 0 0,0 0 0 0 0,-1 0 0 0 0,1 0 0 0 0,-1 0 0 0 0,0 0 0 0 0,0 0 0 0 0,1-4 0 0 0,2-15 5 0 0,2-4-3 0 0,0-1-1 0 0,11-26 0 0 0,-15 47 17 0 0,0 0 0 0 0,1 0-1 0 0,0 0 1 0 0,0 0 0 0 0,1 0-1 0 0,0 1 1 0 0,0 0-1 0 0,0 0 1 0 0,0 0 0 0 0,1 0-1 0 0,0 0 1 0 0,0 1-1 0 0,0 0 1 0 0,6-3 0 0 0,-9 6 112 0 0,-1 0 1 0 0,1 0-1 0 0,0 0 1 0 0,0 0-1 0 0,0 1 1 0 0,0-1-1 0 0,0 1 1 0 0,0 0-1 0 0,0-1 1 0 0,0 1-1 0 0,0 0 1 0 0,0 0-1 0 0,0 0 1 0 0,0 0-1 0 0,0 1 1 0 0,0-1-1 0 0,-1 1 1 0 0,1-1-1 0 0,0 1 1 0 0,2 0-1 0 0,0 1 40 0 0,-1 0 0 0 0,0 0 0 0 0,1 1-1 0 0,-1-1 1 0 0,0 1 0 0 0,0 0 0 0 0,-1-1-1 0 0,1 1 1 0 0,3 6 0 0 0,4 6 67 0 0,-2 0-1 0 0,1 0 1 0 0,8 27 0 0 0,-14-34-281 0 0,-1-2-189 0 0,1 0 1 0 0,0 1 0 0 0,0-1-1 0 0,1 0 1 0 0,-1 0-1 0 0,1-1 1 0 0,6 7 0 0 0,0-3-1043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1:17.21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5 314 5985 0 0,'-1'-1'224'0'0,"1"0"-1"0"0,-1 0 0 0 0,1 0 0 0 0,-1 0 1 0 0,1 0-1 0 0,0-1 0 0 0,-1 1 1 0 0,1 0-1 0 0,0 0 0 0 0,0 0 0 0 0,-1-1 1 0 0,1 1-1 0 0,0 0 0 0 0,0 0 1 0 0,1-1-1 0 0,-1 1 0 0 0,0 0 1 0 0,0 0-1 0 0,1-1 0 0 0,-1 1 0 0 0,0 0 1 0 0,1 0-1 0 0,1-2 0 0 0,-2 2-112 0 0,1 0 0 0 0,0 1 0 0 0,0-1 0 0 0,-1 1 0 0 0,1 0 0 0 0,0-1 0 0 0,0 1 0 0 0,0 0 0 0 0,0-1 0 0 0,0 1 0 0 0,-1 0 0 0 0,1 0 0 0 0,0-1 0 0 0,0 1 0 0 0,0 0 0 0 0,0 0 0 0 0,0 0 0 0 0,0 0 0 0 0,0 1 0 0 0,0-1 0 0 0,0 0 0 0 0,0 0 0 0 0,-1 0 0 0 0,1 1 0 0 0,0-1 0 0 0,0 1 0 0 0,0-1 1 0 0,0 0-1 0 0,-1 1 0 0 0,1-1 0 0 0,1 2 0 0 0,9 7 79 0 0,-1-1 1 0 0,0 1 0 0 0,-1 1 0 0 0,0 0 0 0 0,0 0 0 0 0,-1 1 0 0 0,-1 0 0 0 0,0 1 0 0 0,11 22 0 0 0,8 13 135 0 0,-23-33-263 0 0,-6-13-14 0 0,-2-11-15 0 0,2 2-69 0 0,1-1 0 0 0,-1 1 0 0 0,2-1 0 0 0,0 0 0 0 0,0 0 0 0 0,0 0 0 0 0,2-15 0 0 0,9-70-126 0 0,-6 68 168 0 0,-3 20-1 0 0,8-44 118 0 0,-8 48-91 0 0,-1-1 0 0 0,1 1-1 0 0,0 0 1 0 0,0 0 0 0 0,-1 0 0 0 0,1 0-1 0 0,1 0 1 0 0,-1 0 0 0 0,0 0 0 0 0,0 0-1 0 0,1 0 1 0 0,-1 0 0 0 0,1 1 0 0 0,0-1-1 0 0,-1 1 1 0 0,1-1 0 0 0,4-2 0 0 0,-5 4-21 0 0,0 0 0 0 0,0 0 0 0 0,0 0 1 0 0,0 0-1 0 0,0 0 0 0 0,0 0 0 0 0,0 0 0 0 0,0 0 1 0 0,0 0-1 0 0,0 0 0 0 0,0 1 0 0 0,-1-1 0 0 0,1 0 1 0 0,0 1-1 0 0,0-1 0 0 0,0 1 0 0 0,0-1 0 0 0,0 1 1 0 0,0-1-1 0 0,-1 1 0 0 0,1 0 0 0 0,0-1 0 0 0,0 1 1 0 0,-1 0-1 0 0,1-1 0 0 0,-1 1 0 0 0,1 0 0 0 0,0 0 1 0 0,-1 0-1 0 0,0 0 0 0 0,2 1 0 0 0,14 38 516 0 0,-9-23-406 0 0,-7-15-134 0 0,1 0 0 0 0,0-1 0 0 0,0 1 0 0 0,0 0 0 0 0,0-1 0 0 0,0 1 0 0 0,1-1 0 0 0,-1 0 0 0 0,0 1 0 0 0,1-1 0 0 0,1 2 0 0 0,-3-3-1 0 0,1 0 0 0 0,-1 0 0 0 0,1 1 0 0 0,-1-1 0 0 0,1 0-1 0 0,0 0 1 0 0,-1 0 0 0 0,1 0 0 0 0,-1 0 0 0 0,1 0 0 0 0,-1 0 0 0 0,1 0 0 0 0,-1 0-1 0 0,1 0 1 0 0,0 0 0 0 0,-1 0 0 0 0,1 0 0 0 0,-1 0 0 0 0,1 0 0 0 0,-1-1 0 0 0,1 1 0 0 0,-1 0-1 0 0,1 0 1 0 0,0-1 0 0 0,2-2-52 0 0,0-1 0 0 0,0 1 0 0 0,0 0 0 0 0,0-1 0 0 0,-1 0 0 0 0,0 0 0 0 0,0 1 0 0 0,2-6-1 0 0,4-9-252 0 0,-1-1 0 0 0,6-26 0 0 0,-9 31 440 0 0,-1 0-1 0 0,2 1 1 0 0,0 0 0 0 0,0 0-1 0 0,1 0 1 0 0,13-20 0 0 0,-18 31-88 0 0,1 1-1 0 0,-1-1 1 0 0,0 1 0 0 0,1-1 0 0 0,-1 1 0 0 0,1 0 0 0 0,0-1-1 0 0,-1 1 1 0 0,1 0 0 0 0,0 0 0 0 0,0 0 0 0 0,0 0 0 0 0,0 1-1 0 0,0-1 1 0 0,0 0 0 0 0,0 1 0 0 0,0 0 0 0 0,0-1 0 0 0,0 1-1 0 0,0 0 1 0 0,0 0 0 0 0,0 0 0 0 0,0 0 0 0 0,0 0 0 0 0,0 1-1 0 0,0-1 1 0 0,0 1 0 0 0,0-1 0 0 0,0 1 0 0 0,0 0 0 0 0,0-1-1 0 0,0 1 1 0 0,-1 0 0 0 0,1 0 0 0 0,0 1 0 0 0,-1-1 0 0 0,1 0-1 0 0,1 2 1 0 0,9 7 284 0 0,0 1-1 0 0,-1-1 1 0 0,-1 2-1 0 0,10 13 1 0 0,-8-11-217 0 0,16 20-5715 0 0,-12-17-758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1:22.32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15 475 3225 0 0,'0'0'240'0'0,"-15"-32"12049"0"0,70 111-11425 0 0,6 8-326 0 0,-54-78-527 0 0,1-1 0 0 0,0 0 0 0 0,0 0 0 0 0,1 0 0 0 0,0-1 0 0 0,0-1 0 0 0,12 7 0 0 0,-17-10-10 0 0,0-1 0 0 0,0 0 1 0 0,1 0-1 0 0,-1-1 0 0 0,0 1 0 0 0,1-1 1 0 0,-1 0-1 0 0,1 0 0 0 0,0-1 0 0 0,-1 1 1 0 0,1-1-1 0 0,-1 0 0 0 0,1 0 1 0 0,0-1-1 0 0,-1 1 0 0 0,1-1 0 0 0,-1 0 1 0 0,7-2-1 0 0,-5 0 129 0 0,1-1 0 0 0,0 0 1 0 0,-1 0-1 0 0,0 0 0 0 0,0-1 0 0 0,0 0 0 0 0,0 0 0 0 0,-1-1 1 0 0,0 0-1 0 0,6-7 0 0 0,-3 1 35 0 0,1 0 0 0 0,-2 0 0 0 0,1-1 0 0 0,-2 1 0 0 0,0-1 0 0 0,0-1 0 0 0,-1 1 0 0 0,-1-1 0 0 0,0 0 0 0 0,-1 0 0 0 0,-1-1 0 0 0,0 1 0 0 0,-1 0 0 0 0,0-15 0 0 0,-3 5-55 0 0,-1 0 0 0 0,0 0 1 0 0,-2 0-1 0 0,-1 1 1 0 0,-1-1-1 0 0,0 1 1 0 0,-18-34-1 0 0,-3-8-42 0 0,18 38-152 0 0,-2 1-1 0 0,-23-41 1 0 0,31 63-510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1:22.83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22 398 5985 0 0,'-21'-5'13620'0'0,"37"11"-13402"0"0,-2 2-151 0 0,0 1 1 0 0,-1 1-1 0 0,0 0 0 0 0,0 0 1 0 0,-1 2-1 0 0,-1-1 0 0 0,0 2 1 0 0,17 23-1 0 0,-19-23-67 0 0,0-1 0 0 0,2 0 0 0 0,-1 0 0 0 0,1-1 0 0 0,1 0 0 0 0,0-1 0 0 0,1 0-1 0 0,0-1 1 0 0,19 10 0 0 0,-31-18 3 0 0,0 0-1 0 0,0-1 1 0 0,1 1-1 0 0,-1 0 1 0 0,0-1-1 0 0,0 0 1 0 0,0 1-1 0 0,0-1 1 0 0,1 0-1 0 0,-1 1 1 0 0,0-1-1 0 0,0 0 1 0 0,1 0-1 0 0,-1 0 1 0 0,0 0-1 0 0,0 0 0 0 0,1 0 1 0 0,-1 0-1 0 0,0-1 1 0 0,0 1-1 0 0,0 0 1 0 0,1-1-1 0 0,-1 1 1 0 0,0-1-1 0 0,0 1 1 0 0,0-1-1 0 0,0 0 1 0 0,0 1-1 0 0,0-1 1 0 0,0 0-1 0 0,0 0 1 0 0,0 0-1 0 0,0 0 1 0 0,0 0-1 0 0,-1 0 1 0 0,1 0-1 0 0,0 0 1 0 0,-1 0-1 0 0,1 0 1 0 0,-1 0-1 0 0,1 0 0 0 0,-1 0 1 0 0,1 0-1 0 0,-1-1 1 0 0,0 1-1 0 0,1 0 1 0 0,-1-2-1 0 0,1-8 150 0 0,0 0-1 0 0,0 0 1 0 0,-2-1-1 0 0,-1-15 0 0 0,1 10 7 0 0,-1-262 1265 0 0,1 254-1451 0 0,-1-1 0 0 0,-2 1-1 0 0,-1 1 1 0 0,0-1 0 0 0,-2 1 0 0 0,-1 0 0 0 0,-21-46 0 0 0,27 66-331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1:24.39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37 1840 0 0,'0'-9'-732'0'0,"4"-19"11197"0"0,-1 38-8925 0 0,-2-9-1258 0 0,0 4-137 0 0,13 45-118 0 0,9 34-128 0 0,56 133 1 0 0,-77-213 173 0 0,0 0 1 0 0,0 1 0 0 0,0-1 0 0 0,1 0-1 0 0,-1-1 1 0 0,1 1 0 0 0,0 0 0 0 0,0-1-1 0 0,1 0 1 0 0,-1 0 0 0 0,1 0 0 0 0,0 0 0 0 0,-1 0-1 0 0,1-1 1 0 0,0 1 0 0 0,1-1 0 0 0,-1 0-1 0 0,0 0 1 0 0,6 1 0 0 0,-5-2 56 0 0,-1-1 0 0 0,1 0 1 0 0,0 1-1 0 0,0-2 0 0 0,0 1 0 0 0,0 0 1 0 0,0-1-1 0 0,-1 0 0 0 0,1 0 0 0 0,0-1 1 0 0,-1 1-1 0 0,1-1 0 0 0,-1 0 0 0 0,1 0 1 0 0,-1 0-1 0 0,0-1 0 0 0,0 1 0 0 0,5-6 1 0 0,0 1 15 0 0,-1 0 1 0 0,-1-1-1 0 0,0 0 0 0 0,10-14 1 0 0,21-22-1531 0 0,-23 34-554 0 0,-4 5-2469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1:24.70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 1 5065 0 0,'-17'7'8582'0'0,"15"-4"-8131"0"0,10 18 3264 0 0,-6-16-4206 0 0,104 213 3374 0 0,-71-144-4457 0 0,-2-1-3293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1:25.80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0 476 6913 0 0,'1'-14'8105'0'0,"1"25"-5049"0"0,3 7-3452 0 0,3-1 400 0 0,0 0-1 0 0,1 0 1 0 0,0-1-1 0 0,2 0 1 0 0,0 0-1 0 0,0-1 1 0 0,1-1-1 0 0,1 0 1 0 0,1 0-1 0 0,0-2 1 0 0,1 0-1 0 0,28 19 1 0 0,-39-29-18 0 0,-1 0 0 0 0,0-1 1 0 0,1 1-1 0 0,0-1 0 0 0,-1 0 0 0 0,1 1 1 0 0,0-2-1 0 0,0 1 0 0 0,0 0 0 0 0,-1-1 1 0 0,1 0-1 0 0,0 0 0 0 0,0 0 0 0 0,0 0 1 0 0,0-1-1 0 0,0 1 0 0 0,0-1 0 0 0,-1 0 1 0 0,1 0-1 0 0,0 0 0 0 0,5-3 0 0 0,-6 2 2 0 0,0-1 0 0 0,0 1 0 0 0,0-1 0 0 0,0 0-1 0 0,0 0 1 0 0,0 0 0 0 0,-1 0 0 0 0,0-1 0 0 0,1 1-1 0 0,-1 0 1 0 0,0-1 0 0 0,-1 0 0 0 0,1 1-1 0 0,-1-1 1 0 0,1 0 0 0 0,-1 0 0 0 0,0 0 0 0 0,-1 0-1 0 0,1 0 1 0 0,0-5 0 0 0,-1-2 89 0 0,1 1 0 0 0,-1 0 1 0 0,-1 0-1 0 0,0 0 0 0 0,0 0 0 0 0,-1 0 1 0 0,0 0-1 0 0,-1 0 0 0 0,0 1 0 0 0,0-1 1 0 0,-1 1-1 0 0,-1 0 0 0 0,1 0 0 0 0,-1 0 1 0 0,-1 1-1 0 0,0-1 0 0 0,0 1 0 0 0,-1 1 0 0 0,1-1 1 0 0,-2 1-1 0 0,1 0 0 0 0,-1 1 0 0 0,0 0 1 0 0,0 0-1 0 0,-1 0 0 0 0,0 1 0 0 0,0 1 1 0 0,0 0-1 0 0,0 0 0 0 0,-1 0 0 0 0,1 1 1 0 0,-1 1-1 0 0,0 0 0 0 0,-11-2 0 0 0,18 5-178 0 0,1-1 0 0 0,0 0 0 0 0,-1 0 0 0 0,1-1 1 0 0,0 1-1 0 0,0 0 0 0 0,-1-1 0 0 0,1 0 0 0 0,0 1 0 0 0,0-1 0 0 0,0 0 0 0 0,0 0 0 0 0,0 0 0 0 0,-3-2 0 0 0,5 2 32 0 0,-1-1-1 0 0,1 1 1 0 0,0-1-1 0 0,0 1 1 0 0,0 0-1 0 0,0-1 1 0 0,0 1 0 0 0,0 0-1 0 0,0-1 1 0 0,1 1-1 0 0,-1-1 1 0 0,0 1-1 0 0,1 0 1 0 0,-1 0 0 0 0,1-1-1 0 0,0 1 1 0 0,-1 0-1 0 0,1 0 1 0 0,0-1-1 0 0,0 1 1 0 0,0 0 0 0 0,-1 0-1 0 0,1 0 1 0 0,2-1-1 0 0,5-8-86 0 0,0 0-1 0 0,0 1 0 0 0,1 0 1 0 0,1 1-1 0 0,-1 0 1 0 0,1 0-1 0 0,1 1 0 0 0,-1 1 1 0 0,13-6-1 0 0,2 0 127 0 0,0 2 0 0 0,0 1-1 0 0,32-7 1 0 0,-55 15 26 0 0,1 0-1 0 0,-1 1 0 0 0,1-1 1 0 0,-1 1-1 0 0,1-1 0 0 0,-1 1 1 0 0,1 0-1 0 0,-1 0 0 0 0,1 0 1 0 0,-1 0-1 0 0,1 1 0 0 0,-1-1 1 0 0,1 1-1 0 0,-1 0 0 0 0,1-1 1 0 0,-1 1-1 0 0,1 0 1 0 0,-1 0-1 0 0,0 1 0 0 0,3 1 1 0 0,-1 1-107 0 0,0 0 0 0 0,-1 0 0 0 0,1 1 0 0 0,-1-1 0 0 0,0 1 0 0 0,-1 0 0 0 0,1 0 0 0 0,2 7 0 0 0,-2-6 41 0 0,-1-1 0 0 0,1 1 0 0 0,0-1-1 0 0,1 0 1 0 0,-1 0 0 0 0,1 0 0 0 0,0-1 0 0 0,0 1 0 0 0,1-1 0 0 0,4 4 0 0 0,-8-7 78 0 0,1 0-1 0 0,-1-1 1 0 0,0 1 0 0 0,1 0 0 0 0,-1-1 0 0 0,0 1 0 0 0,1-1 0 0 0,-1 1 0 0 0,1-1 0 0 0,-1 0 0 0 0,1 0-1 0 0,-1 1 1 0 0,1-1 0 0 0,-1 0 0 0 0,1 0 0 0 0,-1 0 0 0 0,1-1 0 0 0,1 1 0 0 0,-1-1 32 0 0,0 0-1 0 0,0 0 1 0 0,0 0 0 0 0,0-1 0 0 0,0 1 0 0 0,0 0 0 0 0,-1-1-1 0 0,1 1 1 0 0,0-1 0 0 0,-1 0 0 0 0,0 1 0 0 0,1-1 0 0 0,-1 0-1 0 0,0 0 1 0 0,0 0 0 0 0,1-2 0 0 0,2-3 307 0 0,-1-1 0 0 0,-1 1 0 0 0,0-1 1 0 0,0 0-1 0 0,0 1 0 0 0,-1-1 0 0 0,0 0 0 0 0,0 0 0 0 0,-1 0 1 0 0,0 0-1 0 0,-1 0 0 0 0,1 0 0 0 0,-2 1 0 0 0,1-1 0 0 0,-1 0 1 0 0,0 1-1 0 0,-1-1 0 0 0,1 1 0 0 0,-2-1 0 0 0,-7-12 0 0 0,7 11-343 0 0,-2 1 0 0 0,1 0 0 0 0,-1 0 0 0 0,0 0 0 0 0,0 1 0 0 0,-1 0 0 0 0,0 0 0 0 0,-1 1 0 0 0,1 0 0 0 0,-1 0 0 0 0,0 1 0 0 0,0 0 0 0 0,-1 0 0 0 0,0 1 0 0 0,0 0 0 0 0,-17-5 0 0 0,18 8-755 0 0,1 0 0 0 0,0 0 1 0 0,-1 1-1 0 0,1 0 1 0 0,-15 2-1 0 0,6 0 618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2:11.9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1042 284 5529 0 0,'0'-3'359'0'0,"1"-1"1"0"0,-2 0-1 0 0,1 0 0 0 0,0 0 0 0 0,-1 1 0 0 0,0-1 0 0 0,0 0 1 0 0,0 1-1 0 0,0-1 0 0 0,-1 1 0 0 0,1-1 0 0 0,-1 1 1 0 0,0 0-1 0 0,-2-4 0 0 0,0 3 46 0 0,0 0 0 0 0,-1 0 1 0 0,1 1-1 0 0,-1-1 0 0 0,1 1 1 0 0,-1 0-1 0 0,0 1 0 0 0,0-1 1 0 0,-7-1-1 0 0,-45-22 2265 0 0,35 14-2063 0 0,-1 2-1 0 0,-1 1 1 0 0,-34-9 0 0 0,26 11-434 0 0,0 1 0 0 0,0 2 0 0 0,0 1 1 0 0,-46 3-1 0 0,62 1-106 0 0,0 0 1 0 0,-1 2 0 0 0,1 0-1 0 0,1 1 1 0 0,-1 1 0 0 0,0 0-1 0 0,1 1 1 0 0,0 0-1 0 0,1 2 1 0 0,-24 14 0 0 0,-5 8-76 0 0,2 2 1 0 0,1 2 0 0 0,2 1 0 0 0,-54 64 0 0 0,77-80 4 0 0,0 2 0 0 0,1 0 0 0 0,1 1 0 0 0,0 0 0 0 0,2 1 0 0 0,1 0 0 0 0,1 1 0 0 0,1 0 0 0 0,1 0 0 0 0,1 1 0 0 0,-4 37 0 0 0,8-30-2 0 0,0 1 0 0 0,3 0 0 0 0,1 0 0 0 0,1-1 0 0 0,1 1 0 0 0,3-1 0 0 0,0 0 0 0 0,17 44 0 0 0,-17-58-42 0 0,0-1 0 0 0,2 0-1 0 0,0 0 1 0 0,0 0 0 0 0,2-1 0 0 0,0-1-1 0 0,1 0 1 0 0,0-1 0 0 0,2 0 0 0 0,-1-1 0 0 0,1 0-1 0 0,1-1 1 0 0,1 0 0 0 0,-1-2 0 0 0,32 17-1 0 0,-11-13-93 0 0,0-1 0 0 0,0-2-1 0 0,1-1 1 0 0,0-2 0 0 0,1-1-1 0 0,0-3 1 0 0,0 0 0 0 0,0-3-1 0 0,1-1 1 0 0,-1-2-1 0 0,0-2 1 0 0,0-1 0 0 0,-1-2-1 0 0,44-13 1 0 0,-55 11 182 0 0,0-2 0 0 0,-1 0 0 0 0,0-2 0 0 0,-1 0 0 0 0,31-24 0 0 0,-13 5 128 0 0,70-71 0 0 0,-90 79-80 0 0,-2-1 1 0 0,0 0-1 0 0,-2-2 0 0 0,-1 0 1 0 0,-1-1-1 0 0,14-35 1 0 0,-7 7 213 0 0,-3-1 1 0 0,18-79-1 0 0,-34 111-189 0 0,-1 1-1 0 0,0-1 1 0 0,-2 0-1 0 0,-1 0 0 0 0,-1 0 1 0 0,-1 0-1 0 0,-7-35 0 0 0,-2 14 128 0 0,-1 1 0 0 0,-2 0-1 0 0,-21-43 1 0 0,30 77-229 0 0,-1 0 0 0 0,0 1-1 0 0,-1 0 1 0 0,0 0 0 0 0,0 0-1 0 0,-1 1 1 0 0,-1 0 0 0 0,1 1 0 0 0,-1 0-1 0 0,-1 0 1 0 0,1 1 0 0 0,-1 0-1 0 0,-1 0 1 0 0,1 1 0 0 0,-1 1 0 0 0,0 0-1 0 0,0 0 1 0 0,-1 1 0 0 0,1 1-1 0 0,-1 0 1 0 0,0 0 0 0 0,-18-1 0 0 0,3 4-319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2:13.28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963 228 3225 0 0,'-1'-5'212'0'0,"0"0"1"0"0,0 0 0 0 0,0 0-1 0 0,-1 0 1 0 0,1 0 0 0 0,-1 1-1 0 0,-1-1 1 0 0,1 0 0 0 0,-5-7-1 0 0,-30-36 2381 0 0,29 38-1834 0 0,-1 1 0 0 0,-1 0-1 0 0,1 1 1 0 0,-1 0-1 0 0,-1 0 1 0 0,1 1 0 0 0,-1 1-1 0 0,-1-1 1 0 0,-19-6 0 0 0,19 9-424 0 0,0 0 0 0 0,-1 2 1 0 0,1-1-1 0 0,-1 2 0 0 0,0-1 1 0 0,1 2-1 0 0,-1 0 0 0 0,0 0 1 0 0,-19 4-1 0 0,13-2-236 0 0,0 1-1 0 0,0 1 1 0 0,1 1 0 0 0,0 0-1 0 0,0 2 1 0 0,0 0 0 0 0,1 0 0 0 0,0 2-1 0 0,0 0 1 0 0,1 1 0 0 0,0 1-1 0 0,1 0 1 0 0,0 2 0 0 0,1-1-1 0 0,-21 25 1 0 0,-25 36-146 0 0,4 3 1 0 0,2 2-1 0 0,-52 105 0 0 0,92-154 78 0 0,3 1-1 0 0,0 0 0 0 0,2 0 0 0 0,1 1 0 0 0,2 0 1 0 0,1 0-1 0 0,1 1 0 0 0,0 39 0 0 0,5-22 33 0 0,1 0-1 0 0,3 0 1 0 0,2 0-1 0 0,20 76 0 0 0,-21-107-27 0 0,0-1 0 0 0,2 0 0 0 0,0 0 0 0 0,1-1 0 0 0,0 0 0 0 0,1-1 0 0 0,1 0 0 0 0,1 0 0 0 0,0-1 0 0 0,15 13 0 0 0,-9-10-64 0 0,1-2 0 0 0,0 1 0 0 0,1-2 0 0 0,1-1 0 0 0,0-1 0 0 0,1 0 0 0 0,26 9-1 0 0,-22-13-73 0 0,1-1-1 0 0,0 0 0 0 0,1-2 0 0 0,-1-2 0 0 0,1 0 0 0 0,45-2 1 0 0,-2-5 58 0 0,98-18 0 0 0,-123 14 36 0 0,1-2 0 0 0,-1-2 0 0 0,65-26 0 0 0,-93 30-4 0 0,0 0-1 0 0,-1-2 1 0 0,0 0 0 0 0,-1 0-1 0 0,0-2 1 0 0,0 0 0 0 0,-1-1-1 0 0,-1 0 1 0 0,-1-1 0 0 0,1-1 0 0 0,12-19-1 0 0,-5 2 72 0 0,-1-1 0 0 0,-1-1-1 0 0,-2-1 1 0 0,-2 0 0 0 0,19-64-1 0 0,-29 78 33 0 0,0 0 0 0 0,-2 0 0 0 0,0 0 0 0 0,-1 0 0 0 0,-1-1 0 0 0,-2 1-1 0 0,0 0 1 0 0,-1 0 0 0 0,-1 0 0 0 0,0 0 0 0 0,-14-39 0 0 0,-86-201 826 0 0,81 215-866 0 0,-1 1-1 0 0,-3 1 1 0 0,-47-61-1 0 0,53 80-20 0 0,-85-98 102 0 0,92 110-233 0 0,0 1-1 0 0,-1 0 1 0 0,-1 1-1 0 0,0 0 1 0 0,0 2 0 0 0,-32-16-1 0 0,42 23-201 0 0,0 0-1 0 0,0 1 1 0 0,0-1-1 0 0,0 1 1 0 0,-1 0-1 0 0,-6 0 1 0 0,-7 2-6864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2:14.4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927 120 456 0 0,'-17'-12'2974'0'0,"-1"0"-1"0"0,-29-13 1 0 0,20 13-845 0 0,-39-11 0 0 0,28 12-661 0 0,0 3 1 0 0,-77-8-1 0 0,93 15-1349 0 0,1 2 0 0 0,0 0 0 0 0,0 1 0 0 0,-1 1-1 0 0,1 1 1 0 0,1 1 0 0 0,-1 1 0 0 0,1 1 0 0 0,-28 12 0 0 0,20-5 45 0 0,-1 2 0 0 0,2 0 0 0 0,0 2 0 0 0,2 1-1 0 0,-40 36 1 0 0,54-44-175 0 0,-1 0 0 0 0,2 1 0 0 0,-1 1-1 0 0,2 0 1 0 0,0 0 0 0 0,0 1 0 0 0,1 0 0 0 0,1 0-1 0 0,0 1 1 0 0,1 0 0 0 0,1 0 0 0 0,0 0-1 0 0,1 1 1 0 0,1 0 0 0 0,0 0 0 0 0,1-1 0 0 0,1 2-1 0 0,0-1 1 0 0,2 0 0 0 0,0 0 0 0 0,0 0-1 0 0,1 0 1 0 0,7 23 0 0 0,-1-14-41 0 0,1 0 1 0 0,1 0 0 0 0,2-1-1 0 0,21 36 1 0 0,-3-17-6 0 0,46 53 0 0 0,-36-45 67 0 0,-27-34-2 0 0,-1-1 1 0 0,2 0-1 0 0,0-1 1 0 0,1 0-1 0 0,1-1 1 0 0,0-1-1 0 0,21 13 1 0 0,14 5 116 0 0,1-3 0 0 0,111 43 1 0 0,-147-65-184 0 0,1-2 0 0 0,0 0 1 0 0,-1 0-1 0 0,2-2 1 0 0,-1 0-1 0 0,0-1 0 0 0,0 0 1 0 0,1-2-1 0 0,-1 0 1 0 0,0-1-1 0 0,0 0 0 0 0,0-2 1 0 0,0 0-1 0 0,-1-1 1 0 0,17-7-1 0 0,-9 0 52 0 0,-1-2 0 0 0,0-1 0 0 0,-1 0 0 0 0,-1-2-1 0 0,-1 0 1 0 0,0-1 0 0 0,-1-2 0 0 0,-1 0 0 0 0,23-32 0 0 0,-20 18 336 0 0,-1-1 0 0 0,-1-1 0 0 0,-2-1 1 0 0,-2-1-1 0 0,-1 0 0 0 0,-2-1 0 0 0,12-69 1 0 0,-22 91-270 0 0,-1 0 0 0 0,0 0 1 0 0,-1-1-1 0 0,-1 1 1 0 0,-1 0-1 0 0,0 0 0 0 0,-1-1 1 0 0,-1 2-1 0 0,-1-1 1 0 0,0 0-1 0 0,-1 1 0 0 0,-13-25 1 0 0,5 16 58 0 0,-1 1 0 0 0,0 0 1 0 0,-2 0-1 0 0,-1 2 0 0 0,-1 0 1 0 0,-39-35-1 0 0,51 51-87 0 0,-1 0 0 0 0,0 0-1 0 0,1 1 1 0 0,-2 0 0 0 0,1 1 0 0 0,0 0 0 0 0,-1 0 0 0 0,0 1-1 0 0,0 0 1 0 0,0 0 0 0 0,-18-2 0 0 0,10 4 54 0 0,-1 0-1 0 0,1 2 1 0 0,0 0 0 0 0,0 1 0 0 0,-28 6 0 0 0,23-3-82 0 0,-1 1-40 0 0,0-1 0 0 0,-1-1-1 0 0,0-1 1 0 0,0-1-1 0 0,0-1 1 0 0,-43-4-1 0 0,46-1-388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2:26.24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 63 2304 0 0,'-23'1'5497'0'0,"37"-1"-3145"0"0,286-21 70 0 0,8-1-122 0 0,-274 22-3015 0 0,-1-2-1 0 0,1-1 1 0 0,43-10-1 0 0,-67 10-239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2:26.88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94 76 3161 0 0,'4'-28'789'0'0,"-3"24"-655"0"0,0 0-1 0 0,0 0 1 0 0,-1 0-1 0 0,1 0 1 0 0,-1 0-1 0 0,0-1 1 0 0,-1-6-1 0 0,1 10-55 0 0,0 1 0 0 0,-1-1 0 0 0,1 1 0 0 0,0 0 0 0 0,0-1 0 0 0,-1 1 0 0 0,1-1-1 0 0,0 1 1 0 0,-1 0 0 0 0,1-1 0 0 0,0 1 0 0 0,-1 0 0 0 0,1-1 0 0 0,0 1 0 0 0,-1 0 0 0 0,1-1-1 0 0,-1 1 1 0 0,1 0 0 0 0,-1 0 0 0 0,1 0 0 0 0,-1-1 0 0 0,1 1 0 0 0,-1 0 0 0 0,1 0-1 0 0,-1 0 1 0 0,1 0 0 0 0,-1 0 0 0 0,1 0 0 0 0,-1 0 0 0 0,1 0 0 0 0,0 0 0 0 0,-1 0 0 0 0,1 0-1 0 0,-1 0 1 0 0,1 1 0 0 0,-1-1 0 0 0,1 0 0 0 0,-1 0 0 0 0,1 0 0 0 0,-1 1 0 0 0,1-1 0 0 0,0 0-1 0 0,-1 1 1 0 0,1-1 0 0 0,-1 0 0 0 0,1 1 0 0 0,0-1 0 0 0,-1 0 0 0 0,1 1 0 0 0,0-1-1 0 0,-1 0 1 0 0,1 1 0 0 0,0-1 0 0 0,0 1 0 0 0,0-1 0 0 0,-1 1 0 0 0,1-1 0 0 0,0 1 0 0 0,0 0-1 0 0,-5 16-80 0 0,0-1-1 0 0,-1 1 0 0 0,-15 29 0 0 0,13-31 247 0 0,0 1 0 0 0,2 0 0 0 0,0 1 1 0 0,-7 29-1 0 0,13-45-193 0 0,0 1 1 0 0,0-1 0 0 0,0 1-1 0 0,0-1 1 0 0,0 1 0 0 0,0 0-1 0 0,1-1 1 0 0,-1 0 0 0 0,1 1 0 0 0,-1-1-1 0 0,1 1 1 0 0,-1-1 0 0 0,1 0-1 0 0,0 1 1 0 0,0-1 0 0 0,0 0-1 0 0,0 1 1 0 0,0-1 0 0 0,0 0-1 0 0,0 0 1 0 0,0 0 0 0 0,0 0-1 0 0,0 0 1 0 0,1 0 0 0 0,-1-1 0 0 0,0 1-1 0 0,1 0 1 0 0,-1-1 0 0 0,1 1-1 0 0,-1 0 1 0 0,0-1 0 0 0,1 0-1 0 0,-1 1 1 0 0,3-1 0 0 0,8 3 205 0 0,0-1 1 0 0,1 0 0 0 0,16-1-1 0 0,-10 0-294 0 0,81 8-2666 0 0,-77-8-1357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2:32.83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63 126 2304 0 0,'-4'2'102'0'0,"-5"1"1086"0"0,0 0 0 0 0,1-1 0 0 0,-1 0 0 0 0,-15 2 0 0 0,28-5-778 0 0,-1 0 1 0 0,1 0 0 0 0,0 0-1 0 0,-1-1 1 0 0,1 1-1 0 0,5-4 1 0 0,6-2-197 0 0,35-10 416 0 0,0 3-1 0 0,1 2 1 0 0,82-8-1 0 0,-38 13 572 0 0,101 5-1 0 0,-171 1-1171 0 0,0-1 0 0 0,0-1 0 0 0,0-1 0 0 0,-1-1 0 0 0,25-9 0 0 0,26-5-1027 0 0,-73 19 886 0 0,-1-1-27 0 0,0 1 1 0 0,-1 0-1 0 0,1-1 0 0 0,0 1 1 0 0,-1 0-1 0 0,1 0 0 0 0,0-1 1 0 0,0 1-1 0 0,-1 0 0 0 0,1 0 1 0 0,0 0-1 0 0,0 0 0 0 0,0 0 1 0 0,-1 0-1 0 0,1 0 0 0 0,0 0 1 0 0,0 1-1 0 0,-1-1 0 0 0,1 0 1 0 0,0 0-1 0 0,-1 0 0 0 0,1 1 1 0 0,0-1-1 0 0,0 0 0 0 0,-1 1 1 0 0,1-1-1 0 0,-1 1 0 0 0,1-1 1 0 0,0 1-1 0 0,-1-1 0 0 0,1 1 1 0 0,0 0-1 0 0,-1 6-1212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2:34.02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 59 2897 0 0,'18'-58'8448'0'0,"-23"64"-5853"0"0,2-2-2620 0 0,0 0 1 0 0,1-1-1 0 0,-1 1 1 0 0,1 0-1 0 0,0 1 1 0 0,-2 5-1 0 0,1-1 155 0 0,0 1 0 0 0,1-1 0 0 0,0 1 0 0 0,1 0-1 0 0,-1 18 1 0 0,2-25-49 0 0,1 0-1 0 0,-1-1 1 0 0,1 1 0 0 0,-1 0-1 0 0,1 0 1 0 0,0-1-1 0 0,0 1 1 0 0,1 0 0 0 0,-1-1-1 0 0,0 1 1 0 0,1-1-1 0 0,-1 1 1 0 0,1-1 0 0 0,0 0-1 0 0,0 0 1 0 0,0 0-1 0 0,0 0 1 0 0,0 0 0 0 0,0 0-1 0 0,1 0 1 0 0,-1-1-1 0 0,1 1 1 0 0,-1-1 0 0 0,4 2-1 0 0,7 1 136 0 0,-1 1 0 0 0,1-2 0 0 0,0 0 0 0 0,22 3 0 0 0,-23-5-550 0 0,-1 1 1 0 0,1 0-1 0 0,-1 1 0 0 0,1 0 0 0 0,-1 1 1 0 0,18 8-1 0 0,-12-1-5234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2:39.09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83 456 0 0,'-3'-4'8202'0'0,"50"-5"-6828"0"0,-32 5-1169 0 0,1 0 1 0 0,-1 2-1 0 0,1 0 0 0 0,0 1 0 0 0,-1 0 0 0 0,29 3 0 0 0,-17 1 34 0 0,0-1 1 0 0,0-1-1 0 0,1-1 1 0 0,29-4-1 0 0,110-24 1508 0 0,34-3-108 0 0,32 34-742 0 0,-78 3-379 0 0,-134-5-1944 0 0,-7 0-4513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12.9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91 0 8754 0 0,'-13'5'12138'0'0,"12"-4"-11704"0"0,-1 5 2042 0 0,1 0-4037 0 0,-22 74 1964 0 0,-14 104 1 0 0,30-136-243 0 0,3 0 0 0 0,2 0 1 0 0,6 74-1 0 0,-3-102-331 0 0,2 1 0 0 0,1-1-1 0 0,0 0 1 0 0,2 0 0 0 0,0 0 0 0 0,1-1-1 0 0,1 0 1 0 0,20 34 0 0 0,-20-41-955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13.25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2 14283 0 0,'-1'0'1552'0'0,"2"0"-1552"0"0,0 0 0 0 0,0 0-160 0 0,1-1-56 0 0,1 1-8 0 0,1 0-8 0 0,1 1-736 0 0,-1-1-152 0 0,1 6-1425 0 0,-5-5 2481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13.7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158 9 9674 0 0,'0'0'38'0'0,"0"0"0"0"0,-1 0 0 0 0,1-1 0 0 0,0 1 0 0 0,0 0 0 0 0,0-1 0 0 0,0 1 0 0 0,0 0 0 0 0,0 0 0 0 0,0-1 0 0 0,0 1 0 0 0,0 0 0 0 0,0-1 0 0 0,0 1 0 0 0,0 0 0 0 0,1-1 0 0 0,-1 1 0 0 0,0 0 0 0 0,0 0 0 0 0,0-1 0 0 0,0 1 0 0 0,0 0 0 0 0,0 0 0 0 0,1-1 0 0 0,-1 1 0 0 0,0 0 0 0 0,0 0 0 0 0,1-1 0 0 0,-1 1 0 0 0,0 0 0 0 0,0 0 0 0 0,1-1 0 0 0,-1 1-24 0 0,0 0-1 0 0,0 0 1 0 0,0 0 0 0 0,1 0-1 0 0,-1 0 1 0 0,0 0 0 0 0,0 0 0 0 0,0 0-1 0 0,0 0 1 0 0,0 0 0 0 0,1 0-1 0 0,-1 0 1 0 0,0 0 0 0 0,0 0-1 0 0,0 0 1 0 0,0 1 0 0 0,0-1-1 0 0,0 0 1 0 0,1 0 0 0 0,-1 0-1 0 0,0 0 1 0 0,0 0 0 0 0,0 0-1 0 0,0 0 1 0 0,0 0 0 0 0,0 0-1 0 0,0 0 1 0 0,1 1 0 0 0,-1-1-1 0 0,0 0 1 0 0,0 0 0 0 0,0 0 0 0 0,0 0-1 0 0,0 0 1 0 0,0 0 0 0 0,0 1-1 0 0,0-1 1 0 0,0 0 0 0 0,0 0-1 0 0,0 0 1 0 0,0 0 0 0 0,0 0-1 0 0,0 1 1 0 0,0-1 0 0 0,0 0-1 0 0,0 0 1 0 0,0 0 0 0 0,0 0-1 0 0,0 0 1 0 0,0 1 0 0 0,0-1-1 0 0,0 0 1 0 0,0 0 0 0 0,0 0-1 0 0,0 0 1 0 0,0 0 0 0 0,0 0 0 0 0,0 1-1 0 0,-1-1 1 0 0,1 0 0 0 0,-9 25 760 0 0,0-1 1 0 0,-2 0 0 0 0,-1-1 0 0 0,-24 35 0 0 0,21-34-386 0 0,0 0 1 0 0,2 1-1 0 0,1 1 0 0 0,-11 29 1 0 0,21-46-366 0 0,0-1 0 0 0,0 1 0 0 0,1-1 0 0 0,0 1 0 0 0,0 0 0 0 0,1 0 0 0 0,0-1 0 0 0,1 1 0 0 0,0 0 0 0 0,0 0 1 0 0,1-1-1 0 0,0 1 0 0 0,0-1 0 0 0,1 1 0 0 0,0-1 0 0 0,1 0 0 0 0,7 12 0 0 0,-3-5 91 0 0,2-1 0 0 0,19 23 0 0 0,-24-32-49 0 0,0 0 0 0 0,0 0 0 0 0,0 0 0 0 0,0-1 0 0 0,1 0 0 0 0,0 0 0 0 0,0-1 1 0 0,0 1-1 0 0,12 4 0 0 0,-16-8-23 0 0,0 1 0 0 0,0-1 1 0 0,0 0-1 0 0,0 1 0 0 0,1-1 0 0 0,-1 0 1 0 0,0 0-1 0 0,0-1 0 0 0,0 1 0 0 0,0 0 1 0 0,0-1-1 0 0,0 1 0 0 0,0-1 0 0 0,0 1 1 0 0,0-1-1 0 0,0 0 0 0 0,4-2 0 0 0,-2 0 46 0 0,0 0 0 0 0,0 0-1 0 0,0-1 1 0 0,0 0 0 0 0,-1 1-1 0 0,1-1 1 0 0,2-5-1 0 0,3-5 91 0 0,0-1 0 0 0,-2 1 0 0 0,10-26 0 0 0,-15 36-202 0 0,-1-1 0 0 0,1 1 0 0 0,-1-1 0 0 0,0 1 0 0 0,0-1 0 0 0,-1 0 0 0 0,1 1 0 0 0,-1-1 0 0 0,0 0 0 0 0,-1 1 0 0 0,1-1 1 0 0,-1 0-1 0 0,0 1 0 0 0,0-1 0 0 0,-2-4 0 0 0,2 7-82 0 0,0 0 0 0 0,0 0-1 0 0,0 0 1 0 0,0 1 0 0 0,-1-1 0 0 0,1 0 0 0 0,-1 1 0 0 0,0-1 0 0 0,1 1 0 0 0,-1-1 0 0 0,0 1-1 0 0,0 0 1 0 0,1 0 0 0 0,-1 0 0 0 0,0 0 0 0 0,0 0 0 0 0,-1 0 0 0 0,1 1 0 0 0,0-1 0 0 0,0 0-1 0 0,0 1 1 0 0,0 0 0 0 0,0 0 0 0 0,-1-1 0 0 0,1 1 0 0 0,0 1 0 0 0,0-1 0 0 0,0 0 0 0 0,-1 0-1 0 0,1 1 1 0 0,0-1 0 0 0,0 1 0 0 0,-4 1 0 0 0,-4 2-791 0 0,-1-1 0 0 0,1 2-1 0 0,-12 6 1 0 0,11-6 7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14.1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40 6449 0 0,'3'0'801'0'0,"0"1"0"0"0,-1-1 0 0 0,1 0 0 0 0,0 0 0 0 0,-1 0 0 0 0,1-1-1 0 0,0 1 1 0 0,-1-1 0 0 0,1 1 0 0 0,3-2 0 0 0,-2 1-625 0 0,34-7 1499 0 0,3-1-652 0 0,1 2-1 0 0,68-4 1 0 0,-105 12-2793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14.71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1 132 2304 0 0,'2'-5'-126'0'0,"0"1"-1"0"0,0-1 0 0 0,0 0 0 0 0,1 1 0 0 0,0-1 0 0 0,6-7 1 0 0,-5 7 69 0 0,1-2 1140 0 0,1-1-1 0 0,0 2 1 0 0,1-1-1 0 0,0 1 0 0 0,0 0 1 0 0,0 0-1 0 0,1 1 1 0 0,0 0-1 0 0,0 1 0 0 0,0-1 1 0 0,0 1-1 0 0,1 1 1 0 0,17-5-1 0 0,-18 6-667 0 0,0 0 0 0 0,1 1 0 0 0,-1 0 0 0 0,0 0 0 0 0,12 1 0 0 0,-18 1-379 0 0,0-1 1 0 0,0 1-1 0 0,-1-1 0 0 0,1 1 0 0 0,0 0 1 0 0,-1 0-1 0 0,1 0 0 0 0,-1 0 0 0 0,1 0 1 0 0,-1 0-1 0 0,1 0 0 0 0,-1 0 0 0 0,1 1 0 0 0,-1-1 1 0 0,0 0-1 0 0,0 1 0 0 0,0-1 0 0 0,0 1 1 0 0,0-1-1 0 0,0 1 0 0 0,0 0 0 0 0,-1-1 1 0 0,1 1-1 0 0,0 0 0 0 0,-1 0 0 0 0,1 0 1 0 0,-1-1-1 0 0,0 5 0 0 0,2 6 9 0 0,0 1-1 0 0,-1 25 1 0 0,-2-30-43 0 0,-1 53-323 0 0,-16 88 0 0 0,11-101 1218 0 0,6-47-853 0 0,1 0 0 0 0,0 1 0 0 0,-1-1 1 0 0,1 0-1 0 0,0 0 0 0 0,0 0 1 0 0,0 0-1 0 0,0 0 0 0 0,0 1 0 0 0,0-1 1 0 0,1 0-1 0 0,-1 0 0 0 0,0 0 0 0 0,1 0 1 0 0,-1 0-1 0 0,0 0 0 0 0,1 1 0 0 0,0-1 1 0 0,-1 0-1 0 0,1 0 0 0 0,-1-1 0 0 0,1 1 1 0 0,0 0-1 0 0,0 0 0 0 0,-1 0 0 0 0,1 0 1 0 0,0 0-1 0 0,0-1 0 0 0,0 1 0 0 0,0-1 1 0 0,0 1-1 0 0,0 0 0 0 0,0-1 0 0 0,0 1 1 0 0,0-1-1 0 0,1 0 0 0 0,-1 1 1 0 0,0-1-1 0 0,0 0 0 0 0,0 0 0 0 0,0 0 1 0 0,0 0-1 0 0,1 0 0 0 0,-1 0 0 0 0,0 0 1 0 0,0 0-1 0 0,0 0 0 0 0,0-1 0 0 0,0 1 1 0 0,2-1-1 0 0,10-1-921 0 0,-1-2-1 0 0,1 1 1 0 0,20-10 0 0 0,-20 7-2807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15.1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19 203 7370 0 0,'-3'-5'1169'0'0,"2"0"1"0"0,-1 0 0 0 0,1 0-1 0 0,0 0 1 0 0,0-1 0 0 0,0 1 0 0 0,1 0-1 0 0,-1-8 1 0 0,0-12 204 0 0,1 25-1334 0 0,0 0 1 0 0,0 0 0 0 0,0-1-1 0 0,0 1 1 0 0,0 0 0 0 0,0 0-1 0 0,0 0 1 0 0,0-1 0 0 0,0 1-1 0 0,0 0 1 0 0,0 0 0 0 0,0-1-1 0 0,0 1 1 0 0,0 0-1 0 0,0 0 1 0 0,0-1 0 0 0,0 1-1 0 0,0 0 1 0 0,0 0 0 0 0,0-1-1 0 0,0 1 1 0 0,0 0 0 0 0,-1 0-1 0 0,1 0 1 0 0,0-1 0 0 0,0 1-1 0 0,0 0 1 0 0,0 0-1 0 0,-1 0 1 0 0,1 0 0 0 0,0-1-1 0 0,0 1 1 0 0,0 0 0 0 0,-1 0-1 0 0,1 0 1 0 0,0 0 0 0 0,0 0-1 0 0,0 0 1 0 0,-1 0 0 0 0,1 0-1 0 0,0-1 1 0 0,0 1-1 0 0,-1 0 1 0 0,1 0 0 0 0,-2 17 1120 0 0,6 4-1083 0 0,0 0 0 0 0,2 0 1 0 0,0-1-1 0 0,1 1 1 0 0,16 29-1 0 0,-20-42-56 0 0,2-1 0 0 0,-1 0 0 0 0,1 0 0 0 0,0-1 0 0 0,0 1 0 0 0,0-1 0 0 0,1 0 0 0 0,0-1 0 0 0,0 0 0 0 0,1 1 0 0 0,0-2 0 0 0,0 1 0 0 0,0-1 0 0 0,0 0 0 0 0,0-1 0 0 0,1 1 0 0 0,0-2 0 0 0,8 3 0 0 0,-12-4-7 0 0,0-1 0 0 0,0 1 1 0 0,0-1-1 0 0,0 0 0 0 0,0-1 0 0 0,0 1 0 0 0,0-1 1 0 0,0 1-1 0 0,0-1 0 0 0,-1-1 0 0 0,1 1 1 0 0,0 0-1 0 0,0-1 0 0 0,-1 0 0 0 0,1 0 0 0 0,-1 0 1 0 0,0 0-1 0 0,0 0 0 0 0,0-1 0 0 0,0 1 0 0 0,0-1 1 0 0,0 0-1 0 0,0 0 0 0 0,-1 0 0 0 0,0 0 1 0 0,1 0-1 0 0,2-6 0 0 0,5-10 94 0 0,0 0 1 0 0,-2-1-1 0 0,12-37 1 0 0,-15 43-121 0 0,11-37-369 0 0,29-77-2696 0 0,-31 98-4371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16.0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415 79 5065 0 0,'10'-28'736'0'0,"-8"25"-563"0"0,0-1 0 0 0,0 1 0 0 0,-1-1 0 0 0,0 1 1 0 0,0-1-1 0 0,0 0 0 0 0,0 1 0 0 0,0-1 0 0 0,-1 0 0 0 0,-6-10 4195 0 0,6 14-4263 0 0,-13 6 1972 0 0,-12 12-997 0 0,22-16-841 0 0,-17 15 66 0 0,1 1 1 0 0,0 1 0 0 0,1 1 0 0 0,-27 39 0 0 0,-48 97 116 0 0,56-86-317 0 0,3 1 0 0 0,-33 98 0 0 0,58-140-80 0 0,1 0 1 0 0,1 0 0 0 0,2 0 0 0 0,1 1-1 0 0,1-1 1 0 0,1 1 0 0 0,2 0-1 0 0,1 0 1 0 0,7 39 0 0 0,-2-43-69 0 0,1-1 1 0 0,2 0 0 0 0,1-1-1 0 0,0 0 1 0 0,2 0-1 0 0,1-1 1 0 0,0-1-1 0 0,2 0 1 0 0,0-1 0 0 0,2 0-1 0 0,0-1 1 0 0,1-1-1 0 0,2-1 1 0 0,33 25-1 0 0,-20-19-32 0 0,1-2 0 0 0,0-1 1 0 0,2-2-1 0 0,0-1 0 0 0,1-2 0 0 0,1-2 0 0 0,0-1 0 0 0,74 14 0 0 0,-82-21-410 0 0,1-2 0 0 0,-1-1-1 0 0,1-2 1 0 0,33-2 0 0 0,-34-2-4676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16.7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5 10594 0 0,'1'-1'17'0'0,"-1"1"1"0"0,1 0-1 0 0,-1-1 0 0 0,0 1 0 0 0,1 0 1 0 0,-1-1-1 0 0,1 1 0 0 0,-1 0 0 0 0,1-1 0 0 0,-1 1 1 0 0,1 0-1 0 0,-1 0 0 0 0,1 0 0 0 0,0 0 0 0 0,-1-1 1 0 0,1 1-1 0 0,-1 0 0 0 0,1 0 0 0 0,-1 0 0 0 0,1 0 1 0 0,0 0-1 0 0,-1 0 0 0 0,1 1 0 0 0,-1-1 1 0 0,1 0-1 0 0,-1 0 0 0 0,2 1 0 0 0,17 4 403 0 0,17 23 3545 0 0,18 18-2206 0 0,-2-2-1135 0 0,-20-18-419 0 0,-2 1 0 0 0,-1 2 0 0 0,-2 0 0 0 0,44 62 0 0 0,-57-70-232 0 0,-1 0-1 0 0,-2 2 1 0 0,0-1 0 0 0,-1 1-1 0 0,-2 1 1 0 0,0-1 0 0 0,-1 2 0 0 0,-2-1-1 0 0,3 27 1 0 0,-4-12-57 0 0,-2-1 1 0 0,-2 1-1 0 0,-1-1 0 0 0,-11 65 0 0 0,7-76 473 0 0,-2-1-1 0 0,0-1 1 0 0,-2 1-1 0 0,0-1 0 0 0,-2-1 1 0 0,-1 0-1 0 0,-23 36 1 0 0,11-29-10 0 0,0 0 0 0 0,-2-2 0 0 0,-51 46 0 0 0,-103 61-1245 0 0,162-123-105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5:57.44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11 7370 0 0,'3'-10'9626'0'0,"3"23"-7575"0"0,4 28-1502 0 0,53 363 2481 0 0,-31-179-2899 0 0,-29-205-256 0 0,0-1 0 0 0,0-1 1 0 0,2 1-1 0 0,1 0 0 0 0,0-1 1 0 0,1 0-1 0 0,14 25 0 0 0,-17-38-971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5:57.96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 1 4145 0 0,'-16'6'8889'0'0,"32"-2"-5321"0"0,7 1-3173 0 0,38 17 139 0 0,0 3 0 0 0,77 43 1 0 0,-75-35 71 0 0,114 42 0 0 0,27-19-606 0 0,-203-56 0 0 0,-1 0 0 0 0,0 1 0 0 0,0-1-1 0 0,1 0 1 0 0,-1 0 0 0 0,0 0 0 0 0,0 0 0 0 0,1 0-1 0 0,-1 0 1 0 0,0 1 0 0 0,0-1 0 0 0,1 0-1 0 0,-1 0 1 0 0,0 0 0 0 0,0 1 0 0 0,0-1 0 0 0,1 0-1 0 0,-1 0 1 0 0,0 0 0 0 0,0 1 0 0 0,0-1 0 0 0,0 0-1 0 0,0 1 1 0 0,0-1 0 0 0,1 0 0 0 0,-1 0-1 0 0,0 1 1 0 0,0-1 0 0 0,0 0 0 0 0,0 0 0 0 0,0 1-1 0 0,0-1 1 0 0,0 0 0 0 0,0 1 0 0 0,-7 12-18 0 0,-18 12-17 0 0,19-19 31 0 0,-121 107 295 0 0,0 2 82 0 0,79-66 62 0 0,-232 213 585 0 0,260-242-3454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5:58.32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84 23 4465 0 0,'-44'-17'3034'0'0,"13"12"5526"0"0,31 5-8328 0 0,-1 1 0 0 0,0-1 0 0 0,1 1 0 0 0,-1-1 0 0 0,0 1 0 0 0,1 0 0 0 0,-1-1 0 0 0,1 1 0 0 0,-1 0 0 0 0,1-1 0 0 0,-1 1 0 0 0,1 0-1 0 0,0 0 1 0 0,-1-1 0 0 0,1 1 0 0 0,0 0 0 0 0,0 0 0 0 0,-1 0 0 0 0,1-1 0 0 0,0 1 0 0 0,0 0 0 0 0,0 0 0 0 0,0 0 0 0 0,0 0 0 0 0,0 1-1 0 0,0 29-195 0 0,0-25 356 0 0,4 75-87 0 0,21 116 1 0 0,-9-84-202 0 0,-12-81-71 0 0,18 117 87 0 0,-17-127-116 0 0,0 0 0 0 0,2 0 0 0 0,0-1 0 0 0,15 30 0 0 0,8-3 18 0 0,-28-46-195 0 0,0 1 1 0 0,0-1 0 0 0,0 1 0 0 0,1-1 0 0 0,-1 0 0 0 0,1 0 0 0 0,0 0 0 0 0,-1 0 0 0 0,1 0 0 0 0,0 0 0 0 0,0-1 0 0 0,0 0 0 0 0,0 1 0 0 0,5 0 0 0 0,-2-2-1446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5:58.64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41 83 2304 0 0,'-40'9'11655'0'0,"59"-13"-9996"0"0,171-9 2064 0 0,-36 5-2909 0 0,249-17-105 0 0,-330 23-721 0 0,150-16-694 0 0,-128 4-5334 0 0,-48 6-32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5:59.25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1586 6 5065 0 0,'2'-6'8729'0'0,"-32"6"-7616"0"0,0 1 1 0 0,1 2 0 0 0,-59 12-1 0 0,11-2-717 0 0,-431 34 2068 0 0,234-27-1450 0 0,188-12-931 0 0,-19 2 133 0 0,-154-3 0 0 0,245-8-587 0 0,-1-1 0 0 0,1 0 0 0 0,0 0 0 0 0,0-2 0 0 0,-17-5 0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5:59.76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 14 9674 0 0,'-12'-14'8403'0'0,"16"24"-6806"0"0,130 355 966 0 0,-119-321-3603 0 0,-8-27-265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00.12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8 196 5065 0 0,'-2'-5'193'0'0,"1"1"0"0"0,-1-1 0 0 0,1 1 0 0 0,0-1 0 0 0,1 0 0 0 0,-1 1 0 0 0,1-1 0 0 0,0 0 0 0 0,0 1 0 0 0,1-1 0 0 0,-1 0 0 0 0,1 1 0 0 0,0-1 0 0 0,0 1 0 0 0,1-1 0 0 0,-1 1 0 0 0,1 0 0 0 0,3-7 0 0 0,-2 5 103 0 0,0 0 0 0 0,1 0 0 0 0,-1 1 0 0 0,1-1 0 0 0,0 1 0 0 0,1 0 0 0 0,-1 0 0 0 0,1 0 0 0 0,0 1 0 0 0,1-1 0 0 0,-1 1 0 0 0,8-4 0 0 0,-2 2 134 0 0,1 1 1 0 0,-1 1-1 0 0,1 0 1 0 0,0 1-1 0 0,0 0 0 0 0,0 0 1 0 0,1 1-1 0 0,13 0 1 0 0,-23 2-419 0 0,0 0 0 0 0,0 0 0 0 0,0 0 0 0 0,-1 0 0 0 0,1 1 0 0 0,0-1 0 0 0,0 1 0 0 0,0 0 0 0 0,0 0 0 0 0,0 0 0 0 0,-1 0 0 0 0,1 0 0 0 0,-1 0 0 0 0,1 1 0 0 0,-1-1 0 0 0,1 1 0 0 0,-1 0 1 0 0,0 0-1 0 0,1 0 0 0 0,-1 0 0 0 0,0 0 0 0 0,0 0 0 0 0,-1 0 0 0 0,1 1 0 0 0,0-1 0 0 0,-1 1 0 0 0,0 0 0 0 0,1-1 0 0 0,-1 1 0 0 0,0 0 0 0 0,0-1 0 0 0,-1 1 0 0 0,1 0 0 0 0,0 0 0 0 0,-1 0 0 0 0,0 0 0 0 0,0 0 1 0 0,0 0-1 0 0,0 3 0 0 0,-1 7-1 0 0,-1 0 0 0 0,0-1 1 0 0,-1 1-1 0 0,-1-1 1 0 0,0 1-1 0 0,0-1 0 0 0,-1 0 1 0 0,-1-1-1 0 0,0 1 1 0 0,-7 10-1 0 0,1-2 556 0 0,-14 38 1 0 0,25-57-530 0 0,1-1 1 0 0,0 1-1 0 0,-1 0 0 0 0,1-1 1 0 0,0 1-1 0 0,0-1 0 0 0,-1 1 1 0 0,1 0-1 0 0,0-1 1 0 0,0 1-1 0 0,0-1 0 0 0,0 1 1 0 0,0 0-1 0 0,0-1 0 0 0,0 1 1 0 0,0 0-1 0 0,0-1 0 0 0,0 1 1 0 0,0-1-1 0 0,1 1 1 0 0,-1 0-1 0 0,0-1 0 0 0,0 1 1 0 0,1-1-1 0 0,-1 1 0 0 0,0-1 1 0 0,0 1-1 0 0,1-1 0 0 0,0 2 1 0 0,0-2 6 0 0,0 0 1 0 0,0 1 0 0 0,0-1 0 0 0,0 0-1 0 0,0 0 1 0 0,0 0 0 0 0,1 0-1 0 0,-1 0 1 0 0,0 0 0 0 0,0 0-1 0 0,0 0 1 0 0,0 0 0 0 0,0 0 0 0 0,0-1-1 0 0,2 0 1 0 0,45-20 721 0 0,-41 17-608 0 0,79-31 325 0 0,-26 18-3212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00.7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1 348 4145 0 0,'1'4'3982'0'0,"-1"-4"-3904"0"0,17-6 2520 0 0,21-13-11 0 0,-24 9-2179 0 0,-1 0 1 0 0,0-1 0 0 0,0 0 0 0 0,-1-1 0 0 0,14-19 0 0 0,-22 27-424 0 0,-1 0-1 0 0,0 0 0 0 0,0-1 1 0 0,0 0-1 0 0,-1 1 0 0 0,1-1 1 0 0,-1 0-1 0 0,0 0 1 0 0,-1 0-1 0 0,1-1 0 0 0,-1 1 1 0 0,0 0-1 0 0,0-1 1 0 0,-1 1-1 0 0,0 0 0 0 0,0-1 1 0 0,0 1-1 0 0,0 0 1 0 0,-1-1-1 0 0,-2-10 0 0 0,3 15 7 0 0,-1 0-1 0 0,1 0 0 0 0,0 0 1 0 0,-1 0-1 0 0,1 0 0 0 0,-1 0 1 0 0,1 0-1 0 0,-1 0 0 0 0,1 0 1 0 0,-1 0-1 0 0,0 0 1 0 0,1 0-1 0 0,-1 0 0 0 0,0 0 1 0 0,0 1-1 0 0,0-1 0 0 0,0 0 1 0 0,0 1-1 0 0,0-1 0 0 0,0 0 1 0 0,0 1-1 0 0,0-1 0 0 0,0 1 1 0 0,0-1-1 0 0,0 1 0 0 0,-2-1 1 0 0,1 2 28 0 0,0-1 1 0 0,0 0-1 0 0,1 1 1 0 0,-1-1 0 0 0,0 1-1 0 0,0 0 1 0 0,1 0-1 0 0,-1-1 1 0 0,0 1-1 0 0,1 0 1 0 0,-1 0-1 0 0,1 1 1 0 0,-1-1 0 0 0,-1 2-1 0 0,-4 4 181 0 0,1 0 0 0 0,0 1 0 0 0,0 0 0 0 0,1-1 0 0 0,-6 13 0 0 0,4-4 51 0 0,0 1 0 0 0,1 0 0 0 0,1 0 1 0 0,0 0-1 0 0,1 0 0 0 0,-1 19 0 0 0,5-30-191 0 0,-1 0-1 0 0,1 0 0 0 0,1 0 0 0 0,-1 0 0 0 0,1 0 0 0 0,0 0 0 0 0,1 0 0 0 0,-1 0 0 0 0,5 8 0 0 0,-5-11-40 0 0,1 1 1 0 0,0-1-1 0 0,1 0 0 0 0,-1 1 0 0 0,0-1 0 0 0,1 0 0 0 0,0-1 1 0 0,0 1-1 0 0,0 0 0 0 0,0-1 0 0 0,0 0 0 0 0,0 0 1 0 0,1 0-1 0 0,-1 0 0 0 0,8 3 0 0 0,-7-4-121 0 0,0 0 0 0 0,1 0 1 0 0,-1-1-1 0 0,1 1 0 0 0,-1-1 0 0 0,1 0 0 0 0,-1 0 0 0 0,1-1 0 0 0,-1 1 0 0 0,0-1 1 0 0,1 0-1 0 0,-1 0 0 0 0,0 0 0 0 0,1-1 0 0 0,-1 0 0 0 0,0 1 0 0 0,0-2 0 0 0,0 1 1 0 0,5-4-1 0 0,9-7-1365 0 0,-1 0 0 0 0,27-27 0 0 0,-33 29 630 0 0,122-122-7480 0 0,-48 40 5851 0 0,-115 143 15545 0 0,25-41-12236 0 0,0 0-1 0 0,1 0 0 0 0,0 1 0 0 0,1-1 0 0 0,0 1 0 0 0,-3 17 0 0 0,6-23-810 0 0,0 1-1 0 0,0 0 1 0 0,0 0-1 0 0,1 0 0 0 0,-1 0 1 0 0,1 0-1 0 0,0 0 1 0 0,1 0-1 0 0,-1-1 1 0 0,1 1-1 0 0,0-1 0 0 0,0 1 1 0 0,0-1-1 0 0,4 5 1 0 0,-5-7-66 0 0,1 0 1 0 0,0-1 0 0 0,-1 1-1 0 0,1-1 1 0 0,0 0 0 0 0,0 1-1 0 0,0-1 1 0 0,0 0-1 0 0,0 0 1 0 0,0 0 0 0 0,0 0-1 0 0,1-1 1 0 0,-1 1 0 0 0,0-1-1 0 0,0 1 1 0 0,1-1 0 0 0,-1 0-1 0 0,0 1 1 0 0,1-1 0 0 0,-1 0-1 0 0,0-1 1 0 0,0 1-1 0 0,1 0 1 0 0,-1-1 0 0 0,0 1-1 0 0,0-1 1 0 0,1 0 0 0 0,-1 0-1 0 0,0 0 1 0 0,0 0 0 0 0,0 0-1 0 0,3-2 1 0 0,5-4-277 0 0,0 1 0 0 0,0-2 0 0 0,0 1 0 0 0,-1-1 0 0 0,-1-1 0 0 0,1 0 0 0 0,12-16 0 0 0,47-80-3188 0 0,-47 70 2082 0 0,-10 16-327 0 0,16-38-1 0 0,-18 31-1601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00.96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114 11 920 0 0,'-10'-3'1097'0'0,"0"0"0"0"0,0 1 0 0 0,0 1 0 0 0,0 0 0 0 0,-14 0 0 0 0,-5 6 4130 0 0,28-5-4989 0 0,0 1 0 0 0,0-1 0 0 0,0 1 0 0 0,1 0 0 0 0,-1 0 0 0 0,0-1 0 0 0,1 1 0 0 0,-1 0 0 0 0,1 0 0 0 0,-1 0 0 0 0,1 0 0 0 0,-1 0 0 0 0,1 0 0 0 0,-1 0 0 0 0,1 0 0 0 0,0 0 0 0 0,0 0 0 0 0,-1 0 0 0 0,1 0 0 0 0,0 0 0 0 0,0 0 0 0 0,0 0-1 0 0,0 0 1 0 0,0 0 0 0 0,0 0 0 0 0,1 0 0 0 0,-1 0 0 0 0,0 0 0 0 0,0 0 0 0 0,1 0 0 0 0,-1 0 0 0 0,1 1 0 0 0,14 37 888 0 0,-14-37-935 0 0,71 189 1009 0 0,-52-129-1203 0 0,53 110 0 0 0,-32-107-752 0 0,-21-39-5083 0 0,-5-8-1260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02.1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1053 56 4145 0 0,'-5'2'535'0'0,"0"0"-1"0"0,0-1 1 0 0,-1 0 0 0 0,1 0-1 0 0,0-1 1 0 0,-1 1 0 0 0,-9-2-1 0 0,-19 3 3169 0 0,-81 14 1513 0 0,-159-13-1697 0 0,208-6-3020 0 0,0-2 0 0 0,-88-20 0 0 0,87 7-428 0 0,-41-9 67 0 0,94 25-126 0 0,0 0 0 0 0,-1 1 0 0 0,1 1-1 0 0,0 0 1 0 0,-25 3 0 0 0,32-4-783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02.5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65 3449 0 0,'18'-46'465'0'0,"-16"28"5359"0"0,1 43 409 0 0,5 16-3959 0 0,2 12-1450 0 0,-4 74 24 0 0,-6-83-854 0 0,2 0-1 0 0,10 51 1 0 0,-11-89-55 0 0,0-1 0 0 0,1 0 0 0 0,0 1 0 0 0,-1-1-1 0 0,2 0 1 0 0,4 8 0 0 0,6 2-5477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03.18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184 218 4073 0 0,'-10'-3'32'0'0,"0"0"1"0"0,1-1-1 0 0,-15-6 1 0 0,17 6 344 0 0,0 1 0 0 0,0 0-1 0 0,0 0 1 0 0,0 1 0 0 0,-1 0 0 0 0,1 0 0 0 0,-1 1 0 0 0,-10-1 0 0 0,0 3 337 0 0,-5 0 538 0 0,10-2 2981 0 0,18 2-3398 0 0,6 2-529 0 0,0 0 1 0 0,1-1-1 0 0,0 0 0 0 0,17-1 1 0 0,58-6-35 0 0,106-21 1 0 0,85-31 1225 0 0,-188 37-983 0 0,226-29-190 0 0,-132 23-265 0 0,-176 25-49 0 0,-6 0-11 0 0,0 0 0 0 0,1 0 0 0 0,-1 1 0 0 0,1-1 0 0 0,-1 1 0 0 0,0-1 0 0 0,1 1 1 0 0,-1 0-1 0 0,1 0 0 0 0,-1 0 0 0 0,1 1 0 0 0,3 0 0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03.6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40 4609 0 0,'16'-3'5371'0'0,"19"-7"-2470"0"0,15-5-1147 0 0,-20 10-1169 0 0,1 2 0 0 0,-1 0 1 0 0,33 3-1 0 0,39 10-6656 0 0,-89-9 1375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03.9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0 2761 0 0,'-3'4'7531'0'0,"3"-3"-7389"0"0,2 15 3134 0 0,10 31-3356 0 0,-5-18 738 0 0,3 34 241 0 0,-8-42-981 0 0,2 0 0 0 0,0 0 0 0 0,1 0 1 0 0,11 29-1 0 0,-10-40-1787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04.64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1 358 3225 0 0,'22'-1'7930'0'0,"39"8"-5368"0"0,-25-3-1799 0 0,306 11-304 0 0,-277-20-476 0 0,-1-2 0 0 0,84-22-1 0 0,-94 17-3 0 0,1 1-1 0 0,-1 3 0 0 0,110-1 0 0 0,-42 10 16 0 0,130-18 0 0 0,-45 2-8 0 0,-68 10-74 0 0,378-35-1139 0 0,264-95 2532 0 0,-621 106-723 0 0,200-28 1164 0 0,-283 53-1726 0 0,119 8 0 0 0,8 1 28 0 0,-164-4 180 0 0,0 1 0 0 0,71 14 1 0 0,-83-11-262 0 0,-9-4-1401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05.32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70 5 4609 0 0,'-3'-2'1458'0'0,"2"1"-972"0"0,0 1 1 0 0,0 0-1 0 0,-1-1 0 0 0,1 1 0 0 0,0 0 0 0 0,0-1 0 0 0,0 1 0 0 0,-1 0 0 0 0,1 0 0 0 0,0 0 1 0 0,0 0-1 0 0,-1 0 0 0 0,1 1 0 0 0,0-1 0 0 0,0 0 0 0 0,0 0 0 0 0,-1 1 0 0 0,1-1 0 0 0,0 1 1 0 0,-2 0-1 0 0,1 1-161 0 0,1-1 0 0 0,-1 1 0 0 0,1 0 0 0 0,-1-1 0 0 0,1 1 0 0 0,0 0 0 0 0,0 0 0 0 0,-1 0 0 0 0,1 0 0 0 0,1 0 0 0 0,-1 0 0 0 0,-1 2 0 0 0,-1 7 63 0 0,1 1-1 0 0,0-1 1 0 0,-1 21-1 0 0,3-31-369 0 0,-5 66 62 0 0,0 9 104 0 0,2 1 0 0 0,9 78 0 0 0,0-112-184 0 0,14 45 0 0 0,-11-51 0 0 0,10 75 0 0 0,-2 0 134 0 0,-11-85-74 0 0,-1 1 0 0 0,-1-1-1 0 0,-1 46 1 0 0,-3-64-13 0 0,-1 0 1 0 0,-1 1-1 0 0,-5 16 0 0 0,-1-5-6605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07.31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148 200 1840 0 0,'-5'1'437'0'0,"-63"10"2856"0"0,63-11-2905 0 0,-1 1 0 0 0,1-1-1 0 0,0 0 1 0 0,0-1-1 0 0,-1 1 1 0 0,1-1 0 0 0,0 0-1 0 0,0 0 1 0 0,0-1-1 0 0,-8-3 1 0 0,12 5-276 0 0,1-1 1 0 0,-1 1-1 0 0,0 0 0 0 0,1-1 0 0 0,-1 1 0 0 0,1-1 1 0 0,-1 0-1 0 0,1 1 0 0 0,-1-1 0 0 0,1 1 0 0 0,-1-1 1 0 0,1 0-1 0 0,0 1 0 0 0,-1-1 0 0 0,1 0 0 0 0,0 1 1 0 0,-1-1-1 0 0,1 0 0 0 0,0 0 0 0 0,0 1 0 0 0,0-1 1 0 0,0 0-1 0 0,0 0 0 0 0,0 1 0 0 0,0-1 0 0 0,0-1 1 0 0,9-24 1452 0 0,22-16-356 0 0,-21 31-1161 0 0,1 0 0 0 0,0 0 0 0 0,0 1 0 0 0,1 0 1 0 0,0 1-1 0 0,1 0 0 0 0,0 1 0 0 0,0 1 0 0 0,1 0 0 0 0,0 1 0 0 0,27-9 0 0 0,-39 15-45 0 0,0-1 0 0 0,1 1-1 0 0,-1 0 1 0 0,0 0-1 0 0,1 0 1 0 0,-1 0-1 0 0,0 0 1 0 0,1 0-1 0 0,-1 1 1 0 0,0-1-1 0 0,0 1 1 0 0,1 0-1 0 0,-1-1 1 0 0,0 1 0 0 0,0 0-1 0 0,0 0 1 0 0,0 1-1 0 0,0-1 1 0 0,4 3-1 0 0,-3-1 11 0 0,0 1-1 0 0,0-1 1 0 0,0 1-1 0 0,0 0 1 0 0,-1 0-1 0 0,0 0 1 0 0,1 0-1 0 0,-2 0 1 0 0,4 7-1 0 0,0 7 135 0 0,-1 0 1 0 0,0 1-1 0 0,2 33 0 0 0,-6-26 23 0 0,0 0 0 0 0,-2 0 1 0 0,-1 0-1 0 0,-6 29 1 0 0,-2 12 482 0 0,10-66-621 0 0,1 0 1 0 0,0 0-1 0 0,0 0 0 0 0,-1 0 0 0 0,1 0 1 0 0,0 0-1 0 0,0 0 0 0 0,0 0 0 0 0,0 0 0 0 0,1 0 1 0 0,-1 0-1 0 0,0 0 0 0 0,0 0 0 0 0,0 0 0 0 0,1 0 1 0 0,-1 0-1 0 0,1 0 0 0 0,-1 0 0 0 0,1-1 0 0 0,-1 1 1 0 0,1 0-1 0 0,-1 0 0 0 0,1 0 0 0 0,0-1 0 0 0,-1 1 1 0 0,1 0-1 0 0,0 0 0 0 0,1 0 0 0 0,0 0 2 0 0,0-1 0 0 0,0 1 0 0 0,0-1 0 0 0,0 0-1 0 0,0 0 1 0 0,0 0 0 0 0,0 0 0 0 0,0 0 0 0 0,0 0 0 0 0,-1 0-1 0 0,1-1 1 0 0,0 1 0 0 0,3-2 0 0 0,7-2 100 0 0,-1 0 0 0 0,0-1-1 0 0,16-10 1 0 0,70-50-594 0 0,-34 19-2818 0 0,-39 28-2866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07.73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46 367 6913 0 0,'-45'-14'11960'0'0,"68"23"-10857"0"0,62 34-884 0 0,29 12 237 0 0,-102-51-425 0 0,-1 0 1 0 0,1 0-1 0 0,0-2 0 0 0,0 1 0 0 0,0-1 0 0 0,0-1 0 0 0,22 0 0 0 0,-32-1-18 0 0,0 0 0 0 0,-1 0 0 0 0,1 0 0 0 0,-1-1 0 0 0,1 1 0 0 0,-1-1 0 0 0,1 1 0 0 0,-1-1 0 0 0,1 0 0 0 0,-1 1 0 0 0,1-1 0 0 0,-1 0 0 0 0,0 0 0 0 0,1 0 0 0 0,-1 0 0 0 0,0 0 0 0 0,0 0 0 0 0,0-1 0 0 0,0 1 0 0 0,0 0 0 0 0,2-3 0 0 0,-2 1 58 0 0,1-1-1 0 0,0 0 1 0 0,-1 0-1 0 0,0 0 0 0 0,0 1 1 0 0,0-1-1 0 0,-1 0 1 0 0,1-7-1 0 0,-1-5 175 0 0,-1-1-1 0 0,0 1 1 0 0,-5-20-1 0 0,-15-49 76 0 0,-5-32-16 0 0,24 104-308 0 0,0-1 0 0 0,1 1 0 0 0,1 0 0 0 0,0 0-1 0 0,1 0 1 0 0,5-23 0 0 0,0 18-1635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23.9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1 578 11979 0 0,'3'-2'64'0'0,"1"1"1"0"0,-1-1 0 0 0,0 1 0 0 0,0-1 0 0 0,1 0-1 0 0,-1 0 1 0 0,-1-1 0 0 0,1 1 0 0 0,2-3 0 0 0,72-95 4803 0 0,38-51-3313 0 0,-44 57-1041 0 0,32-30-833 0 0,-78 99-1994 0 0,29-23-1 0 0,-39 35-3142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24.38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117 76 2761 0 0,'-59'27'3424'0'0,"2"0"2840"0"0,118-72-1299 0 0,-40 29-4079 0 0,0 0 0 0 0,26-14 0 0 0,-40 27-765 0 0,-1-1 0 0 0,1 1 0 0 0,0 1 0 0 0,0-1 0 0 0,0 1 0 0 0,0 1 0 0 0,0-1 0 0 0,0 1 0 0 0,0 0 0 0 0,1 1 0 0 0,-1-1 0 0 0,11 2 0 0 0,-16 0-97 0 0,0 0 0 0 0,1 0-1 0 0,-1 0 1 0 0,0 0 0 0 0,0 0 0 0 0,0 0 0 0 0,0 0 0 0 0,0 1 0 0 0,0-1 0 0 0,0 1 0 0 0,0 0 0 0 0,-1-1 0 0 0,1 1 0 0 0,-1 0 0 0 0,1 0 0 0 0,-1 0 0 0 0,0 0 0 0 0,1 0-1 0 0,-1 0 1 0 0,0 0 0 0 0,-1 1 0 0 0,1-1 0 0 0,0 0 0 0 0,0 1 0 0 0,-1-1 0 0 0,0 0 0 0 0,1 3 0 0 0,1 11 30 0 0,0 0 1 0 0,-1 30-1 0 0,-1-37-26 0 0,-2 31-79 0 0,1 27 293 0 0,1-61-501 0 0,0 0 0 0 0,1-1 0 0 0,0 1 0 0 0,1 0 0 0 0,-1-1 1 0 0,1 1-1 0 0,0-1 0 0 0,5 10 0 0 0,-3-9-1923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31.5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915 1 3225 0 0,'-10'1'251'0'0,"0"1"0"0"0,0 0 0 0 0,0 0 0 0 0,0 1 0 0 0,0 0 0 0 0,-17 10 0 0 0,-25 6 2054 0 0,16-10-34 0 0,-1-3 0 0 0,-71 5 1 0 0,-77-12 940 0 0,75 0-1361 0 0,-6-5-127 0 0,65 2-1361 0 0,-68 4 1 0 0,106 4-1444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31.99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180 68 6913 0 0,'-1'-1'6'0'0,"-1"0"-1"0"0,1 0 1 0 0,0 0-1 0 0,0 1 1 0 0,1-1-1 0 0,-1 0 0 0 0,0 0 1 0 0,0 0-1 0 0,0-1 1 0 0,1 1-1 0 0,-1 0 1 0 0,0 0-1 0 0,1 0 0 0 0,-1 0 1 0 0,1-1-1 0 0,-1 1 1 0 0,1 0-1 0 0,0-1 1 0 0,0 1-1 0 0,-1 0 0 0 0,1 0 1 0 0,0-1-1 0 0,0 1 1 0 0,0 0-1 0 0,0-1 0 0 0,1 1 1 0 0,-1 0-1 0 0,0-1 1 0 0,1-1-1 0 0,0 2 34 0 0,-1-1 0 0 0,0 1-1 0 0,0-1 1 0 0,1 1 0 0 0,-1-1-1 0 0,0 0 1 0 0,0 1 0 0 0,0-1-1 0 0,-1 1 1 0 0,1-1 0 0 0,0 1-1 0 0,-1-1 1 0 0,1 1 0 0 0,-1-1-1 0 0,1 1 1 0 0,-1 0 0 0 0,0-1-1 0 0,-1-2 1 0 0,2 4 44 0 0,-1 0-1 0 0,1 0 1 0 0,-1 0-1 0 0,1 0 1 0 0,-1 0 0 0 0,1 0-1 0 0,-1 1 1 0 0,1-1-1 0 0,-1 0 1 0 0,1 0 0 0 0,-1 0-1 0 0,1 0 1 0 0,-1 1-1 0 0,1-1 1 0 0,-1 0 0 0 0,1 0-1 0 0,0 1 1 0 0,-1-1-1 0 0,1 0 1 0 0,0 1 0 0 0,-1-1-1 0 0,1 0 1 0 0,0 1-1 0 0,-1-1 1 0 0,1 0 0 0 0,0 1-1 0 0,-1-1 1 0 0,1 1-1 0 0,0-1 1 0 0,0 1 0 0 0,0 0-1 0 0,-12 17 1407 0 0,11-15-1213 0 0,-21 35 245 0 0,1 2 1 0 0,3 0 0 0 0,1 2-1 0 0,-19 69 1 0 0,31-93-623 0 0,1-4 243 0 0,0 1 0 0 0,1 0 0 0 0,0 0 0 0 0,-1 29 0 0 0,4-41-106 0 0,0 1 0 0 0,1-1 0 0 0,-1 0 0 0 0,0 0 0 0 0,1 0 1 0 0,0 0-1 0 0,0 0 0 0 0,0 0 0 0 0,0 0 0 0 0,0 0 1 0 0,1 0-1 0 0,-1 0 0 0 0,1-1 0 0 0,-1 1 0 0 0,1-1 0 0 0,0 1 1 0 0,0-1-1 0 0,1 1 0 0 0,-1-1 0 0 0,0 0 0 0 0,1 0 0 0 0,-1 0 1 0 0,1-1-1 0 0,0 1 0 0 0,-1-1 0 0 0,1 1 0 0 0,0-1 1 0 0,0 0-1 0 0,6 2 0 0 0,15 3 403 0 0,0-1 0 0 0,0-2 1 0 0,1 0-1 0 0,37-1 0 0 0,99-15-960 0 0,-140 11 169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32.65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 8 10594 0 0,'-4'-8'2260'0'0,"17"19"-860"0"0,14 30 139 0 0,22 45 1 0 0,11 18-901 0 0,-55-96-626 0 0,80 129 107 0 0,-73-113-151 0 0,-1 0 0 0 0,0 1 0 0 0,-2 0 0 0 0,7 28 1 0 0,-4-14-2756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33.10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2 366 2761 0 0,'-1'2'13267'0'0,"19"12"-9813"0"0,35 25-5215 0 0,-46-34 2885 0 0,28 23-1091 0 0,-17-13-18 0 0,0-1-1 0 0,25 14 1 0 0,-38-25 10 0 0,-1-1 0 0 0,1 1 0 0 0,0-1 0 0 0,0 0-1 0 0,0-1 1 0 0,0 1 0 0 0,0-1 0 0 0,0 0 0 0 0,0 0 0 0 0,1-1 0 0 0,-1 1 0 0 0,0-1-1 0 0,0 0 1 0 0,1-1 0 0 0,5 0 0 0 0,-9 0 56 0 0,0 0 0 0 0,0-1 0 0 0,0 1 0 0 0,0 0 0 0 0,0-1 0 0 0,0 1 0 0 0,0-1 0 0 0,0 1 0 0 0,-1-1-1 0 0,1 0 1 0 0,-1 0 0 0 0,1 0 0 0 0,-1 0 0 0 0,0 0 0 0 0,0 0 0 0 0,0 0 0 0 0,0 0 0 0 0,0 0 0 0 0,0-1 0 0 0,-1 1 0 0 0,1 0 0 0 0,-1-1 0 0 0,1 1 0 0 0,-1 0 0 0 0,0-1-1 0 0,0 1 1 0 0,0-3 0 0 0,0-10 277 0 0,0-1 0 0 0,-5-25 0 0 0,5 40-358 0 0,-15-107 410 0 0,0-130 0 0 0,15 234-447 0 0,-1 1-12 0 0,1-1-1 0 0,0 1 1 0 0,0-1-1 0 0,1 1 1 0 0,-1-1-1 0 0,1 1 1 0 0,-1 0-1 0 0,1-1 1 0 0,0 1-1 0 0,1 0 0 0 0,0-4 1 0 0,3 2-435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56.3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61 571 5985 0 0,'-4'0'421'0'0,"-1"-1"0"0"0,0 1 0 0 0,1-1 0 0 0,-1 0 0 0 0,-8-3 0 0 0,11 3-216 0 0,1 1 0 0 0,0-1 0 0 0,-1 1 0 0 0,1-1-1 0 0,0 1 1 0 0,0-1 0 0 0,-1 0 0 0 0,1 0 0 0 0,0 0-1 0 0,0 1 1 0 0,0-1 0 0 0,0 0 0 0 0,0 0 0 0 0,0 0-1 0 0,0-1 1 0 0,1 1 0 0 0,-1 0 0 0 0,0 0 0 0 0,0 0-1 0 0,1-1 1 0 0,-1 1 0 0 0,1 0 0 0 0,-1-1 0 0 0,1 1-1 0 0,-1-2 1 0 0,2 3-45 0 0,-1-1-1 0 0,0 1 1 0 0,1-1-1 0 0,-1 1 1 0 0,0-1-1 0 0,1 1 1 0 0,-1-1-1 0 0,0 1 1 0 0,1 0-1 0 0,-1-1 1 0 0,1 1-1 0 0,-1 0 1 0 0,1-1-1 0 0,-1 1 1 0 0,1 0-1 0 0,-1 0 1 0 0,1 0-1 0 0,-1-1 1 0 0,1 1-1 0 0,-1 0 1 0 0,1 0-1 0 0,-1 0 0 0 0,1 0 1 0 0,-1 0-1 0 0,1 0 1 0 0,-1 0-1 0 0,1 0 1 0 0,0 0-1 0 0,-1 0 1 0 0,1 0-1 0 0,-1 0 1 0 0,1 0-1 0 0,-1 1 1 0 0,1-1-1 0 0,-1 0 1 0 0,1 0-1 0 0,-1 0 1 0 0,1 1-1 0 0,-1-1 1 0 0,1 1-1 0 0,23 8 812 0 0,-16-2-905 0 0,0 0 1 0 0,-1 0-1 0 0,0 0 0 0 0,0 1 1 0 0,0 0-1 0 0,-1 0 0 0 0,-1 1 1 0 0,1 0-1 0 0,5 13 0 0 0,-3-8 21 0 0,1 0-1 0 0,16 22 1 0 0,-15-24-87 0 0,-2-2 0 0 0,-1-2 0 0 0,1 1 0 0 0,1-1 0 0 0,-1 0 0 0 0,1 0 0 0 0,12 6 0 0 0,-20-13 5 0 0,0-1 0 0 0,0 0-1 0 0,0 1 1 0 0,0-1 0 0 0,0 0 0 0 0,0 0 0 0 0,0 0 0 0 0,0 0 0 0 0,-1 0 0 0 0,1 0 0 0 0,0 0-1 0 0,0 0 1 0 0,0-1 0 0 0,0 1 0 0 0,0 0 0 0 0,0 0 0 0 0,0-1 0 0 0,0 1 0 0 0,-1-1 0 0 0,1 1-1 0 0,0-1 1 0 0,0 1 0 0 0,0-1 0 0 0,-1 1 0 0 0,1-1 0 0 0,0 0 0 0 0,-1 1 0 0 0,1-1 0 0 0,0 0-1 0 0,-1 0 1 0 0,1 1 0 0 0,-1-1 0 0 0,1-1 0 0 0,17-34 291 0 0,-14 27-218 0 0,30-66 503 0 0,100-197 376 0 0,-105 222-970 0 0,2 1 0 0 0,2 2 0 0 0,50-57 0 0 0,-49 66-411 0 0,44-45-3253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57.05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58 75 8754 0 0,'-6'-4'402'0'0,"1"0"-1"0"0,0 0 1 0 0,0 0 0 0 0,0-1 0 0 0,1 0-1 0 0,0 0 1 0 0,0 0 0 0 0,0 0-1 0 0,0-1 1 0 0,1 1 0 0 0,0-1 0 0 0,-2-11 1626 0 0,5 17-1988 0 0,0 0-1 0 0,0 0 1 0 0,0 0 0 0 0,0 0-1 0 0,0 0 1 0 0,0 0 0 0 0,0 0-1 0 0,0 0 1 0 0,1 0 0 0 0,-1 0-1 0 0,0 0 1 0 0,0 0 0 0 0,0 0-1 0 0,0 0 1 0 0,0 0 0 0 0,0 0-1 0 0,0 0 1 0 0,0 0 0 0 0,1 0-1 0 0,-1 1 1 0 0,11 3 889 0 0,9 9-207 0 0,38 33 268 0 0,77 77 1 0 0,-42-34-823 0 0,64 59-113 0 0,140 118 34 0 0,-120-128 96 0 0,-50-36 211 0 0,171 104 0 0 0,-220-165 42 0 0,-53-29-417 0 0,-1 0 1 0 0,-1 1-1 0 0,0 1 0 0 0,-1 2 1 0 0,23 20-1 0 0,-27-12-1694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57.59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1518 2 8290 0 0,'-37'-2'5522'0'0,"35"3"-5354"0"0,0-1 0 0 0,0 1 0 0 0,0-1 0 0 0,0 1-1 0 0,0 0 1 0 0,0-1 0 0 0,1 1 0 0 0,-1 0 0 0 0,0 0-1 0 0,0 1 1 0 0,1-1 0 0 0,-1 0 0 0 0,1 1 0 0 0,-1-1-1 0 0,1 1 1 0 0,-1-1 0 0 0,1 1 0 0 0,-1 1 0 0 0,-24 39 225 0 0,16-25-163 0 0,-12 19-91 0 0,-5 8 25 0 0,-48 60 1 0 0,-7-1-30 0 0,4 4 0 0 0,-85 155 0 0 0,-50 70-1597 0 0,60-102 646 0 0,132-196 863 0 0,-138 210 2139 0 0,119-189-1501 0 0,-3-1 1 0 0,-60 59-1 0 0,45-56-142 0 0,3 3-1 0 0,-54 76 0 0 0,99-118-422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03.0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47 13827 0 0,'-1'-2'176'0'0,"1"0"1"0"0,0 0-1 0 0,0 0 0 0 0,0 0 1 0 0,0-1-1 0 0,0 1 0 0 0,0 0 1 0 0,0 0-1 0 0,1 0 0 0 0,-1 0 1 0 0,1 0-1 0 0,0 0 0 0 0,0 0 1 0 0,-1 0-1 0 0,1 0 0 0 0,0 0 1 0 0,2-2-1 0 0,-2 3-109 0 0,-1 1-1 0 0,1-1 1 0 0,-1 1 0 0 0,0-1 0 0 0,1 1-1 0 0,-1-1 1 0 0,1 1 0 0 0,-1-1 0 0 0,1 1-1 0 0,-1 0 1 0 0,1-1 0 0 0,0 1 0 0 0,-1 0 0 0 0,1 0-1 0 0,-1-1 1 0 0,1 1 0 0 0,0 0 0 0 0,-1 0-1 0 0,1 0 1 0 0,0 0 0 0 0,-1 0 0 0 0,1 0-1 0 0,0 0 1 0 0,0 0-24 0 0,0 1 0 0 0,0-1 0 0 0,0 1-1 0 0,0-1 1 0 0,0 1 0 0 0,0 0 0 0 0,0-1 0 0 0,0 1 0 0 0,0 0 0 0 0,-1 0-1 0 0,1 0 1 0 0,0-1 0 0 0,-1 1 0 0 0,1 0 0 0 0,0 0 0 0 0,-1 0 0 0 0,0 0-1 0 0,1 0 1 0 0,0 2 0 0 0,5 15 187 0 0,-1 1 0 0 0,-1-1 0 0 0,-1 1 0 0 0,0 0 0 0 0,-1 1-1 0 0,-2 27 1 0 0,2-5-74 0 0,11 302-975 0 0,-17-287-2749 0 0,3-42-2628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03.50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1 164 9674 0 0,'0'-5'97'0'0,"-1"0"0"0"0,2 0 0 0 0,-1 0 0 0 0,0 0 0 0 0,1 0 0 0 0,0 0 0 0 0,0 0 0 0 0,0 0 0 0 0,1 1 0 0 0,-1-1 0 0 0,1 0 0 0 0,0 1 0 0 0,1-1 0 0 0,-1 1 0 0 0,5-6 0 0 0,-1 3 38 0 0,-1 1 0 0 0,1 0 0 0 0,0 0 0 0 0,0 1 0 0 0,1 0 0 0 0,0 0-1 0 0,-1 0 1 0 0,2 1 0 0 0,7-4 0 0 0,-7 4-40 0 0,1 0 0 0 0,-1 1 0 0 0,1 0 0 0 0,0 0 0 0 0,0 1 0 0 0,0 0-1 0 0,0 0 1 0 0,0 1 0 0 0,0 1 0 0 0,1 0 0 0 0,-1 0 0 0 0,0 0 0 0 0,0 1 0 0 0,0 1-1 0 0,0-1 1 0 0,0 2 0 0 0,17 5 0 0 0,-22-6-86 0 0,0 0-1 0 0,0 1 1 0 0,0-1-1 0 0,0 1 1 0 0,0 0-1 0 0,-1 0 1 0 0,0 0-1 0 0,1 0 1 0 0,-1 0-1 0 0,0 1 1 0 0,-1 0-1 0 0,1-1 1 0 0,-1 1-1 0 0,1 0 1 0 0,-1 0-1 0 0,0 0 1 0 0,-1 1-1 0 0,1-1 1 0 0,-1 0-1 0 0,0 1 1 0 0,0-1-1 0 0,0 1 1 0 0,0-1-1 0 0,-1 1 1 0 0,0-1-1 0 0,0 1 1 0 0,0-1-1 0 0,-1 1 1 0 0,1 0-1 0 0,-1-1 1 0 0,0 0-1 0 0,0 1 1 0 0,-3 6-1 0 0,-2 4 58 0 0,0-1-1 0 0,-1 0 1 0 0,0-1-1 0 0,-2 1 1 0 0,1-1-1 0 0,-1-1 1 0 0,-1 0-1 0 0,-18 18 1 0 0,2-7 157 0 0,17-16-128 0 0,1 0 0 0 0,0 0 0 0 0,0 1 0 0 0,1 0 0 0 0,-7 11 0 0 0,14-19-94 0 0,0 0-1 0 0,-1 0 0 0 0,1 0 1 0 0,0 1-1 0 0,0-1 0 0 0,0 0 1 0 0,0 0-1 0 0,0 0 0 0 0,0 0 1 0 0,0 0-1 0 0,0 1 0 0 0,0-1 1 0 0,0 0-1 0 0,0 0 0 0 0,0 0 1 0 0,0 0-1 0 0,0 1 0 0 0,0-1 1 0 0,0 0-1 0 0,0 0 0 0 0,0 0 0 0 0,0 0 1 0 0,0 0-1 0 0,0 1 0 0 0,0-1 1 0 0,0 0-1 0 0,0 0 0 0 0,1 0 1 0 0,-1 0-1 0 0,0 0 0 0 0,0 0 1 0 0,0 1-1 0 0,0-1 0 0 0,0 0 1 0 0,0 0-1 0 0,0 0 0 0 0,1 0 1 0 0,-1 0-1 0 0,0 0 0 0 0,0 0 1 0 0,0 0-1 0 0,0 0 0 0 0,1 1 1 0 0,10 1 2 0 0,17-3-6 0 0,-25 1 4 0 0,23-1 114 0 0,0 1-1 0 0,36 5 0 0 0,-52-3-105 0 0,0 0 0 0 0,1 0 0 0 0,-2 0 0 0 0,1 2 0 0 0,0-1 0 0 0,0 1 0 0 0,-1 0 0 0 0,18 12 1 0 0,-26-15-13 0 0,1 0 1 0 0,-1 0-1 0 0,1 1 1 0 0,-1-1 0 0 0,1 1-1 0 0,-1-1 1 0 0,0 1 0 0 0,0-1-1 0 0,1 1 1 0 0,-1 0 0 0 0,0 0-1 0 0,-1 0 1 0 0,1-1 0 0 0,0 1-1 0 0,0 0 1 0 0,-1 0 0 0 0,1 0-1 0 0,-1 0 1 0 0,0 3 0 0 0,0-1 79 0 0,0-1 0 0 0,-1 1-1 0 0,1-1 1 0 0,-1 0 0 0 0,0 1 0 0 0,0-1 0 0 0,0 0 0 0 0,0 1 0 0 0,-1-1 0 0 0,-3 5-1 0 0,-4 6 380 0 0,-2-1-1 0 0,0 0 0 0 0,-23 21 0 0 0,21-21-434 0 0,7-8-347 0 0,-16 19 218 0 0,11-7-5551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03.78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17 6449 0 0,'24'-16'7339'0'0,"-24"16"-7162"0"0,8 17 5098 0 0,-4 1-6383 0 0,26 240 3524 0 0,-5-25-2248 0 0,-20-205-235 0 0,0 5-1416 0 0,16 60 1 0 0,-15-77-4960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04.23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42 6913 0 0,'0'0'48'0'0,"0"-1"-1"0"0,1 1 0 0 0,-1 0 0 0 0,0 0 0 0 0,0-1 0 0 0,1 1 0 0 0,-1 0 0 0 0,0 0 0 0 0,0-1 0 0 0,1 1 0 0 0,-1 0 0 0 0,0 0 0 0 0,1 0 0 0 0,-1-1 0 0 0,0 1 0 0 0,1 0 0 0 0,-1 0 0 0 0,0 0 0 0 0,1 0 0 0 0,-1 0 0 0 0,0 0 0 0 0,1 0 0 0 0,-1 0 0 0 0,1 0 0 0 0,-1 0 0 0 0,0 0 0 0 0,1 0 0 0 0,-1 0 0 0 0,0 0 0 0 0,1 0 0 0 0,-1 0 0 0 0,0 0 0 0 0,1 0 0 0 0,-1 1 1 0 0,0-1-1 0 0,1 0 0 0 0,-1 0 0 0 0,0 0 0 0 0,1 1 0 0 0,-1-1 0 0 0,8 18 1768 0 0,-4 24 642 0 0,-4-41-2424 0 0,1 15 567 0 0,1 1 0 0 0,0-1 1 0 0,1 1-1 0 0,5 15 0 0 0,-6-27-505 0 0,-1 1-1 0 0,1-1 1 0 0,0 0 0 0 0,1 0-1 0 0,-1 0 1 0 0,1-1-1 0 0,0 1 1 0 0,0-1-1 0 0,1 1 1 0 0,-1-1-1 0 0,1 0 1 0 0,0 0 0 0 0,0 0-1 0 0,0-1 1 0 0,0 0-1 0 0,6 4 1 0 0,-9-7-91 0 0,0 1 0 0 0,1-1 1 0 0,-1 1-1 0 0,0-1 0 0 0,0 0 0 0 0,0 1 1 0 0,0-1-1 0 0,1 0 0 0 0,-1 0 1 0 0,0 0-1 0 0,0 0 0 0 0,1 0 0 0 0,-1 0 1 0 0,0 0-1 0 0,0 0 0 0 0,0-1 0 0 0,1 1 1 0 0,-1 0-1 0 0,0-1 0 0 0,0 1 1 0 0,2-2-1 0 0,0 0 6 0 0,-1 0 0 0 0,1 0 0 0 0,-1 0 1 0 0,1 0-1 0 0,-1-1 0 0 0,0 1 0 0 0,0-1 1 0 0,2-3-1 0 0,4-7 38 0 0,-1 0 0 0 0,9-26 0 0 0,-13 31-31 0 0,7-21 70 0 0,-1 0 1 0 0,7-50 0 0 0,-8 41 334 0 0,-8 38-394 0 0,0 0-1 0 0,0 0 1 0 0,0-1 0 0 0,0 1-1 0 0,0 0 1 0 0,0 0-1 0 0,0 0 1 0 0,0 0 0 0 0,0-1-1 0 0,0 1 1 0 0,0 0 0 0 0,0 0-1 0 0,0 0 1 0 0,0 0-1 0 0,1 0 1 0 0,-1-1 0 0 0,0 1-1 0 0,0 0 1 0 0,0 0 0 0 0,0 0-1 0 0,0 0 1 0 0,1 0 0 0 0,-1 0-1 0 0,0 0 1 0 0,0 0-1 0 0,0-1 1 0 0,0 1 0 0 0,1 0-1 0 0,-1 0 1 0 0,0 0 0 0 0,0 0-1 0 0,0 0 1 0 0,0 0-1 0 0,1 0 1 0 0,-1 0 0 0 0,0 0-1 0 0,0 0 1 0 0,0 0 0 0 0,0 0-1 0 0,1 0 1 0 0,-1 0-1 0 0,0 0 1 0 0,0 0 0 0 0,0 1-1 0 0,0-1 1 0 0,1 0 0 0 0,-1 0-1 0 0,0 0 1 0 0,11 9 482 0 0,7 12-255 0 0,-8-2-69 0 0,-2 0 1 0 0,8 26-1 0 0,-12-31-471 0 0,1 0-1 0 0,0 0 1 0 0,1 0 0 0 0,1-1 0 0 0,0 1 0 0 0,13 16 0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04.59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0 264 3681 0 0,'38'-19'4446'0'0,"-27"12"-3449"0"0,1-1 0 0 0,-1 0 0 0 0,0 0-1 0 0,-1-1 1 0 0,1 0 0 0 0,-2-1 0 0 0,16-21 0 0 0,-19 24-795 0 0,-2 0 1 0 0,1 0-1 0 0,-1-1 1 0 0,0 0-1 0 0,-1 0 1 0 0,0 0-1 0 0,0 0 1 0 0,0 0 0 0 0,-1-1-1 0 0,-1 1 1 0 0,1-1-1 0 0,-1 1 1 0 0,-1-16-1 0 0,0 23-199 0 0,0 0 0 0 0,0-1 0 0 0,0 1 0 0 0,0 0 0 0 0,0-1 0 0 0,0 1 0 0 0,-1 0 0 0 0,1-1 0 0 0,0 1 0 0 0,-1 0 0 0 0,1 0 0 0 0,-1 0 0 0 0,0-1 0 0 0,1 1 0 0 0,-1 0 0 0 0,0 0 0 0 0,0 0 0 0 0,1 0 0 0 0,-1 0 0 0 0,-2-1 0 0 0,2 2 21 0 0,0-1 1 0 0,0 1-1 0 0,0 0 1 0 0,0 0-1 0 0,0-1 1 0 0,0 1-1 0 0,0 0 1 0 0,0 0-1 0 0,0 0 0 0 0,0 0 1 0 0,0 0-1 0 0,0 0 1 0 0,0 1-1 0 0,0-1 1 0 0,0 0-1 0 0,0 1 1 0 0,0-1-1 0 0,0 0 1 0 0,0 1-1 0 0,-1 0 1 0 0,-1 1 61 0 0,-1 0-1 0 0,1 0 1 0 0,0 1 0 0 0,-1 0 0 0 0,1-1-1 0 0,0 1 1 0 0,1 0 0 0 0,-1 0 0 0 0,0 1 0 0 0,1-1-1 0 0,-3 6 1 0 0,2-4-75 0 0,1-1 1 0 0,1 1-1 0 0,-1 0 1 0 0,1 0-1 0 0,0 0 1 0 0,0 0-1 0 0,0 0 0 0 0,0 0 1 0 0,1 0-1 0 0,0 0 1 0 0,0 0-1 0 0,1 0 1 0 0,-1 0-1 0 0,1 0 0 0 0,0 0 1 0 0,0 0-1 0 0,1 0 1 0 0,0-1-1 0 0,-1 1 0 0 0,2 0 1 0 0,-1-1-1 0 0,0 1 1 0 0,1-1-1 0 0,0 0 1 0 0,0 0-1 0 0,0 0 0 0 0,0 0 1 0 0,1-1-1 0 0,0 1 1 0 0,0-1-1 0 0,0 0 1 0 0,4 3-1 0 0,5 2 25 0 0,0 0-1 0 0,0-1 1 0 0,1 0 0 0 0,0-1-1 0 0,0-1 1 0 0,1 0 0 0 0,-1-1-1 0 0,1 0 1 0 0,22 2 0 0 0,-10-4-685 0 0,1-1 0 0 0,-1-2 0 0 0,43-5 0 0 0,-43 2-6133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05.29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1 144 6449 0 0,'0'-4'551'0'0,"0"0"0"0"0,1 0 0 0 0,-1 0 1 0 0,1-1-1 0 0,0 1 0 0 0,0 0 0 0 0,1 1 0 0 0,-1-1 0 0 0,1 0 0 0 0,0 0 0 0 0,2-3 0 0 0,0 2-88 0 0,0-1 1 0 0,0 1 0 0 0,0 1-1 0 0,0-1 1 0 0,1 1 0 0 0,8-6-1 0 0,-2 2-78 0 0,0 1-1 0 0,1 1 0 0 0,0 0 1 0 0,0 1-1 0 0,0 0 0 0 0,18-4 0 0 0,-23 7-261 0 0,0 1-1 0 0,0-1 0 0 0,0 1 1 0 0,0 0-1 0 0,0 1 0 0 0,0 0 1 0 0,12 1-1 0 0,-17-1-93 0 0,1 1 1 0 0,-1-1-1 0 0,0 1 1 0 0,1 0-1 0 0,-1 0 1 0 0,0 0-1 0 0,0 0 1 0 0,0 0-1 0 0,0 1 1 0 0,0-1-1 0 0,0 0 1 0 0,0 1-1 0 0,0 0 1 0 0,-1-1-1 0 0,1 1 1 0 0,0 0-1 0 0,-1 0 1 0 0,0 0-1 0 0,1 0 1 0 0,-1 0-1 0 0,0 0 1 0 0,0 0-1 0 0,0 1 1 0 0,0-1-1 0 0,-1 0 1 0 0,2 4-1 0 0,1 8-45 0 0,-1-1 0 0 0,0 1-1 0 0,-1 0 1 0 0,-1 0 0 0 0,0 0-1 0 0,-1 0 1 0 0,-4 23 0 0 0,-4 5-91 0 0,-17 47 0 0 0,2-9 51 0 0,23-78 87 0 0,0 0-1 0 0,1 0 1 0 0,-1 0-1 0 0,1 1 1 0 0,0-1-1 0 0,-1 0 1 0 0,1 1-1 0 0,0-1 1 0 0,0 0-1 0 0,0 0 1 0 0,1 1-1 0 0,-1-1 1 0 0,1 0-1 0 0,-1 0 1 0 0,1 1-1 0 0,1 2 0 0 0,-1-4-8 0 0,0 0-1 0 0,0 0 0 0 0,0-1 0 0 0,0 1 1 0 0,1 0-1 0 0,-1 0 0 0 0,0-1 0 0 0,0 1 0 0 0,1-1 1 0 0,-1 1-1 0 0,0-1 0 0 0,1 0 0 0 0,-1 1 1 0 0,1-1-1 0 0,-1 0 0 0 0,0 0 0 0 0,1 0 0 0 0,-1 0 1 0 0,1 0-1 0 0,-1 0 0 0 0,0-1 0 0 0,1 1 0 0 0,-1 0 1 0 0,0-1-1 0 0,1 1 0 0 0,-1-1 0 0 0,3 0 1 0 0,16-7 10 0 0,0-1 0 0 0,0-1 0 0 0,32-22 0 0 0,-7 5-2172 0 0,-21 14-4898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05.56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 9 14283 0 0,'-2'-2'1552'0'0,"1"1"-1552"0"0,2 0 0 0 0,-1-1 64 0 0,2 1-64 0 0,-1 1 0 0 0,0-1-328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05.91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69 9218 0 0,'4'-2'616'0'0,"0"1"-1"0"0,0-1 1 0 0,0 1-1 0 0,1-1 1 0 0,-1 1-1 0 0,8 0 1 0 0,-8 0-299 0 0,66-13 3227 0 0,41-8-1284 0 0,-40 1-9351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06.1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100 1 4609 0 0,'-7'2'312'0'0,"0"1"0"0"0,1 0 0 0 0,-1 0-1 0 0,1 1 1 0 0,-1-1 0 0 0,1 1 0 0 0,0 1 0 0 0,0-1 0 0 0,1 1 0 0 0,0 0 0 0 0,-8 10 0 0 0,11-13-188 0 0,0 1 1 0 0,0-1 0 0 0,0 1 0 0 0,1 0 0 0 0,-1-1 0 0 0,1 1 0 0 0,-1 0 0 0 0,1 0 0 0 0,0 0 0 0 0,1 0-1 0 0,-1 0 1 0 0,0 0 0 0 0,1 0 0 0 0,0 1 0 0 0,-1-1 0 0 0,1 0 0 0 0,0 0 0 0 0,1 0 0 0 0,-1 0 0 0 0,1 0-1 0 0,-1 0 1 0 0,1 1 0 0 0,0-1 0 0 0,0 0 0 0 0,0-1 0 0 0,1 1 0 0 0,-1 0 0 0 0,0 0 0 0 0,3 2 0 0 0,8 10 982 0 0,0-1 0 0 0,1 0 0 0 0,30 22 0 0 0,-29-24-370 0 0,0 0 0 0 0,0 1 0 0 0,23 29 0 0 0,-36-40-725 0 0,1 0 0 0 0,-1 0 0 0 0,0 0 0 0 0,0 1 1 0 0,0-1-1 0 0,0 0 0 0 0,0 1 0 0 0,0-1 0 0 0,0 0 0 0 0,-1 1 0 0 0,0-1 1 0 0,1 1-1 0 0,-1-1 0 0 0,0 1 0 0 0,0-1 0 0 0,0 1 0 0 0,0-1 1 0 0,-1 1-1 0 0,0 3 0 0 0,0-2 63 0 0,-1-1-1 0 0,1 1 1 0 0,-1-1 0 0 0,0 0-1 0 0,0 1 1 0 0,0-1 0 0 0,-1 0 0 0 0,1 0-1 0 0,-1 0 1 0 0,0-1 0 0 0,-5 5-1 0 0,1-1-406 0 0,0-1 0 0 0,-1-1 0 0 0,0 1-1 0 0,0-1 1 0 0,0 0 0 0 0,0-1 0 0 0,-1 0-1 0 0,0 0 1 0 0,1-1 0 0 0,-13 2 0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06.48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44 7370 0 0,'25'-3'8972'0'0,"11"-3"-4684"0"0,2-3-3573 0 0,39-14-1 0 0,-72 21-1926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07.02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48 6449 0 0,'10'-7'769'0'0,"-1"1"0"0"0,1 1-1 0 0,1 0 1 0 0,-1 0-1 0 0,1 1 1 0 0,0 0-1 0 0,0 1 1 0 0,0 1 0 0 0,0-1-1 0 0,0 2 1 0 0,1-1-1 0 0,17 2 1 0 0,-28 0-706 0 0,0 0 1 0 0,0 0-1 0 0,0 0 0 0 0,0 0 1 0 0,0 1-1 0 0,0-1 1 0 0,0 1-1 0 0,-1-1 0 0 0,1 0 1 0 0,0 1-1 0 0,0-1 1 0 0,0 1-1 0 0,-1 0 0 0 0,1-1 1 0 0,0 1-1 0 0,-1-1 1 0 0,1 1-1 0 0,-1 0 0 0 0,1 0 1 0 0,-1-1-1 0 0,1 1 1 0 0,-1 0-1 0 0,1 0 1 0 0,-1 0-1 0 0,1 0 0 0 0,-1 0 1 0 0,1 2-9 0 0,-1 0 0 0 0,0 0 1 0 0,1 0-1 0 0,-1-1 1 0 0,0 1-1 0 0,-1 0 0 0 0,1 0 1 0 0,-2 5-1 0 0,-1 5-45 0 0,-1 0 0 0 0,-10 21 0 0 0,12-31 62 0 0,-16 32-63 0 0,-14 30-20 0 0,30-61-3 0 0,1 0 0 0 0,0 1 0 0 0,-1-1 0 0 0,1 0 0 0 0,1 1 0 0 0,-1-1 0 0 0,1 0 0 0 0,-1 1 0 0 0,1-1 0 0 0,1 0 0 0 0,-1 1 0 0 0,2 7 0 0 0,-1-9 6 0 0,1-1-1 0 0,-1 1 1 0 0,1 0-1 0 0,-1-1 1 0 0,1 1-1 0 0,0-1 1 0 0,0 0-1 0 0,0 0 1 0 0,0 0-1 0 0,0 0 1 0 0,1 0-1 0 0,-1 0 1 0 0,1 0-1 0 0,-1-1 1 0 0,1 1-1 0 0,0-1 1 0 0,-1 0-1 0 0,6 2 1 0 0,8 2-4 0 0,-1-1 0 0 0,23 4 0 0 0,-9-3-15 0 0,-16-1 151 0 0,1-1 0 0 0,-1 2 1 0 0,0 0-1 0 0,0 0 0 0 0,0 2 0 0 0,-1-1 0 0 0,13 10 0 0 0,-22-14-81 0 0,-1 0 0 0 0,1 0 0 0 0,-1 0 0 0 0,0 1 0 0 0,0-1 0 0 0,0 1 0 0 0,0-1 0 0 0,-1 1 0 0 0,1-1 0 0 0,-1 1 0 0 0,1 0 0 0 0,-1 0 0 0 0,0 0 0 0 0,0 0 0 0 0,1 5 0 0 0,-2-5 9 0 0,0 1-1 0 0,0-1 0 0 0,-1 1 0 0 0,1-1 0 0 0,-1 1 1 0 0,0-1-1 0 0,0 0 0 0 0,0 1 0 0 0,0-1 1 0 0,0 0-1 0 0,-1 0 0 0 0,0 0 0 0 0,1 0 1 0 0,-1 0-1 0 0,0 0 0 0 0,-1-1 0 0 0,-2 5 0 0 0,-10 8-290 0 0,-1 0 0 0 0,-24 18 0 0 0,35-29-372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07.24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13 9218 0 0,'14'-12'10813'0'0,"-24"17"-11896"0"0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07.6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79 5529 0 0,'6'-5'723'0'0,"0"0"1"0"0,0 0-1 0 0,1 0 0 0 0,0 1 0 0 0,0 0 0 0 0,0 1 0 0 0,0 0 0 0 0,0 0 1 0 0,16-4-1 0 0,-12 3-56 0 0,13-6 478 0 0,-17 7-767 0 0,-1 0 0 0 0,1 0 1 0 0,0 0-1 0 0,1 1 0 0 0,-1 0 1 0 0,0 1-1 0 0,1-1 0 0 0,-1 1 1 0 0,15 0-1 0 0,-21 2-348 0 0,-1-1-1 0 0,1 1 1 0 0,-1 0 0 0 0,1-1-1 0 0,0 1 1 0 0,-1 0 0 0 0,1-1-1 0 0,-1 1 1 0 0,0 0 0 0 0,1-1-1 0 0,-1 1 1 0 0,1 0 0 0 0,-1 0-1 0 0,0-1 1 0 0,0 1 0 0 0,1 0-1 0 0,-1 0 1 0 0,0 0 0 0 0,0 0-1 0 0,0-1 1 0 0,0 1 0 0 0,0 0-1 0 0,0 0 1 0 0,0 0 0 0 0,0 0-1 0 0,-1 1 1 0 0,-3 29 381 0 0,3-27-303 0 0,-14 167 42 0 0,10-79 18 0 0,4-25 249 0 0,2-51-375 0 0,-1 1 0 0 0,-1 0 0 0 0,0-1 0 0 0,-1 1 0 0 0,-5 16 0 0 0,5-25-481 0 0,-2-1-133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07.86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76 3225 0 0,'30'-14'3772'0'0,"0"2"1"0"0,60-16 0 0 0,14 8 371 0 0,-89 19-4051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28.76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180 110 3225 0 0,'-107'-23'1154'0'0,"34"18"3576"0"0,114 2-2427 0 0,50-8 0 0 0,-17 0-1231 0 0,68-1 562 0 0,180 8 0 0 0,-172 7-2818 0 0,213-24 0 0 0,-344 19 49 0 0,0-2 0 0 0,23-6-1 0 0,-24 3-3439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29.26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35 1376 0 0,'15'-6'1158'0'0,"0"0"-1"0"0,0 1 1 0 0,0 1-1 0 0,1 0 1 0 0,-1 1-1 0 0,30-2 1 0 0,2 3-128 0 0,48 5-1 0 0,-31 3-941 0 0,-42-3-325 0 0,1-1 1 0 0,-1-1 0 0 0,1 0 0 0 0,-1-2 0 0 0,29-5 0 0 0,-37 3-3460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29.6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2761 0 0,'9'17'13783'0'0,"-2"-3"-13467"0"0,-1 0 0 0 0,7 21 0 0 0,48 311 2685 0 0,-19-85-2564 0 0,-28-194-605 0 0,17 92-2589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30.15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868 73 6449 0 0,'-14'0'-2648'0'0,"-10"7"3065"0"0,-1 0 462 0 0,-9-5 194 0 0,0-1-1 0 0,0-2 1 0 0,-41-7 0 0 0,-101-25 2751 0 0,104 17-2452 0 0,-106-8 1 0 0,142 21-1046 0 0,-51-2 705 0 0,78 5-1331 0 0,1 1 0 0 0,-1 0 0 0 0,0 0 0 0 0,1 0 0 0 0,-1 1 0 0 0,1 1 0 0 0,-11 3 1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30.7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30 1376 0 0,'0'0'107'0'0,"8"0"1595"0"0,26-1 3105 0 0,17-5-2085 0 0,-17-1-2033 0 0,0 1-1 0 0,0 1 1 0 0,1 2-1 0 0,-1 2 1 0 0,1 0-1 0 0,-1 3 1 0 0,65 10-1 0 0,-82-8-759 0 0,-7-1-249 0 0,-1 0 0 0 0,0-2 0 0 0,1 1 0 0 0,-1-1 0 0 0,1 0 0 0 0,-1-1 0 0 0,1 0 0 0 0,9-2 0 0 0,-6 0-4565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31.83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17 119 6913 0 0,'-13'-15'2577'0'0,"12"14"-2499"0"0,1-1 0 0 0,-1 1 0 0 0,0-1 0 0 0,1 0 0 0 0,0 1 1 0 0,-1-1-1 0 0,1 0 0 0 0,0 1 0 0 0,0-1 0 0 0,0 0 0 0 0,0 0 0 0 0,0 1 0 0 0,1-1 0 0 0,-1 0 0 0 0,0 1 0 0 0,1-1 0 0 0,0-2 0 0 0,21-31 1996 0 0,-20 32-1931 0 0,1 0-1 0 0,-1 0 1 0 0,1 0-1 0 0,0 1 1 0 0,0-1-1 0 0,0 1 1 0 0,0 0-1 0 0,1-1 1 0 0,-1 2-1 0 0,1-1 0 0 0,-1 0 1 0 0,1 1-1 0 0,-1-1 1 0 0,1 1-1 0 0,0 0 1 0 0,4 0-1 0 0,-1 0-61 0 0,-1 1-1 0 0,1 0 0 0 0,-1 0 1 0 0,1 0-1 0 0,-1 1 1 0 0,1 0-1 0 0,-1 1 1 0 0,1-1-1 0 0,6 4 0 0 0,-1 0-76 0 0,0 0 0 0 0,-1 1 0 0 0,1 0 0 0 0,-1 1 0 0 0,0 0 0 0 0,-1 1 0 0 0,1 0 0 0 0,-2 1 0 0 0,13 13 0 0 0,-17-16 11 0 0,-1 0 0 0 0,0 0 0 0 0,-1 0 0 0 0,1 1 0 0 0,-1-1 0 0 0,0 1 0 0 0,-1 0 0 0 0,0-1 0 0 0,0 1 0 0 0,0 0 0 0 0,-1 0 0 0 0,0 1 0 0 0,0-1 0 0 0,-1 12 0 0 0,-2 6 260 0 0,-1 0 1 0 0,-11 47-1 0 0,-1-1 579 0 0,15-71-825 0 0,0 1 0 0 0,0 0 0 0 0,-1 0 0 0 0,1-1 0 0 0,0 1 0 0 0,0 0 0 0 0,0 0 0 0 0,0-1 0 0 0,0 1 1 0 0,0 0-1 0 0,0 0 0 0 0,0-1 0 0 0,1 1 0 0 0,-1 0 0 0 0,0 0 0 0 0,0-1 0 0 0,1 1 0 0 0,-1 0 0 0 0,0-1 0 0 0,1 1 0 0 0,-1 0 0 0 0,1-1 0 0 0,-1 1 1 0 0,0 0-1 0 0,1-1 0 0 0,0 1 0 0 0,-1-1 0 0 0,1 1 0 0 0,-1-1 0 0 0,1 1 0 0 0,0-1 0 0 0,0 1 0 0 0,2-1 15 0 0,-1 1-1 0 0,0-1 0 0 0,0 0 1 0 0,0 0-1 0 0,1 0 1 0 0,-1 0-1 0 0,0-1 1 0 0,0 1-1 0 0,0 0 1 0 0,0-1-1 0 0,4-1 0 0 0,9-4 19 0 0,0 0-1 0 0,19-13 1 0 0,-30 17-84 0 0,39-23-1883 0 0,47-35 1 0 0,-73 47 485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32.24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3 420 6913 0 0,'0'-1'47'0'0,"-1"1"0"0"0,1-1 0 0 0,0 1 0 0 0,0-1 0 0 0,-1 1 0 0 0,1-1 0 0 0,0 0 0 0 0,0 1 0 0 0,0-1 0 0 0,0 1 0 0 0,-1-1 0 0 0,1 1 0 0 0,0-1 0 0 0,0 0 0 0 0,0 1 0 0 0,0-1 0 0 0,1 1 0 0 0,-1-1-1 0 0,0 0 1 0 0,0 1 0 0 0,0-1 0 0 0,0 1 0 0 0,0-1 0 0 0,1 1 0 0 0,-1-1 0 0 0,0 1 0 0 0,1-1 0 0 0,-1 1 0 0 0,0-1 0 0 0,1 1 0 0 0,-1-1 0 0 0,0 1 0 0 0,1 0 0 0 0,-1-1 0 0 0,1 0 0 0 0,1 0 263 0 0,-1-1 1 0 0,0 0-1 0 0,0 1 0 0 0,1-1 1 0 0,-1 1-1 0 0,1 0 1 0 0,0-1-1 0 0,-1 1 1 0 0,1 0-1 0 0,2-1 1 0 0,-2 2-162 0 0,0 0 0 0 0,-1 0 0 0 0,1 0 0 0 0,0 0 0 0 0,0 0 0 0 0,0 1 0 0 0,0-1 0 0 0,-1 0 0 0 0,1 1 0 0 0,0 0 0 0 0,0-1 0 0 0,-1 1 0 0 0,1 0 0 0 0,0 0 0 0 0,-1 0 0 0 0,1 0 0 0 0,-1 0 0 0 0,1 0 0 0 0,-1 1 0 0 0,0-1 0 0 0,3 3 0 0 0,27 39 160 0 0,-15-19-126 0 0,-12-20-182 0 0,0 1 0 0 0,0-1-1 0 0,0 0 1 0 0,1 0 0 0 0,-1 0 0 0 0,1 0 0 0 0,0-1 0 0 0,5 3 0 0 0,-8-6 41 0 0,-1 1-1 0 0,0 0 1 0 0,0-1 0 0 0,1 0 0 0 0,-1 1-1 0 0,0-1 1 0 0,1 0 0 0 0,-1 0-1 0 0,1 0 1 0 0,-1 0 0 0 0,0 0-1 0 0,1 0 1 0 0,-1 0 0 0 0,0 0 0 0 0,1-1-1 0 0,-1 1 1 0 0,0 0 0 0 0,1-1-1 0 0,-1 1 1 0 0,0-1 0 0 0,0 1-1 0 0,1-1 1 0 0,-1 0 0 0 0,0 0 0 0 0,0 1-1 0 0,0-1 1 0 0,0 0 0 0 0,0 0-1 0 0,0 0 1 0 0,0 0 0 0 0,0 0-1 0 0,0 0 1 0 0,-1-1 0 0 0,1 1 0 0 0,0 0-1 0 0,-1 0 1 0 0,1-1 0 0 0,-1 1-1 0 0,1-2 1 0 0,6-16 334 0 0,-1-1 0 0 0,-1 0 0 0 0,-1-1 0 0 0,0 1 0 0 0,-2-1 0 0 0,0 0 0 0 0,-3-31 0 0 0,6-42-177 0 0,13-20-915 0 0,-7 66-4432 0 0,0 13-1218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32.7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 1074 6449 0 0,'0'0'499'0'0,"-1"-1"-394"0"0,0 1 1 0 0,0 0-1 0 0,0 0 0 0 0,1-1 0 0 0,-1 1 0 0 0,0 0 1 0 0,0-1-1 0 0,0 1 0 0 0,0-1 0 0 0,1 1 0 0 0,-1-1 1 0 0,0 0-1 0 0,0 1 0 0 0,1-1 0 0 0,-1 0 0 0 0,1 1 1 0 0,-1-1-1 0 0,0 0 0 0 0,1 0 0 0 0,-1 1 1 0 0,1-1-1 0 0,0 0 0 0 0,-1 0 0 0 0,1 0 0 0 0,0 0 1 0 0,-1 0-1 0 0,1 0 0 0 0,0 0 0 0 0,0 1 0 0 0,0-1 1 0 0,0 0-1 0 0,0 0 0 0 0,0 0 0 0 0,0 0 0 0 0,0-2 1 0 0,5-37 1839 0 0,-4 35-1747 0 0,26-244 4920 0 0,-4 34-3663 0 0,-23 213-1452 0 0,18-156 502 0 0,-17 132-424 0 0,-1 0 0 0 0,-1 0 0 0 0,-1 0 0 0 0,-7-29-1 0 0,2 25-237 0 0,1 8-778 0 0,-3-41 1 0 0,8 55 624 0 0,1 0 0 0 0,0 0 0 0 0,1 0 1 0 0,-1 1-1 0 0,2-1 0 0 0,-1 0 0 0 0,1 0 0 0 0,0 1 0 0 0,4-9 0 0 0,2-1-5383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33.38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1 233 3225 0 0,'1'-3'179'0'0,"0"-1"0"0"0,0 1 0 0 0,1 0 0 0 0,-1 0 0 0 0,1 0 1 0 0,0 0-1 0 0,2-4 0 0 0,5-7 1216 0 0,6-29 1510 0 0,-12 32-2259 0 0,1 1 1 0 0,0 0-1 0 0,9-17 0 0 0,-11 24-431 0 0,1 0 0 0 0,-1-1 1 0 0,1 1-1 0 0,0 0 0 0 0,-1 0 0 0 0,1 1 0 0 0,1-1 0 0 0,-1 1 0 0 0,0-1 1 0 0,1 1-1 0 0,-1 0 0 0 0,1 0 0 0 0,7-2 0 0 0,11-3 444 0 0,1 1 1 0 0,0 1-1 0 0,0 1 0 0 0,32-1 0 0 0,98 3-182 0 0,-85 3-381 0 0,303 20-36 0 0,-35 0 19 0 0,-216-25-53 0 0,155-24 0 0 0,36-3-5 0 0,66 49-21 0 0,-277-10 0 0 0,-68-5-554 0 0,-21-1-75 0 0,0-1-1 0 0,0 0 0 0 0,0 0 0 0 0,0-1 0 0 0,0-1 0 0 0,1 0 0 0 0,-1-1 1 0 0,0 0-1 0 0,19-6 0 0 0,5-6-4643 0 0,-23 9 2435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34.4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 20 6913 0 0,'-3'-20'10371'0'0,"21"70"-8794"0"0,-13-42-360 0 0,-8-16 307 0 0,-1-10-1119 0 0,5 16-382 0 0,2 6 24 0 0,3 17 86 0 0,3 27 54 0 0,8 161-16 0 0,-5-39-46 0 0,-10-134-125 0 0,-6 65 0 0 0,2-70 0 0 0,1-1 0 0 0,1 1 0 0 0,4 35 0 0 0,-3-62-4 0 0,0 1 0 0 0,0 0 0 0 0,1 0 0 0 0,-1 0 0 0 0,1-1 0 0 0,0 1 0 0 0,0-1 0 0 0,1 1 0 0 0,-1-1 0 0 0,1 0 0 0 0,0 0 0 0 0,0 0 0 0 0,1 0 0 0 0,-1-1 0 0 0,1 1 0 0 0,-1-1 0 0 0,1 0 0 0 0,0 0 0 0 0,7 4 0 0 0,-11-7-28 0 0,1-1 0 0 0,-1 1 0 0 0,0 0 1 0 0,1 0-1 0 0,-1 0 0 0 0,0 0 0 0 0,1-1 0 0 0,-1 1 1 0 0,0 0-1 0 0,1 0 0 0 0,-1-1 0 0 0,0 1 0 0 0,0 0 1 0 0,1 0-1 0 0,-1-1 0 0 0,0 1 0 0 0,0 0 0 0 0,0-1 1 0 0,1 1-1 0 0,-1 0 0 0 0,0-1 0 0 0,0 1 0 0 0,0 0 1 0 0,0-1-1 0 0,0 1 0 0 0,0-1 0 0 0,0 1 0 0 0,0 0 1 0 0,0-1-1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35.1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77 31 3225 0 0,'-2'0'304'0'0,"-1"0"0"0"0,1 0 0 0 0,0 1 1 0 0,0-1-1 0 0,0 1 0 0 0,-1-1 0 0 0,1 1 0 0 0,0 0 1 0 0,0-1-1 0 0,0 1 0 0 0,0 0 0 0 0,0 0 1 0 0,0 1-1 0 0,0-1 0 0 0,1 0 0 0 0,-1 1 0 0 0,0-1 1 0 0,1 1-1 0 0,-1-1 0 0 0,1 1 0 0 0,-1 0 1 0 0,1 0-1 0 0,0 0 0 0 0,0 0 0 0 0,0 0 0 0 0,0 0 1 0 0,0 0-1 0 0,0 0 0 0 0,1 0 0 0 0,-1 0 0 0 0,0 3 1 0 0,0-2-111 0 0,1 0 1 0 0,0 0-1 0 0,0 0 1 0 0,0 1-1 0 0,0-1 1 0 0,0 0-1 0 0,1-1 0 0 0,-1 1 1 0 0,1 0-1 0 0,0 0 1 0 0,0 0-1 0 0,0 0 1 0 0,0 0-1 0 0,3 4 1 0 0,-2-3-124 0 0,1 1 0 0 0,0-1 0 0 0,0 0 1 0 0,0 0-1 0 0,0 0 0 0 0,1 0 1 0 0,6 5-1 0 0,-8-8-62 0 0,-1 0-1 0 0,0-1 1 0 0,0 0 0 0 0,1 1 0 0 0,-1-1 0 0 0,0 0 0 0 0,1 1-1 0 0,-1-1 1 0 0,0 0 0 0 0,1 0 0 0 0,-1 0 0 0 0,0 0-1 0 0,1 0 1 0 0,-1-1 0 0 0,0 1 0 0 0,1 0 0 0 0,-1 0 0 0 0,0-1-1 0 0,1 1 1 0 0,-1-1 0 0 0,0 0 0 0 0,0 1 0 0 0,0-1 0 0 0,0 0-1 0 0,1 1 1 0 0,-1-1 0 0 0,0 0 0 0 0,0 0 0 0 0,0 0-1 0 0,-1 0 1 0 0,1 0 0 0 0,0 0 0 0 0,0 0 0 0 0,0-2 0 0 0,3-2 41 0 0,-1 1 1 0 0,0-1 0 0 0,-1 0 0 0 0,1 0 0 0 0,-1 0 0 0 0,0 0-1 0 0,0 0 1 0 0,-1 0 0 0 0,1-1 0 0 0,-1 1 0 0 0,-1 0 0 0 0,1-1-1 0 0,-1 1 1 0 0,0-8 0 0 0,0 11-47 0 0,0-1 0 0 0,0 0 1 0 0,0 0-1 0 0,0 1 0 0 0,-1-1 0 0 0,0 0 0 0 0,1 1 0 0 0,-1-1 0 0 0,0 0 1 0 0,0 1-1 0 0,-1-1 0 0 0,1 1 0 0 0,0 0 0 0 0,-1-1 0 0 0,0 1 0 0 0,1 0 1 0 0,-1 0-1 0 0,0 0 0 0 0,0 0 0 0 0,0 0 0 0 0,0 1 0 0 0,0-1 0 0 0,-1 0 0 0 0,1 1 1 0 0,0 0-1 0 0,-1-1 0 0 0,1 1 0 0 0,-1 0 0 0 0,0 0 0 0 0,-3 0 0 0 0,3 1 7 0 0,0 0 0 0 0,0 0 0 0 0,0 0 0 0 0,-1 1 0 0 0,1-1 0 0 0,0 1 0 0 0,0 0 0 0 0,0 0 0 0 0,0 0 0 0 0,0 1-1 0 0,0-1 1 0 0,0 1 0 0 0,1-1 0 0 0,-1 1 0 0 0,0 0 0 0 0,1 0 0 0 0,-3 3 0 0 0,2-4 20 0 0,1 1 1 0 0,0 0-1 0 0,0 0 1 0 0,0 0-1 0 0,0 0 1 0 0,1 1 0 0 0,-1-1-1 0 0,0 0 1 0 0,1 1-1 0 0,0-1 1 0 0,-1 1-1 0 0,1-1 1 0 0,0 1-1 0 0,1 0 1 0 0,-1 0-1 0 0,0-1 1 0 0,1 1-1 0 0,-1 0 1 0 0,1 5-1 0 0,0-7-28 0 0,1 0 0 0 0,-1 0 0 0 0,1 0 0 0 0,0 0 0 0 0,0 1 0 0 0,-1-1 0 0 0,1 0-1 0 0,0 0 1 0 0,0-1 0 0 0,0 1 0 0 0,0 0 0 0 0,0 0 0 0 0,0 0 0 0 0,0-1 0 0 0,1 1 0 0 0,-1 0 0 0 0,0-1-1 0 0,0 1 1 0 0,0-1 0 0 0,1 1 0 0 0,-1-1 0 0 0,0 0 0 0 0,1 0 0 0 0,-1 1 0 0 0,2-1 0 0 0,2 0 5 0 0,-1 1-1 0 0,1-1 1 0 0,-1 0 0 0 0,1 0 0 0 0,-1 0 0 0 0,6-2 0 0 0,-31-17-8 0 0,19 17-197 0 0,-1 0 1 0 0,0 0-1 0 0,0 0 0 0 0,1 1 1 0 0,-1-1-1 0 0,0 1 0 0 0,0 0 1 0 0,0 0-1 0 0,0 0 0 0 0,-6-1 1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35.69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64 10 4145 0 0,'-7'3'630'0'0,"-1"-1"1"0"0,1 0-1 0 0,-1 0 1 0 0,0-1-1 0 0,0 0 0 0 0,-9 1 1 0 0,50-9 2995 0 0,0 1-3031 0 0,55-1 468 0 0,0 5 1 0 0,1 3-1 0 0,143 21 1 0 0,-192-16-1133 0 0,-15-4-431 0 0,0 2 0 0 0,0 1-1 0 0,36 12 1 0 0,-55-14-844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35.9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 24 6449 0 0,'0'0'79'0'0,"-1"0"-1"0"0,1-1 0 0 0,0 1 0 0 0,0 0 0 0 0,0-1 0 0 0,-1 1 1 0 0,1 0-1 0 0,0-1 0 0 0,0 1 0 0 0,0 0 0 0 0,0-1 0 0 0,0 1 1 0 0,0 0-1 0 0,0-1 0 0 0,0 1 0 0 0,0 0 0 0 0,0-1 0 0 0,0 1 1 0 0,0 0-1 0 0,0-1 0 0 0,0 1 0 0 0,0 0 0 0 0,0-1 0 0 0,0 1 1 0 0,0 0-1 0 0,0-1 0 0 0,0 1 0 0 0,0 0 0 0 0,1 0 0 0 0,-1-1 1 0 0,0 1-1 0 0,0 0 0 0 0,0-1 0 0 0,1 1 0 0 0,-1 0 0 0 0,0 0 1 0 0,0-1-1 0 0,1 1 0 0 0,-1 0 0 0 0,0 0 0 0 0,1 0 1 0 0,-1 0-1 0 0,0-1 0 0 0,0 1 0 0 0,1 0 0 0 0,-1 0 0 0 0,0 0 1 0 0,1 0-1 0 0,17-10 2706 0 0,-11 10-2379 0 0,0 0 1 0 0,0 0-1 0 0,0 1 0 0 0,0 0 1 0 0,0 0-1 0 0,0 0 0 0 0,0 1 1 0 0,0 0-1 0 0,0 1 0 0 0,-1-1 1 0 0,1 1-1 0 0,-1 1 0 0 0,0-1 1 0 0,11 9-1 0 0,5 4 87 0 0,-1 1-1 0 0,29 31 1 0 0,100 124-1846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36.20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227 0 7370 0 0,'-1'0'164'0'0,"0"1"1"0"0,1-1-1 0 0,-1 0 1 0 0,0 0 0 0 0,1 1-1 0 0,-1-1 1 0 0,0 1 0 0 0,1-1-1 0 0,-1 1 1 0 0,0-1-1 0 0,1 1 1 0 0,-1-1 0 0 0,1 1-1 0 0,-1-1 1 0 0,1 1 0 0 0,-1-1-1 0 0,1 1 1 0 0,-1 0-1 0 0,1-1 1 0 0,0 1 0 0 0,-1 0-1 0 0,1 0 1 0 0,0 1 0 0 0,-13 25 1430 0 0,9-19-793 0 0,-23 42 1670 0 0,-52 73 1 0 0,12-23-2184 0 0,58-84-1293 0 0,1-1-3420 0 0,2 0-1394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36.60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26 84 1840 0 0,'-22'-6'627'0'0,"22"6"-526"0"0,0 0-1 0 0,0 0 1 0 0,-1-1-1 0 0,1 1 202 0 0,-1-1-201 0 0,1 1-1 0 0,0 0 1 0 0,0 0-1 0 0,0-1 1 0 0,-1 1-1 0 0,1 0 1 0 0,0 0-1 0 0,0-1 1 0 0,0 1-1 0 0,0 0 1 0 0,0-1-1 0 0,0 1 1 0 0,0 0-1 0 0,0-1 1 0 0,0 1-1 0 0,0 0 1 0 0,0-1-1 0 0,0 1 1 0 0,0 0-1 0 0,0 0 1 0 0,0-1-1 0 0,0 1 1 0 0,0 0-1 0 0,0-1 1 0 0,0 0-1 0 0,2-1 252 0 0,1-1 0 0 0,-1 1 0 0 0,0-1 0 0 0,1 1 0 0 0,-1 0 0 0 0,1-1 0 0 0,0 1-1 0 0,0 1 1 0 0,4-4 0 0 0,6-2-60 0 0,0 1 0 0 0,1 0 0 0 0,-1 1-1 0 0,1 1 1 0 0,0 0 0 0 0,1 1 0 0 0,-1 0-1 0 0,0 1 1 0 0,22 0 0 0 0,16 2 574 0 0,69 9 0 0 0,-39-1-177 0 0,172 4 854 0 0,162 14-270 0 0,-371-20-1590 0 0,1-3 0 0 0,0-1 0 0 0,0-2 0 0 0,0-2 0 0 0,57-11-1 0 0,-89 9-5315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37.1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5065 0 0,'11'13'3354'0'0,"0"91"2562"0"0,-10 56-2580 0 0,-1-32-1575 0 0,19 126-287 0 0,-4-74-2306 0 0,-16-145-1794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37.90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50 77 6449 0 0,'-7'-7'832'0'0,"0"-1"-1"0"0,1 0 0 0 0,0-1 0 0 0,0 1 1 0 0,1-1-1 0 0,-8-18 0 0 0,14 28-700 0 0,0 0 0 0 0,0 0 0 0 0,0-1 0 0 0,0 1 0 0 0,0 0 0 0 0,0-1 0 0 0,0 1 0 0 0,0-1 0 0 0,0 1 0 0 0,0-1 0 0 0,0 1 0 0 0,1-1 0 0 0,-1 0 0 0 0,0 1 0 0 0,0-1 0 0 0,0 0 0 0 0,1 0 0 0 0,1 0 0 0 0,35 3 1095 0 0,-16-2-633 0 0,351 29 681 0 0,-116-12-1241 0 0,-121-5-10 0 0,641 28 187 0 0,-570-47-143 0 0,314-4 229 0 0,-487 10-302 0 0,1 2 0 0 0,-1 1 0 0 0,1 2 0 0 0,-1 2 0 0 0,-1 0 0 0 0,1 3 1 0 0,-1 0-1 0 0,-1 3 0 0 0,39 19 0 0 0,-71-32 5 0 0,1 0-202 0 0,0 1-1 0 0,0-1 1 0 0,0 0-1 0 0,-1 1 1 0 0,1-1-1 0 0,0 1 0 0 0,0-1 1 0 0,0 1-1 0 0,-1-1 1 0 0,1 1-1 0 0,0-1 1 0 0,-1 1-1 0 0,1 0 1 0 0,-1-1-1 0 0,1 1 1 0 0,0 0-1 0 0,-1 0 1 0 0,0-1-1 0 0,1 1 1 0 0,-1 0-1 0 0,1 0 0 0 0,-1 0 1 0 0,0 0-1 0 0,1 1 1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38.23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5065 0 0,'1'17'11557'0'0,"2"27"-8396"0"0,3 48-2148 0 0,-2-14-780 0 0,2 0-1 0 0,4 0 0 0 0,4-1 0 0 0,35 117 0 0 0,21-27-2493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39.02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56 4 920 0 0,'-1'-4'8655'0'0,"12"10"-7082"0"0,19 8 1911 0 0,-30-14-3463 0 0,0 1-1 0 0,1-1 1 0 0,-1 0-1 0 0,0 0 1 0 0,0 1-1 0 0,0-1 1 0 0,1 0-1 0 0,-1 1 1 0 0,0-1-1 0 0,0 0 1 0 0,0 1-1 0 0,0-1 1 0 0,0 0-1 0 0,1 1 1 0 0,-1-1-1 0 0,0 0 0 0 0,0 1 1 0 0,0-1-1 0 0,0 0 1 0 0,0 1-1 0 0,0-1 1 0 0,0 0-1 0 0,0 1 1 0 0,-1-1-1 0 0,1 1 1 0 0,0-1-1 0 0,0 0 1 0 0,0 1-1 0 0,0-1 1 0 0,0 0-1 0 0,0 1 1 0 0,-1-1-1 0 0,1 0 1 0 0,0 0-1 0 0,0 1 0 0 0,-1-1 1 0 0,1 0-1 0 0,0 1 1 0 0,0-1-1 0 0,-1 0 1 0 0,1 0-1 0 0,0 0 1 0 0,0 1-1 0 0,-1-1 1 0 0,0 0-1 0 0,-16 16 481 0 0,-59 24 1900 0 0,83-42-2335 0 0,-1 0-1 0 0,1 0 1 0 0,0 0 0 0 0,0 1 0 0 0,0 0-1 0 0,12 1 1 0 0,11-3 114 0 0,61-13 232 0 0,105-15-259 0 0,-161 27-187 0 0,0 2 0 0 0,1 2 0 0 0,53 5 1 0 0,-65-1-514 0 0,39 10 1 0 0,-54-11-334 0 0,-1 0 0 0 0,0 0 1 0 0,0 0-1 0 0,0 1 0 0 0,0 1 0 0 0,0-1 0 0 0,13 12 0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39.3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26 5 920 0 0,'-7'-2'-901'0'0,"-11"-1"7838"0"0,33 11-1524 0 0,4 0-4298 0 0,0 2-1 0 0,0 0 1 0 0,-1 1-1 0 0,23 18 0 0 0,61 60 1502 0 0,-68-57-2935 0 0,0-2-1 0 0,46 29 1 0 0,-61-48-6701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39.52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340 3 7370 0 0,'-1'-1'161'0'0,"1"1"1"0"0,-1 0 0 0 0,0-1 0 0 0,1 1 0 0 0,-1 0-1 0 0,0 0 1 0 0,0-1 0 0 0,1 1 0 0 0,-1 0 0 0 0,0 0 0 0 0,0 0-1 0 0,0 0 1 0 0,1 0 0 0 0,-1 0 0 0 0,0 0 0 0 0,0 0-1 0 0,1 1 1 0 0,-1-1 0 0 0,0 0 0 0 0,0 0 0 0 0,1 0 0 0 0,-1 1-1 0 0,0-1 1 0 0,1 1 0 0 0,-1-1 0 0 0,0 0 0 0 0,1 1-1 0 0,-1-1 1 0 0,0 1 0 0 0,1-1 0 0 0,-1 1 0 0 0,0 0-1 0 0,-23 24 1757 0 0,19-19-1318 0 0,-105 106 2393 0 0,-23 25-2204 0 0,102-95-2333 0 0,19-21-4727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40.25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0 3225 0 0,'-1'3'496'0'0,"1"-1"1"0"0,-1 0 0 0 0,1 1 0 0 0,-1-1-1 0 0,1 1 1 0 0,0-1 0 0 0,0 1 0 0 0,0-1-1 0 0,0 1 1 0 0,1-1 0 0 0,-1 1-1 0 0,1-1 1 0 0,-1 0 0 0 0,3 5 0 0 0,-2-2 636 0 0,43 204 5978 0 0,-7-31-6123 0 0,-8 42-903 0 0,-1-3-2 0 0,-28-216-80 0 0,1 1-1 0 0,-1-1 0 0 0,0 1 0 0 0,1-1 1 0 0,0 1-1 0 0,-1-1 0 0 0,1 1 0 0 0,0-1 1 0 0,-1 1-1 0 0,1-1 0 0 0,0 0 0 0 0,0 0 1 0 0,0 1-1 0 0,0-1 0 0 0,0 0 0 0 0,1 0 1 0 0,-1 0-1 0 0,2 2 0 0 0,9 7 22 0 0,-11-9 19 0 0,-1-1-8 0 0,0 0 0 0 0,0 1 0 0 0,0-1 1 0 0,0 0-1 0 0,0 0 0 0 0,0 1 0 0 0,-1-1 1 0 0,1 0-1 0 0,0 0 0 0 0,0 0 0 0 0,0 1 1 0 0,0-1-1 0 0,-1 0 0 0 0,1 0 0 0 0,0 0 1 0 0,0 0-1 0 0,-1 1 0 0 0,1-1 0 0 0,0 0 1 0 0,0 0-1 0 0,-1 0 0 0 0,1 0 0 0 0,0 0 1 0 0,0 0-1 0 0,-1 0 0 0 0,1 0 0 0 0,0 0 1 0 0,-1 0-1 0 0,1 0 0 0 0,0 0 0 0 0,0 0 1 0 0,-1 0-1 0 0,1 0 0 0 0,0 0 0 0 0,0 0 1 0 0,-1 0-1 0 0,1 0 0 0 0,0 0 0 0 0,0 0 1 0 0,-1-1-1 0 0,1 1 0 0 0,-24-2-3118 0 0,6 0 55 0 0,17 2 3026 0 0,-15 1 124 0 0,18-9 43 0 0,4-2-490 0 0,-4 4 21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41.4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5437 207 4145 0 0,'-12'-8'9533'0'0,"-61"-15"-7148"0"0,-1 2 1 0 0,-80-11 0 0 0,-49 7-1478 0 0,-4 1-1034 0 0,66-5 4 0 0,-72-10-883 0 0,152 35 978 0 0,0 2 0 0 0,-107 11 0 0 0,-13 1-143 0 0,67-6-131 0 0,-170 27-1 0 0,81-14 302 0 0,12-2 0 0 0,107-7 0 0 0,-105-4 0 0 0,66-3 0 0 0,-125 24 0 0 0,97-7 0 0 0,-496 16 1216 0 0,524-32-1788 0 0,0 7-1 0 0,-157 30 1 0 0,216-32 390 0 0,1-2 1 0 0,-65-4 0 0 0,-93 8-2999 0 0,-38 8 2948 0 0,98-9-416 0 0,67-6 422 0 0,84-2 233 0 0,-1-1-1 0 0,1-1 0 0 0,0 0 0 0 0,-1 0 0 0 0,1 0 0 0 0,-18-9 0 0 0,26 11 193 0 0,0-1 0 0 0,1 0 0 0 0,-1 1 0 0 0,0 0 0 0 0,1-1 0 0 0,-1 1 0 0 0,0 0 0 0 0,0 0-1 0 0,1 0 1 0 0,-1 0 0 0 0,0 0 0 0 0,0 0 0 0 0,1 1 0 0 0,-1-1 0 0 0,0 1 0 0 0,1-1 0 0 0,-1 1-1 0 0,0-1 1 0 0,1 1 0 0 0,-1 0 0 0 0,1 0 0 0 0,-1 0 0 0 0,1 0 0 0 0,-1 0 0 0 0,1 0 0 0 0,0 0 0 0 0,-1 0-1 0 0,-1 3 1 0 0,4 0-1616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42.3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48 0 2761 0 0,'-26'18'1650'0'0,"4"-4"3610"0"0,53-9-3249 0 0,232-4 138 0 0,-138-1-1905 0 0,175 11 265 0 0,-236-5-457 0 0,-1-4 0 0 0,0-2-1 0 0,120-16 1 0 0,-162 13 45 0 0,44-6 417 0 0,-1 2 0 0 0,108 3 0 0 0,-168 4-511 0 0,-1 0 0 0 0,0 0 0 0 0,0 1 0 0 0,1-1 0 0 0,-1 1 0 0 0,0 0 0 0 0,0 0 0 0 0,0 0 0 0 0,0 0 0 0 0,0 0 0 0 0,4 3 0 0 0,-7-4-10 0 0,0 1 0 0 0,1-1 0 0 0,-1 0 0 0 0,0 1 0 0 0,1-1 0 0 0,-1 0 0 0 0,0 1 0 0 0,0-1 0 0 0,0 1-1 0 0,1-1 1 0 0,-1 1 0 0 0,0-1 0 0 0,0 1 0 0 0,0-1 0 0 0,0 0 0 0 0,0 1 0 0 0,0-1 0 0 0,0 1 0 0 0,0-1 0 0 0,0 1 0 0 0,0-1 0 0 0,0 1 0 0 0,0-1 0 0 0,0 1 0 0 0,0-1 0 0 0,0 1 0 0 0,-1 0 0 0 0,-15 18-276 0 0,-11 4-2494 0 0,18-14 1731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42.76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 0 3225 0 0,'-18'29'10907'0'0,"19"-28"-10744"0"0,1 1-48 0 0,0 1 0 0 0,1-1 0 0 0,-1 1-1 0 0,0 0 1 0 0,-1 0 0 0 0,1 0 0 0 0,0 0 0 0 0,-1 0-1 0 0,0 0 1 0 0,1 0 0 0 0,-1 0 0 0 0,-1 1 0 0 0,1-1-1 0 0,0 0 1 0 0,0 6 0 0 0,-1 57 859 0 0,0-41-467 0 0,2 29-57 0 0,3 0 0 0 0,1 0 0 0 0,4 0 0 0 0,20 67 0 0 0,-9-38 89 0 0,13 104-1 0 0,-34-183-710 0 0,1 0 0 0 0,-1-1 0 0 0,1 1 0 0 0,-1 0 0 0 0,0 0 0 0 0,-1 0 0 0 0,1 0 0 0 0,-1-1 0 0 0,0 1 0 0 0,0 0 0 0 0,0 0 0 0 0,-2 3 0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43.1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80 62 3681 0 0,'-5'-2'46'0'0,"-1"2"346"0"0,1-1 0 0 0,0-1-1 0 0,0 1 1 0 0,0-1-1 0 0,0 0 1 0 0,0 0-1 0 0,0 0 1 0 0,0-1-1 0 0,0 1 1 0 0,1-1-1 0 0,-1 0 1 0 0,1-1-1 0 0,-5-4 1 0 0,9 8-366 0 0,0 0-1 0 0,0-1 1 0 0,-1 1 0 0 0,1 0 0 0 0,0 0 0 0 0,0-1 0 0 0,0 1 0 0 0,0 0-1 0 0,0 0 1 0 0,0-1 0 0 0,0 1 0 0 0,0 0 0 0 0,0 0 0 0 0,0-1 0 0 0,0 1 0 0 0,0 0-1 0 0,0 0 1 0 0,0 0 0 0 0,0-1 0 0 0,0 1 0 0 0,0 0 0 0 0,0 0 0 0 0,1-1 0 0 0,-1 1-1 0 0,0 0 1 0 0,0 0 0 0 0,0 0 0 0 0,0-1 0 0 0,0 1 0 0 0,1 0 0 0 0,-1 0-1 0 0,0 0 1 0 0,0 0 0 0 0,0-1 0 0 0,1 1 0 0 0,-1 0 0 0 0,0 0 0 0 0,1 0 0 0 0,13-5 724 0 0,15 1 588 0 0,-29 4-1264 0 0,301-7 4840 0 0,-284 7-5586 0 0,-1 2-1 0 0,28 6 0 0 0,0 0-3698 0 0,-30-6 2788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43.49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6 1840 0 0,'32'-5'4440'0'0,"-24"5"-3812"0"0,0 0 0 0 0,-1 0 0 0 0,1 1 1 0 0,0 0-1 0 0,-1 1 0 0 0,1-1 0 0 0,-1 1 0 0 0,1 1 0 0 0,-1 0 1 0 0,0 0-1 0 0,0 0 0 0 0,0 1 0 0 0,11 8 0 0 0,4 5 238 0 0,-1 1 0 0 0,31 34-1 0 0,-35-34-2457 0 0,1 0 0 0 0,38 29 0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43.71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249 46 6449 0 0,'1'-19'326'0'0,"-1"18"88"0"0,-1-1 0 0 0,1 1 0 0 0,0-1 0 0 0,-1 1 0 0 0,1-1 0 0 0,-1 1 1 0 0,1-1-1 0 0,-1 1 0 0 0,1 0 0 0 0,-1-1 0 0 0,0 1 0 0 0,0 0 0 0 0,-1-2 0 0 0,2 3-166 0 0,-1-1 0 0 0,0 1 0 0 0,1-1 1 0 0,-1 1-1 0 0,0-1 0 0 0,1 1 0 0 0,-1 0 1 0 0,0-1-1 0 0,0 1 0 0 0,1 0 1 0 0,-1-1-1 0 0,0 1 0 0 0,0 0 0 0 0,0 0 1 0 0,1 0-1 0 0,-1 0 0 0 0,0 0 0 0 0,0 0 1 0 0,0 0-1 0 0,1 0 0 0 0,-1 0 0 0 0,0 0 1 0 0,-1 1-1 0 0,-17 10 366 0 0,-1 8-109 0 0,1 0 1 0 0,1 2-1 0 0,-24 35 0 0 0,16-21-388 0 0,11-15-130 0 0,6-10-166 0 0,0 1 0 0 0,1 0-1 0 0,1 1 1 0 0,0 0 0 0 0,0 0 0 0 0,-5 15 0 0 0,8-13-976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44.13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6 4145 0 0,'4'-6'9221'0'0,"3"29"-8180"0"0,-2 1 0 0 0,-1 0 0 0 0,-1 0 0 0 0,-1 0 0 0 0,-1 24 0 0 0,7 55 306 0 0,11 45-1104 0 0,1 191 0 0 0,-21-290-250 0 0,2 54 21 0 0,0-92-25 0 0,0-1 0 0 0,1 1 0 0 0,0-1 0 0 0,1 1 0 0 0,0-1 0 0 0,0 0 0 0 0,7 12 1 0 0,3-8-289 0 0,-13-13 174 0 0,1-1 0 0 0,-1 0 0 0 0,0 0 0 0 0,1 0 0 0 0,-1 0 0 0 0,0 0 0 0 0,1 1 0 0 0,-1-1 0 0 0,1 0 0 0 0,-1 0 0 0 0,0 0 0 0 0,1 0-1 0 0,-1 0 1 0 0,1 0 0 0 0,-1 0 0 0 0,0 0 0 0 0,1 0 0 0 0,-1 0 0 0 0,1-1 0 0 0,-1 1 0 0 0,0 0 0 0 0,1 0 0 0 0,-1 0 0 0 0,0 0 0 0 0,1-1 0 0 0,-1 1-1 0 0,0 0 1 0 0,1 0 0 0 0,-1 0 0 0 0,0-1 0 0 0,1 1-125 0 0,-1-1 125 0 0,0 1 0 0 0,0 0 0 0 0,1-1 0 0 0,-1 1 0 0 0,0 0 0 0 0,0-1 0 0 0,0 1 0 0 0,1 0-1 0 0,-1-1 1 0 0,0 0 0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44.60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1493 0 3681 0 0,'0'1'272'0'0,"-1"0"1"0"0,0 0-1 0 0,0 0 0 0 0,0 0 1 0 0,0 0-1 0 0,0 0 1 0 0,0 0-1 0 0,0 0 1 0 0,0-1-1 0 0,0 1 0 0 0,0 0 1 0 0,-1-1-1 0 0,1 1 1 0 0,0-1-1 0 0,0 0 0 0 0,0 1 1 0 0,-1-1-1 0 0,1 0 1 0 0,0 0-1 0 0,-2 1 1 0 0,-30 4 3612 0 0,-109 2 818 0 0,11-2-3562 0 0,110-3-1032 0 0,-193 16 234 0 0,160-17-450 0 0,-107-10 0 0 0,80 0-1057 0 0,-1 3 0 0 0,-93 6 0 0 0,39-4 1166 0 0,0 1 141 0 0,104 9-253 0 0,28-5 33 0 0,-1 0 0 0 0,1 1 0 0 0,0-1 0 0 0,-1-1 0 0 0,1 1 0 0 0,0-1 0 0 0,-1 1 0 0 0,1-1 0 0 0,0-1 0 0 0,-1 1 0 0 0,1 0 0 0 0,0-1 0 0 0,-1 0 0 0 0,-4-2-1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45.16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251 1 920 0 0,'-39'12'2203'0'0,"1"0"-1"0"0,-61 8 0 0 0,25-5-300 0 0,93-20 1767 0 0,47-6-2629 0 0,153 6 8 0 0,-54 3 120 0 0,-152 2-1040 0 0,532-6 792 0 0,-515 7-5151 0 0,1-1-1434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45.7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63 15 2761 0 0,'-7'-1'1000'0'0,"0"0"0"0"0,1 1 0 0 0,-1 0 0 0 0,-13 2 0 0 0,5 0 1999 0 0,23-3 131 0 0,100-9-1156 0 0,1 4 0 0 0,139 12 0 0 0,-242-6-2220 0 0,0 1 1 0 0,0 0-1 0 0,0 0 0 0 0,0 1 0 0 0,0-1 1 0 0,8 5-1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47.29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46 3681 0 0,'0'-2'401'0'0,"-1"1"1"0"0,0-1 0 0 0,1 1-1 0 0,-1-1 1 0 0,1 1 0 0 0,0-1-1 0 0,0 0 1 0 0,-1 1 0 0 0,1-1-1 0 0,0 0 1 0 0,0 1 0 0 0,1-1-1 0 0,-1 0 1 0 0,0 1-1 0 0,0-1 1 0 0,1 0 0 0 0,-1 1-1 0 0,1-1 1 0 0,-1 1 0 0 0,1-1-1 0 0,0 1 1 0 0,2-4 0 0 0,-2 4 442 0 0,0 0-633 0 0,-1 1 0 0 0,1-1 0 0 0,-1 1 1 0 0,1 0-1 0 0,0-1 0 0 0,-1 1 0 0 0,1 0 0 0 0,-1-1 0 0 0,1 1 0 0 0,0 0 0 0 0,-1 0 1 0 0,1 0-1 0 0,-1 0 0 0 0,1 0 0 0 0,0 0 0 0 0,-1 0 0 0 0,1 0 0 0 0,0 0 0 0 0,0 0 0 0 0,1 0-138 0 0,-1 1 0 0 0,0-1-1 0 0,1 1 1 0 0,-1 0-1 0 0,0-1 1 0 0,0 1 0 0 0,0 0-1 0 0,1 0 1 0 0,-1 0-1 0 0,0 0 1 0 0,0 0-1 0 0,0 0 1 0 0,0 0 0 0 0,0 0-1 0 0,0 2 1 0 0,15 22 367 0 0,-2 2 0 0 0,-1-1 0 0 0,-1 2 0 0 0,-1-1 0 0 0,11 48 0 0 0,20 48-368 0 0,-40-119-189 0 0,0-1 0 0 0,0 0 0 0 0,0 0 0 0 0,0 1 0 0 0,1-1 0 0 0,-1 0 0 0 0,5 3 0 0 0,-7-6-7 0 0,1 1 1 0 0,-1 0 0 0 0,1-1-1 0 0,-1 1 1 0 0,1-1 0 0 0,-1 0-1 0 0,1 1 1 0 0,0-1 0 0 0,-1 1-1 0 0,1-1 1 0 0,-1 0 0 0 0,1 1-1 0 0,0-1 1 0 0,-1 0 0 0 0,1 0 0 0 0,0 0-1 0 0,-1 1 1 0 0,1-1 0 0 0,0 0-1 0 0,0 0 1 0 0,-1 0 0 0 0,1 0-1 0 0,0 0 1 0 0,-1 0 0 0 0,1 0-1 0 0,0 0 1 0 0,0-1 0 0 0,-1 1-1 0 0,1 0 1 0 0,0 0 0 0 0,-1-1-1 0 0,1 1 1 0 0,-1 0 0 0 0,1-1-1 0 0,0 1 1 0 0,-1 0 0 0 0,1-1-1 0 0,-1 1 1 0 0,1-1 0 0 0,-1 1-1 0 0,1-1 1 0 0,-1 1 0 0 0,1-1-1 0 0,-1 0 1 0 0,1 1 0 0 0,-1-1 0 0 0,1 0-1 0 0,-1-1-159 0 0,0 1-1 0 0,0-1 1 0 0,0 1 0 0 0,-1-1-1 0 0,1 1 1 0 0,0-1 0 0 0,0 1-1 0 0,-1-1 1 0 0,1 1 0 0 0,-1 0-1 0 0,1-1 1 0 0,-1 1-1 0 0,0 0 1 0 0,0-1 0 0 0,1 1-1 0 0,-1 0 1 0 0,-2-2 0 0 0,3 2-73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47.7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13 184 456 0 0,'-3'-4'451'0'0,"2"0"-1"0"0,-1 0 1 0 0,0-1 0 0 0,1 1-1 0 0,0-1 1 0 0,0 1-1 0 0,0-1 1 0 0,1 1 0 0 0,-1-1-1 0 0,1 0 1 0 0,0 1-1 0 0,1-1 1 0 0,-1 1 0 0 0,1-1-1 0 0,0 0 1 0 0,0 1 0 0 0,0-1-1 0 0,1 1 1 0 0,-1 0-1 0 0,1-1 1 0 0,0 1 0 0 0,4-6-1 0 0,-1 4-162 0 0,-1 1-1 0 0,1 0 1 0 0,0 0-1 0 0,0 0 1 0 0,9-5-1 0 0,-5 3 66 0 0,0 1 0 0 0,1 1 0 0 0,0 0 0 0 0,1 0 0 0 0,11-3 0 0 0,-20 7-294 0 0,1 0 1 0 0,-1 0-1 0 0,1 1 1 0 0,-1 0-1 0 0,0-1 1 0 0,1 1 0 0 0,-1 0-1 0 0,1 0 1 0 0,-1 0-1 0 0,1 1 1 0 0,-1-1-1 0 0,1 0 1 0 0,2 2 0 0 0,-4-1-35 0 0,0-1 0 0 0,0 1 0 0 0,0 0 0 0 0,0 0 0 0 0,0 0 0 0 0,0 0 0 0 0,0 0 0 0 0,0 0 0 0 0,0 0 0 0 0,0 0 0 0 0,0 0 0 0 0,-1 0 0 0 0,1 0 0 0 0,0 0 0 0 0,-1 1 0 0 0,1-1 0 0 0,-1 0 0 0 0,0 1-1 0 0,1-1 1 0 0,-1 0 0 0 0,0 1 0 0 0,0-1 0 0 0,0 0 0 0 0,0 1 0 0 0,0-1 0 0 0,0 2 0 0 0,-2 10 270 0 0,0-1-1 0 0,-1 1 0 0 0,0-1 0 0 0,-1 0 1 0 0,-1 0-1 0 0,0 0 0 0 0,0 0 0 0 0,-11 15 1 0 0,-7 20-76 0 0,-14 22 1142 0 0,36-68-1341 0 0,0 0-1 0 0,1 0 0 0 0,-1 0 0 0 0,0 0 1 0 0,1 0-1 0 0,-1 0 0 0 0,1 0 1 0 0,-1 0-1 0 0,1 0 0 0 0,0 0 0 0 0,-1 0 1 0 0,1 0-1 0 0,0 1 0 0 0,0-1 0 0 0,0 0 1 0 0,0 0-1 0 0,-1 0 0 0 0,2 0 1 0 0,-1 0-1 0 0,0 1 0 0 0,0-1 0 0 0,0 0 1 0 0,1 0-1 0 0,-1 0 0 0 0,0 0 1 0 0,1 0-1 0 0,-1 0 0 0 0,1 0 0 0 0,-1 0 1 0 0,1 0-1 0 0,0 0 0 0 0,-1 0 0 0 0,1 0 1 0 0,0 0-1 0 0,0 0 0 0 0,-1 0 1 0 0,1-1-1 0 0,0 1 0 0 0,0 0 0 0 0,0-1 1 0 0,0 1-1 0 0,0 0 0 0 0,0-1 0 0 0,0 1 1 0 0,0-1-1 0 0,1 0 0 0 0,0 1 1 0 0,2 0 8 0 0,1 0 1 0 0,-1 0-1 0 0,0 0 1 0 0,1-1 0 0 0,-1 0-1 0 0,1 0 1 0 0,-1 0-1 0 0,0 0 1 0 0,1-1-1 0 0,-1 1 1 0 0,5-2 0 0 0,72-34 418 0 0,-66 28-464 0 0,0 1 0 0 0,1 0 0 0 0,0 1 0 0 0,0 0 1 0 0,1 1-1 0 0,19-2 0 0 0,-16 7-1127 0 0,-10 2-34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48.76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119 23 6913 0 0,'12'-23'12970'0'0,"-22"34"-12815"0"0,0 1 1 0 0,1-1-1 0 0,1 1 1 0 0,0 1-1 0 0,0-1 0 0 0,-7 20 1 0 0,-32 88 798 0 0,44-111-954 0 0,0 1 0 0 0,0-1 1 0 0,1 0-1 0 0,0 1 0 0 0,1 0 1 0 0,0-1-1 0 0,1 1 0 0 0,0 0 1 0 0,1 10-1 0 0,0-16-1 0 0,0 1 1 0 0,0-1-1 0 0,0 0 0 0 0,1 0 0 0 0,0 0 1 0 0,0 0-1 0 0,0 0 0 0 0,0 0 0 0 0,0-1 1 0 0,1 1-1 0 0,0-1 0 0 0,-1 1 1 0 0,1-1-1 0 0,1 0 0 0 0,-1 0 0 0 0,0 0 1 0 0,1-1-1 0 0,-1 1 0 0 0,1-1 1 0 0,0 0-1 0 0,0 0 0 0 0,5 2 0 0 0,5 2-146 0 0,0-1-1 0 0,1 0 1 0 0,0-1 0 0 0,22 4-1 0 0,-31-7 45 0 0,-1-1-1 0 0,0 1 0 0 0,1-1 1 0 0,-1 0-1 0 0,1-1 1 0 0,-1 1-1 0 0,0-1 1 0 0,1 0-1 0 0,-1 0 0 0 0,0-1 1 0 0,0 1-1 0 0,0-1 1 0 0,0 0-1 0 0,0-1 1 0 0,0 1-1 0 0,5-5 0 0 0,-9 7 66 0 0,0-1 0 0 0,0 0 0 0 0,0 0 0 0 0,0 0 0 0 0,-1 1 0 0 0,1-1-1 0 0,0 0 1 0 0,0 0 0 0 0,-1 0 0 0 0,1 0 0 0 0,-1-1 0 0 0,1 1-1 0 0,-1 0 1 0 0,1 0 0 0 0,-1 0 0 0 0,1 0 0 0 0,-1-1 0 0 0,0 1-1 0 0,0 0 1 0 0,0 0 0 0 0,0-1 0 0 0,0 1 0 0 0,0 0 0 0 0,0 0 0 0 0,0 0-1 0 0,0-1 1 0 0,-1 1 0 0 0,1 0 0 0 0,0 0 0 0 0,-1 0 0 0 0,1-1-1 0 0,-1 1 1 0 0,1 0 0 0 0,-1 0 0 0 0,0 0 0 0 0,1 0 0 0 0,-1 0-1 0 0,0 0 1 0 0,-1-1 0 0 0,-5-5-324 0 0,0 0 0 0 0,0 0-1 0 0,-1 1 1 0 0,-9-6 0 0 0,0-1-279 0 0,15 12 635 0 0,1 0 0 0 0,0 0-1 0 0,0-1 1 0 0,-1 1-1 0 0,1 0 1 0 0,0-1 0 0 0,0 1-1 0 0,0-1 1 0 0,1 1-1 0 0,-1-1 1 0 0,0 0 0 0 0,0 1-1 0 0,1-1 1 0 0,-1 0 0 0 0,1 1-1 0 0,0-1 1 0 0,-1 0-1 0 0,1 1 1 0 0,0-1 0 0 0,0 0-1 0 0,0 0 1 0 0,0 1 0 0 0,1-1-1 0 0,-1-2 1 0 0,2 0 0 0 0,-1 0-1 0 0,1 1 1 0 0,-1-1 0 0 0,1 0-1 0 0,0 1 1 0 0,1-1 0 0 0,-1 1 0 0 0,1 0-1 0 0,-1 0 1 0 0,5-4 0 0 0,1 0 1 0 0,1 0 0 0 0,-1 0 0 0 0,1 1-1 0 0,1 0 1 0 0,-1 0 0 0 0,1 1 0 0 0,13-5 0 0 0,-19 8 21 0 0,1 1 0 0 0,-1 0 0 0 0,0 0 1 0 0,0 0-1 0 0,0 1 0 0 0,1-1 0 0 0,-1 1 0 0 0,0 0 0 0 0,1 0 1 0 0,-1 1-1 0 0,0-1 0 0 0,0 1 0 0 0,0 0 0 0 0,1 0 0 0 0,-1 0 1 0 0,0 1-1 0 0,0 0 0 0 0,6 3 0 0 0,-6-2 91 0 0,-1-1 0 0 0,0 1 0 0 0,-1 0 0 0 0,1 0 0 0 0,0 0 0 0 0,-1 0 0 0 0,0 1 0 0 0,1-1 0 0 0,-1 0-1 0 0,-1 1 1 0 0,1 0 0 0 0,0-1 0 0 0,-1 1 0 0 0,0 0 0 0 0,0 0 0 0 0,0 0 0 0 0,0 0 0 0 0,-1 0 0 0 0,0 7 0 0 0,0 32 1565 0 0,-2-34-1371 0 0,2 1 0 0 0,-1-1 0 0 0,1 0 1 0 0,1 0-1 0 0,0 1 0 0 0,0-1 0 0 0,0 0 0 0 0,1 0 0 0 0,1 0 1 0 0,5 13-1 0 0,3-12-1812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49.51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24 3225 0 0,'38'-23'16830'0'0,"-34"25"-16767"0"0,0-1 1 0 0,0 1-1 0 0,0 1 1 0 0,0-1-1 0 0,0 0 0 0 0,-1 1 1 0 0,1 0-1 0 0,-1 0 0 0 0,0 0 1 0 0,0 0-1 0 0,0 1 1 0 0,4 6-1 0 0,36 56 571 0 0,-26-38-286 0 0,-7-12-102 0 0,0 1 1 0 0,9 22-1 0 0,-8 0-1361 0 0,-9 3-5097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50.1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26 210 3809 0 0,'-3'-3'303'0'0,"1"0"1"0"0,-1-1-1 0 0,1 0 1 0 0,-1 1-1 0 0,1-1 1 0 0,0 0-1 0 0,1 0 1 0 0,-1 0-1 0 0,1 0 1 0 0,0 0-1 0 0,0 0 1 0 0,0-1 0 0 0,0 1-1 0 0,0-5 1 0 0,2 5-8 0 0,0 0 1 0 0,0 0 0 0 0,0 0-1 0 0,1 0 1 0 0,-1 1 0 0 0,1-1-1 0 0,0 0 1 0 0,0 1 0 0 0,0-1 0 0 0,0 1-1 0 0,1-1 1 0 0,-1 1 0 0 0,1 0-1 0 0,6-5 1 0 0,4-4 709 0 0,0 0 1 0 0,1 1-1 0 0,18-12 1 0 0,-26 19-771 0 0,1 0 0 0 0,-1 1 0 0 0,1 0 1 0 0,0 0-1 0 0,0 0 0 0 0,0 1 0 0 0,1 0 0 0 0,-1 0 1 0 0,0 1-1 0 0,11-1 0 0 0,-18 2-231 0 0,1 0 0 0 0,0 0 0 0 0,-1 0 0 0 0,1 0 0 0 0,0 0 0 0 0,0 0 0 0 0,-1 0 0 0 0,1 0 0 0 0,0 1 0 0 0,-1-1 0 0 0,1 0 0 0 0,0 1 0 0 0,-1-1 0 0 0,1 0 0 0 0,0 1 0 0 0,-1-1 0 0 0,1 1 0 0 0,-1-1 0 0 0,1 0 0 0 0,-1 1 0 0 0,1 0 0 0 0,-1-1 0 0 0,1 1 0 0 0,-1-1 0 0 0,0 1 0 0 0,1 1 0 0 0,1 21-107 0 0,-15 22-21 0 0,13-44 125 0 0,-15 31 111 0 0,-1 1 0 0 0,-34 49-1 0 0,9-17-83 0 0,41-64-29 0 0,0-1 1 0 0,-1 0-1 0 0,1 0 1 0 0,0 1-1 0 0,0-1 1 0 0,0 0-1 0 0,-1 0 0 0 0,1 1 1 0 0,0-1-1 0 0,0 0 1 0 0,0 1-1 0 0,0-1 1 0 0,-1 0-1 0 0,1 1 1 0 0,0-1-1 0 0,0 0 1 0 0,0 1-1 0 0,0-1 0 0 0,0 0 1 0 0,0 1-1 0 0,0-1 1 0 0,0 0-1 0 0,0 1 1 0 0,0-1-1 0 0,0 0 1 0 0,0 1-1 0 0,0-1 1 0 0,0 0-1 0 0,1 1 0 0 0,-1-1 1 0 0,0 0-1 0 0,0 1 1 0 0,0-1-1 0 0,0 0 1 0 0,1 0-1 0 0,-1 1 1 0 0,0-1-1 0 0,16-1-29 0 0,29-18-63 0 0,-36 14 80 0 0,5 0 33 0 0,-1 0 0 0 0,1 0 0 0 0,0 2 0 0 0,0 0 0 0 0,17-2 1 0 0,-28 5-20 0 0,0-1 0 0 0,1 1 1 0 0,-1-1-1 0 0,1 1 0 0 0,-1 0 0 0 0,1 1 1 0 0,-1-1-1 0 0,1 1 0 0 0,-1-1 1 0 0,1 1-1 0 0,-1 0 0 0 0,0 0 1 0 0,1 0-1 0 0,-1 1 0 0 0,0-1 1 0 0,0 1-1 0 0,0 0 0 0 0,0 0 1 0 0,0 0-1 0 0,-1 0 0 0 0,1 0 1 0 0,-1 1-1 0 0,1-1 0 0 0,-1 1 1 0 0,0 0-1 0 0,4 4 0 0 0,-5-3 8 0 0,0-1 0 0 0,-1 1 0 0 0,1-1 0 0 0,-1 1 0 0 0,1-1 0 0 0,-1 1 0 0 0,0-1 0 0 0,0 1 0 0 0,-1-1 0 0 0,1 1-1 0 0,-1-1 1 0 0,0 1 0 0 0,0-1 0 0 0,0 0 0 0 0,0 1 0 0 0,0-1 0 0 0,-1 0 0 0 0,0 0 0 0 0,1 0 0 0 0,-1 0 0 0 0,-4 4 0 0 0,-5 9 420 0 0,-2-1 0 0 0,-22 21 0 0 0,27-27 2 0 0,-11 7 39 0 0,15-13-541 0 0,0 0 0 0 0,-1 1 0 0 0,1-1 0 0 0,0 1 0 0 0,1 0 0 0 0,-1 0 0 0 0,1 0 0 0 0,0 1 0 0 0,0-1 0 0 0,-3 7 0 0 0,5-9-1044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8:18.18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 1745 1840 0 0,'-2'-28'1382'0'0,"-8"3"4535"0"0,10 24-5793 0 0,0-1 0 0 0,0 1-1 0 0,0 0 1 0 0,-1 0-1 0 0,1-1 1 0 0,0 1 0 0 0,0 0-1 0 0,1 0 1 0 0,-1-1-1 0 0,0 1 1 0 0,0 0 0 0 0,0 0-1 0 0,1 0 1 0 0,-1 0-1 0 0,1-1 1 0 0,-1 1 0 0 0,1 0-1 0 0,-1 0 1 0 0,1 0 0 0 0,0 0-1 0 0,0 0 1 0 0,-1 0-1 0 0,1 0 1 0 0,0 0 0 0 0,0 1-1 0 0,0-1 1 0 0,0 0-1 0 0,0 0 1 0 0,0 1 0 0 0,0-1-1 0 0,2 0 1 0 0,0-1 148 0 0,0 0-1 0 0,0 0 1 0 0,1 0 0 0 0,-1 1-1 0 0,1-1 1 0 0,-1 1-1 0 0,1 0 1 0 0,-1 0 0 0 0,6 0-1 0 0,-4 1-96 0 0,0 1-1 0 0,0-1 1 0 0,-1 1-1 0 0,1 1 0 0 0,0-1 1 0 0,-1 1-1 0 0,1-1 1 0 0,-1 1-1 0 0,0 1 0 0 0,0-1 1 0 0,7 5-1 0 0,45 40 235 0 0,-21-15-267 0 0,-18-20-134 0 0,2-1 1 0 0,-1-1 0 0 0,2 0-1 0 0,22 7 1 0 0,-17-6 63 0 0,43 24-1 0 0,-66-35-29 0 0,-1 1 0 0 0,0-1 0 0 0,0 1 0 0 0,0-1 0 0 0,0 1 0 0 0,1-1 0 0 0,-1 0 0 0 0,0 1 0 0 0,0-1 0 0 0,1 0 0 0 0,-1 0 0 0 0,0 0 0 0 0,0 0 0 0 0,1 0 0 0 0,-1 0 0 0 0,0 0 0 0 0,1-1 0 0 0,-1 1 0 0 0,0 0 0 0 0,0-1 0 0 0,0 1 0 0 0,1-1 0 0 0,-1 1 0 0 0,0-1 0 0 0,0 1 0 0 0,0-1 0 0 0,0 0 0 0 0,0 0 0 0 0,0 0 0 0 0,0 1 0 0 0,0-1 0 0 0,0 0 0 0 0,-1 0 0 0 0,1 0 0 0 0,0 0 0 0 0,0 0 0 0 0,0-2 0 0 0,5-7 79 0 0,-1 0 1 0 0,0 0 0 0 0,6-17-1 0 0,-5 10 88 0 0,258-570 796 0 0,-252 561-985 0 0,35-75-20 0 0,4 2 0 0 0,5 3 0 0 0,4 2 0 0 0,125-150 0 0 0,178-132 0 0 0,-292 320 0 0 0,-44 36 0 0 0,35-33 0 0 0,-56 45-53 0 0,-6 5 119 0 0,-15 9-2072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8:26.12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38 86 1376 0 0,'-1'-7'682'0'0,"0"0"-1"0"0,-1 0 0 0 0,0 0 1 0 0,0 0-1 0 0,0 1 1 0 0,-1-1-1 0 0,0 1 0 0 0,-1 0 1 0 0,0 0-1 0 0,1 0 0 0 0,-7-7 1 0 0,25 24 3485 0 0,18 13-4116 0 0,-8 7 505 0 0,-1 2 0 0 0,-1 0 0 0 0,22 44 0 0 0,-18-31-316 0 0,467 715 337 0 0,-459-717-576 0 0,2 0 1 0 0,2-3 0 0 0,1-1 0 0 0,2-1 0 0 0,50 33 0 0 0,243 144 913 0 0,-280-183-589 0 0,-19-11-183 0 0,-1 2 1 0 0,56 48-1 0 0,-72-54-107 0 0,-1 1 1 0 0,-1 1-1 0 0,0 0 0 0 0,-2 1 1 0 0,21 37-1 0 0,-7-4-369 0 0,25 66-1 0 0,-52-116-387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8:26.76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1949 117 1376 0 0,'-1'-9'781'0'0,"0"1"-1"0"0,0-1 0 0 0,-1 1 0 0 0,-1-1 1 0 0,0 1-1 0 0,0 0 0 0 0,0 0 1 0 0,-1 0-1 0 0,0 1 0 0 0,-1-1 0 0 0,-7-9 1 0 0,11 16-571 0 0,-1 0 1 0 0,1 0 0 0 0,-1 0 0 0 0,0 0 0 0 0,1 0 0 0 0,-1 0-1 0 0,0 1 1 0 0,0-1 0 0 0,1 1 0 0 0,-1-1 0 0 0,0 1 0 0 0,0 0 0 0 0,0-1-1 0 0,0 1 1 0 0,0 0 0 0 0,1 0 0 0 0,-1 0 0 0 0,0 1 0 0 0,0-1-1 0 0,0 0 1 0 0,0 1 0 0 0,1-1 0 0 0,-1 1 0 0 0,0 0 0 0 0,0-1-1 0 0,1 1 1 0 0,-1 0 0 0 0,-2 1 0 0 0,-8 5-91 0 0,0 0 0 0 0,-18 13-1 0 0,27-17 72 0 0,-30 23 29 0 0,1 1-1 0 0,1 2 1 0 0,-28 34 0 0 0,-75 104 12 0 0,-13 15-90 0 0,-184 206-67 0 0,137-167-93 0 0,-7 10-17 0 0,114-122-193 0 0,-114 110 0 0 0,162-176 192 0 0,2 1 0 0 0,2 2 0 0 0,-45 79 0 0 0,-10 0 1825 0 0,31-45-66 0 0,53-62-3074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8:46.4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 75 456 0 0,'2'-22'1040'0'0,"-6"-30"13974"0"0,1 94-14988 0 0,29 186 317 0 0,-13-137-105 0 0,2 113 1 0 0,-14-125-205 0 0,3-1 1 0 0,4 0 0 0 0,25 114-1 0 0,-5-79 48 0 0,51 269 631 0 0,-77-346-301 0 0,-1 0 0 0 0,-2 1 0 0 0,-2-1 0 0 0,-11 53 0 0 0,-3 50-205 0 0,16-79-159 0 0,8 74-1 0 0,-2-76 478 0 0,-4 90 0 0 0,-6-66-179 0 0,-13 111-264 0 0,16-183-1625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8:47.34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158 147 3225 0 0,'-3'-10'-17'0'0,"0"1"1"0"0,0 0-1 0 0,1-1 1 0 0,-3-18-1 0 0,5 23 783 0 0,0 0-1 0 0,0 0 1 0 0,0 0-1 0 0,0 0 1 0 0,1 0-1 0 0,2-9 0 0 0,-29 77 5548 0 0,14-37-6377 0 0,-15 48 1 0 0,-17 59 120 0 0,12-40-109 0 0,28-62 52 0 0,4-30 0 0 0,4-27 60 0 0,5-4 228 0 0,1 1-1 0 0,1 0 1 0 0,1 1-1 0 0,20-32 1 0 0,12-26 895 0 0,-36 67-980 0 0,1 0 0 0 0,0 1-1 0 0,2 0 1 0 0,0 1 0 0 0,1 0 0 0 0,24-26 0 0 0,-34 42-120 0 0,0-1 1 0 0,0 0-1 0 0,-1 1 1 0 0,1-1-1 0 0,0 1 1 0 0,0 0-1 0 0,0-1 1 0 0,1 1-1 0 0,-1 0 1 0 0,0 0-1 0 0,0 0 0 0 0,1 1 1 0 0,-1-1-1 0 0,0 1 1 0 0,1-1-1 0 0,-1 1 1 0 0,1 0-1 0 0,-1-1 1 0 0,0 1-1 0 0,1 1 0 0 0,-1-1 1 0 0,1 0-1 0 0,2 1 1 0 0,3 2-40 0 0,0 0 1 0 0,0 1 0 0 0,0-1 0 0 0,0 2-1 0 0,8 6 1 0 0,-9-7-18 0 0,11 8 33 0 0,-1 1 0 0 0,-1 1-1 0 0,0 0 1 0 0,19 23 0 0 0,50 70 328 0 0,-83-105-382 0 0,26 45 48 0 0,-24-38-45 0 0,0-1 1 0 0,1 0 0 0 0,-1 0 0 0 0,2-1 0 0 0,-1 1-1 0 0,1-1 1 0 0,0 0 0 0 0,13 10 0 0 0,-5-16-394 0 0,-9-2 48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8:49.41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1019 134 456 0 0,'-37'-27'1767'0'0,"28"19"-1414"0"0,-1 1-1 0 0,0 0 0 0 0,0 1 1 0 0,0 0-1 0 0,0 1 1 0 0,-1 0-1 0 0,-16-5 0 0 0,-37-15 2565 0 0,56 21-2599 0 0,-1 0-1 0 0,0 0 1 0 0,0 1-1 0 0,0 0 1 0 0,-1 0-1 0 0,1 1 1 0 0,-1 0-1 0 0,1 1 1 0 0,-1 0-1 0 0,0 1 1 0 0,-15 1-1 0 0,-29 9 743 0 0,-78 26 0 0 0,80-21-314 0 0,18-5-501 0 0,0 1 1 0 0,1 2-1 0 0,1 1 0 0 0,-53 32 1 0 0,67-34-186 0 0,0 0 0 0 0,1 2 0 0 0,1 0 1 0 0,0 1-1 0 0,1 1 0 0 0,1 0 0 0 0,0 1 0 0 0,-22 36 1 0 0,24-32-58 0 0,2 0 0 0 0,0 0 0 0 0,1 1 0 0 0,1 0 1 0 0,1 1-1 0 0,-5 27 0 0 0,10-37-5 0 0,0 0 1 0 0,1 0-1 0 0,0 1 0 0 0,2-1 0 0 0,-1 0 1 0 0,1 0-1 0 0,1 0 0 0 0,1 0 0 0 0,-1 0 1 0 0,2 0-1 0 0,0-1 0 0 0,9 20 1 0 0,-3-12-23 0 0,1 0-1 0 0,1-1 1 0 0,1 0 0 0 0,0-1 0 0 0,29 31 0 0 0,-27-33 24 0 0,-1 1-1 0 0,-1 1 0 0 0,19 34 1 0 0,-20-30 5 0 0,2 0-1 0 0,20 23 1 0 0,-20-32-18 0 0,0-1 0 0 0,1-1-1 0 0,0-1 1 0 0,0 0 0 0 0,1-1-1 0 0,1 0 1 0 0,32 11 0 0 0,19 11 19 0 0,-50-22-13 0 0,2-1 0 0 0,-1-1 0 0 0,1-1 1 0 0,0 0-1 0 0,1-2 0 0 0,-1 0 0 0 0,1-2 0 0 0,23 1 0 0 0,10-3-70 0 0,104-14 0 0 0,-128 9-99 0 0,0-1 0 0 0,0-1-1 0 0,-1-1 1 0 0,0-2 0 0 0,54-25-1 0 0,-64 24 200 0 0,1 0-1 0 0,-2-2 0 0 0,0 0 1 0 0,0-1-1 0 0,-1-1 1 0 0,-1 0-1 0 0,-1-1 1 0 0,25-33-1 0 0,-15 13 352 0 0,36-65 0 0 0,-54 86-239 0 0,0-1-1 0 0,-1 0 1 0 0,0 0 0 0 0,-2 0 0 0 0,0-1-1 0 0,0 1 1 0 0,1-26 0 0 0,5-72 1344 0 0,-5 77-1277 0 0,-2-1 0 0 0,-1 0 1 0 0,-2 0-1 0 0,-1 0 0 0 0,-7-41 1 0 0,6 71-141 0 0,-1 1 0 0 0,1 0 0 0 0,-1-1 1 0 0,-1 1-1 0 0,1 1 0 0 0,-1-1 1 0 0,0 0-1 0 0,0 1 0 0 0,-1 0 0 0 0,0 0 1 0 0,0 0-1 0 0,-1 1 0 0 0,1 0 1 0 0,-1 0-1 0 0,-8-5 0 0 0,-11-6 208 0 0,0 1 1 0 0,-46-20-1 0 0,21 11-314 0 0,-65-32-638 0 0,89 44-69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0:01.58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81 47 2849 0 0,'-20'-9'353'0'0,"14"7"-250"0"0,1-1 0 0 0,-1 0 0 0 0,0 0 1 0 0,1 0-1 0 0,0-1 0 0 0,0 1 0 0 0,-18-14 6217 0 0,28 32-499 0 0,0-2-6653 0 0,47 246 4294 0 0,-29-126-2658 0 0,52 173-118 0 0,-15-73-749 0 0,-57-222-275 0 0,-1 1 0 0 0,0 0 0 0 0,0-1 0 0 0,-1 23 0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0:02.0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231 104 4609 0 0,'-116'3'2187'0'0,"79"0"1204"0"0,-41 8 1 0 0,234-29 1881 0 0,1 1-4274 0 0,279-46 539 0 0,-339 53-1434 0 0,-43 3-163 0 0,98 1 0 0 0,-136 9-224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0:02.33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0 107 2761 0 0,'19'-6'6941'0'0,"13"-7"-3604"0"0,33-13 141 0 0,97-14 190 0 0,4 19-4842 0 0,-146 22-2934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0:02.61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8 3681 0 0,'1'-1'275'0'0,"0"0"0"0"0,0 1 0 0 0,-1-1 1 0 0,1 1-1 0 0,0-1 0 0 0,0 1 0 0 0,0-1 0 0 0,-1 1 1 0 0,1-1-1 0 0,0 1 0 0 0,0 0 0 0 0,0 0 0 0 0,0-1 1 0 0,0 1-1 0 0,0 0 0 0 0,0 0 0 0 0,0 0 0 0 0,0 0 0 0 0,0 0 1 0 0,0 0-1 0 0,0 0 0 0 0,0 0 0 0 0,-1 0 0 0 0,1 1 1 0 0,0-1-1 0 0,0 0 0 0 0,0 1 0 0 0,0-1 0 0 0,0 0 1 0 0,0 1-1 0 0,-1-1 0 0 0,1 1 0 0 0,0 0 0 0 0,0-1 1 0 0,-1 1-1 0 0,1-1 0 0 0,0 1 0 0 0,-1 0 0 0 0,1 0 1 0 0,0-1-1 0 0,-1 1 0 0 0,1 0 0 0 0,-1 0 0 0 0,1 1 1 0 0,20 41 3095 0 0,-21-43-3379 0 0,20 61 1216 0 0,-2 1 0 0 0,17 113 0 0 0,-16-21-2200 0 0,-6-2-5158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0:03.14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60 83 5065 0 0,'-14'-1'409'0'0,"-14"1"-368"0"0,10 3 2770 0 0,299-56 4742 0 0,7 27-6018 0 0,291 20-1793 0 0,-271 10 71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0:03.49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 25 5529 0 0,'-11'-24'8330'0'0,"12"27"-7767"0"0,5 15 28 0 0,0 0 1 0 0,-2 0 0 0 0,0 1 0 0 0,-1 0-1 0 0,0 20 1 0 0,6 29 172 0 0,15 42-84 0 0,43 118 0 0 0,-53-185-636 0 0,5 43-150 0 0,-16-64-31 0 0,2 0-1 0 0,14 41 1 0 0,-19-62-95 0 0,0 0 1 0 0,1 0 0 0 0,-1 0 0 0 0,1 0 0 0 0,-1 0 0 0 0,1 0 0 0 0,-1-1 0 0 0,1 1 0 0 0,0 0 0 0 0,-1 0 0 0 0,1-1 0 0 0,0 1 0 0 0,-1 0 0 0 0,1-1 0 0 0,0 1 0 0 0,1 0 0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0:03.97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40 43 456 0 0,'-17'-12'1665'0'0,"15"11"-1002"0"0,0 0-1 0 0,0-1 1 0 0,0 1 0 0 0,0-1-1 0 0,1 1 1 0 0,-1-1 0 0 0,1 0-1 0 0,-1 1 1 0 0,1-1 0 0 0,-1 0-1 0 0,1 0 1 0 0,-2-4 0 0 0,4 5-546 0 0,-1 1-1 0 0,1-1 1 0 0,-1 1 0 0 0,1 0 0 0 0,-1-1 0 0 0,1 1 0 0 0,-1-1 0 0 0,1 1 0 0 0,0 0-1 0 0,-1 0 1 0 0,1-1 0 0 0,0 1 0 0 0,-1 0 0 0 0,1 0 0 0 0,0 0 0 0 0,0 0 0 0 0,-1 0 0 0 0,1 0-1 0 0,0 0 1 0 0,-1 0 0 0 0,1 0 0 0 0,0 0 0 0 0,0 0 0 0 0,20 1 135 0 0,-21-1-251 0 0,96 14 730 0 0,147 42 0 0 0,-218-49-648 0 0,305 93 229 0 0,-325-99-312 0 0,-1 1 0 0 0,0 0 0 0 0,1 0 0 0 0,-1 0 0 0 0,0 0 0 0 0,0 1 0 0 0,-1-1-1 0 0,7 6 1 0 0,-9-7 1 0 0,-1 0-1 0 0,1 0 0 0 0,-1 0 1 0 0,1 0-1 0 0,-1 0 0 0 0,1 0 1 0 0,-1 0-1 0 0,0 0 0 0 0,1 1 1 0 0,-1-1-1 0 0,0 0 1 0 0,0 0-1 0 0,0 0 0 0 0,0 0 1 0 0,0 1-1 0 0,0-1 0 0 0,0 0 1 0 0,0 0-1 0 0,0 0 0 0 0,-1 0 1 0 0,1 0-1 0 0,0 1 0 0 0,-1-1 1 0 0,1 0-1 0 0,-1 0 0 0 0,1 0 1 0 0,-1 0-1 0 0,1 0 1 0 0,-1 0-1 0 0,0 0 0 0 0,0 0 1 0 0,1-1-1 0 0,-1 1 0 0 0,0 0 1 0 0,0 0-1 0 0,-2 1 0 0 0,-32 29 1118 0 0,-1-2 0 0 0,-76 47-1 0 0,-15 11-505 0 0,111-74-583 0 0,-35 29 183 0 0,46-39-277 0 0,1 1 0 0 0,0 1 0 0 0,1-1 0 0 0,-1 1 0 0 0,1-1-1 0 0,0 1 1 0 0,0 0 0 0 0,-4 9 0 0 0,8-3-3676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0:04.50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34 61 3225 0 0,'-3'-27'2836'0'0,"3"25"-2182"0"0,1 0 0 0 0,-1-1-1 0 0,0 1 1 0 0,0 0-1 0 0,0 0 1 0 0,-1 0 0 0 0,1 0-1 0 0,0 0 1 0 0,-1 0 0 0 0,0 0-1 0 0,1 0 1 0 0,-1 0 0 0 0,0 0-1 0 0,-1-3 1 0 0,-3 17 3361 0 0,-3 16-3221 0 0,1 64-120 0 0,3 0 1 0 0,11 135-1 0 0,-2-192-658 0 0,2-1 0 0 0,1 1 0 0 0,2-1 0 0 0,1-1 0 0 0,23 49 0 0 0,17 54-5048 0 0,-50-130 3628 0 0,2 6-2727 0 0,-3-12 4084 0 0,1 1 1 0 0,-1-1-1 0 0,0 0 0 0 0,0 0 0 0 0,0 0 1 0 0,0 0-1 0 0,0 1 0 0 0,1-1 0 0 0,-1 0 1 0 0,0 0-1 0 0,0 0 0 0 0,0 0 0 0 0,0 0 0 0 0,1 0 1 0 0,-1 0-1 0 0,0 0 0 0 0,0 1 0 0 0,0-1 1 0 0,1 0-1 0 0,-1 0 0 0 0,0 0 0 0 0,0 0 1 0 0,0 0-1 0 0,1 0 0 0 0,-1 0 0 0 0,0 0 1 0 0,0 0-1 0 0,1 0 0 0 0,-1 0 0 0 0,0-1 0 0 0,0 1 1 0 0,0 0-1 0 0,0 0 0 0 0,1 0 0 0 0,-1 0 1 0 0,0 0-1 0 0,0 0 0 0 0,0 0 0 0 0,1 0 1 0 0,-1-1-1 0 0,0 1 0 0 0,0 0 0 0 0,0 0 0 0 0,0 0 1 0 0,0 0-1 0 0,0 0 0 0 0,1-1 0 0 0,-1 1 1 0 0,0 0-1 0 0,0 0 0 0 0,4-5 47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0:04.85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40 98 2304 0 0,'-6'-3'270'0'0,"2"2"-180"0"0,1 0 1 0 0,-1-1 0 0 0,1 1 0 0 0,0-1-1 0 0,0 0 1 0 0,-1 0 0 0 0,1 0-1 0 0,-3-4 1 0 0,8 5 297 0 0,0-1 1 0 0,0 1-1 0 0,0-1 0 0 0,0 1 1 0 0,1 0-1 0 0,-1 0 0 0 0,0 0 1 0 0,1 0-1 0 0,-1 0 1 0 0,1 0-1 0 0,2 0 0 0 0,-4 1-291 0 0,61-16 3397 0 0,94-11 0 0 0,179 8 47 0 0,-114 31-2720 0 0,60-2 86 0 0,-280-10-907 0 0,20 0-126 0 0,-21 1 121 0 0,0-1 0 0 0,0 0-1 0 0,0 1 1 0 0,0-1 0 0 0,0 1-1 0 0,0-1 1 0 0,0 1 0 0 0,0-1-1 0 0,0 0 1 0 0,-1 1 0 0 0,1-1 0 0 0,0 1-1 0 0,0-1 1 0 0,0 0 0 0 0,-1 1-1 0 0,1-1 1 0 0,0 0 0 0 0,-1 1-1 0 0,1-1 1 0 0,0 0 0 0 0,-1 0-1 0 0,1 1 1 0 0,0-1 0 0 0,-1 0-1 0 0,1 0 1 0 0,0 1 0 0 0,-1-1-1 0 0,1 0 1 0 0,-1 0 0 0 0,1 0 0 0 0,0 0-1 0 0,-1 0 1 0 0,1 0 0 0 0,-1 1-1 0 0,0-1-182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0:05.15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23 16 3225 0 0,'-22'-16'16314'0'0,"38"255"-13421"0"0,-3-24-2634 0 0,-7-165-198 0 0,1-2 0 0 0,20 65 0 0 0,-20-89 27 0 0,-1-1 0 0 0,3 32 0 0 0,-8-46-473 0 0,0 1 1 0 0,-1 0-1 0 0,0 0 0 0 0,-1 0 1 0 0,0-1-1 0 0,-1 1 0 0 0,0 0 1 0 0,-5 14-1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0:05.91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6 1840 0 0,'0'0'38'0'0,"0"0"-1"0"0,0 0 1 0 0,0 0-1 0 0,0 0 0 0 0,0 0 1 0 0,0 1-1 0 0,0-1 1 0 0,0 0-1 0 0,0 0 1 0 0,0 0-1 0 0,0 0 0 0 0,0 0 1 0 0,0 0-1 0 0,0 1 1 0 0,0-1-1 0 0,0 0 0 0 0,0 0 1 0 0,0 0-1 0 0,0 0 1 0 0,0 0-1 0 0,0 1 0 0 0,0-1 1 0 0,0 0-1 0 0,0 0 1 0 0,0 0-1 0 0,0 0 1 0 0,0 0-1 0 0,0 0 0 0 0,0 0 1 0 0,0 1-1 0 0,0-1 1 0 0,1 0-1 0 0,-1 0 0 0 0,0 0 1 0 0,0 0-1 0 0,0 0 1 0 0,0 0-1 0 0,0 0 1 0 0,0 0-1 0 0,0 0 0 0 0,1 0 1 0 0,-1 0-1 0 0,0 1 1 0 0,0-1-1 0 0,0 0 0 0 0,0 0 1 0 0,0 0-1 0 0,0 0 1 0 0,1 0-1 0 0,-1 0 0 0 0,0 0 1 0 0,0 0-1 0 0,0 0 1 0 0,0 0-1 0 0,0 0 1 0 0,1-1-1 0 0,16 4 1868 0 0,19-3 651 0 0,56-6 1436 0 0,-49 2-2625 0 0,0 1 0 0 0,66 6-1 0 0,-109-3-1364 0 0,1 0-1 0 0,-1 0 1 0 0,0 0-1 0 0,0 0 1 0 0,1 0 0 0 0,-1 0-1 0 0,0 0 1 0 0,0 0-1 0 0,1 0 1 0 0,-1 0-1 0 0,0 0 1 0 0,0 0 0 0 0,1 0-1 0 0,-1 0 1 0 0,0 0-1 0 0,0 0 1 0 0,0 0-1 0 0,1 0 1 0 0,-1 0 0 0 0,0 0-1 0 0,0 0 1 0 0,1 0-1 0 0,-1 1 1 0 0,0-1-1 0 0,0 0 1 0 0,0 0 0 0 0,1 0-1 0 0,-1 0 1 0 0,0 1-1 0 0,0-1 1 0 0,0 0-1 0 0,0 0 1 0 0,1 0 0 0 0,-1 1-1 0 0,0-1 1 0 0,0 0-1 0 0,0 0 1 0 0,0 1-1 0 0,0-1 1 0 0,0 0 0 0 0,0 0-1 0 0,0 0 1 0 0,0 1-1 0 0,0-1 1 0 0,0 0-1 0 0,0 0 1 0 0,0 1 0 0 0,0-1-1 0 0,-13 11 159 0 0,-34 12 341 0 0,39-20-321 0 0,-36 15 168 0 0,-30 15-143 0 0,68-30-192 0 0,1 0-1 0 0,-1 1 1 0 0,1-1 0 0 0,0 1-1 0 0,0 1 1 0 0,0-1 0 0 0,0 1 0 0 0,1-1-1 0 0,-6 9 1 0 0,10-13-13 0 0,-1 1 0 0 0,0 0 0 0 0,1 0 0 0 0,-1 0 0 0 0,1 0 0 0 0,0 0 0 0 0,-1 0 0 0 0,1 0 0 0 0,0 1 0 0 0,-1-1 0 0 0,1 0 0 0 0,0 0 0 0 0,0 0 0 0 0,0 0 0 0 0,0 0 0 0 0,0 0 0 0 0,0 0 0 0 0,1 0 0 0 0,-1 1-1 0 0,0-1 1 0 0,0 0 0 0 0,1 0 0 0 0,0 2 0 0 0,1-1-9 0 0,-1 0 1 0 0,1 0-1 0 0,-1 0 0 0 0,1 0 0 0 0,0 0 0 0 0,0-1 0 0 0,0 1 0 0 0,0 0 0 0 0,4 2 0 0 0,5 1-18 0 0,0 0 1 0 0,0 0-1 0 0,15 4 0 0 0,-25-9 29 0 0,45 10-58 0 0,-36-9 64 0 0,-1 1 1 0 0,1 0-1 0 0,-1 0 0 0 0,0 1 1 0 0,0 0-1 0 0,0 1 0 0 0,15 8 1 0 0,-23-11-8 0 0,-1-1 0 0 0,1 1 0 0 0,-1 0 0 0 0,1-1 0 0 0,-1 1 0 0 0,0 0 0 0 0,1 0 0 0 0,-1-1 0 0 0,0 1 0 0 0,1 0 0 0 0,-1 0 0 0 0,0 0 0 0 0,0-1 0 0 0,0 1 0 0 0,0 0 0 0 0,0 0 0 0 0,0 0 0 0 0,0 0 0 0 0,0-1 0 0 0,0 1 0 0 0,0 0 0 0 0,0 0 0 0 0,0 0 0 0 0,-1-1 0 0 0,1 1 0 0 0,0 0 0 0 0,-1 0 0 0 0,1-1 0 0 0,0 1 0 0 0,-1 0 0 0 0,1-1 0 0 0,-1 1 0 0 0,1 0 0 0 0,-1-1 1 0 0,0 1-1 0 0,1-1 0 0 0,-1 1 0 0 0,-1 0 0 0 0,-26 25 70 0 0,26-25-65 0 0,-22 16 144 0 0,-49 25-1 0 0,51-31-55 0 0,1 0 0 0 0,1 2 0 0 0,-33 25 0 0 0,53-37-94 0 0,-1-1-1 0 0,0 1 1 0 0,1-1 0 0 0,-1 1-1 0 0,1-1 1 0 0,-1 1 0 0 0,0-1 0 0 0,1 1-1 0 0,-1 0 1 0 0,1-1 0 0 0,0 1-1 0 0,-1 0 1 0 0,1 0 0 0 0,-1-1-1 0 0,1 1 1 0 0,0 0 0 0 0,0 0 0 0 0,-1-1-1 0 0,1 1 1 0 0,0 0 0 0 0,0 0-1 0 0,0 0 1 0 0,0-1 0 0 0,0 1-1 0 0,0 0 1 0 0,0 0 0 0 0,0 0 0 0 0,0-1-1 0 0,1 1 1 0 0,-1 0 0 0 0,0 0-1 0 0,0 0 1 0 0,1-1 0 0 0,-1 1-1 0 0,0 0 1 0 0,1-1 0 0 0,-1 1 0 0 0,1 0-1 0 0,-1-1 1 0 0,1 1 0 0 0,-1 0-1 0 0,1-1 1 0 0,0 1 0 0 0,-1-1-1 0 0,1 1 1 0 0,0-1 0 0 0,-1 1 0 0 0,1-1-1 0 0,0 0 1 0 0,-1 1 0 0 0,1-1-1 0 0,0 0 1 0 0,0 0 0 0 0,0 1-1 0 0,1-1 1 0 0,8 4 4 0 0,0-1-1 0 0,1 0 0 0 0,14 2 1 0 0,-15-3 19 0 0,40 8 431 0 0,-39-9-366 0 0,0 0 0 0 0,0 1 0 0 0,0 0 1 0 0,0 1-1 0 0,-1 0 0 0 0,1 1 0 0 0,-1 0 1 0 0,0 0-1 0 0,0 1 0 0 0,18 12 0 0 0,-27-16-83 0 0,0 0 0 0 0,0 0-1 0 0,0 0 1 0 0,-1 1 0 0 0,1-1-1 0 0,0 0 1 0 0,0 0 0 0 0,-1 0-1 0 0,1 1 1 0 0,0-1 0 0 0,-1 0-1 0 0,1 1 1 0 0,-1-1-1 0 0,0 0 1 0 0,1 1 0 0 0,-1-1-1 0 0,0 1 1 0 0,0-1 0 0 0,0 1-1 0 0,0-1 1 0 0,0 0 0 0 0,-1 2-1 0 0,1 1 11 0 0,-1-1-1 0 0,-1 1 0 0 0,1-1 0 0 0,0 1 0 0 0,-1-1 0 0 0,0 0 1 0 0,0 0-1 0 0,-3 5 0 0 0,-3 2 46 0 0,-1 0 1 0 0,-1 0-1 0 0,-17 14 0 0 0,-12 2 210 0 0,8-6-2013 0 0,12-4-5477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0:06.94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2705 1 3225 0 0,'1'2'615'0'0,"-1"1"-1"0"0,0-1 1 0 0,1 0 0 0 0,0 1 0 0 0,0-1 0 0 0,-1 0 0 0 0,1 0 0 0 0,0 0 0 0 0,1 0 0 0 0,-1 0 0 0 0,2 3-1 0 0,21 25 3339 0 0,-3-5-1643 0 0,-2 4-1002 0 0,-3 1 1 0 0,0 1-1 0 0,16 44 0 0 0,-21-40-1164 0 0,-1 1 1 0 0,-1 1-1 0 0,-2 0 0 0 0,-2 0 1 0 0,1 49-1 0 0,5 70 22 0 0,-8-135-138 0 0,1 0 0 0 0,1 0 0 0 0,1 0 0 0 0,0-1-1 0 0,13 26 1 0 0,-16-42-13 0 0,0 0-1 0 0,0 1 1 0 0,0-1-1 0 0,0 0 1 0 0,1 0-1 0 0,5 4 1 0 0,-6-5-11 0 0,0 0 1 0 0,1 0-1 0 0,-1 0 1 0 0,-1 0-1 0 0,1 1 1 0 0,0-1-1 0 0,-1 1 1 0 0,0 0 0 0 0,4 8-1 0 0,-4-5 35 0 0,-1-5-39 0 0,0 0 0 0 0,0 0 1 0 0,0 0-1 0 0,-1 0 0 0 0,1 0 1 0 0,-1 0-1 0 0,0 0 1 0 0,1 0-1 0 0,-1 0 0 0 0,0 0 1 0 0,0 0-1 0 0,-1 3 1 0 0,0-4-4 0 0,0 0 1 0 0,0 1 0 0 0,0-1 0 0 0,0 0 0 0 0,0 0-1 0 0,0 0 1 0 0,0 0 0 0 0,-1 0 0 0 0,1 0 0 0 0,0 0 0 0 0,-1 0-1 0 0,1-1 1 0 0,-1 1 0 0 0,1 0 0 0 0,-1-1 0 0 0,1 1 0 0 0,-1-1-1 0 0,1 0 1 0 0,-3 1 0 0 0,-10 1 2 0 0,0-1 0 0 0,1 0 0 0 0,-1-1 0 0 0,0-1 0 0 0,1 0 0 0 0,-1 0 0 0 0,-21-7 0 0 0,-1 2 0 0 0,-320-28 20 0 0,154 19-303 0 0,154 13 247 0 0,1 1 0 0 0,0 3-1 0 0,0 2 1 0 0,0 2-1 0 0,1 2 1 0 0,-66 20 0 0 0,21-6 19 0 0,0-3 0 0 0,-2-5 1 0 0,-185 5-1 0 0,-65 2 282 0 0,133-5-138 0 0,36 0-77 0 0,-38 3-11 0 0,17 1 0 0 0,43-1-861 0 0,147-19 200 0 0,-11 1 803 0 0,11-2-1913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0:07.48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21 5 1840 0 0,'-14'-5'9642'0'0,"14"6"-9366"0"0,-6 15 2309 0 0,5 27-255 0 0,4-1-292 0 0,-2 1-935 0 0,3-1 0 0 0,14 65 1 0 0,93 237-632 0 0,-54-181-386 0 0,-53-152-40 0 0,-1 1 0 0 0,0 0 0 0 0,0 0 0 0 0,-2-1 0 0 0,1 1 0 0 0,-1 0-1 0 0,-1 1 1 0 0,0-1 0 0 0,-1 0 0 0 0,0 0 0 0 0,-1 0 0 0 0,-4 15 0 0 0,4-20-233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0:08.31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0 0 3097 0 0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0:08.90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748 63 4145 0 0,'7'-25'3585'0'0,"-6"23"-2961"0"0,0 0 0 0 0,0 0 0 0 0,0-1 0 0 0,0 1 0 0 0,-1-1 0 0 0,1 1 0 0 0,-1 0 0 0 0,-8-18 7580 0 0,-16 44-7493 0 0,10-6-649 0 0,0 0 0 0 0,1 1 1 0 0,2 1-1 0 0,-11 21 0 0 0,-33 89 336 0 0,24-53-299 0 0,-15 27-99 0 0,-108 265 0 0 0,109-245 0 0 0,-30 133 0 0 0,31-78 142 0 0,-102 533 1108 0 0,143-686-1808 0 0,-14 79 1947 0 0,2-55-2910 0 0,-8-5-4768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0:09.32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8 186 5065 0 0,'-2'-5'800'0'0,"1"1"0"0"0,0-1 0 0 0,0 1 0 0 0,0-1 0 0 0,0 1 0 0 0,1-1 0 0 0,0 0 0 0 0,0 1 0 0 0,0-1 0 0 0,1 0 0 0 0,-1 1 0 0 0,1-1 0 0 0,3-7 0 0 0,-4 10-672 0 0,0 0 0 0 0,1 1-1 0 0,0-1 1 0 0,-1 1 0 0 0,1-1 0 0 0,0 1 0 0 0,0-1 0 0 0,0 1 0 0 0,0 0-1 0 0,0-1 1 0 0,0 1 0 0 0,0 0 0 0 0,1 0 0 0 0,-1 0 0 0 0,0 0-1 0 0,1 0 1 0 0,-1 0 0 0 0,1 0 0 0 0,-1 0 0 0 0,1 0 0 0 0,-1 1 0 0 0,1-1-1 0 0,-1 1 1 0 0,1-1 0 0 0,0 1 0 0 0,-1 0 0 0 0,1-1 0 0 0,0 1 0 0 0,-1 0-1 0 0,1 0 1 0 0,0 0 0 0 0,-1 0 0 0 0,1 1 0 0 0,0-1 0 0 0,-1 0 0 0 0,1 1-1 0 0,0-1 1 0 0,-1 1 0 0 0,1-1 0 0 0,-1 1 0 0 0,1 0 0 0 0,-1 0 0 0 0,1 0-1 0 0,1 1 1 0 0,4 3-56 0 0,0 0 0 0 0,-1 1-1 0 0,1 0 1 0 0,-1 0 0 0 0,0 0-1 0 0,-1 1 1 0 0,7 9 0 0 0,-5-4-17 0 0,4 6 10 0 0,1 0 0 0 0,1-1-1 0 0,0 0 1 0 0,26 24 0 0 0,-35-38-32 0 0,0 0 0 0 0,0 1 1 0 0,0-1-1 0 0,1-1 0 0 0,-1 1 1 0 0,1-1-1 0 0,0 1 1 0 0,0-2-1 0 0,-1 1 0 0 0,1 0 1 0 0,0-1-1 0 0,1 0 1 0 0,-1 0-1 0 0,0 0 0 0 0,0-1 1 0 0,0 0-1 0 0,0 0 0 0 0,1 0 1 0 0,-1 0-1 0 0,0-1 1 0 0,0 0-1 0 0,0 0 0 0 0,0 0 1 0 0,8-4-1 0 0,2-2 41 0 0,-1 0 1 0 0,0-1-1 0 0,0-1 0 0 0,-1 0 1 0 0,0-1-1 0 0,0 0 0 0 0,-1-1 1 0 0,20-23-1 0 0,1-8-557 0 0,38-61 0 0 0,-53 74-175 0 0,-7 12-171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0:10.10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7 9674 0 0,'3'-6'10250'0'0,"2"10"-10029"0"0,0 0-1 0 0,-1 1 0 0 0,1 0 0 0 0,-1 0 1 0 0,0 0-1 0 0,-1 1 0 0 0,1-1 1 0 0,-1 1-1 0 0,0 0 0 0 0,0 0 1 0 0,-1 0-1 0 0,2 8 0 0 0,21 86 15 0 0,-21-81-128 0 0,11 75 5 0 0,5 188-1 0 0,-12-112-140 0 0,-7-164-122 0 0,0 2-330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0:10.61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56 443 920 0 0,'-7'-22'78'0'0,"-31"-115"2387"0"0,35 119-2089 0 0,0 0 1 0 0,1 0 0 0 0,0-1 0 0 0,2 1 0 0 0,2-30 0 0 0,-1 43 196 0 0,0 0-1 0 0,0 1 1 0 0,1-1 0 0 0,0 0 0 0 0,-1 0 0 0 0,1 1 0 0 0,1-1-1 0 0,-1 1 1 0 0,1 0 0 0 0,0-1 0 0 0,0 1 0 0 0,0 0-1 0 0,5-4 1 0 0,-1 2 86 0 0,0 0-1 0 0,0 0 1 0 0,0 1-1 0 0,1 0 1 0 0,0 1-1 0 0,16-7 1 0 0,-3 3-41 0 0,1 2 0 0 0,0 0 0 0 0,0 1 0 0 0,0 1 0 0 0,27-1 0 0 0,-44 5-597 0 0,0 0-1 0 0,0 0 1 0 0,0 0 0 0 0,0 0 0 0 0,1 1-1 0 0,-1 0 1 0 0,0 0 0 0 0,0 0 0 0 0,-1 1 0 0 0,1-1-1 0 0,0 1 1 0 0,0 0 0 0 0,-1 1 0 0 0,1-1-1 0 0,-1 1 1 0 0,0 0 0 0 0,6 4 0 0 0,-8-4-9 0 0,1 0 0 0 0,-1 1 0 0 0,1-1-1 0 0,-1 0 1 0 0,0 1 0 0 0,0 0 0 0 0,-1-1 0 0 0,1 1 0 0 0,-1 0 0 0 0,0 0 0 0 0,0 0 0 0 0,0-1 0 0 0,0 1 0 0 0,-1 0 0 0 0,0 0-1 0 0,0 0 1 0 0,0 0 0 0 0,0 1 0 0 0,0-1 0 0 0,-1 0 0 0 0,0-1 0 0 0,-1 7 0 0 0,-2 1-21 0 0,0 0 1 0 0,0 0-1 0 0,-1-1 0 0 0,-1 0 1 0 0,0 0-1 0 0,0 0 1 0 0,-1 0-1 0 0,0-1 0 0 0,0 0 1 0 0,-1-1-1 0 0,0 0 0 0 0,-12 9 1 0 0,-5 2-20 0 0,0-1 0 0 0,-1-1 0 0 0,-38 18 0 0 0,63-35 28 0 0,1 0 0 0 0,0 0 0 0 0,0 0 0 0 0,-1 0 1 0 0,1 0-1 0 0,0 0 0 0 0,0 0 0 0 0,-1 1 0 0 0,1-1 0 0 0,0 0 1 0 0,0 0-1 0 0,-1 0 0 0 0,1 0 0 0 0,0 1 0 0 0,0-1 0 0 0,0 0 0 0 0,-1 0 1 0 0,1 0-1 0 0,0 1 0 0 0,0-1 0 0 0,0 0 0 0 0,0 0 0 0 0,0 1 1 0 0,0-1-1 0 0,-1 0 0 0 0,1 0 0 0 0,0 1 0 0 0,0-1 0 0 0,0 0 0 0 0,0 1 1 0 0,0-1-1 0 0,0 0 0 0 0,0 0 0 0 0,0 1 0 0 0,0-1 0 0 0,0 0 1 0 0,0 1-1 0 0,11 7-11 0 0,24 4 60 0 0,-28-10 14 0 0,189 53 537 0 0,28 8-14 0 0,-219-61-781 0 0,-1 0 0 0 0,1 0 0 0 0,0 0 0 0 0,-1 0 0 0 0,0 1 0 0 0,0 0 0 0 0,1 0 0 0 0,-2 0 0 0 0,1 0 0 0 0,5 7 0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0:11.66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7834 0 0,'11'48'5353'0'0,"-6"15"-3355"0"0,-3-28-1355 0 0,1 1 1 0 0,12 49 0 0 0,-13-75-618 0 0,1 0-1 0 0,0-1 1 0 0,1 0-1 0 0,0 1 1 0 0,0-1-1 0 0,1-1 1 0 0,0 1-1 0 0,1-1 1 0 0,0 0-1 0 0,0 0 1 0 0,1 0-1 0 0,0-1 1 0 0,10 9-1 0 0,-14-14 103 0 0,0-1 0 0 0,0 1 0 0 0,-1-1 0 0 0,1 1 0 0 0,0-1 0 0 0,1 0 0 0 0,-1 0 0 0 0,0 0 0 0 0,0-1 0 0 0,0 1 0 0 0,0-1 0 0 0,1 0 0 0 0,-1 1 0 0 0,0-2 0 0 0,0 1 0 0 0,1 0 0 0 0,-1-1 0 0 0,0 1-1 0 0,0-1 1 0 0,0 0 0 0 0,0 0 0 0 0,6-3 0 0 0,7-3 67 0 0,-1-1 0 0 0,0-1-1 0 0,18-14 1 0 0,11-6-890 0 0,-38 26 392 0 0,17-8-1390 0 0,-7 4-3123 0 0,-2 1-1086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0:11.96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72 6 8290 0 0,'-2'-1'411'0'0,"0"0"0"0"0,1 0 0 0 0,-1 0 0 0 0,0 1 0 0 0,0-1 0 0 0,1 1 0 0 0,-1 0 0 0 0,0-1 0 0 0,0 1 0 0 0,0 0 0 0 0,1 0 0 0 0,-1 0 0 0 0,0 0 0 0 0,0 1 0 0 0,0-1 0 0 0,0 0 0 0 0,1 1 0 0 0,-1-1 0 0 0,0 1 0 0 0,0 0 0 0 0,1-1 0 0 0,-1 1 0 0 0,1 0 0 0 0,-3 2 0 0 0,1 0-148 0 0,1 0 1 0 0,1 0 0 0 0,-1 1 0 0 0,0-1 0 0 0,1 0-1 0 0,0 1 1 0 0,-1-1 0 0 0,1 1 0 0 0,1 0-1 0 0,-1-1 1 0 0,0 7 0 0 0,0-3-439 0 0,-3 14 453 0 0,2 0 1 0 0,0 0-1 0 0,2 37 0 0 0,1-52-425 0 0,0 0 0 0 0,0 0 0 0 0,1 0-1 0 0,-1 0 1 0 0,1 0 0 0 0,0-1 0 0 0,6 11-1 0 0,-6-13-271 0 0,0 0-1 0 0,0 0 1 0 0,0 0-1 0 0,1-1 1 0 0,0 1-1 0 0,-1 0 1 0 0,1-1-1 0 0,0 0 0 0 0,0 1 1 0 0,0-1-1 0 0,0 0 1 0 0,1-1-1 0 0,5 3 1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0:12.14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0 174 456 0 0,'13'-41'555'0'0,"-8"34"140"0"0,-1 0 0 0 0,1-1 1 0 0,0 2-1 0 0,0-1 0 0 0,1 0 1 0 0,0 1-1 0 0,0 0 1 0 0,1 1-1 0 0,10-9 0 0 0,-5 7 293 0 0,0-1 0 0 0,0 2-1 0 0,1-1 1 0 0,0 2-1 0 0,22-7 1 0 0,35-2-1556 0 0,-59 13-4232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0:12.45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27 4145 0 0,'5'-2'5393'0'0,"20"-9"-2609"0"0,-18 8-3524 0 0,0 1 1 0 0,1-1-1 0 0,0 1 1 0 0,13-1 0 0 0,-17 2 618 0 0,0 1 1 0 0,0 0 0 0 0,0 0-1 0 0,0 1 1 0 0,1-1 0 0 0,-1 1 0 0 0,0 0-1 0 0,-1 0 1 0 0,1 0 0 0 0,6 3-1 0 0,-9-3 124 0 0,0 0 0 0 0,1-1-1 0 0,-1 1 1 0 0,0 0-1 0 0,0 0 1 0 0,-1 0-1 0 0,1 0 1 0 0,0 0-1 0 0,0 1 1 0 0,0-1-1 0 0,-1 0 1 0 0,1 0-1 0 0,-1 0 1 0 0,1 1-1 0 0,-1-1 1 0 0,1 0-1 0 0,-1 1 1 0 0,0-1-1 0 0,1 0 1 0 0,-1 1-1 0 0,0-1 1 0 0,0 0-1 0 0,0 1 1 0 0,0-1-1 0 0,0 0 1 0 0,0 1-1 0 0,-1-1 1 0 0,1 1-1 0 0,0-1 1 0 0,-1 0 0 0 0,1 0-1 0 0,-1 1 1 0 0,1-1-1 0 0,-2 2 1 0 0,-22 40-95 0 0,20-37 69 0 0,-1 1 1 0 0,1-1-1 0 0,1 1 1 0 0,-1 0-1 0 0,1 1 1 0 0,0-1-1 0 0,1 1 0 0 0,-2 7 1 0 0,4-14 122 0 0,0 0 0 0 0,1 1-1 0 0,-1-1 1 0 0,0 0 0 0 0,1 0 0 0 0,-1 0 0 0 0,0 0 0 0 0,1 1-1 0 0,-1-1 1 0 0,1 0 0 0 0,0 0 0 0 0,-1 0 0 0 0,1 0 0 0 0,0 0-1 0 0,0-1 1 0 0,0 1 0 0 0,-1 0 0 0 0,1 0 0 0 0,0 0 0 0 0,0-1 0 0 0,0 1-1 0 0,0 0 1 0 0,0-1 0 0 0,1 1 0 0 0,-1-1 0 0 0,0 1 0 0 0,0-1-1 0 0,0 0 1 0 0,0 1 0 0 0,1-1 0 0 0,-1 0 0 0 0,0 0 0 0 0,0 0-1 0 0,0 0 1 0 0,1 0 0 0 0,0 0 0 0 0,54-1 2295 0 0,-49 0-2305 0 0,170-14-2055 0 0,-155 12 1866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0:12.67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16 2 5065 0 0,'0'0'150'0'0,"-1"-1"0"0"0,1 1 0 0 0,-1 0 0 0 0,1 0 0 0 0,0 0 1 0 0,-1-1-1 0 0,1 1 0 0 0,-1 0 0 0 0,1 0 0 0 0,0 0 0 0 0,-1 0 0 0 0,1 0 0 0 0,-1 0 0 0 0,1 0 0 0 0,-1 0 0 0 0,1 0 0 0 0,-1 0 1 0 0,1 0-1 0 0,0 0 0 0 0,-1 1 0 0 0,1-1 0 0 0,-1 0 0 0 0,-2 3 1501 0 0,2-3-1501 0 0,1 1 0 0 0,0-1 0 0 0,0 0 0 0 0,-1 1 0 0 0,1-1 0 0 0,0 0 0 0 0,0 1 1 0 0,0-1-1 0 0,0 1 0 0 0,-1-1 0 0 0,1 1 0 0 0,0-1 0 0 0,0 0 0 0 0,0 1 0 0 0,0-1 0 0 0,0 1 0 0 0,0-1 0 0 0,0 1 0 0 0,0-1 1 0 0,1 1-1 0 0,-1-1 0 0 0,0 0 0 0 0,0 1 0 0 0,10 34 2989 0 0,-7-26-2854 0 0,11 39 1166 0 0,-1-2-1783 0 0,25 58 0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0:12.92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 99 3225 0 0,'-1'-2'155'0'0,"0"0"1"0"0,0-1 0 0 0,0 1-1 0 0,0-1 1 0 0,0 1-1 0 0,1-1 1 0 0,-1 0 0 0 0,1 1-1 0 0,-1-1 1 0 0,1 0-1 0 0,0 1 1 0 0,0-1 0 0 0,0 0-1 0 0,1 1 1 0 0,-1-1-1 0 0,1 0 1 0 0,-1 1 0 0 0,1-1-1 0 0,0 1 1 0 0,0-1 0 0 0,0 1-1 0 0,0-1 1 0 0,1 1-1 0 0,-1 0 1 0 0,0-1 0 0 0,1 1-1 0 0,0 0 1 0 0,-1 0-1 0 0,1 0 1 0 0,0 0 0 0 0,0 0-1 0 0,0 1 1 0 0,1-1 0 0 0,-1 1-1 0 0,0-1 1 0 0,0 1-1 0 0,6-2 1 0 0,-2 1 192 0 0,0 0 0 0 0,0 0 0 0 0,0 0 0 0 0,0 1-1 0 0,1 0 1 0 0,-1 1 0 0 0,0-1 0 0 0,1 1 0 0 0,-1 1 0 0 0,0-1 0 0 0,1 1 0 0 0,-1 0 0 0 0,0 0 0 0 0,0 1-1 0 0,0 0 1 0 0,0 0 0 0 0,8 4 0 0 0,-4-2 36 0 0,-1 0 1 0 0,0 1-1 0 0,0 1 0 0 0,0 0 0 0 0,0 0 1 0 0,-1 0-1 0 0,0 1 0 0 0,-1 0 1 0 0,13 16-1 0 0,-17-19-319 0 0,0 0 0 0 0,-1 0 1 0 0,0 0-1 0 0,0 0 0 0 0,0 0 1 0 0,0 1-1 0 0,-1-1 0 0 0,0 1 1 0 0,0 0-1 0 0,0-1 0 0 0,0 1 1 0 0,-1 0-1 0 0,0-1 0 0 0,0 1 1 0 0,0 0-1 0 0,-1 4 0 0 0,-1 0-229 0 0,0-1-1 0 0,0 0 1 0 0,0 0-1 0 0,-1 0 1 0 0,-1 0 0 0 0,1-1-1 0 0,-1 1 1 0 0,-6 7-1 0 0,-4 5-6609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0:14.24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44 177 5065 0 0,'-5'-3'338'0'0,"-34"0"15327"0"0,61 19-15637 0 0,3 2 31 0 0,0 1-1 0 0,-1 1 1 0 0,-2 1-1 0 0,25 28 1 0 0,-2 15-38 0 0,-27-37 6 0 0,29 33-1 0 0,-46-59-10 0 0,0 0 0 0 0,0 1 0 0 0,0-1 0 0 0,0 0-1 0 0,0 0 1 0 0,1-1 0 0 0,-1 1 0 0 0,0 0 0 0 0,0 0 0 0 0,1-1 0 0 0,-1 1-1 0 0,1 0 1 0 0,-1-1 0 0 0,0 1 0 0 0,1-1 0 0 0,-1 0 0 0 0,1 0-1 0 0,-1 1 1 0 0,1-1 0 0 0,-1 0 0 0 0,1 0 0 0 0,-1 0 0 0 0,1-1-1 0 0,2 1 1 0 0,-1-1 28 0 0,0-1 1 0 0,0 1-1 0 0,-1 0 0 0 0,1-1 0 0 0,0 0 0 0 0,0 0 0 0 0,-1 1 0 0 0,1-2 0 0 0,-1 1 1 0 0,0 0-1 0 0,3-3 0 0 0,1-3 24 0 0,0 0 1 0 0,0 0 0 0 0,-1-1-1 0 0,0 0 1 0 0,0 0-1 0 0,5-15 1 0 0,-4-2-12 0 0,-1-1 0 0 0,-1 0 0 0 0,-2 1 1 0 0,0-32-1 0 0,-2 28-556 0 0,2 0 0 0 0,1 1 0 0 0,8-35 0 0 0,1 21-3114 0 0,-7 24-2915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5:49.6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75 60 3225 0 0,'-3'-15'288'0'0,"3"11"107"0"0,-1 0 1 0 0,0 0 0 0 0,1 0 0 0 0,-1 1-1 0 0,0-1 1 0 0,-1 0 0 0 0,1 1-1 0 0,-1-1 1 0 0,0 1 0 0 0,-2-4 0 0 0,2 12-140 0 0,1 0 1 0 0,-1 0-1 0 0,1 0 0 0 0,0 1 1 0 0,0-1-1 0 0,1 7 1 0 0,-5 98 1234 0 0,-22 130 0 0 0,17-168-1307 0 0,9-69-173 0 0,-1 8-9 0 0,0 0 0 0 0,1 1 0 0 0,0-1 0 0 0,1 0 0 0 0,0 1 1 0 0,1-1-1 0 0,0 1 0 0 0,1-1 0 0 0,3 13 0 0 0,-1-19-865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5:50.0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56 1840 0 0,'0'-2'220'0'0,"1"-1"0"0"0,-1 0-1 0 0,1 1 1 0 0,-1-1 0 0 0,1 0-1 0 0,0 1 1 0 0,0-1 0 0 0,0 1-1 0 0,0 0 1 0 0,0-1 0 0 0,0 1-1 0 0,1 0 1 0 0,-1-1 0 0 0,1 1-1 0 0,0 0 1 0 0,0 0 0 0 0,3-2 0 0 0,-4 2-12 0 0,0 1 1 0 0,1 0 0 0 0,-1 0 0 0 0,1 0 0 0 0,-1 1 0 0 0,1-1 0 0 0,-1 0-1 0 0,1 1 1 0 0,-1-1 0 0 0,1 0 0 0 0,0 1 0 0 0,-1 0 0 0 0,1-1 0 0 0,0 1-1 0 0,0 0 1 0 0,-1 0 0 0 0,1 0 0 0 0,0 0 0 0 0,-1 0 0 0 0,1 1-1 0 0,0-1 1 0 0,-1 0 0 0 0,1 1 0 0 0,0-1 0 0 0,-1 1 0 0 0,1 0 0 0 0,2 1-1 0 0,15 10 93 0 0,-1 1 0 0 0,-1 1-1 0 0,0 1 1 0 0,-1 0-1 0 0,-1 1 1 0 0,27 35-1 0 0,-6 3 1200 0 0,30 61 1 0 0,0-1-652 0 0,-62-109-865 0 0,8 15-118 0 0,-11-20 127 0 0,-1 1 0 0 0,0-1 0 0 0,0 1 0 0 0,1-1 0 0 0,-1 1 0 0 0,0-1 0 0 0,0 1 0 0 0,1 0 0 0 0,-1-1 0 0 0,0 1 0 0 0,0-1 0 0 0,0 1 0 0 0,0-1 0 0 0,0 1 0 0 0,0 0 0 0 0,0-1 0 0 0,0 1 0 0 0,0-1 0 0 0,0 1 0 0 0,0-1 0 0 0,-1 1 0 0 0,1-1 0 0 0,0 1 0 0 0,0-1 0 0 0,0 1 0 0 0,-1 0 0 0 0,1-1 0 0 0,0 0 0 0 0,-1 2 0 0 0,-3-1-265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5:50.3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62 165 1376 0 0,'-17'1'151'0'0,"13"0"-62"0"0,0 0 0 0 0,0-1 0 0 0,0 0 0 0 0,1 0 0 0 0,-1 0 0 0 0,0 0 0 0 0,0-1 1 0 0,0 1-1 0 0,-4-2 0 0 0,8 1-47 0 0,0 1-1 0 0,-1-1 1 0 0,1 1-1 0 0,0-1 1 0 0,0 1 0 0 0,0-1-1 0 0,0 1 1 0 0,0-1 0 0 0,0 1-1 0 0,0-1 1 0 0,0 1 0 0 0,0-1-1 0 0,0 1 1 0 0,0 0 0 0 0,0-1-1 0 0,0 1 1 0 0,1-1 0 0 0,-1 1-1 0 0,0-1 1 0 0,0 1 0 0 0,0-1-1 0 0,1 1 1 0 0,-1-1-1 0 0,0 1 1 0 0,0 0 0 0 0,1-1-1 0 0,-1 1 1 0 0,0 0 0 0 0,1-1-1 0 0,-1 1 1 0 0,1 0 0 0 0,-1-1-1 0 0,1 1 1 0 0,16-16 792 0 0,-16 15-718 0 0,42-33 2988 0 0,60-36 0 0 0,-78 54-3030 0 0,-6 4 54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5:33.1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1 203 2304 0 0,'0'-142'3747'0'0,"0"81"1428"0"0,14 77-2185 0 0,-9-4-2780 0 0,0 0-1 0 0,-1 1 1 0 0,0 0-1 0 0,-1 0 1 0 0,-1 0-1 0 0,2 24 1 0 0,-3 85 589 0 0,-3-74-484 0 0,31 468 1964 0 0,-15-314-2049 0 0,-15-178-360 0 0,0 0 0 0 0,-1 0-1 0 0,-1 0 1 0 0,-2-1 0 0 0,0 1 0 0 0,-12 31 0 0 0,15-50-1441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5:33.6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 9 2761 0 0,'-29'-8'9334'0'0,"33"9"-8650"0"0,18 9-52 0 0,-1 2 0 0 0,-1 0 0 0 0,0 1 0 0 0,0 1 0 0 0,-1 1 0 0 0,24 24 0 0 0,42 33 382 0 0,120 51-744 0 0,-148-92-201 0 0,-1 2 0 0 0,-2 2 1 0 0,59 50-1 0 0,-111-84-71 0 0,0 1 0 0 0,0-1-1 0 0,-1 1 1 0 0,1 0 0 0 0,0 0 0 0 0,-1 0-1 0 0,1 0 1 0 0,-1 0 0 0 0,1 0 0 0 0,-1 0-1 0 0,0 1 1 0 0,0-1 0 0 0,0 1 0 0 0,0-1-1 0 0,1 4 1 0 0,-3-4 0 0 0,1 0 1 0 0,0 0-1 0 0,-1-1 1 0 0,1 1-1 0 0,-1 0 1 0 0,0-1-1 0 0,1 1 0 0 0,-1-1 1 0 0,0 1-1 0 0,0-1 1 0 0,0 1-1 0 0,0-1 1 0 0,0 1-1 0 0,0-1 1 0 0,-1 0-1 0 0,1 0 0 0 0,0 0 1 0 0,-1 0-1 0 0,1 0 1 0 0,-1 0-1 0 0,1 0 1 0 0,-3 1-1 0 0,-325 179 66 0 0,304-167-124 0 0,0 2 1 0 0,1 0-1 0 0,0 1 0 0 0,2 2 1 0 0,0 0-1 0 0,1 1 0 0 0,1 1 1 0 0,0 1-1 0 0,2 1 1 0 0,-27 45-1 0 0,18-29-4122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5:34.2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 19 5985 0 0,'0'-1'103'0'0,"0"1"0"0"0,0-1 1 0 0,0 1-1 0 0,0-1 0 0 0,1 1 0 0 0,-1-1 0 0 0,0 0 0 0 0,0 1 0 0 0,0-1 0 0 0,0 1 0 0 0,-1-1 0 0 0,1 0 0 0 0,0 1 0 0 0,0-1 1 0 0,0 1-1 0 0,0-1 0 0 0,0 1 0 0 0,-1-1 0 0 0,1 1 0 0 0,0-1 0 0 0,-1 1 0 0 0,1-1 0 0 0,0 1 0 0 0,-1-1 0 0 0,1 1 1 0 0,0-1-1 0 0,-1 1 0 0 0,1 0 0 0 0,-1-1 0 0 0,1 1 0 0 0,-1 0 0 0 0,1-1 0 0 0,-1 1 0 0 0,1 0 0 0 0,-1 0 0 0 0,1-1 0 0 0,-1 1 1 0 0,1 0-1 0 0,-1 0 0 0 0,0 0 0 0 0,1 0 0 0 0,-1 0 0 0 0,0 0 49 0 0,0 1 1 0 0,0-1-1 0 0,0 1 0 0 0,1-1 0 0 0,-1 1 1 0 0,0 0-1 0 0,0-1 0 0 0,1 1 1 0 0,-1 0-1 0 0,1 0 0 0 0,-1 0 0 0 0,0-1 1 0 0,1 1-1 0 0,0 0 0 0 0,-1 0 1 0 0,1 0-1 0 0,-1 0 0 0 0,1 0 0 0 0,0 0 1 0 0,0 0-1 0 0,0 0 0 0 0,0 0 1 0 0,-1 0-1 0 0,1 0 0 0 0,0 0 0 0 0,1 1 1 0 0,21 342 3760 0 0,-6-167-3196 0 0,68 615 487 0 0,-50-374-54 0 0,-32-376-961 0 0,11 82 609 0 0,-11-121-978 0 0,-1-8-395 0 0,0-4-255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5:34.6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1 216 1376 0 0,'73'-15'6676'0'0,"67"1"-3187"0"0,-69 8-2253 0 0,296-17 1612 0 0,4-1-833 0 0,261-24-914 0 0,-81 8-1019 0 0,-396 19 373 0 0,28-3-2156 0 0,-163 23-4594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5:35.5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2518 49 2761 0 0,'-4'-1'368'0'0,"1"0"0"0"0,0-1 0 0 0,0 1-1 0 0,0-1 1 0 0,0 0 0 0 0,0 0 0 0 0,1 0 0 0 0,-5-3 0 0 0,-7-5 756 0 0,7 7-857 0 0,0 0-1 0 0,0 0 0 0 0,0 1 1 0 0,-1 0-1 0 0,1 0 1 0 0,-1 1-1 0 0,0-1 0 0 0,1 2 1 0 0,-1-1-1 0 0,-13 2 1 0 0,-6 2 73 0 0,-47 10 0 0 0,47-7-178 0 0,-36 4-1 0 0,-115-8 1598 0 0,4 1 486 0 0,-169 1 210 0 0,144-4-969 0 0,-282 1 354 0 0,126-23-800 0 0,1 0-334 0 0,346 22-812 0 0,-3 0-95 0 0,0 0 0 0 0,0 0 1 0 0,0 1-1 0 0,0 0 0 0 0,0 1 1 0 0,-18 6-1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5:46.9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14 165 3225 0 0,'-13'12'3325'0'0,"45"-27"-1427"0"0,-18 8-1349 0 0,37-13 2439 0 0,67-19 0 0 0,-73 27-2473 0 0,-1-3-1 0 0,64-30 1 0 0,-65 26-2445 0 0,-36 15 1266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5:47.6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34 1840 0 0,'2'-3'203'0'0,"0"-1"-1"0"0,0 1 1 0 0,0 0-1 0 0,0 1 1 0 0,0-1-1 0 0,1 0 1 0 0,-1 1-1 0 0,1-1 1 0 0,16-5 7265 0 0,-17 23-7418 0 0,2 0 458 0 0,0-1 1 0 0,1 1-1 0 0,0-1 0 0 0,2 1 0 0 0,9 15 1 0 0,12 33-393 0 0,-18-35-51 0 0,2 6 461 0 0,1 0 0 0 0,1-1 0 0 0,22 34 0 0 0,-33-57-336 0 0,-3-10-180 0 0,0 1 1 0 0,0 0-1 0 0,0-1 1 0 0,0 1 0 0 0,0-1-1 0 0,0 1 1 0 0,1 0 0 0 0,-1-1-1 0 0,0 1 1 0 0,0-1 0 0 0,1 1-1 0 0,-1 0 1 0 0,0-1 0 0 0,1 1-1 0 0,-1-1 1 0 0,0 1 0 0 0,1-1-1 0 0,-1 1 1 0 0,1-1 0 0 0,-1 0-1 0 0,1 1 1 0 0,-1-1-1 0 0,1 1 1 0 0,-1-1 0 0 0,1 0-1 0 0,-1 0 1 0 0,1 1 0 0 0,0-1-1 0 0,0 0 1 0 0,4 0-104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5:55.4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80 89 920 0 0,'-8'3'524'0'0,"0"1"1"0"0,1 0-1 0 0,-1 0 0 0 0,1 1 0 0 0,0 0 1 0 0,0 1-1 0 0,1-1 0 0 0,0 1 0 0 0,-10 11 1 0 0,27-23 3394 0 0,15-7-3158 0 0,-23 12-583 0 0,27-16 736 0 0,1 1 1 0 0,1 1-1 0 0,0 2 1 0 0,1 1-1 0 0,65-13 1 0 0,-91 22-748 0 0,-1 1 0 0 0,1-1 0 0 0,-1 0 0 0 0,12-7 1 0 0,-8 4-283 0 0,-5 3-142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5:58.2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161 67 920 0 0,'3'-20'10601'0'0,"-3"12"-10561"0"0,1 5 456 0 0,-1 0-1 0 0,0 0 0 0 0,0 0 0 0 0,0 0 0 0 0,0 0 0 0 0,-1 0 0 0 0,-1-6 0 0 0,2 9-444 0 0,-1-1 0 0 0,1 0 0 0 0,-1 1 0 0 0,1-1 0 0 0,-1 1 0 0 0,1-1 0 0 0,-1 0-1 0 0,1 1 1 0 0,-1 0 0 0 0,0-1 0 0 0,1 1 0 0 0,-1-1 0 0 0,0 1 0 0 0,1 0 0 0 0,-1-1 0 0 0,0 1 0 0 0,0 0-1 0 0,1 0 1 0 0,-1-1 0 0 0,0 1 0 0 0,0 0 0 0 0,1 0 0 0 0,-1 0 0 0 0,0 0 0 0 0,0 0 0 0 0,0 0-1 0 0,1 0 1 0 0,-1 1 0 0 0,0-1 0 0 0,0 0 0 0 0,1 0 0 0 0,-1 1 0 0 0,0-1 0 0 0,0 0 0 0 0,1 1-1 0 0,-1-1 1 0 0,0 0 0 0 0,1 1 0 0 0,-1-1 0 0 0,1 1 0 0 0,-2 0 0 0 0,-7 4-15 0 0,-1 1 0 0 0,1 0 0 0 0,0 0 0 0 0,0 1 0 0 0,1 0 0 0 0,0 1 0 0 0,0 0 0 0 0,0 0 0 0 0,1 0 0 0 0,1 1 0 0 0,-1 0 0 0 0,2 1 1 0 0,-8 14-1 0 0,10-18-38 0 0,0 1 0 0 0,1-1 0 0 0,0 1 0 0 0,0 0 0 0 0,1 0 0 0 0,-1 0 1 0 0,2 0-1 0 0,-1 0 0 0 0,1 0 0 0 0,0 0 0 0 0,0 0 0 0 0,1 0 1 0 0,0 0-1 0 0,0 0 0 0 0,1 0 0 0 0,0 0 0 0 0,0-1 0 0 0,0 1 0 0 0,1-1 1 0 0,0 1-1 0 0,8 11 0 0 0,1-1-3 0 0,1 0 0 0 0,0 0 1 0 0,2-1-1 0 0,0-1 0 0 0,33 27 1 0 0,-43-38 18 0 0,0 0 1 0 0,1-1-1 0 0,-1 1 1 0 0,1-1 0 0 0,0 0-1 0 0,0-1 1 0 0,0 1 0 0 0,0-1-1 0 0,1 0 1 0 0,-1-1-1 0 0,0 1 1 0 0,1-1 0 0 0,-1-1-1 0 0,1 1 1 0 0,0-1 0 0 0,-1 0-1 0 0,1 0 1 0 0,-1-1-1 0 0,1 0 1 0 0,-1 0 0 0 0,0-1-1 0 0,1 0 1 0 0,10-4 0 0 0,9-13-1001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02.0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 22 6449 0 0,'-4'-3'624'0'0,"-1"0"0"0"0,1 1-1 0 0,-1 0 1 0 0,0-1 0 0 0,0 2-1 0 0,0-1 1 0 0,-1 0 0 0 0,1 1-1 0 0,0 0 1 0 0,-7 0 0 0 0,40 45 2454 0 0,22 39-1758 0 0,68 148 0 0 0,-74-136-836 0 0,69 109 0 0 0,40 1 581 0 0,-149-200-1211 0 0,23 23 908 0 0,-27-27-868 0 0,1 0 1 0 0,0 0-1 0 0,0 0 1 0 0,0 0-1 0 0,0-1 1 0 0,0 1-1 0 0,0-1 1 0 0,0 1 0 0 0,0 0-1 0 0,0-1 1 0 0,0 0-1 0 0,0 1 1 0 0,0-1-1 0 0,0 0 1 0 0,1 1-1 0 0,-1-1 1 0 0,0 0-1 0 0,0 0 1 0 0,0 0 0 0 0,0 0-1 0 0,1 0 1 0 0,-1 0-1 0 0,0 0 1 0 0,0-1-1 0 0,0 1 1 0 0,0 0-1 0 0,2-1 1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02.4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164 0 7370 0 0,'-10'2'10955'0'0,"8"5"-11780"0"0,-46 175 2749 0 0,-1 5-1472 0 0,32-130-214 0 0,-12 67 1 0 0,26-101-342 0 0,0-1 0 0 0,1 1 0 0 0,1 0 1 0 0,1 0-1 0 0,2 0 0 0 0,3 25 1 0 0,5-23-1968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02.9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167 59 3681 0 0,'-6'1'238'0'0,"0"1"0"0"0,0-1 0 0 0,0 1 0 0 0,1 0 0 0 0,-1 1 0 0 0,0-1 0 0 0,1 1 1 0 0,0 0-1 0 0,0 0 0 0 0,0 1 0 0 0,0 0 0 0 0,0 0 0 0 0,1 0 0 0 0,-7 7 0 0 0,9-10-217 0 0,-1 1 0 0 0,1-1 0 0 0,0-1 0 0 0,-1 1 0 0 0,1 0 0 0 0,-1-1 0 0 0,0 1 0 0 0,1-1 0 0 0,-5 1 0 0 0,-25 6 143 0 0,27-5 33 0 0,-10 7 2044 0 0,15-6-1057 0 0,11-2-589 0 0,-11-1-279 0 0,5-1-52 0 0,155-16 2314 0 0,322-20 2288 0 0,-470 37-4879 0 0,23 1 147 0 0,1-2 1 0 0,36-7-1 0 0,-60 6-237 0 0,-1 0-1 0 0,0-1 1 0 0,-1 0 0 0 0,1-1-1 0 0,-1-1 1 0 0,1 1 0 0 0,-1-2-1 0 0,0 1 1 0 0,-1-1-1 0 0,16-13 1 0 0,-15 11-501 0 0,0 0-4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03.6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250 1582 5985 0 0,'-1'-4'294'0'0,"-1"0"1"0"0,0 0-1 0 0,1 0 0 0 0,0-1 0 0 0,0 1 0 0 0,1 0 1 0 0,-1-1-1 0 0,1-5 0 0 0,-2-3 212 0 0,-12-108 3021 0 0,1-150 1 0 0,10 148-1430 0 0,-1-26-360 0 0,-10-163 287 0 0,7 235-1898 0 0,-3 0 0 0 0,-21-75 1 0 0,23 124-119 0 0,-1 0 1 0 0,-20-44-1 0 0,23 60-202 0 0,-1 0 0 0 0,0 0 0 0 0,-1 1 0 0 0,0 0 1 0 0,-1 0-1 0 0,0 1 0 0 0,-18-17 0 0 0,12 18-2668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04.2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0 5529 0 0,'-3'239'9488'0'0,"16"393"-7277"0"0,11-411-618 0 0,63 266 0 0 0,-83-473-1568 0 0,0 0 0 0 0,-1 0 1 0 0,-1 1-1 0 0,0-1 0 0 0,-1 1 1 0 0,0-1-1 0 0,-1 1 0 0 0,-1 0 1 0 0,-1-1-1 0 0,-3 17 0 0 0,1-21-385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04.8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176 105 1840 0 0,'-73'-7'1560'0'0,"-1"6"3508"0"0,46 1-2334 0 0,63-3 869 0 0,8-1-3181 0 0,122 2 825 0 0,297 14 3 0 0,-357-2-1139 0 0,130-6-1 0 0,-172-7 229 0 0,0-2 0 0 0,0-4 0 0 0,84-22 0 0 0,51-35 372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05.6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85 526 1840 0 0,'-14'6'1486'0'0,"1"2"-1"0"0,0 0 0 0 0,0 0 0 0 0,-19 17 0 0 0,324-285 5089 0 0,-146 136-5948 0 0,16-8-1416 0 0,-90 79-4373 0 0,-55 41 627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06.0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170 1 2745 0 0,'-8'0'103'0'0,"0"0"1"0"0,-1 0-1 0 0,1 1 1 0 0,0 0-1 0 0,0 1 1 0 0,1 0 0 0 0,-1 0-1 0 0,0 1 1 0 0,0 0-1 0 0,-11 6 1 0 0,13-6 134 0 0,1 0 0 0 0,0 0 0 0 0,-1 1-1 0 0,2-1 1 0 0,-1 1 0 0 0,0 0 0 0 0,1 0 0 0 0,-1 1 0 0 0,1-1 0 0 0,0 1 0 0 0,1 0 0 0 0,-1 0-1 0 0,1 1 1 0 0,-4 9 0 0 0,7-15-194 0 0,-1 1 0 0 0,1-1-1 0 0,0 1 1 0 0,0-1-1 0 0,0 1 1 0 0,0-1 0 0 0,1 1-1 0 0,-1-1 1 0 0,0 1 0 0 0,0-1-1 0 0,0 1 1 0 0,0-1 0 0 0,0 1-1 0 0,1-1 1 0 0,-1 1 0 0 0,0-1-1 0 0,0 1 1 0 0,1-1-1 0 0,-1 1 1 0 0,0-1 0 0 0,1 1-1 0 0,-1-1 1 0 0,1 0 0 0 0,-1 1-1 0 0,0-1 1 0 0,1 0 0 0 0,-1 1-1 0 0,1-1 1 0 0,-1 0 0 0 0,1 0-1 0 0,-1 1 1 0 0,1-1 0 0 0,-1 0-1 0 0,1 0 1 0 0,-1 0-1 0 0,1 0 1 0 0,-1 0 0 0 0,1 0-1 0 0,-1 0 1 0 0,1 0 0 0 0,0 0-1 0 0,-1 0 1 0 0,1 0 0 0 0,-1 0-1 0 0,1 0 1 0 0,-1 0 0 0 0,1 0-1 0 0,34-4 1105 0 0,-29 4-750 0 0,79-12 2308 0 0,-33 3-1716 0 0,1 3-1 0 0,77 0 1 0 0,-129 6-985 0 0,0 0 0 0 0,1 0 0 0 0,-1 0 1 0 0,0 0-1 0 0,0 0 0 0 0,1 0 1 0 0,-1 0-1 0 0,0 0 0 0 0,0 1 0 0 0,0-1 1 0 0,1 0-1 0 0,-1 1 0 0 0,0-1 1 0 0,0 1-1 0 0,0-1 0 0 0,0 1 0 0 0,0 0 1 0 0,0-1-1 0 0,0 1 0 0 0,0 0 0 0 0,0 0 1 0 0,0 0-1 0 0,0 0 0 0 0,0 0 1 0 0,0 0-1 0 0,-1 0 0 0 0,1 0 0 0 0,0 0 1 0 0,-1 0-1 0 0,1 0 0 0 0,-1 0 1 0 0,1 0-1 0 0,-1 1 0 0 0,0-1 0 0 0,1 0 1 0 0,-1 2-1 0 0,0 3-33 0 0,-1 1 0 0 0,0-1 0 0 0,0 0 1 0 0,-1-1-1 0 0,0 1 0 0 0,-3 9 0 0 0,-1 0 88 0 0,-31 117-2149 0 0,25-94-3248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06.4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116 549 5065 0 0,'-16'15'785'0'0,"0"1"1"0"0,-20 26-1 0 0,-12 12 1461 0 0,156-149 4523 0 0,173-153-3724 0 0,-138 121-2757 0 0,78-61-2600 0 0,-197 171 1291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07.1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60 6 5065 0 0,'-19'3'777'0'0,"-21"11"10400"0"0,67-21-9329 0 0,-8 2-1809 0 0,0 2 1 0 0,0 0-1 0 0,1 1 1 0 0,-1 0-1 0 0,1 2 1 0 0,0 0-1 0 0,-1 2 1 0 0,1 0-1 0 0,-1 1 1 0 0,0 1-1 0 0,0 0 1 0 0,36 15-1 0 0,-54-18 22 0 0,0-1 0 0 0,0 0 0 0 0,0 1 0 0 0,0 0 0 0 0,0-1 0 0 0,0 1 0 0 0,-1 0 0 0 0,1-1 0 0 0,0 1 0 0 0,0 0 0 0 0,-1 0 0 0 0,1-1 0 0 0,-1 1 0 0 0,1 0 1 0 0,0 0-1 0 0,-1 0 0 0 0,0 0 0 0 0,1 0 0 0 0,-1 0 0 0 0,0 0 0 0 0,1 0 0 0 0,-1 0 0 0 0,0 0 0 0 0,0 0 0 0 0,0 0 0 0 0,0 0 0 0 0,0 0 0 0 0,0 0 0 0 0,0 0 0 0 0,0 0 0 0 0,0 0 0 0 0,-1 2 0 0 0,1 1-333 0 0,-3 23 372 0 0,-1-1 1 0 0,-2 1 0 0 0,-10 30-1 0 0,-4 21 53 0 0,10-15-189 0 0,6-30-144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17.5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0 183 2625 0 0,'9'-15'502'0'0,"0"-1"1"0"0,-2 1-1 0 0,0-1 1 0 0,9-29-1 0 0,-15 40-55 0 0,-1 1 0 0 0,1-1 0 0 0,-1 0 0 0 0,0 1 0 0 0,0-1 0 0 0,-1 1 0 0 0,1-1 0 0 0,-2-6 0 0 0,-2-16 5831 0 0,-3 80-1664 0 0,38 202-4547 0 0,-8-96-4 0 0,50 268 222 0 0,-25-173-260 0 0,-29-99 226 0 0,3 19 496 0 0,-22-171-912 0 0,1-1 0 0 0,-1 0 0 0 0,1 0 0 0 0,-1 1 0 0 0,1-1 0 0 0,0 0 0 0 0,0 0 0 0 0,0 0 0 0 0,0 0 0 0 0,2 2 0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18.2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162 81 5529 0 0,'-63'35'3253'0'0,"49"-29"-2690"0"0,0 1 1 0 0,0 1-1 0 0,1 0 1 0 0,0 1-1 0 0,-16 14 1 0 0,29-23-551 0 0,0 0 0 0 0,-1 0 1 0 0,1 1-1 0 0,0-1 1 0 0,0 0-1 0 0,0 0 1 0 0,0 0-1 0 0,0 0 1 0 0,0 0-1 0 0,0 1 0 0 0,0-1 1 0 0,0 0-1 0 0,0 0 1 0 0,0 0-1 0 0,0 0 1 0 0,0 1-1 0 0,0-1 0 0 0,0 0 1 0 0,0 0-1 0 0,0 0 1 0 0,0 1-1 0 0,0-1 1 0 0,0 0-1 0 0,0 0 0 0 0,0 0 1 0 0,0 0-1 0 0,0 1 1 0 0,0-1-1 0 0,0 0 1 0 0,0 0-1 0 0,0 0 0 0 0,0 0 1 0 0,1 0-1 0 0,-1 1 1 0 0,0-1-1 0 0,0 0 1 0 0,0 0-1 0 0,0 0 1 0 0,0 0-1 0 0,0 0 0 0 0,1 0 1 0 0,-1 0-1 0 0,0 0 1 0 0,0 1-1 0 0,0-1 1 0 0,14 5 250 0 0,13 2-45 0 0,15-4 1 0 0,0-1 0 0 0,0-2 0 0 0,1-2 1 0 0,44-8-1 0 0,-39 4 34 0 0,406-68 2266 0 0,-142 17-914 0 0,3 27-1003 0 0,-255 29-791 0 0,66-4 472 0 0,-110 3-1294 0 0,1 0-1 0 0,28-10 1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18.6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136 72 1376 0 0,'3'-6'549'0'0,"0"0"1"0"0,1 0-1 0 0,-1 0 0 0 0,1 1 0 0 0,1 0 0 0 0,-1-1 0 0 0,1 1 0 0 0,-1 1 1 0 0,2-1-1 0 0,-1 1 0 0 0,0 0 0 0 0,11-6 0 0 0,-16 11-488 0 0,0-1 0 0 0,1 0-1 0 0,-1 0 1 0 0,1 0 0 0 0,-1 1-1 0 0,1-1 1 0 0,-1 0 0 0 0,0 0 0 0 0,1 1-1 0 0,-1-1 1 0 0,0 0 0 0 0,1 1-1 0 0,-1-1 1 0 0,0 1 0 0 0,0-1 0 0 0,1 0-1 0 0,-1 1 1 0 0,0-1 0 0 0,0 1-1 0 0,0-1 1 0 0,1 1 0 0 0,-1-1 0 0 0,0 0-1 0 0,0 1 1 0 0,0-1 0 0 0,0 1-1 0 0,0-1 1 0 0,0 1 0 0 0,0-1 0 0 0,0 1-1 0 0,0-1 1 0 0,0 1 0 0 0,0-1-1 0 0,0 1 1 0 0,-1-1 0 0 0,1 0 0 0 0,0 1-1 0 0,0-1 1 0 0,-1 1 0 0 0,-2 27 873 0 0,2-25-685 0 0,-15 85 1026 0 0,-4 0 0 0 0,-4-2 0 0 0,-51 124 1 0 0,57-158-770 0 0,-13 66 0 0 0,21-76-543 0 0,3-29-876 0 0,5-12 155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19.0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 1 6913 0 0,'-27'4'7002'0'0,"31"-3"-6301"0"0,19 12 52 0 0,-1 1-1 0 0,0 1 1 0 0,-1 1-1 0 0,0 0 1 0 0,-1 2-1 0 0,-2 0 1 0 0,1 1-1 0 0,27 39 1 0 0,2 14-662 0 0,53 103 0 0 0,-93-159-16 0 0,-3-7-152 0 0,42 72 395 0 0,-41-73-368 0 0,-1 0-1 0 0,2-1 1 0 0,-1 1 0 0 0,1-1-1 0 0,0 0 1 0 0,1-1 0 0 0,9 7 0 0 0,-17-12 25 0 0,0-1 0 0 0,0 0 0 0 0,1 0 0 0 0,-1 0 1 0 0,0 0-1 0 0,0 0 0 0 0,0 1 0 0 0,1-1 0 0 0,-1 0 1 0 0,0 0-1 0 0,0 0 0 0 0,0 0 0 0 0,1 0 0 0 0,-1 0 1 0 0,0 0-1 0 0,0 0 0 0 0,1 0 0 0 0,-1 0 0 0 0,0 0 0 0 0,0 0 1 0 0,0 0-1 0 0,1 0 0 0 0,-1 0 0 0 0,0 0 0 0 0,0 0 1 0 0,1 0-1 0 0,-1 0 0 0 0,0 0 0 0 0,0 0 0 0 0,0 0 1 0 0,1-1-1 0 0,-1 1 0 0 0,0 0 0 0 0,0 0 0 0 0,1 0 1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19.4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3 282 5065 0 0,'0'0'13'0'0,"-1"0"1"0"0,1 0-1 0 0,0 0 0 0 0,0 0 0 0 0,0 0 1 0 0,0 0-1 0 0,0 0 0 0 0,0 0 0 0 0,0 0 1 0 0,0 0-1 0 0,0 0 0 0 0,0 0 0 0 0,-1 0 1 0 0,1 0-1 0 0,0 0 0 0 0,0 0 0 0 0,0 0 1 0 0,0 0-1 0 0,0 0 0 0 0,0 0 0 0 0,0 0 1 0 0,0 0-1 0 0,0 0 0 0 0,0-1 0 0 0,0 1 1 0 0,0 0-1 0 0,0 0 0 0 0,0 0 0 0 0,0 0 1 0 0,0 0-1 0 0,0 0 0 0 0,0 0 0 0 0,0 0 1 0 0,0 0-1 0 0,0 0 0 0 0,-1 0 0 0 0,1-1 1 0 0,0 1-1 0 0,0 0 0 0 0,1 0 0 0 0,-1 0 1 0 0,0 0-1 0 0,0 0 0 0 0,0 0 0 0 0,0 0 1 0 0,0 0-1 0 0,0 0 0 0 0,0 0 1 0 0,0-1-1 0 0,0 1 0 0 0,0 0 0 0 0,0 0 1 0 0,0 0-1 0 0,0 0 0 0 0,0 0 0 0 0,0 0 1 0 0,0 0-1 0 0,0 0 0 0 0,0 0 0 0 0,0 0 1 0 0,0 0-1 0 0,0 0 0 0 0,1 0 0 0 0,-1 0 1 0 0,0 0-1 0 0,0 0 0 0 0,8-9 551 0 0,12-6 54 0 0,31-15 292 0 0,2 1 1 0 0,0 3-1 0 0,2 3 1 0 0,1 1-1 0 0,97-22 0 0 0,-10 14 1714 0 0,168-14-1 0 0,-220 39-5065 0 0,-78 4-3158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20.0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 46 6913 0 0,'-3'-3'852'0'0,"0"0"0"0"0,1 0 0 0 0,-1 0 0 0 0,1-1 0 0 0,0 1-1 0 0,0-1 1 0 0,1 0 0 0 0,-1 0 0 0 0,1 1 0 0 0,-2-8-1 0 0,3 11-781 0 0,0 0-1 0 0,1 0 0 0 0,-1-1 0 0 0,1 1 0 0 0,-1 0 0 0 0,0 0 1 0 0,1 0-1 0 0,-1 0 0 0 0,0 0 0 0 0,1 0 0 0 0,-1 0 1 0 0,1 0-1 0 0,-1 0 0 0 0,0 0 0 0 0,1 1 0 0 0,-1-1 0 0 0,0 0 1 0 0,1 0-1 0 0,-1 0 0 0 0,1 0 0 0 0,-1 0 0 0 0,0 1 0 0 0,1-1 1 0 0,-1 0-1 0 0,0 0 0 0 0,0 1 0 0 0,1-1 0 0 0,-1 0 0 0 0,0 0 1 0 0,0 1-1 0 0,1-1 0 0 0,-1 0 0 0 0,0 1 0 0 0,0-1 0 0 0,0 0 1 0 0,1 1-1 0 0,-1-1 0 0 0,0 1 0 0 0,0-1 0 0 0,10 16 700 0 0,0 6-486 0 0,-1 1 0 0 0,-1 0-1 0 0,-1 1 1 0 0,-1 0 0 0 0,-1 0 0 0 0,3 33 0 0 0,-1-8-157 0 0,170 773 122 0 0,-115-561-175 0 0,80 294 158 0 0,-58-242 526 0 0,-53-179-7162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23.0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78 51 3225 0 0,'-78'-50'7601'0'0,"110"79"-2405"0"0,19 37-4212 0 0,-24-29-298 0 0,145 176 251 0 0,-116-149-968 0 0,78 68 0 0 0,-34-34-430 0 0,-65-63-537 0 0,-19-19-11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23.4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53 238 3225 0 0,'-31'10'1242'0'0,"30"-9"-1055"0"0,0-1 0 0 0,-1 1 0 0 0,1-1 0 0 0,0 1 0 0 0,0-1 0 0 0,0 1 0 0 0,0 0 0 0 0,-1-1 0 0 0,1 1 1 0 0,0 0-1 0 0,1 0 0 0 0,-1 0 0 0 0,0 0 0 0 0,0 0 0 0 0,0 0 0 0 0,0 0 0 0 0,1 0 0 0 0,-1 0 0 0 0,0 0 1 0 0,1 1-1 0 0,-1-1 0 0 0,1 1 0 0 0,0-1-123 0 0,0 0 0 0 0,0-1 1 0 0,1 1-1 0 0,-1-1 0 0 0,0 1 0 0 0,1 0 1 0 0,-1-1-1 0 0,1 1 0 0 0,-1-1 1 0 0,1 1-1 0 0,-1-1 0 0 0,1 0 0 0 0,-1 1 1 0 0,1-1-1 0 0,0 0 0 0 0,-1 1 0 0 0,1-1 1 0 0,-1 0-1 0 0,1 1 0 0 0,0-1 1 0 0,-1 0-1 0 0,1 0 0 0 0,0 0 0 0 0,-1 0 1 0 0,2 0-1 0 0,21 4 314 0 0,-19-4-161 0 0,30 4 536 0 0,1-2 0 0 0,-1-2-1 0 0,1-1 1 0 0,-1-1 0 0 0,0-2 0 0 0,39-10 0 0 0,-70 14-697 0 0,0-1-1 0 0,0 0 1 0 0,0 0-1 0 0,0 0 1 0 0,0 0-1 0 0,0 0 1 0 0,0-1-1 0 0,0 1 1 0 0,0-1-1 0 0,-1 0 1 0 0,1 0-1 0 0,-1 0 1 0 0,1 0-1 0 0,-1 0 1 0 0,0 0-1 0 0,0-1 1 0 0,0 1-1 0 0,0-1 1 0 0,0 0-1 0 0,1-3 1 0 0,-2 3-34 0 0,0-1 0 0 0,0 0 0 0 0,-1 1 0 0 0,1-1 1 0 0,-1 0-1 0 0,0 0 0 0 0,0 0 0 0 0,0 1 1 0 0,-1-1-1 0 0,1 0 0 0 0,-1 0 0 0 0,0 1 0 0 0,0-1 1 0 0,-1 0-1 0 0,1 1 0 0 0,-4-6 0 0 0,-11-21-1157 0 0,-1 0 0 0 0,-31-38 0 0 0,42 59 341 0 0,-11-13-4302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23.7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70 72 6913 0 0,'-2'0'121'0'0,"0"1"-1"0"0,0-1 0 0 0,-1 0 0 0 0,1 0 0 0 0,0 0 0 0 0,0 0 0 0 0,0 0 1 0 0,0-1-1 0 0,0 1 0 0 0,0-1 0 0 0,-1 1 0 0 0,1-1 0 0 0,0 0 1 0 0,1 1-1 0 0,-1-1 0 0 0,0 0 0 0 0,0-1 0 0 0,0 1 0 0 0,0 0 0 0 0,1 0 1 0 0,-1-1-1 0 0,-2-2 0 0 0,2 2 107 0 0,0-1 1 0 0,-1 0-1 0 0,1 0 1 0 0,0-1-1 0 0,1 1 0 0 0,-1 0 1 0 0,0-1-1 0 0,1 1 1 0 0,0-1-1 0 0,0 1 1 0 0,0-1-1 0 0,0-5 0 0 0,1 9-195 0 0,-1 0 0 0 0,1-1 0 0 0,0 1 0 0 0,0 0 0 0 0,0 0 0 0 0,0-1 0 0 0,0 1 0 0 0,0 0 0 0 0,0 0 0 0 0,0-1 0 0 0,0 1 0 0 0,0 0 0 0 0,0 0 0 0 0,0-1 0 0 0,1 1 0 0 0,-1 0-1 0 0,0 0 1 0 0,0 0 0 0 0,0-1 0 0 0,0 1 0 0 0,0 0 0 0 0,0 0 0 0 0,0-1 0 0 0,1 1 0 0 0,-1 0 0 0 0,0 0 0 0 0,0 0 0 0 0,0 0 0 0 0,1-1 0 0 0,-1 1 0 0 0,0 0 0 0 0,0 0 0 0 0,0 0 0 0 0,1 0 0 0 0,-1 0-1 0 0,0 0 1 0 0,0 0 0 0 0,1 0 0 0 0,-1 0 0 0 0,0-1 0 0 0,1 1 0 0 0,13 4 695 0 0,13 12 139 0 0,-27-15-801 0 0,22 14 138 0 0,-1 2 1 0 0,-1 1-1 0 0,-1 0 1 0 0,23 28-1 0 0,59 91 1456 0 0,-68-89-1203 0 0,2-1 0 0 0,42 43-1 0 0,-61-78-544 0 0,-1 1 0 0 0,1-2 0 0 0,1 0 0 0 0,0-1-1 0 0,0 0 1 0 0,36 12 0 0 0,35 21-415 0 0,-60-21-3508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24.3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123 312 1376 0 0,'-54'-29'3461'0'0,"42"22"-1896"0"0,0 0 0 0 0,0 1 0 0 0,-15-6 0 0 0,26 12-1509 0 0,1 1 1 0 0,0-1-1 0 0,0 0 0 0 0,0 0 1 0 0,0 0-1 0 0,0 0 0 0 0,-1 0 1 0 0,1 0-1 0 0,0 0 0 0 0,0 0 1 0 0,0 0-1 0 0,0 0 0 0 0,-1 0 1 0 0,1 0-1 0 0,0-1 0 0 0,0 1 1 0 0,-2-1 619 0 0,2 1-620 0 0,0 0 0 0 0,0 0 1 0 0,0 0-1 0 0,0 0 0 0 0,0-1 1 0 0,0 1-1 0 0,0 0 0 0 0,0 0 1 0 0,0 0-1 0 0,0 0 0 0 0,0-1 1 0 0,0 1-1 0 0,0 0 0 0 0,0 0 1 0 0,0 0-1 0 0,0 0 0 0 0,0-1 1 0 0,0 1-1 0 0,0 0 0 0 0,0 0 1 0 0,0 0-1 0 0,0 0 0 0 0,0-1 1 0 0,0 1-1 0 0,0 0 0 0 0,0 0 1 0 0,0 0-1 0 0,0 0 0 0 0,9-3 1992 0 0,-5 4-1800 0 0,-1 0-159 0 0,0 0 0 0 0,-1 1 0 0 0,1-1 1 0 0,0 1-1 0 0,0 0 0 0 0,-1-1 0 0 0,1 2 1 0 0,-1-1-1 0 0,0 0 0 0 0,1 0 0 0 0,-1 1 1 0 0,3 3-1 0 0,-4-4-218 0 0,0 0 0 0 0,0 0 0 0 0,0-1 0 0 0,0 1 0 0 0,0 0-1 0 0,0 0 1 0 0,-1 0 0 0 0,1 0 0 0 0,-1 0 0 0 0,1 0 0 0 0,-1 0 0 0 0,0 0 0 0 0,0 0 0 0 0,0 0 0 0 0,0 0 0 0 0,0 0 0 0 0,0 1 0 0 0,-1-1-1 0 0,1 0 1 0 0,-1 0 0 0 0,1 0 0 0 0,-2 3 0 0 0,1-4-32 0 0,1 0 82 0 0,0-1 6 0 0,4-1 21 0 0,9-5 227 0 0,-1 1-1 0 0,0 1 1 0 0,1 0 0 0 0,0 1 0 0 0,0 0 0 0 0,0 1 0 0 0,0 0-1 0 0,0 1 1 0 0,1 1 0 0 0,16 1 0 0 0,-28-1-116 0 0,0 0-1 0 0,-1 0 1 0 0,1 0 0 0 0,0 0 0 0 0,-1-1 0 0 0,1 1-1 0 0,0 0 1 0 0,-1-1 0 0 0,1 1 0 0 0,-1-1-1 0 0,1 0 1 0 0,-1 1 0 0 0,1-1 0 0 0,-1 0 0 0 0,1 0-1 0 0,-1 0 1 0 0,0 0 0 0 0,1 0 0 0 0,-1-1-1 0 0,0 1 1 0 0,0 0 0 0 0,0 0 0 0 0,0-1 0 0 0,0 1-1 0 0,0-1 1 0 0,0 1 0 0 0,-1-1 0 0 0,1 1-1 0 0,0-1 1 0 0,-1 1 0 0 0,1-1 0 0 0,-1 0-1 0 0,0 1 1 0 0,1-1 0 0 0,-1 0 0 0 0,0 1 0 0 0,0-4-1 0 0,0-1 60 0 0,1 0-1 0 0,-1 1 0 0 0,-1-1 0 0 0,1 0 0 0 0,-1 0 0 0 0,0 0 0 0 0,0 0 0 0 0,-1 0 0 0 0,-3-9 1 0 0,-4-2-169 0 0,2 5-140 0 0,1-1 0 0 0,0 1-1 0 0,0-1 1 0 0,1 0 0 0 0,1-1 0 0 0,0 1-1 0 0,1-1 1 0 0,1 1 0 0 0,-2-16-1 0 0,4 9-494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35.4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 77 3681 0 0,'-4'-4'539'0'0,"1"0"0"0"0,0-1 0 0 0,0 1 1 0 0,1-1-1 0 0,-4-6 0 0 0,5 7 39 0 0,-1 1-1 0 0,1-1 1 0 0,-1 1-1 0 0,0 0 1 0 0,0-1-1 0 0,0 1 1 0 0,-1 0 0 0 0,1 0-1 0 0,-1 1 1 0 0,1-1-1 0 0,-1 1 1 0 0,-6-5-1 0 0,8 17 2856 0 0,3 12-2406 0 0,54 351 1392 0 0,-47-324-2337 0 0,26 80-1 0 0,-11-54-2478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35.8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62 8754 0 0,'-1'0'92'0'0,"1"0"-1"0"0,-1 0 1 0 0,1 0 0 0 0,0 0-1 0 0,-1 0 1 0 0,1 1-1 0 0,0-1 1 0 0,-1 0 0 0 0,1 0-1 0 0,0 1 1 0 0,-1-1 0 0 0,1 0-1 0 0,0 1 1 0 0,0-1 0 0 0,-1 0-1 0 0,1 0 1 0 0,0 1 0 0 0,0-1-1 0 0,-1 1 1 0 0,1-1 0 0 0,0 0-1 0 0,0 1 1 0 0,0-1 0 0 0,0 1-1 0 0,0-1 1 0 0,-1 0 0 0 0,1 1-1 0 0,0-1 1 0 0,0 1 0 0 0,0-1-1 0 0,0 1 1 0 0,12 4 1910 0 0,19-4 186 0 0,5-4-1817 0 0,-1-1 0 0 0,1-1 0 0 0,-2-3-1 0 0,1 0 1 0 0,-1-3 0 0 0,36-15 0 0 0,-47 14-960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36.2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5 920 0 0,'9'-4'6431'0'0,"-5"8"-5323"0"0,12 15-201 0 0,-1 0-1 0 0,-1 1 1 0 0,-1 1-1 0 0,-1 0 1 0 0,-1 1 0 0 0,-1 0-1 0 0,0 0 1 0 0,6 26-1 0 0,-3-1-565 0 0,-1 1-1 0 0,-3 0 0 0 0,4 56 1 0 0,-13-77-1733 0 0,-1-18 47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36.6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1 294 6449 0 0,'0'-11'312'0'0,"0"0"-1"0"0,1 1 0 0 0,1-1 1 0 0,-1 0-1 0 0,2 0 1 0 0,-1 1-1 0 0,2-1 0 0 0,-1 1 1 0 0,1 0-1 0 0,9-15 0 0 0,-3 7 447 0 0,0 0-1 0 0,1 2 1 0 0,1-1-1 0 0,26-26 1 0 0,-32 37-394 0 0,1 0 0 0 0,1 0 0 0 0,-1 0 0 0 0,1 1 0 0 0,13-6 1 0 0,-19 9-414 0 0,1 1 0 0 0,0-1 0 0 0,0 1 0 0 0,0 0 0 0 0,0 0 0 0 0,0 0 0 0 0,0 1 0 0 0,0-1 0 0 0,0 1 0 0 0,0 0 0 0 0,0 0 0 0 0,0 0 0 0 0,1 0 0 0 0,-1 0 0 0 0,0 1 0 0 0,0-1 0 0 0,0 1 0 0 0,0 0 0 0 0,5 2 0 0 0</inkml:trace>
  <inkml:trace contextRef="#ctx0" brushRef="#br0" timeOffset="1">208 418 7834 0 0,'-6'11'293'0'0,"-7"16"358"0"0,14-39 206 0 0,0 1 0 0 0,1 0 0 0 0,1-1 0 0 0,-1 1 0 0 0,2 0 0 0 0,8-20 0 0 0,-1 8-652 0 0,1 0 0 0 0,15-22 1 0 0,-9 22-1220 0 0,-17 23 849 0 0,-1-1-1 0 0,1 0 0 0 0,0 0 0 0 0,0 0 1 0 0,0 1-1 0 0,0-1 0 0 0,0 1 0 0 0,0-1 1 0 0,0 0-1 0 0,0 1 0 0 0,0 0 0 0 0,0-1 1 0 0,0 1-1 0 0,1 0 0 0 0,-1-1 0 0 0,0 1 1 0 0,0 0-1 0 0,0 0 0 0 0,0 0 0 0 0,1 0 1 0 0,1 0-1 0 0,3 4-285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36.9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5 192 9218 0 0,'-2'5'34'0'0,"-1"21"1222"0"0,10-21-211 0 0,9-9 70 0 0,-2-6-709 0 0,-1 1 0 0 0,0-2-1 0 0,0 0 1 0 0,-1 0 0 0 0,0-1 0 0 0,-1-1-1 0 0,12-17 1 0 0,12-12 188 0 0,15-13-5130 0 0,-33 36-603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37.3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41 111 11522 0 0,'-2'1'410'0'0,"0"1"-1"0"0,0-1 1 0 0,0 1-1 0 0,0 0 1 0 0,0 0-1 0 0,0 0 0 0 0,1 0 1 0 0,-1 1-1 0 0,1-1 1 0 0,0 0-1 0 0,-1 1 1 0 0,1-1-1 0 0,0 0 0 0 0,-1 6 1 0 0,1-2-83 0 0,0 0-1 0 0,0-1 1 0 0,1 1-1 0 0,-1 0 1 0 0,2 0 0 0 0,0 8-1 0 0,2 7 69 0 0,2-1 0 0 0,12 37 0 0 0,-16-54-232 0 0,59 198-1030 0 0,-57-185-472 0 0</inkml:trace>
  <inkml:trace contextRef="#ctx0" brushRef="#br0" timeOffset="1">1 49 2304 0 0,'4'-4'800'0'0,"0"1"0"0"0,0 0 0 0 0,1 0-1 0 0,-1 0 1 0 0,1 1 0 0 0,6-3 0 0 0,4-1 372 0 0,1 1 1 0 0,20-4 0 0 0,-29 7-987 0 0,1 1-1 0 0,0 0 1 0 0,0 0-1 0 0,0 0 1 0 0,-1 1-1 0 0,1 0 1 0 0,0 1-1 0 0,0 0 1 0 0,0 0-1 0 0,-1 1 1 0 0,1 0-1 0 0,0 0 1 0 0,-1 1-1 0 0,0 0 1 0 0,1 0-1 0 0,-1 0 1 0 0,-1 1-1 0 0,1 0 1 0 0,0 1-1 0 0,-1 0 1 0 0,0 0-1 0 0,0 0 1 0 0,0 0-1 0 0,-1 1 1 0 0,0 0-1 0 0,0 0 1 0 0,-1 1-1 0 0,1-1 1 0 0,-1 1-1 0 0,4 9 1 0 0,-3-3-13 0 0,0 0 0 0 0,-1 0 1 0 0,-1 0-1 0 0,0 1 0 0 0,-1-1 0 0 0,0 1 1 0 0,-1-1-1 0 0,0 1 0 0 0,-2 0 1 0 0,1 0-1 0 0,-2-1 0 0 0,-4 23 0 0 0,-1-8 19 0 0,0-1 0 0 0,-2 0 0 0 0,-1 0 0 0 0,-2-1-1 0 0,-15 28 1 0 0,23-47-220 0 0,0-1-1 0 0,0 1 1 0 0,0-1 0 0 0,-1 1-1 0 0,0-1 1 0 0,0-1 0 0 0,-12 11-1 0 0,8-11-427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38.1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14283 0 0,'1'8'697'0'0,"1"0"0"0"0,0 0 0 0 0,0 0 0 0 0,1 0 0 0 0,6 13 0 0 0,-1-1 11 0 0,22 51 519 0 0,2-1 0 0 0,53 82 0 0 0,-22-42-1181 0 0,-32-47-646 0 0,-20-35-5414 0 0,-6-10-990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38.5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43 122 2761 0 0,'-6'-1'250'0'0,"-1"-1"0"0"0,0 0 0 0 0,1-1 0 0 0,-10-4 1 0 0,40-16 3048 0 0,-13 12-2802 0 0,1 0 0 0 0,0 0-1 0 0,1 1 1 0 0,1 1 0 0 0,18-10 0 0 0,-28 17-426 0 0,1 0 1 0 0,-1 0 0 0 0,0 1-1 0 0,1-1 1 0 0,-1 1-1 0 0,1 0 1 0 0,-1 1-1 0 0,1-1 1 0 0,-1 1-1 0 0,8 0 1 0 0,-9 0-67 0 0,0 1 0 0 0,-1-1 0 0 0,1 1 0 0 0,0 0 0 0 0,-1 0 0 0 0,1 0 0 0 0,0 1-1 0 0,-1-1 1 0 0,1 0 0 0 0,-1 1 0 0 0,0 0 0 0 0,1-1 0 0 0,-1 1 0 0 0,0 0 0 0 0,0 0 0 0 0,0 1 0 0 0,0-1 0 0 0,2 4 0 0 0,-2-3 20 0 0,0 1 0 0 0,-1 0 0 0 0,1 0-1 0 0,-1 0 1 0 0,0 0 0 0 0,1 0 0 0 0,-2 0 0 0 0,1 0 0 0 0,0 1 0 0 0,-1-1-1 0 0,0 0 1 0 0,0 0 0 0 0,0 1 0 0 0,-1-1 0 0 0,1 0 0 0 0,-1 0 0 0 0,0 0-1 0 0,0 0 1 0 0,-1 0 0 0 0,1 0 0 0 0,-1 0 0 0 0,-3 5 0 0 0,-5 11 86 0 0,-2 0 1 0 0,0-1-1 0 0,-16 18 1 0 0,8-10-340 0 0,-40 54-2366 0 0,55-74 2011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38.9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5529 0 0,'6'20'5092'0'0,"12"12"-2633"0"0,-10-18-1504 0 0,96 217 4669 0 0,-78-163-5250 0 0,3-2 0 0 0,47 79-1 0 0,-74-142-440 0 0,-1 0-129 0 0,0-1 1 0 0,0 0 0 0 0,0 0-1 0 0,1 0 1 0 0,-1 0 0 0 0,1 0-1 0 0,-1 0 1 0 0,1 0 0 0 0,0 0-1 0 0,3 2 1 0 0,-4-6-605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39.2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 35 920 0 0,'-2'1'403'0'0,"-1"0"1"0"0,1 0-1 0 0,0-1 0 0 0,0 1 1 0 0,-1-1-1 0 0,1 1 0 0 0,0-1 1 0 0,-1 0-1 0 0,1 0 0 0 0,-9-7 4122 0 0,11 7-4460 0 0,18-11 1370 0 0,-4 7-1000 0 0,-1-1 0 0 0,2 2 0 0 0,-1-1 0 0 0,0 2 0 0 0,1 0 0 0 0,-1 1 0 0 0,1 0 0 0 0,-1 1 0 0 0,1 1 0 0 0,0 1-1 0 0,-1-1 1 0 0,0 2 0 0 0,1 0 0 0 0,-1 1 0 0 0,0 1 0 0 0,21 9 0 0 0,-31-11-333 0 0,0-1 0 0 0,0 1 0 0 0,0 0 1 0 0,-1 0-1 0 0,1 0 0 0 0,-1 0 0 0 0,0 1 0 0 0,0-1 1 0 0,0 1-1 0 0,0 0 0 0 0,-1 0 0 0 0,1 0 0 0 0,-1 0 0 0 0,3 8 1 0 0,-3-5 28 0 0,0 1 0 0 0,0 0 0 0 0,-1 0 1 0 0,0 0-1 0 0,-1 0 0 0 0,1 0 0 0 0,-2 15 1 0 0,-3 3 62 0 0,-1 0 0 0 0,-2 0 0 0 0,0-1 0 0 0,-12 28 0 0 0,14-41-154 0 0,-7 21 79 0 0,-1-1 1 0 0,-2 0 0 0 0,-28 46-1 0 0,31-64-199 0 0,-1-7 10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53.9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116 58 2304 0 0,'-16'-27'1596'0'0,"15"24"-1379"0"0,-1 0-1 0 0,1 1 1 0 0,0-1-1 0 0,-1 0 0 0 0,0 0 1 0 0,0 1-1 0 0,1-1 0 0 0,-2 1 1 0 0,-3-5-1 0 0,5 9-165 0 0,0-1-1 0 0,0 0 1 0 0,0 1-1 0 0,0-1 1 0 0,0 1-1 0 0,0-1 1 0 0,0 1 0 0 0,1-1-1 0 0,-1 1 1 0 0,0 0-1 0 0,1-1 1 0 0,0 1 0 0 0,-1 0-1 0 0,1 2 1 0 0,-26 130 592 0 0,6 1 0 0 0,6 1 0 0 0,7 258 0 0 0,76 411 1539 0 0,-39-527-2036 0 0,55 775 12 0 0,-30 4 130 0 0,54 34 4617 0 0,-99-1033-4748 0 0,13 100 510 0 0,-21-137-600 0 0,-2 1 0 0 0,0 0 0 0 0,-1-1 0 0 0,-1 1 0 0 0,-5 24 0 0 0,1-30-1283 0 0,6-16 1118 0 0,0 0 1 0 0,0 1 0 0 0,-1-1 0 0 0,1 0 0 0 0,0 1-1 0 0,0-1 1 0 0,0 0 0 0 0,-1 1 0 0 0,1-1-1 0 0,0 0 1 0 0,0 1 0 0 0,-1-1 0 0 0,1 0 0 0 0,0 0-1 0 0,0 0 1 0 0,-1 1 0 0 0,1-1 0 0 0,0 0-1 0 0,-1 0 1 0 0,1 0 0 0 0,0 0 0 0 0,-1 1 0 0 0,1-1-1 0 0,0 0 1 0 0,-1 0 0 0 0,1 0 0 0 0,-1 0-1 0 0,1 0 1 0 0,0 0 0 0 0,-1 0 0 0 0,1 0 0 0 0,0 0-1 0 0,-1 0 1 0 0,1 0 0 0 0,0 0 0 0 0,-1 0-1 0 0,1-1 1 0 0,-1 1 0 0 0,1 0 0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54.7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124 69 3225 0 0,'-31'-2'203'0'0,"22"1"35"0"0,0 1 0 0 0,0-1 0 0 0,0 2 0 0 0,0-1 0 0 0,1 1-1 0 0,-1 0 1 0 0,0 1 0 0 0,-10 3 0 0 0,19-5-218 0 0,0 1 1 0 0,0-1-1 0 0,-1 0 0 0 0,1 1 0 0 0,0-1 0 0 0,0 1 1 0 0,-1-1-1 0 0,1 0 0 0 0,0 1 0 0 0,0-1 0 0 0,0 1 0 0 0,0-1 1 0 0,0 1-1 0 0,0-1 0 0 0,0 1 0 0 0,0-1 0 0 0,0 1 1 0 0,0-1-1 0 0,0 0 0 0 0,0 1 0 0 0,0-1 0 0 0,0 1 1 0 0,0-1-1 0 0,0 1 0 0 0,0-1 0 0 0,1 1 0 0 0,-1-1 0 0 0,0 0 1 0 0,0 1-1 0 0,0-1 0 0 0,1 1 0 0 0,-1-1 0 0 0,0 0 1 0 0,1 1-1 0 0,-1-1 0 0 0,0 0 0 0 0,1 1 0 0 0,-1-1 1 0 0,0 0-1 0 0,1 0 0 0 0,-1 1 0 0 0,1-1 0 0 0,-1 0 1 0 0,1 0-1 0 0,22 20 36 0 0,-20-18-13 0 0,10 8 81 0 0,1-1-1 0 0,0 0 0 0 0,1-2 0 0 0,0 1 0 0 0,0-2 1 0 0,1 0-1 0 0,0-1 0 0 0,0 0 0 0 0,0-1 0 0 0,0-1 1 0 0,1-1-1 0 0,-1 0 0 0 0,18-1 0 0 0,25-2 308 0 0,0-2 0 0 0,75-15 0 0 0,-93 12-192 0 0,357-45 1664 0 0,131 45-612 0 0,-338 11-1220 0 0,218-22 1 0 0,-175-11-318 0 0,303-29-110 0 0,-386 48 373 0 0,234 17 0 0 0,-265 8 21 0 0,0 5 0 0 0,144 46 1 0 0,99 20 442 0 0,-280-75 114 0 0,122 1 0 0 0,87-17 1090 0 0,-193 1-1372 0 0,742 5-1681 0 0,-754 1-348 0 0,0 5 0 0 0,-1 3 0 0 0,98 25 0 0 0,-97-16-178 0 0,-63-16-430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55.4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332 115 456 0 0,'0'-5'193'0'0,"-1"-1"0"0"0,1 1-1 0 0,0-1 1 0 0,0 1 0 0 0,2-11 0 0 0,-1 11-207 0 0,-1 0 0 0 0,1-1 0 0 0,-1 1 0 0 0,0 0 0 0 0,-1 0 0 0 0,0-8 0 0 0,0 12 72 0 0,1-1-1 0 0,-1 1 1 0 0,0-1-1 0 0,1 1 1 0 0,-1-1-1 0 0,0 1 1 0 0,0-1-1 0 0,0 1 1 0 0,0 0 0 0 0,0-1-1 0 0,-1 1 1 0 0,1 0-1 0 0,0 0 1 0 0,0 0-1 0 0,-1 0 1 0 0,1 0-1 0 0,-1 0 1 0 0,1 0 0 0 0,-1 1-1 0 0,1-1 1 0 0,-1 0-1 0 0,0 1 1 0 0,1-1-1 0 0,-3 1 1 0 0,3 0 267 0 0,0 0-1 0 0,0 0 1 0 0,0 1 0 0 0,0-1-1 0 0,-1 0 1 0 0,1 1 0 0 0,0-1-1 0 0,1 1 1 0 0,-1-1 0 0 0,0 1 0 0 0,0 0-1 0 0,0-1 1 0 0,0 1 0 0 0,0 0-1 0 0,0 0 1 0 0,1 0 0 0 0,-1 0-1 0 0,0-1 1 0 0,1 1 0 0 0,-1 0-1 0 0,1 0 1 0 0,-1 0 0 0 0,1 0-1 0 0,-1 0 1 0 0,0 2 0 0 0,-10 28 1735 0 0,-1 24-1347 0 0,3 0-1 0 0,-4 88 1 0 0,12 114-1080 0 0,3-120 381 0 0,-22 921 1245 0 0,11-762-722 0 0,-39 628-392 0 0,-16 58 1901 0 0,48-754-2018 0 0,-51 267 0 0 0,62-464-457 0 0,1 0 1 0 0,2 62-1 0 0,4-71-929 0 0,0 1-1 0 0,8 33 1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56.4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26 602 7834 0 0,'-1'0'48'0'0,"-1"1"1"0"0,1-1-1 0 0,0 0 1 0 0,0 1-1 0 0,0-1 1 0 0,-1 0 0 0 0,1 1-1 0 0,0 0 1 0 0,0-1-1 0 0,0 1 1 0 0,0 0-1 0 0,0-1 1 0 0,0 1-1 0 0,0 0 1 0 0,0 0-1 0 0,1 0 1 0 0,-1 0 0 0 0,0 0-1 0 0,0 0 1 0 0,1 0-1 0 0,-1 0 1 0 0,0 0-1 0 0,1 0 1 0 0,-1 0-1 0 0,1 0 1 0 0,0 0-1 0 0,-1 1 1 0 0,1-1 0 0 0,0 0-1 0 0,0 0 1 0 0,-1 0-1 0 0,1 1 1 0 0,0-1-1 0 0,0 0 1 0 0,1 0-1 0 0,-1 1 1 0 0,0-1-1 0 0,0 0 1 0 0,0 0 0 0 0,1 2-1 0 0,1-1 49 0 0,-1 1-1 0 0,1 0 1 0 0,-1-1 0 0 0,1 1-1 0 0,0-1 1 0 0,0 0-1 0 0,0 0 1 0 0,0 1 0 0 0,0-1-1 0 0,1 0 1 0 0,-1-1-1 0 0,1 1 1 0 0,-1 0 0 0 0,1-1-1 0 0,-1 0 1 0 0,4 2-1 0 0,37 12 145 0 0,1-3 0 0 0,1-1 0 0 0,59 7 0 0 0,139 2 1056 0 0,-190-17-1204 0 0,31 0 107 0 0,0-4-1 0 0,-1-4 1 0 0,123-22-1 0 0,238-86 492 0 0,-376 93-453 0 0,119-16 1 0 0,73 7 8 0 0,-143 18-194 0 0,679-33 75 0 0,-563 30 11 0 0,248-46 0 0 0,54-1 425 0 0,-454 54-375 0 0,75-9 11 0 0,-2-7-1 0 0,249-69 1 0 0,-360 79-166 0 0,393-136 1636 0 0,-416 141-1627 0 0,0 1 0 0 0,1 1 0 0 0,0 1 1 0 0,0 1-1 0 0,0 1 0 0 0,0 1 0 0 0,1 0 0 0 0,-1 2 0 0 0,0 0 0 0 0,1 2 0 0 0,-1 0 0 0 0,30 8 0 0 0,-14-3-5 0 0,-10 0 73 0 0,0-1 0 0 0,0-2 1 0 0,0-1-1 0 0,1-1 0 0 0,47-3 1 0 0,-56-1 127 0 0,1 2 1 0 0,-1 0-1 0 0,26 4 1 0 0,25 1-2062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02.8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1139 1001 2761 0 0,'-1'2'271'0'0,"1"-1"-140"0"0,-1 0 0 0 0,1 0 1 0 0,0 0-1 0 0,0 0 0 0 0,-1 0 1 0 0,1 0-1 0 0,0 0 0 0 0,-1-1 1 0 0,1 1-1 0 0,-1 0 0 0 0,1 0 0 0 0,-1 0 1 0 0,0 0-1 0 0,1-1 0 0 0,-1 1 1 0 0,0 0-1 0 0,0-1 0 0 0,1 1 1 0 0,-1 0-1 0 0,0-1 0 0 0,0 1 1 0 0,0-1-1 0 0,0 1 0 0 0,0-1 1 0 0,0 0-1 0 0,1 1 0 0 0,-1-1 0 0 0,0 0 1 0 0,0 0-1 0 0,0 0 0 0 0,0 1 1 0 0,0-1-1 0 0,0 0 0 0 0,0 0 1 0 0,0 0-1 0 0,0-1 0 0 0,0 1 1 0 0,0 0-1 0 0,0 0 0 0 0,0 0 1 0 0,0-1-1 0 0,0 1 0 0 0,0-1 0 0 0,0 1 1 0 0,0-1-1 0 0,0 1 0 0 0,0-1 1 0 0,-1 0-1 0 0,-9-6 671 0 0,0 0 1 0 0,1 0-1 0 0,-1-1 1 0 0,-17-18-1 0 0,-5-4 250 0 0,-116-84 1668 0 0,-118-103-821 0 0,2-78-1435 0 0,133 139-661 0 0,106 128-92 0 0,-42-35 0 0 0,50 48-1496 0 0,-33-20 1 0 0,33 25-3867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05.2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1614 1 456 0 0,'-10'5'1029'0'0,"0"1"0"0"0,0 1-1 0 0,-11 9 1 0 0,-48 52 186 0 0,30-27-490 0 0,-157 118 2922 0 0,63-55-1844 0 0,36-21-741 0 0,-136 107 1133 0 0,-356 275 182 0 0,518-405-2515 0 0,65-55-90 0 0,-80 72-190 0 0,55-38-4457 0 0,19-21-268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09.9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1 920 0 0,'13'10'10067'0'0,"53"24"-6898"0"0,244 141 1567 0 0,-306-173-4643 0 0,-1 1 0 0 0,0-1 0 0 0,1 1 0 0 0,-1 0 0 0 0,0 0-1 0 0,0 0 1 0 0,-1 0 0 0 0,1 1 0 0 0,-1-1 0 0 0,1 1 0 0 0,-1 0 0 0 0,0-1 0 0 0,1 6 0 0 0,-2-8-63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15.4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62 303 920 0 0,'2'-5'167'0'0,"0"1"0"0"0,-1-1 0 0 0,0 0 0 0 0,0 1-1 0 0,0-1 1 0 0,0 0 0 0 0,-1 0 0 0 0,0-7 0 0 0,0 7-175 0 0,0-18 662 0 0,-1-1-1 0 0,-6-38 1 0 0,-14-46 6669 0 0,19 100-6458 0 0,0 0-444 0 0,-1-7 2924 0 0,-1 26-1159 0 0,-16 213-1311 0 0,9 0 0 0 0,21 236 1 0 0,7-261-736 0 0,-7-114-6327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15.9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187 0 3225 0 0,'-2'2'322'0'0,"-1"-1"1"0"0,1 0-1 0 0,0 1 0 0 0,-1-1 1 0 0,1 1-1 0 0,0-1 1 0 0,0 1-1 0 0,0 0 1 0 0,0 0-1 0 0,1 0 0 0 0,-1 0 1 0 0,0 1-1 0 0,1-1 1 0 0,0 0-1 0 0,-1 1 1 0 0,1-1-1 0 0,0 1 0 0 0,0-1 1 0 0,0 1-1 0 0,1-1 1 0 0,-1 1-1 0 0,0 0 1 0 0,1-1-1 0 0,0 4 0 0 0,-1 0-200 0 0,1 0-1 0 0,-1 1 1 0 0,2-1-1 0 0,-1 0 1 0 0,1 1-1 0 0,0-1 1 0 0,0 0-1 0 0,0 0 1 0 0,4 9-1 0 0,0-5 189 0 0,0-1 0 0 0,1 0-1 0 0,0 0 1 0 0,1 0 0 0 0,0-1 0 0 0,0 0-1 0 0,0 0 1 0 0,10 7 0 0 0,75 53 1737 0 0,-60-45-1642 0 0,54 38 404 0 0,223 155 290 0 0,-281-200-913 0 0,54 24 0 0 0,12 6 565 0 0,-92-45-745 0 0,-1 0 0 0 0,0-1 0 0 0,1 1-1 0 0,-1 0 1 0 0,0 0 0 0 0,0 0 0 0 0,0 0 0 0 0,0 0 0 0 0,0 0-1 0 0,0 0 1 0 0,0 1 0 0 0,0-1 0 0 0,0 0 0 0 0,0 0-1 0 0,-1 1 1 0 0,1-1 0 0 0,-1 1 0 0 0,1-1 0 0 0,-1 0 0 0 0,1 1-1 0 0,-1-1 1 0 0,1 3 0 0 0,-2-1 0 0 0,1-1-1 0 0,0 0 1 0 0,-1 0 0 0 0,0 0-1 0 0,1 0 1 0 0,-1 1 0 0 0,0-1-1 0 0,0 0 1 0 0,0 0 0 0 0,0 0-1 0 0,0-1 1 0 0,-1 1 0 0 0,-2 3-1 0 0,-3 3 67 0 0,-1-1 0 0 0,-1 1 0 0 0,0-1-1 0 0,-17 10 1 0 0,-283 186 802 0 0,182-115-572 0 0,-268 190-410 0 0,331-232-3180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16.3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77 57 11979 0 0,'-9'-29'2298'0'0,"-1"1"719"0"0,9 30-3014 0 0,-1 0-1 0 0,1-1 0 0 0,-1 1 0 0 0,1 0 0 0 0,0 0 1 0 0,0 0-1 0 0,0-1 0 0 0,0 1 0 0 0,0 0 1 0 0,0 1-1 0 0,0 2 0 0 0,-10 33 83 0 0,1-1 0 0 0,2 2 0 0 0,2-1-1 0 0,2 1 1 0 0,0 41 0 0 0,14 199 701 0 0,-5-211-734 0 0,39 336 347 0 0,-10-114-126 0 0,-29-209-2261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16.7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9 417 12443 0 0,'-1'-1'115'0'0,"0"0"0"0"0,0 0 0 0 0,0-1 0 0 0,0 1 0 0 0,1 0 0 0 0,-1 0 0 0 0,1-1 0 0 0,-1 1 0 0 0,1-1 0 0 0,-1 1 0 0 0,1 0 0 0 0,0-1 1 0 0,-1 1-1 0 0,1-1 0 0 0,0 1 0 0 0,0-1 0 0 0,0 1 0 0 0,0-1 0 0 0,0 1 0 0 0,1-1 0 0 0,-1 1 0 0 0,0-1 0 0 0,1 1 0 0 0,-1 0 0 0 0,1-1 0 0 0,-1 1 1 0 0,1 0-1 0 0,1-3 0 0 0,-1 0-184 0 0,1 0 1 0 0,0 0 0 0 0,0 0-1 0 0,0 1 1 0 0,0-1 0 0 0,1 0-1 0 0,-1 1 1 0 0,1-1 0 0 0,5-4 0 0 0,-2 5 27 0 0,-1 0 1 0 0,1 1-1 0 0,-1-1 1 0 0,1 1-1 0 0,0 1 1 0 0,0-1 0 0 0,0 1-1 0 0,0 0 1 0 0,7-1-1 0 0,59 2 468 0 0,-45 1-68 0 0,645-23 6094 0 0,-662 21-6459 0 0,215-19 303 0 0,398-90 0 0 0,-582 101-346 0 0,509-102 492 0 0,-425 92-1158 0 0,0 6 0 0 0,184 5 0 0 0,-260 11-6738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17.3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2290 128 4145 0 0,'-10'11'152'0'0,"9"-10"119"0"0,1 0-1 0 0,-1 0 1 0 0,0 0 0 0 0,0 1-1 0 0,0-1 1 0 0,-1 0-1 0 0,1-1 1 0 0,0 1 0 0 0,0 0-1 0 0,0 0 1 0 0,-1 0 0 0 0,1-1-1 0 0,0 1 1 0 0,-1-1 0 0 0,1 1-1 0 0,-1-1 1 0 0,1 1-1 0 0,-1-1 1 0 0,1 0 0 0 0,-1 0-1 0 0,1 0 1 0 0,-1 0 0 0 0,1 0-1 0 0,0 0 1 0 0,-1 0 0 0 0,1 0-1 0 0,-1 0 1 0 0,1-1-1 0 0,-1 1 1 0 0,-1-1 0 0 0,-111-15 3144 0 0,-119-1 0 0 0,-114 16-2495 0 0,277 2-737 0 0,-116-6 532 0 0,0-9-1 0 0,-197-39 1 0 0,64 11-418 0 0,268 39-584 0 0,-1 2 1 0 0,0 2-1 0 0,0 3 0 0 0,-60 11 0 0 0,71-5-1661 0 0,1 5-5208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18.5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101 96 9674 0 0,'-10'-6'1000'0'0,"1"-1"0"0"0,0 0-1 0 0,0 0 1 0 0,0-1 0 0 0,1 0 0 0 0,-9-12 0 0 0,-12-12 1042 0 0,42 73-1401 0 0,24 61-429 0 0,43 108-43 0 0,-64-174-833 0 0,2 0 0 0 0,2-1-1 0 0,37 50 1 0 0,-35-60-1281 0 0,-2-6-3668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18.9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36 335 9674 0 0,'-3'-2'64'0'0,"0"0"-1"0"0,0 0 1 0 0,1-1 0 0 0,-1 1-1 0 0,1-1 1 0 0,0 0 0 0 0,0 1-1 0 0,0-1 1 0 0,0 0 0 0 0,0 0-1 0 0,1 0 1 0 0,-1-1 0 0 0,1 1-1 0 0,0 0 1 0 0,0 0 0 0 0,0-1-1 0 0,-1-3 1 0 0,2-4-96 0 0,-1 0 1 0 0,1 1-1 0 0,1-1 0 0 0,2-14 1 0 0,-3 23 35 0 0,2-7-76 0 0,0 1 0 0 0,0-1 0 0 0,1 1 1 0 0,0-1-1 0 0,1 1 0 0 0,0 0 0 0 0,0 0 0 0 0,1 0 0 0 0,-1 1 0 0 0,2-1 0 0 0,-1 1 0 0 0,1 1 0 0 0,0-1 0 0 0,1 1 0 0 0,12-10 0 0 0,-6 6 488 0 0,1 1-1 0 0,0 0 0 0 0,1 1 0 0 0,0 0 1 0 0,0 2-1 0 0,0-1 0 0 0,29-6 0 0 0,-37 11-387 0 0,1 0 0 0 0,0 1 1 0 0,-1 0-1 0 0,1 0 0 0 0,0 1 0 0 0,0 0 0 0 0,0 0 0 0 0,0 1 0 0 0,-1 0 0 0 0,1 0 0 0 0,0 0 0 0 0,-1 1 0 0 0,1 1 0 0 0,-1-1 0 0 0,1 1 0 0 0,-1 1 0 0 0,0-1 0 0 0,0 1 0 0 0,-1 0 0 0 0,1 1 0 0 0,-1-1 0 0 0,0 1 0 0 0,0 1 0 0 0,-1-1 0 0 0,1 1 0 0 0,-1 0 0 0 0,0 0 1 0 0,-1 0-1 0 0,1 1 0 0 0,-1 0 0 0 0,-1 0 0 0 0,1 0 0 0 0,-1 0 0 0 0,0 0 0 0 0,-1 1 0 0 0,0 0 0 0 0,0-1 0 0 0,-1 1 0 0 0,1 9 0 0 0,-1-1 1 0 0,-1 0 0 0 0,0 0 0 0 0,-1 1 0 0 0,-1-1 0 0 0,-1 0 0 0 0,0 0 1 0 0,-1-1-1 0 0,0 1 0 0 0,-10 19 0 0 0,7-17 1136 0 0,-2-1-1 0 0,0 0 1 0 0,-1-1 0 0 0,-16 21 0 0 0,110-130 1474 0 0,-52 64-2797 0 0,0 1 1 0 0,57-39 0 0 0,-56 46-223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19.6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136 140 3681 0 0,'-4'-1'-209'0'0,"-22"-5"1539"0"0,-11 3 4973 0 0,35 4-5983 0 0,0-1 0 0 0,-1 0 1 0 0,1 1-1 0 0,0-1 0 0 0,0 1 1 0 0,0 0-1 0 0,0 0 0 0 0,0 0 1 0 0,0 0-1 0 0,0 0 0 0 0,0 0 0 0 0,0 0 1 0 0,-2 3-1 0 0,-11 19-2222 0 0,10-8 1387 0 0,1 0 1 0 0,0 1-1 0 0,1 0 1 0 0,0 0-1 0 0,0 18 1 0 0,3-29 596 0 0,0 1-1 0 0,0-1 1 0 0,0 1 0 0 0,0-1 0 0 0,1 0 0 0 0,0 1 0 0 0,0-1-1 0 0,0 0 1 0 0,1 1 0 0 0,-1-1 0 0 0,1 0 0 0 0,1 0 0 0 0,-1 0-1 0 0,1-1 1 0 0,0 1 0 0 0,0-1 0 0 0,0 1 0 0 0,7 6 0 0 0,-7-9 87 0 0,0 0 0 0 0,-1 0 0 0 0,1-1 1 0 0,0 1-1 0 0,0-1 0 0 0,0 1 0 0 0,0-1 0 0 0,0 0 1 0 0,0-1-1 0 0,0 1 0 0 0,0 0 0 0 0,0-1 1 0 0,1 0-1 0 0,-1 1 0 0 0,0-1 0 0 0,4-1 0 0 0,-1 0-28 0 0,0 0 0 0 0,0-1 0 0 0,0 1 0 0 0,0-1 0 0 0,-1-1 0 0 0,1 1 0 0 0,-1-1-1 0 0,7-4 1 0 0,0-1-46 0 0,-1 0 0 0 0,0-1-1 0 0,0-1 1 0 0,-1 0 0 0 0,0-1 0 0 0,13-17-1 0 0,-17 19-46 0 0,-1 0-1 0 0,0 0 1 0 0,0 0-1 0 0,-1-1 1 0 0,0 0-1 0 0,-1 0 1 0 0,0 0-1 0 0,0 0 1 0 0,-1 0-1 0 0,-1 0 1 0 0,0-1-1 0 0,0 1 1 0 0,-1-16-1 0 0,-1 19 21 0 0,0 0 0 0 0,0 0-1 0 0,0 0 1 0 0,-1 0 0 0 0,0 1-1 0 0,0-1 1 0 0,-1 1 0 0 0,0-1-1 0 0,0 1 1 0 0,0 0 0 0 0,-1 0-1 0 0,0 1 1 0 0,0-1 0 0 0,0 1-1 0 0,-1-1 1 0 0,0 1 0 0 0,0 1-1 0 0,0-1 1 0 0,0 1 0 0 0,-1 0-1 0 0,-8-5 1 0 0,11 8-108 0 0,1 0 0 0 0,0 0 0 0 0,-1 0 1 0 0,1 0-1 0 0,-1 1 0 0 0,1-1 0 0 0,-1 1 0 0 0,1-1 0 0 0,-1 1 0 0 0,1 0 1 0 0,-1 0-1 0 0,1 0 0 0 0,-1 0 0 0 0,1 1 0 0 0,-1-1 0 0 0,1 1 0 0 0,-1 0 0 0 0,1-1 1 0 0,-1 1-1 0 0,1 0 0 0 0,0 0 0 0 0,0 1 0 0 0,-1-1 0 0 0,1 0 0 0 0,0 1 0 0 0,0-1 1 0 0,0 1-1 0 0,-3 3 0 0 0,-12 12-6406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20.3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156 92 14283 0 0,'-15'-11'1265'0'0,"-31"-20"1423"0"0,45 30-2623 0 0,-1 0 0 0 0,0 0 0 0 0,0 0 0 0 0,0 0 1 0 0,0 0-1 0 0,0 1 0 0 0,0-1 0 0 0,-1 1 0 0 0,1-1 0 0 0,0 1 1 0 0,0 0-1 0 0,0 0 0 0 0,0 0 0 0 0,0 0 0 0 0,-1 0 0 0 0,1 0 0 0 0,0 1 1 0 0,0-1-1 0 0,-3 2 0 0 0,3-1-58 0 0,1 0 0 0 0,-1 1 0 0 0,0-1 0 0 0,1 1 0 0 0,0-1 1 0 0,-1 1-1 0 0,1 0 0 0 0,0-1 0 0 0,0 1 0 0 0,0 0 0 0 0,0 0 0 0 0,0 0 0 0 0,0 0 1 0 0,0 0-1 0 0,1 0 0 0 0,-1 0 0 0 0,1 4 0 0 0,-5 41-193 0 0,5-35 32 0 0,-1 21-143 0 0,0 1 1 0 0,3-1 0 0 0,5 35-1 0 0,-4-54 195 0 0,-1 1 1 0 0,2 0-1 0 0,0-1 0 0 0,1 1 0 0 0,1-1 1 0 0,0 0-1 0 0,0-1 0 0 0,2 1 0 0 0,9 12 1 0 0,-13-21 115 0 0,0 0 0 0 0,1-1 0 0 0,-1 0 0 0 0,1 0 0 0 0,0 0 0 0 0,0 0 1 0 0,0-1-1 0 0,1 0 0 0 0,-1 0 0 0 0,1 0 0 0 0,0-1 0 0 0,0 1 0 0 0,0-2 0 0 0,0 1 0 0 0,0-1 1 0 0,9 2-1 0 0,-11-3-7 0 0,-1 0 0 0 0,1 0 0 0 0,-1 0 1 0 0,1 0-1 0 0,0-1 0 0 0,-1 1 0 0 0,1-1 0 0 0,-1 0 1 0 0,1 0-1 0 0,-1 0 0 0 0,1 0 0 0 0,-1-1 0 0 0,0 1 1 0 0,0-1-1 0 0,0 0 0 0 0,1 0 0 0 0,-2 0 0 0 0,1 0 1 0 0,0-1-1 0 0,0 1 0 0 0,-1-1 0 0 0,0 0 0 0 0,1 0 1 0 0,-1 0-1 0 0,0 0 0 0 0,0 0 0 0 0,-1 0 0 0 0,1 0 1 0 0,1-5-1 0 0,0-3-40 0 0,0 0 1 0 0,-1 1-1 0 0,0-1 1 0 0,-1 0 0 0 0,-1 0-1 0 0,1 0 1 0 0,-2 0-1 0 0,1 0 1 0 0,-2 0-1 0 0,1 0 1 0 0,-2 0-1 0 0,1 1 1 0 0,-1-1 0 0 0,-6-13-1 0 0,-2-2 132 0 0,-1 1 0 0 0,-1 1 0 0 0,-1 0 0 0 0,-27-35 0 0 0,41 58-100 0 0,-18-23 182 0 0,-29-28-1 0 0,43 47-249 0 0,-1 1-1 0 0,0-1 1 0 0,0 1 0 0 0,-1 0 0 0 0,1 0-1 0 0,-1 1 1 0 0,0-1 0 0 0,0 1 0 0 0,0 1-1 0 0,0-1 1 0 0,-1 1 0 0 0,-9-2 0 0 0,-1 5-1472 0 0,1 5-4100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20.8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13 10138 0 0,'-5'6'4831'0'0,"22"-2"-3733"0"0,29 2-1661 0 0,-46-6 630 0 0,135 8 321 0 0,0-7-1 0 0,154-17 0 0 0,66-5 880 0 0,-250 21-1291 0 0,145 17 0 0 0,-16 9-710 0 0,-208-24 8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21.2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1 3225 0 0,'-1'0'288'0'0,"1"1"-288"0"0,0 1 0 0 0,-2 0 0 0 0,2 0-80 0 0,0 1-72 0 0,-1 2-8 0 0,0 2-8 0 0,1 6 168 0 0,-1 3 0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21.6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52 22 10594 0 0,'0'-1'149'0'0,"-1"-1"0"0"0,1 1-1 0 0,-1 0 1 0 0,1-1 0 0 0,-1 1-1 0 0,0 0 1 0 0,1 0 0 0 0,-1-1-1 0 0,0 1 1 0 0,0 0 0 0 0,0 0-1 0 0,0 0 1 0 0,0 0-1 0 0,0 0 1 0 0,0 0 0 0 0,0 0-1 0 0,-3-1 1 0 0,4 2-20 0 0,-1 0 0 0 0,0 1 0 0 0,1-1 0 0 0,-1 0 0 0 0,1 0 0 0 0,-1 0 0 0 0,1 1 0 0 0,-1-1 0 0 0,1 0 0 0 0,-1 1-1 0 0,0-1 1 0 0,1 0 0 0 0,0 1 0 0 0,-1-1 0 0 0,1 1 0 0 0,-1-1 0 0 0,1 1 0 0 0,0-1 0 0 0,-1 1 0 0 0,1-1 0 0 0,0 1 0 0 0,-1-1 0 0 0,1 1 0 0 0,0-1 0 0 0,0 1 0 0 0,-1 1 0 0 0,-2 7 386 0 0,0 1 1 0 0,1 0 0 0 0,-2 14 0 0 0,-6 108-360 0 0,12 232-1 0 0,3-190 227 0 0,-5-139-497 0 0,10 286 1176 0 0,4-161-1983 0 0,11-3-3352 0 0,-23-143-1398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21.9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 2 14283 0 0,'-14'-1'519'0'0,"-17"1"986"0"0,30 0-1496 0 0,1 1-1 0 0,-1-1 1 0 0,0 0 0 0 0,1 0-1 0 0,-1 1 1 0 0,1-1 0 0 0,-1 0-1 0 0,1 1 1 0 0,-1-1 0 0 0,1 0-1 0 0,0 1 1 0 0,-1-1 0 0 0,1 1-1 0 0,-1-1 1 0 0,1 1 0 0 0,0-1-1 0 0,-1 1 1 0 0,1-1-1 0 0,0 1 1 0 0,0-1 0 0 0,-1 1-1 0 0,1-1 1 0 0,0 1 0 0 0,0-1-1 0 0,0 1 1 0 0,0 0 0 0 0,0-1-1 0 0,0 1 1 0 0,0-1 0 0 0,0 1-1 0 0,0 0 1 0 0,0-1 0 0 0,0 1-1 0 0,0-1 1 0 0,0 1-1 0 0,0 0 1 0 0,0-1 0 0 0,1 1-1 0 0,-1-1 1 0 0,0 1 0 0 0,0-1-1 0 0,1 1 1 0 0,-1-1 0 0 0,0 1-1 0 0,1 0 1 0 0,4 8 5 0 0,1 1-1 0 0,0-1 1 0 0,1 0-1 0 0,0 0 1 0 0,0-1 0 0 0,1 0-1 0 0,0 0 1 0 0,0-1 0 0 0,1 0-1 0 0,-1 0 1 0 0,2-1 0 0 0,-1 0-1 0 0,1-1 1 0 0,15 7-1 0 0,16 5 496 0 0,2-2 0 0 0,50 12 0 0 0,-83-25-416 0 0,288 65 1167 0 0,-134-32-4831 0 0,-129-27-2397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22.3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898 0 13307 0 0,'-9'1'207'0'0,"0"1"0"0"0,0 0 0 0 0,0 1 0 0 0,0 0-1 0 0,0 0 1 0 0,0 1 0 0 0,1 0 0 0 0,0 0 0 0 0,-1 1 0 0 0,2 0 0 0 0,-1 0 0 0 0,-11 11 0 0 0,-55 61 461 0 0,3 3 0 0 0,-71 105 0 0 0,71-89 193 0 0,-113 118 1 0 0,117-145-2832 0 0,-94 86-5596 0 0,155-151 6884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22.6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66 1 14283 0 0,'-15'0'685'0'0,"11"0"-287"0"0,1-1 0 0 0,-1 1 0 0 0,0 0 0 0 0,1 1 0 0 0,-1-1 0 0 0,0 0 0 0 0,-5 3 0 0 0,8-3-328 0 0,0 1 1 0 0,0 0-1 0 0,0-1 0 0 0,0 1 0 0 0,0 0 0 0 0,0 0 0 0 0,0 0 0 0 0,0 0 1 0 0,0 0-1 0 0,1 0 0 0 0,-1 0 0 0 0,0 0 0 0 0,1 0 0 0 0,-1 0 0 0 0,1 0 1 0 0,-1 0-1 0 0,1 0 0 0 0,-1 0 0 0 0,1 1 0 0 0,0-1 0 0 0,0 0 0 0 0,-1 0 1 0 0,1 1-1 0 0,0-1 0 0 0,0 0 0 0 0,0 0 0 0 0,1 2 0 0 0,1 32-60 0 0,2-1-1 0 0,13 57 0 0 0,-3-21 47 0 0,36 422 1285 0 0,11 58-3251 0 0,-52-503-5150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22.9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1 462 12443 0 0,'8'-2'775'0'0,"1"0"1"0"0,-1 0 0 0 0,0-1 0 0 0,14-6 0 0 0,8-4-801 0 0,24-3-71 0 0,0 3 1 0 0,1 2-1 0 0,0 2 0 0 0,0 3 1 0 0,1 2-1 0 0,71 4 0 0 0,264-2 2607 0 0,-3-34-639 0 0,63-45-1717 0 0,113-17-100 0 0,7 30 372 0 0,41-5-87 0 0,-571 66-1946 0 0,-5 1-5372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23.5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 2 17052 0 0,'-1'0'0'0'0,"1"0"1"0"0,0 0-1 0 0,0-1 1 0 0,-1 1 0 0 0,1 0-1 0 0,0 0 1 0 0,-1 0-1 0 0,1 0 1 0 0,0 0-1 0 0,-1-1 1 0 0,1 1 0 0 0,0 0-1 0 0,-1 0 1 0 0,1 0-1 0 0,0 0 1 0 0,-1 0 0 0 0,1 0-1 0 0,0 0 1 0 0,-1 0-1 0 0,1 0 1 0 0,0 0-1 0 0,-1 0 1 0 0,1 0 0 0 0,0 0-1 0 0,-1 1 1 0 0,1-1-1 0 0,0 0 1 0 0,-1 0 0 0 0,1 0-1 0 0,0 0 1 0 0,0 0-1 0 0,-1 1 1 0 0,1-1 0 0 0,0 0-1 0 0,-1 0 1 0 0,1 1-1 0 0,0-1 1 0 0,0 0-1 0 0,0 0 1 0 0,-1 1 0 0 0,1-1-1 0 0,0 0 1 0 0,0 1-1 0 0,0-1 1 0 0,0 0 0 0 0,-1 1-1 0 0,1-1 1 0 0,0 0-1 0 0,0 1 1 0 0,0-1-1 0 0,0 0 1 0 0,0 1 0 0 0,-5 19-534 0 0,4-18 579 0 0,-12 63-902 0 0,3 1 1 0 0,-3 79 0 0 0,11 133 1531 0 0,16 28 2488 0 0,74 418 0 0 0,-78-658-3292 0 0,4 94 1 0 0,-14-128-504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24.0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149 72 10594 0 0,'-68'10'1963'0'0,"50"-6"-1750"0"0,0-1-1 0 0,-27 1 1 0 0,76-20-78 0 0,68-7 1531 0 0,2 5-1 0 0,0 4 1 0 0,120-1 0 0 0,306 26-313 0 0,-465-8-996 0 0,466 0 468 0 0,-504-4-784 0 0,215-17 280 0 0,-214 16-326 0 0,-15 0-163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24.6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0 5529 0 0,'-6'3'488'0'0,"1"-1"-392"0"0,3 2-96 0 0,0-3 0 0 0,1 2 0 0 0,-1-2 0 0 0,-4 3 0 0 0,-2 0 0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25.0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21 1840 0 0,'-1'-2'172'0'0,"1"1"1"0"0,0-1-1 0 0,-1 0 0 0 0,1 1 0 0 0,-2-12 4824 0 0,-2 21-3903 0 0,0 1 11 0 0,0 1 0 0 0,1-1 0 0 0,0 1 0 0 0,0 0 0 0 0,-1 11 0 0 0,2-5-166 0 0,1 1 0 0 0,0 24 0 0 0,5 8-585 0 0,13 55 1 0 0,-8-54 251 0 0,-1 5-395 0 0,144 740 1789 0 0,-61-503-1756 0 0,-61-205-2136 0 0,-25-69-5339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25.4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133 202 10594 0 0,'-11'1'14'0'0,"0"0"731"0"0,0 0-1 0 0,0-1 0 0 0,0 0 1 0 0,0-1-1 0 0,0 0 1 0 0,0-1-1 0 0,0 0 0 0 0,-17-6 1 0 0,28 8-720 0 0,0 0 1 0 0,-1 0-1 0 0,1 0 1 0 0,0 0-1 0 0,0 0 1 0 0,-1 0 0 0 0,1 0-1 0 0,0 0 1 0 0,0 0-1 0 0,-1-1 1 0 0,1 1-1 0 0,0 0 1 0 0,0 0-1 0 0,-1 0 1 0 0,1 0 0 0 0,0-1-1 0 0,0 1 1 0 0,0 0-1 0 0,0 0 1 0 0,-1 0-1 0 0,1-1 1 0 0,0 1-1 0 0,0 0 1 0 0,0 0 0 0 0,0-1-1 0 0,0 1 1 0 0,0 0-1 0 0,0 0 1 0 0,-1-1-1 0 0,1 1 1 0 0,0 0-1 0 0,0 0 1 0 0,0-1 0 0 0,0 1-1 0 0,0 0 1 0 0,0-1-1 0 0,10-6 243 0 0,15 0-164 0 0,18 2 184 0 0,-1 2 0 0 0,57 3 0 0 0,9-1 395 0 0,42-12 151 0 0,256-59-1 0 0,-33 3-2574 0 0,-350 66 906 0 0,1 0 0 0 0,-1 2 1 0 0,0 1-1 0 0,1 1 0 0 0,-1 1 1 0 0,0 1-1 0 0,25 6 0 0 0,-18 0-4239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25.9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3 16588 0 0,'-1'0'55'0'0,"1"-1"0"0"0,-1 1 0 0 0,0 0 0 0 0,1-1 0 0 0,-1 1 0 0 0,0 0 0 0 0,1 0 0 0 0,-1 0 0 0 0,0 0 0 0 0,1 0 0 0 0,-1 0 0 0 0,0 0 0 0 0,0 0 0 0 0,1 0 0 0 0,-1 0 0 0 0,0 0 0 0 0,1 0 0 0 0,-1 0 0 0 0,0 0 1 0 0,1 1-1 0 0,-1-1 0 0 0,0 0 0 0 0,1 0 0 0 0,-1 1 0 0 0,1-1 0 0 0,-1 1 0 0 0,1-1 0 0 0,-1 0 0 0 0,0 1 0 0 0,10 18 1445 0 0,-2-7-1291 0 0,106 167 557 0 0,-95-155-1028 0 0,2-1 0 0 0,0 0 0 0 0,1-1 0 0 0,47 36 0 0 0,-39-37-6659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26.2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377 1 18892 0 0,'-3'0'125'0'0,"0"0"0"0"0,0 1 0 0 0,0 0 0 0 0,1 0 0 0 0,-1-1 0 0 0,0 2 0 0 0,0-1 0 0 0,0 0 0 0 0,1 1 0 0 0,-1-1 0 0 0,0 1 0 0 0,1 0-1 0 0,0 0 1 0 0,-1 0 0 0 0,1 0 0 0 0,0 0 0 0 0,-2 3 0 0 0,-33 49-541 0 0,27-38 559 0 0,-73 119-673 0 0,-96 219-1 0 0,161-311 520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27.8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253 55 6913 0 0,'-5'-6'430'0'0,"-1"0"-15"0"0,0 0-1 0 0,0 0 1 0 0,0 1 0 0 0,-1 0-1 0 0,0 0 1 0 0,-11-6-1 0 0,16 10-330 0 0,-1 0-1 0 0,1 1 1 0 0,0-1-1 0 0,0 1 1 0 0,-1-1-1 0 0,1 1 1 0 0,0 0-1 0 0,-1 0 1 0 0,1 0-1 0 0,0 0 1 0 0,-1 0-1 0 0,1 1 1 0 0,0-1-1 0 0,-1 1 1 0 0,1 0-1 0 0,0-1 1 0 0,0 1-1 0 0,-1 0 1 0 0,1 0-1 0 0,0 0 1 0 0,0 1-1 0 0,0-1 1 0 0,0 0-1 0 0,1 1 1 0 0,-1-1-1 0 0,0 1 1 0 0,1 0-1 0 0,-3 2 1 0 0,-7 9 231 0 0,1 0 0 0 0,1 0-1 0 0,0 1 1 0 0,1 1 0 0 0,0-1 0 0 0,1 1 0 0 0,-7 23 0 0 0,-28 114 952 0 0,42-151-1262 0 0,-3 11 93 0 0,1 0 0 0 0,0 0 1 0 0,0 1-1 0 0,2-1 0 0 0,0 1 0 0 0,0-1 0 0 0,1 0 0 0 0,0 1 0 0 0,1-1 0 0 0,1 0 0 0 0,0 0 0 0 0,7 19 1 0 0,-6-23-99 0 0,0 1 1 0 0,1-1 0 0 0,0 0-1 0 0,0-1 1 0 0,1 1 0 0 0,0-1 0 0 0,0 0-1 0 0,1-1 1 0 0,0 1 0 0 0,0-1-1 0 0,0 0 1 0 0,1-1 0 0 0,0 0 0 0 0,0 0-1 0 0,1-1 1 0 0,-1 0 0 0 0,12 4-1 0 0,-7-4-1 0 0,0-1-1 0 0,0 0 0 0 0,1-1 1 0 0,-1 0-1 0 0,1-1 0 0 0,-1-1 0 0 0,1 0 1 0 0,0 0-1 0 0,-1-2 0 0 0,24-4 1 0 0,-30 4 11 0 0,0 0 0 0 0,0-1 1 0 0,0 1-1 0 0,0-1 1 0 0,-1-1-1 0 0,0 1 1 0 0,1-1-1 0 0,-1 0 1 0 0,8-8-1 0 0,-10 8-18 0 0,-1 0 0 0 0,1 1 0 0 0,-1-1 0 0 0,0-1 0 0 0,-1 1 0 0 0,1 0 1 0 0,-1-1-1 0 0,1 1 0 0 0,-2-1 0 0 0,1 0 0 0 0,0 0 0 0 0,-1 0 0 0 0,0 0 0 0 0,1-10 0 0 0,-2 12-8 0 0,1-1-1 0 0,-1 1 1 0 0,0-1-1 0 0,-1 1 1 0 0,1-1-1 0 0,-1 1 1 0 0,0-1 0 0 0,1 1-1 0 0,-1 0 1 0 0,-1-1-1 0 0,1 1 1 0 0,0 0-1 0 0,-1 0 1 0 0,0 0-1 0 0,0 0 1 0 0,0 0 0 0 0,0 0-1 0 0,0 0 1 0 0,0 1-1 0 0,-1-1 1 0 0,-3-2-1 0 0,-5-3-21 0 0,0 1 0 0 0,0 0-1 0 0,-1 1 1 0 0,-18-7 0 0 0,20 9-55 0 0,0-1 1 0 0,-1 0 0 0 0,2-1-1 0 0,-19-13 1 0 0,26 18 59 0 0,1 0-1 0 0,0 0 0 0 0,0 0 1 0 0,0 0-1 0 0,0-1 0 0 0,0 1 1 0 0,0-1-1 0 0,0 1 0 0 0,0 0 1 0 0,1-1-1 0 0,-1 1 0 0 0,0-1 1 0 0,1 0-1 0 0,-1 1 0 0 0,1-1 1 0 0,0 0-1 0 0,0 1 0 0 0,-1-1 1 0 0,1 1-1 0 0,0-1 0 0 0,0 0 1 0 0,1-3-1 0 0,0 2-9 0 0,0-1 1 0 0,1 1-1 0 0,-1 0 0 0 0,1-1 0 0 0,-1 1 0 0 0,1 0 1 0 0,0 0-1 0 0,0 0 0 0 0,1 0 0 0 0,2-3 0 0 0,7-6-22 0 0,1 1-1 0 0,0 0 0 0 0,21-13 1 0 0,-31 22 69 0 0,6-4 46 0 0,0 0 1 0 0,1 1-1 0 0,0 0 0 0 0,0 1 0 0 0,0 0 1 0 0,19-5-1 0 0,-26 8-31 0 0,0 0 1 0 0,0 1-1 0 0,0-1 1 0 0,0 1-1 0 0,0 0 1 0 0,0 0-1 0 0,0 0 1 0 0,0 1-1 0 0,0-1 1 0 0,0 1-1 0 0,-1-1 1 0 0,1 1-1 0 0,0 0 1 0 0,0 0-1 0 0,0 1 1 0 0,-1-1-1 0 0,1 0 1 0 0,0 1-1 0 0,-1-1 1 0 0,0 1-1 0 0,1 0 1 0 0,-1 0-1 0 0,0 0 1 0 0,0 0-1 0 0,0 1 0 0 0,0-1 1 0 0,0 0-1 0 0,0 1 1 0 0,1 3-1 0 0,6 14 378 0 0,-1 1 0 0 0,-1 0 0 0 0,-1 0 0 0 0,-1 1 0 0 0,0 0-1 0 0,1 26 1 0 0,9 43 1673 0 0,-2-42-1340 0 0,26 59-1 0 0,-33-91-858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47.9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115 58 12443 0 0,'-14'-14'1251'0'0,"-21"-18"10"0"0,33 31-1245 0 0,0 0 1 0 0,1 0 0 0 0,-1 0-1 0 0,0 0 1 0 0,1 0-1 0 0,-1 0 1 0 0,0 0-1 0 0,0 0 1 0 0,0 1 0 0 0,0-1-1 0 0,0 1 1 0 0,0-1-1 0 0,1 1 1 0 0,-1 0 0 0 0,0 0-1 0 0,0 0 1 0 0,0 0-1 0 0,-3 0 1 0 0,4 1-66 0 0,-1 0 0 0 0,0 0 0 0 0,1 0 1 0 0,-1 0-1 0 0,1 1 0 0 0,-1-1 0 0 0,1 0 0 0 0,-1 1 0 0 0,1-1 0 0 0,0 1 1 0 0,0-1-1 0 0,0 1 0 0 0,0 0 0 0 0,0-1 0 0 0,0 1 0 0 0,0 0 1 0 0,1 0-1 0 0,-1 0 0 0 0,1-1 0 0 0,-1 1 0 0 0,1 0 0 0 0,-1 0 0 0 0,1 3 1 0 0,-2 46-759 0 0,4-20 656 0 0,2 1-1 0 0,1-1 1 0 0,1 0 0 0 0,16 47 0 0 0,54 118 364 0 0,-64-167-229 0 0,72 155 715 0 0,-57-129-1550 0 0,-10-19-3623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48.2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31 19812 0 0,'-5'-4'1761'0'0,"1"3"-1409"0"0,3 1-280 0 0,2-1-72 0 0,2 1 128 0 0,-1-3 0 0 0,1-1 8 0 0,1-1 0 0 0,2-1-1376 0 0,2 1-273 0 0,0 4-55 0 0,0 2-16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48.6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13 10594 0 0,'-5'-11'1039'0'0,"9"10"-447"0"0,-2 2-596 0 0,-1-1 0 0 0,1 1 0 0 0,-1 0-1 0 0,1 1 1 0 0,-1-1 0 0 0,1 0 0 0 0,-1 0 0 0 0,0 0 0 0 0,0 1 0 0 0,1-1 0 0 0,0 2 0 0 0,2 6-232 0 0,0 0-1 0 0,-1 0 1 0 0,1 0 0 0 0,-2 1-1 0 0,1-1 1 0 0,1 16 0 0 0,2 64-1103 0 0,-5-49 806 0 0,2 0 646 0 0,1 0-1 0 0,11 46 1 0 0,-12-74 28 0 0,0 0 0 0 0,1 0 0 0 0,0-1 0 0 0,1 1 0 0 0,1-1 0 0 0,-1 0 1 0 0,2 0-1 0 0,0-1 0 0 0,0 0 0 0 0,1 0 0 0 0,12 12 0 0 0,-18-19-134 0 0,1-1 0 0 0,-1 1-1 0 0,1-1 1 0 0,0 0 0 0 0,0 0 0 0 0,0 0 0 0 0,0 0 0 0 0,1-1 0 0 0,-1 1-1 0 0,0-1 1 0 0,1 0 0 0 0,-1 0 0 0 0,1 0 0 0 0,-1 0 0 0 0,1-1 0 0 0,-1 1-1 0 0,1-1 1 0 0,0 0 0 0 0,-1 0 0 0 0,1 0 0 0 0,6-2 0 0 0,-5 1-4 0 0,-1-1 1 0 0,1 0 0 0 0,-1-1-1 0 0,0 1 1 0 0,0 0 0 0 0,0-1-1 0 0,0 0 1 0 0,0 0 0 0 0,-1 0-1 0 0,1-1 1 0 0,-1 1 0 0 0,0-1-1 0 0,0 0 1 0 0,0 0 0 0 0,4-8-1 0 0,-1 0 61 0 0,1 0-1 0 0,-1-1 1 0 0,-1 0-1 0 0,0 0 1 0 0,-1 0-1 0 0,0-1 1 0 0,-1 0-1 0 0,-1 1 1 0 0,0-1-1 0 0,-1 0 0 0 0,-1 0 1 0 0,0 0-1 0 0,0 0 1 0 0,-2 0-1 0 0,1 0 1 0 0,-8-26-1 0 0,8 38-83 0 0,0 0-1 0 0,1-1 1 0 0,-1 1-1 0 0,0 0 1 0 0,0 1-1 0 0,0-1 1 0 0,-1 0-1 0 0,1 0 1 0 0,0 0-1 0 0,-1 1 1 0 0,1-1 0 0 0,-1 0-1 0 0,1 1 1 0 0,-1 0-1 0 0,0-1 1 0 0,0 1-1 0 0,-2-2 1 0 0,2 3 8 0 0,0-1 0 0 0,1 1 0 0 0,-1 0 0 0 0,1-1 0 0 0,-1 1 1 0 0,0 0-1 0 0,1 0 0 0 0,-1 0 0 0 0,0 0 0 0 0,1 1 0 0 0,-1-1 0 0 0,0 0 1 0 0,1 1-1 0 0,-1-1 0 0 0,1 1 0 0 0,-1-1 0 0 0,1 1 0 0 0,-3 1 0 0 0,0 1-83 0 0,0-1 0 0 0,0 1-1 0 0,1 1 1 0 0,-1-1 0 0 0,1 1-1 0 0,-1-1 1 0 0,1 1-1 0 0,0 0 1 0 0,0 0 0 0 0,1 0-1 0 0,-1 0 1 0 0,1 1 0 0 0,0-1-1 0 0,-2 8 1 0 0,0 6-3489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49.0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1 355 8290 0 0,'0'-2'34'0'0,"-1"0"0"0"0,1 0 1 0 0,0 0-1 0 0,0 0 1 0 0,1 0-1 0 0,-1 0 0 0 0,0 0 1 0 0,1 0-1 0 0,-1 0 0 0 0,1 0 1 0 0,-1 1-1 0 0,1-1 0 0 0,0 0 1 0 0,0 0-1 0 0,0 1 1 0 0,0-1-1 0 0,0 0 0 0 0,0 1 1 0 0,0-1-1 0 0,1 1 0 0 0,-1 0 1 0 0,0-1-1 0 0,1 1 0 0 0,-1 0 1 0 0,1 0-1 0 0,0 0 0 0 0,-1 0 1 0 0,1 0-1 0 0,0 0 1 0 0,-1 0-1 0 0,1 1 0 0 0,0-1 1 0 0,0 0-1 0 0,0 1 0 0 0,0 0 1 0 0,0-1-1 0 0,3 1 0 0 0,-2 0-43 0 0,0 0 1 0 0,0 0-1 0 0,0 0 0 0 0,-1 0 0 0 0,1 1 0 0 0,0-1 0 0 0,0 1 0 0 0,0 0 0 0 0,-1-1 0 0 0,1 1 0 0 0,0 1 1 0 0,-1-1-1 0 0,1 0 0 0 0,-1 1 0 0 0,1-1 0 0 0,-1 1 0 0 0,0 0 0 0 0,0-1 0 0 0,1 1 0 0 0,-1 0 0 0 0,3 5 1 0 0,5 5 216 0 0,-1 1 1 0 0,14 25-1 0 0,-10-16 173 0 0,-5-9-67 0 0,59 83 1710 0 0,-60-87-1850 0 0,0 0 0 0 0,1-1 0 0 0,1 0 0 0 0,-1 0 0 0 0,1-1 0 0 0,0 0 0 0 0,21 11 0 0 0,-29-17-157 0 0,0-1 0 0 0,0 1 0 0 0,0 0 0 0 0,1-1-1 0 0,-1 1 1 0 0,0-1 0 0 0,1 0 0 0 0,-1 1 0 0 0,1-1 0 0 0,-1 0-1 0 0,0 0 1 0 0,1 0 0 0 0,-1 0 0 0 0,1 0 0 0 0,-1 0 0 0 0,0 0-1 0 0,1 0 1 0 0,-1-1 0 0 0,1 1 0 0 0,-1-1 0 0 0,0 1-1 0 0,1-1 1 0 0,-1 1 0 0 0,1-2 0 0 0,0 1 74 0 0,0-1-1 0 0,-1 1 1 0 0,0-1 0 0 0,1 0 0 0 0,-1 0-1 0 0,0 0 1 0 0,0 0 0 0 0,0 0 0 0 0,0 0-1 0 0,0 0 1 0 0,0 0 0 0 0,0 0 0 0 0,0-4-1 0 0,1-8 659 0 0,0 1-1 0 0,-1-1 1 0 0,-2-25 0 0 0,1 35-591 0 0,-4-52 1646 0 0,-23-108 1 0 0,-28-53-1334 0 0,48 190-490 0 0,2 8-121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8:59.7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467 0 3225 0 0,'1'11'6107'0'0,"0"32"-4298"0"0,-2 2-1448 0 0,-1 1 0 0 0,-3-1 0 0 0,-2-1 0 0 0,-1 1 0 0 0,-20 57 0 0 0,24-91-257 0 0,0 0 0 0 0,0-1 1 0 0,-1 1-1 0 0,-1-1 0 0 0,0 0 1 0 0,0-1-1 0 0,-1 0 0 0 0,0 0 1 0 0,-1 0-1 0 0,0-1 0 0 0,0 0 1 0 0,-11 8-1 0 0,12-11-70 0 0,0-1 0 0 0,0 0 0 0 0,-1 0 0 0 0,0-1 0 0 0,1 0 0 0 0,-1 0 0 0 0,0-1 0 0 0,0 0 0 0 0,-1 0 0 0 0,1-1 0 0 0,0 0 0 0 0,-1 0 0 0 0,1-1 0 0 0,0-1 0 0 0,-1 1 0 0 0,1-1 0 0 0,-11-2 0 0 0,10 0 19 0 0,-1 1 0 0 0,1-1 0 0 0,-1 0 0 0 0,1-1 0 0 0,0 0 0 0 0,0-1 0 0 0,1 0 0 0 0,-1 0 0 0 0,1-1 0 0 0,0 0 0 0 0,0-1 0 0 0,1 1 0 0 0,0-1 0 0 0,0-1 0 0 0,-8-11 0 0 0,11 13-16 0 0,0-1 0 0 0,1 1 0 0 0,-1 0 0 0 0,2-1 0 0 0,-1 0 0 0 0,1 1 0 0 0,0-1-1 0 0,0 0 1 0 0,1 0 0 0 0,0 0 0 0 0,0 0 0 0 0,0-1 0 0 0,1 1 0 0 0,1 0 0 0 0,-1 0-1 0 0,1 0 1 0 0,0 0 0 0 0,0 0 0 0 0,1 0 0 0 0,0 0 0 0 0,0 0 0 0 0,5-9 0 0 0,-3 8-5 0 0,0-1 1 0 0,1 1 0 0 0,0 0 0 0 0,0 0-1 0 0,1 0 1 0 0,0 1 0 0 0,0 0 0 0 0,1 0 0 0 0,-1 1-1 0 0,2-1 1 0 0,-1 2 0 0 0,1-1 0 0 0,-1 1-1 0 0,2 0 1 0 0,-1 0 0 0 0,0 1 0 0 0,1 0-1 0 0,0 1 1 0 0,0 0 0 0 0,0 0 0 0 0,0 1 0 0 0,0 0-1 0 0,1 1 1 0 0,-1 0 0 0 0,1 0 0 0 0,-1 1-1 0 0,0 1 1 0 0,1-1 0 0 0,-1 1 0 0 0,1 1-1 0 0,-1 0 1 0 0,0 0 0 0 0,0 1 0 0 0,15 6 0 0 0,-10-1 107 0 0,0 0 1 0 0,-1 1 0 0 0,0 1 0 0 0,0 0 0 0 0,-1 0 0 0 0,0 2 0 0 0,-1-1 0 0 0,-1 1 0 0 0,0 1 0 0 0,0 0 0 0 0,-1 0 0 0 0,-1 1-1 0 0,11 26 1 0 0,2 7 110 0 0,-2 2 0 0 0,22 97 0 0 0,-25-70 270 0 0,10 138 0 0 0,-26-204-693 0 0,0 0-1 0 0,0 0 1 0 0,-2 15 0 0 0,12-58-9206 0 0,6-15 3754 0 0,-11 27 4838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9:00.1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20 550 10594 0 0,'-1'0'61'0'0,"0"0"-1"0"0,0 0 1 0 0,0 0-1 0 0,0 0 1 0 0,0 0-1 0 0,0 0 1 0 0,0-1 0 0 0,0 1-1 0 0,0 0 1 0 0,0 0-1 0 0,0-1 1 0 0,0 1-1 0 0,0-1 1 0 0,0 1-1 0 0,-1-2 1 0 0,2 2-10 0 0,-1 0 0 0 0,1 0 0 0 0,0-1 0 0 0,0 1 0 0 0,0 0 0 0 0,0-1 0 0 0,-1 1 0 0 0,1 0 0 0 0,0-1 0 0 0,0 1 0 0 0,0 0 0 0 0,0-1 1 0 0,0 1-1 0 0,0 0 0 0 0,0-1 0 0 0,0 1 0 0 0,0 0 0 0 0,0-1 0 0 0,0 1 0 0 0,0 0 0 0 0,0-1 0 0 0,0 1 0 0 0,0 0 0 0 0,0-1 0 0 0,0 1 0 0 0,1 0 0 0 0,-1-1 0 0 0,0 1 1 0 0,0-1-1 0 0,1 0 100 0 0,0 0 0 0 0,0 0 0 0 0,0 0 0 0 0,0 0 0 0 0,0 0 0 0 0,0 0 0 0 0,1 1 0 0 0,-1-1 0 0 0,0 0 0 0 0,0 1 0 0 0,0-1 0 0 0,1 0 1 0 0,-1 1-1 0 0,0-1 0 0 0,1 1 0 0 0,-1 0 0 0 0,1 0 0 0 0,-1-1 0 0 0,0 1 0 0 0,1 0 0 0 0,1 0 0 0 0,2 1 31 0 0,-1 0-1 0 0,0 1 1 0 0,0-1 0 0 0,0 1-1 0 0,0 0 1 0 0,0 0-1 0 0,0 0 1 0 0,-1 0 0 0 0,1 0-1 0 0,-1 1 1 0 0,1 0-1 0 0,-1 0 1 0 0,0 0 0 0 0,5 7-1 0 0,4 4 372 0 0,-2 0 1 0 0,12 20-1 0 0,4 16-17 0 0,-19-35-419 0 0,1 0-1 0 0,0-1 1 0 0,0 0-1 0 0,18 21 1 0 0,-25-34-118 0 0,0 0-1 0 0,0 1 1 0 0,0-1 0 0 0,0 0 0 0 0,0 0 0 0 0,1-1 0 0 0,-1 1 0 0 0,0 0 0 0 0,0 0 0 0 0,1 0-1 0 0,-1-1 1 0 0,0 1 0 0 0,1-1 0 0 0,-1 1 0 0 0,1-1 0 0 0,-1 0 0 0 0,3 1 0 0 0,-3-1 13 0 0,0-1 1 0 0,-1 1-1 0 0,1 0 1 0 0,0-1 0 0 0,-1 1-1 0 0,1 0 1 0 0,0-1 0 0 0,-1 1-1 0 0,1-1 1 0 0,-1 1-1 0 0,1-1 1 0 0,-1 1 0 0 0,1-1-1 0 0,-1 1 1 0 0,0-1-1 0 0,1 0 1 0 0,-1 1 0 0 0,0-1-1 0 0,1 0 1 0 0,-1 1-1 0 0,0-1 1 0 0,0 0 0 0 0,0 1-1 0 0,1-1 1 0 0,-1 0 0 0 0,0 0-1 0 0,0 1 1 0 0,0-1-1 0 0,0 0 1 0 0,0 1 0 0 0,0-1-1 0 0,0 0 1 0 0,-1 0-1 0 0,1 0 1 0 0,-4-33 261 0 0,-1 0-1 0 0,-10-34 1 0 0,-4-19-24 0 0,9 22-195 0 0,-36-296 418 0 0,46 342-1217 0 0,0 0 1 0 0,5-32-1 0 0,-1 30-7059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9:05.9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0 191 3033 0 0,'1'-2'171'0'0,"7"-15"-55"0"0,-9 17-116 0 0,1 0 0 0 0,0 0-1 0 0,0 0 1 0 0,0 0 0 0 0,-1 0 0 0 0,1 0 0 0 0,0 0-1 0 0,0 0 1 0 0,0 0 0 0 0,0 0 0 0 0,-1 0-1 0 0,1 0 1 0 0,0 0 0 0 0,0 0 0 0 0,0 0-1 0 0,-1 0 1 0 0,1 0 0 0 0,0 0 0 0 0,0 0 0 0 0,0 0-1 0 0,0 0 1 0 0,-1 0 0 0 0,1 0 0 0 0,0 0-1 0 0,0-1 1 0 0,0 1 0 0 0,0 0 0 0 0,-1 0-1 0 0,1 0 1 0 0,0 0 0 0 0,0 0 0 0 0,0 0 0 0 0,0-1-1 0 0,0 1 1 0 0,0 0 0 0 0,0 0 0 0 0,0 0-1 0 0,-1 0 1 0 0,1-1 0 0 0,0 1 0 0 0,0 0-1 0 0,0 0 1 0 0,0 0 0 0 0,0-1 0 0 0,0 1 0 0 0,0 0-1 0 0,0 0 1 0 0,0 0 0 0 0,0-1 0 0 0,0 1-1 0 0,0 0 1 0 0,0 0 0 0 0,0 0 0 0 0,0 0-1 0 0,1-1 1 0 0,-1 1 0 0 0,0 0 0 0 0,0 0 0 0 0,0 0-1 0 0,0 0 1 0 0,0-1 0 0 0,0 1 0 0 0,0 0-1 0 0,0 0 1 0 0,1 0 0 0 0,-1-1 0 0 0,73-33 3973 0 0,-44 21-3369 0 0,0 2-1 0 0,34-8 1 0 0,23-1-243 0 0,1 4 0 0 0,1 4 1 0 0,0 4-1 0 0,0 3 1 0 0,1 5-1 0 0,107 12 0 0 0,-177-10-295 0 0,1-1-1 0 0,0-1 1 0 0,-1 0-1 0 0,1-1 0 0 0,-1-2 1 0 0,1 0-1 0 0,-1-1 0 0 0,0-1 1 0 0,23-8-1 0 0,-36 10-159 0 0,-1 1 0 0 0,1 0 0 0 0,0 1 1 0 0,0 0-1 0 0,0 0 0 0 0,0 0 0 0 0,9 0 0 0 0,3 5-4009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9:09.4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93 1376 0 0,'-2'-7'743'0'0,"-1"0"0"0"0,1 0 0 0 0,1 0 0 0 0,-2-12 0 0 0,2 16-142 0 0,1 1-1 0 0,0-1 1 0 0,-1 0-1 0 0,1 1 1 0 0,0-1-1 0 0,0 0 1 0 0,1 0-1 0 0,-1 1 1 0 0,0-1-1 0 0,1 0 1 0 0,0 0-1 0 0,0 1 1 0 0,0-1-1 0 0,0 1 1 0 0,1-3-1 0 0,-1 5-453 0 0,-1 0 0 0 0,1 0 0 0 0,-1 0 0 0 0,1 1 0 0 0,-1-1 0 0 0,1 0 0 0 0,-1 1 0 0 0,0-1-1 0 0,1 0 1 0 0,-1 1 0 0 0,0-1 0 0 0,1 1 0 0 0,-1-1 0 0 0,0 1 0 0 0,1-1 0 0 0,-1 0 0 0 0,0 1 0 0 0,0-1 0 0 0,1 1 0 0 0,-1-1 0 0 0,0 1-1 0 0,0-1 1 0 0,0 1 0 0 0,0 0 0 0 0,0-1 0 0 0,0 1 0 0 0,6 19 406 0 0,33 174 69 0 0,-28-125-280 0 0,4 0 1 0 0,44 131-1 0 0,-44-166-317 0 0,-3-6-156 0 0,10 34 0 0 0,-19-53-97 0 0,-1 0-1 0 0,0 0 1 0 0,-1 0 0 0 0,0 0 0 0 0,0 0 0 0 0,-1 1 0 0 0,0-1-1 0 0,-2 11 1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9:09.8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17 8290 0 0,'13'-14'12364'0'0,"-1"15"-10945"0"0,-1-3-3921 0 0,-6 1 777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9:10.5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55 338 4177 0 0,'-2'0'194'0'0,"0"-1"1"0"0,1 1-1 0 0,-1-1 1 0 0,0 0-1 0 0,0 0 1 0 0,1 0-1 0 0,-1 0 1 0 0,0 0-1 0 0,1 0 1 0 0,-1 0-1 0 0,1 0 1 0 0,0-1-1 0 0,-1 1 0 0 0,1-1 1 0 0,0 1-1 0 0,0-1 1 0 0,-2-2-1 0 0,-15-31 1798 0 0,15 26-1795 0 0,2 0 1 0 0,-1-1-1 0 0,1 1 1 0 0,1 0-1 0 0,0-1 1 0 0,0 1 0 0 0,1 0-1 0 0,0-1 1 0 0,0 1-1 0 0,1 0 1 0 0,0 0-1 0 0,1 0 1 0 0,0 0-1 0 0,0 0 1 0 0,1 1 0 0 0,7-13-1 0 0,-6 13-55 0 0,0-1 0 0 0,0 1 1 0 0,1 1-1 0 0,0-1 0 0 0,1 1 0 0 0,-1 0 0 0 0,2 0 1 0 0,-1 1-1 0 0,0 0 0 0 0,1 0 0 0 0,0 0 0 0 0,1 1 0 0 0,-1 1 1 0 0,1 0-1 0 0,17-7 0 0 0,-22 10-126 0 0,-1 0-1 0 0,1 0 1 0 0,-1 1 0 0 0,1-1 0 0 0,-1 1-1 0 0,1 0 1 0 0,-1 0 0 0 0,1 0 0 0 0,-1 0-1 0 0,1 1 1 0 0,0-1 0 0 0,-1 1 0 0 0,0 0-1 0 0,1 0 1 0 0,-1 0 0 0 0,1 0 0 0 0,-1 1-1 0 0,5 2 1 0 0,-5-1-55 0 0,0 0 0 0 0,1 0 0 0 0,-1 0 0 0 0,-1 1 0 0 0,1-1 0 0 0,0 1 0 0 0,-1-1 0 0 0,0 1 0 0 0,0 0 0 0 0,0 0 0 0 0,0 0 0 0 0,-1 0 0 0 0,2 5 0 0 0,1 13-333 0 0,0-1 0 0 0,-2 1 0 0 0,0 0 0 0 0,-3 40 0 0 0,1-51 232 0 0,-2 44-208 0 0,0 61 74 0 0,3-102 264 0 0,0 1-1 0 0,1 0 1 0 0,1-1-1 0 0,0 1 1 0 0,8 20 0 0 0,-10-30 43 0 0,1-1 1 0 0,0 0 0 0 0,0 0 0 0 0,1-1 0 0 0,-1 1 0 0 0,1 0-1 0 0,-1-1 1 0 0,1 1 0 0 0,1-1 0 0 0,-1 0 0 0 0,0 0 0 0 0,1 0-1 0 0,-1-1 1 0 0,1 1 0 0 0,0-1 0 0 0,0 0 0 0 0,0 0 0 0 0,0 0 0 0 0,0 0-1 0 0,0-1 1 0 0,7 2 0 0 0,-7-3 27 0 0,-1 0 1 0 0,0 0-1 0 0,0 0 0 0 0,0 0 1 0 0,1 0-1 0 0,-1-1 0 0 0,0 1 1 0 0,0-1-1 0 0,0 0 0 0 0,0 0 1 0 0,0 0-1 0 0,0-1 0 0 0,0 1 1 0 0,0-1-1 0 0,0 0 0 0 0,0 1 1 0 0,-1-1-1 0 0,1 0 0 0 0,-1 0 1 0 0,1-1-1 0 0,-1 1 0 0 0,0-1 1 0 0,0 1-1 0 0,0-1 0 0 0,0 1 1 0 0,-1-1-1 0 0,1 0 1 0 0,-1 0-1 0 0,1 0 0 0 0,0-4 1 0 0,0 2-15 0 0,-1 0 0 0 0,1 0 1 0 0,-1 0-1 0 0,-1-1 0 0 0,1 1 1 0 0,0 0-1 0 0,-1-1 1 0 0,0 1-1 0 0,-1 0 0 0 0,1-1 1 0 0,-1 1-1 0 0,0 0 0 0 0,0-1 1 0 0,-1 1-1 0 0,1 0 1 0 0,-1 0-1 0 0,0 0 0 0 0,-1 1 1 0 0,1-1-1 0 0,-1 0 1 0 0,0 1-1 0 0,0-1 0 0 0,-4-3 1 0 0,-1-1 136 0 0,1 1 0 0 0,-2 0 0 0 0,1 0 1 0 0,-1 1-1 0 0,0 0 0 0 0,-1 0 0 0 0,1 1 0 0 0,-1 0 1 0 0,-19-7-1 0 0,-50-11 655 0 0,61 20-717 0 0,0-1 1 0 0,1 0-1 0 0,0-1 1 0 0,0-1-1 0 0,1-1 1 0 0,-27-16-1 0 0,40 22-288 0 0,0 0-1 0 0,0-1 0 0 0,1 1 1 0 0,-1-1-1 0 0,1 0 1 0 0,0 0-1 0 0,0 0 0 0 0,-1 0 1 0 0,2 0-1 0 0,-1-1 1 0 0,0 1-1 0 0,-1-7 0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9:11.1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24 563 5985 0 0,'0'0'134'0'0,"-4"-8"891"0"0,0-1 1 0 0,0 1 0 0 0,1-1 0 0 0,0 1 0 0 0,-1-10 0 0 0,3 16-978 0 0,1 1 0 0 0,0 0 0 0 0,0 0 0 0 0,0-1 0 0 0,0 1 0 0 0,0 0 0 0 0,0 0 0 0 0,0-1 0 0 0,0 1 0 0 0,0 0 0 0 0,0 0 0 0 0,1-1 0 0 0,-1 1 0 0 0,1 0 0 0 0,-1 0 0 0 0,1 0 0 0 0,-1 0 0 0 0,1 0 0 0 0,0 0 0 0 0,-1 0 0 0 0,1 0 0 0 0,0 0 0 0 0,0 0 0 0 0,0 0 0 0 0,0 0 0 0 0,0 0 0 0 0,0 0 0 0 0,0 1 0 0 0,0-1 0 0 0,0 0 0 0 0,0 1 0 0 0,0-1 0 0 0,0 1 0 0 0,0-1 0 0 0,0 1 0 0 0,1 0 0 0 0,-1-1 0 0 0,0 1 0 0 0,0 0 0 0 0,1 0 0 0 0,-1 0 0 0 0,0 0 0 0 0,0 0 0 0 0,1 0 0 0 0,-1 0 0 0 0,0 0 0 0 0,0 1 0 0 0,2 0 0 0 0,2 0 185 0 0,0 0 1 0 0,0 0 0 0 0,0 0-1 0 0,0 1 1 0 0,0 0 0 0 0,-1 0-1 0 0,1 1 1 0 0,-1-1 0 0 0,9 6-1 0 0,37 35 1434 0 0,-31-26-1285 0 0,19 19 294 0 0,28 25-458 0 0,-61-57-218 0 0,1 0 0 0 0,-1 0 1 0 0,1-1-1 0 0,0 1 0 0 0,0-1 1 0 0,1-1-1 0 0,-1 1 1 0 0,1-1-1 0 0,12 3 0 0 0,-18-5 9 0 0,0 0-1 0 0,0 0 1 0 0,0 0-1 0 0,-1 0 1 0 0,1 0 0 0 0,0 0-1 0 0,0 0 1 0 0,0 0-1 0 0,0-1 1 0 0,0 1-1 0 0,0 0 1 0 0,0 0-1 0 0,-1-1 1 0 0,1 1-1 0 0,0-1 1 0 0,0 1 0 0 0,0-1-1 0 0,-1 1 1 0 0,1-1-1 0 0,0 1 1 0 0,-1-1-1 0 0,1 0 1 0 0,0 1-1 0 0,-1-1 1 0 0,1 0 0 0 0,-1 0-1 0 0,1 1 1 0 0,-1-1-1 0 0,1 0 1 0 0,-1 0-1 0 0,0 0 1 0 0,1 1-1 0 0,-1-1 1 0 0,0 0-1 0 0,0 0 1 0 0,0 0 0 0 0,0 0-1 0 0,1 0 1 0 0,-1 0-1 0 0,0 0 1 0 0,-1-1-1 0 0,-4-45 730 0 0,3 35-564 0 0,-11-72 814 0 0,-5-136-1 0 0,18 168-1168 0 0,2-1-1 0 0,3 0 0 0 0,10-52 0 0 0,-6 73-528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8:46.9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30 6913 0 0,'-7'-30'10604'0'0,"11"44"-9288"0"0,13 67-137 0 0,-3 1-1 0 0,4 93 1 0 0,-9 167-796 0 0,-5-105-186 0 0,0-175-250 0 0,3 0-1 0 0,3-1 1 0 0,2 0 0 0 0,3-1-1 0 0,26 66 1 0 0,-26-92-947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8:47.4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 6 4145 0 0,'-31'-5'14911'0'0,"205"129"-12247"0"0,-34-27-2337 0 0,-33-14-611 0 0,-31-23 273 0 0,165 98 1 0 0,-194-134-182 0 0,-25-14-192 0 0,-2 1 0 0 0,1 0 0 0 0,21 17 0 0 0,-42-28 369 0 0,1 1 0 0 0,-1 0 1 0 0,0-1-1 0 0,1 1 1 0 0,-1 0-1 0 0,1 0 0 0 0,-1-1 1 0 0,0 1-1 0 0,0 0 0 0 0,1 0 1 0 0,-1-1-1 0 0,0 1 1 0 0,0 0-1 0 0,0 0 0 0 0,0 0 1 0 0,0-1-1 0 0,0 1 1 0 0,0 0-1 0 0,0 0 0 0 0,0 0 1 0 0,-1-1-1 0 0,1 1 1 0 0,0 0-1 0 0,0 0 0 0 0,-1-1 1 0 0,1 1-1 0 0,0 0 0 0 0,-1-1 1 0 0,1 1-1 0 0,-1 0 1 0 0,1-1-1 0 0,-1 1 0 0 0,1 0 1 0 0,-1-1-1 0 0,1 1 1 0 0,-1-1-1 0 0,0 1 0 0 0,1-1 1 0 0,-1 1-1 0 0,-1-1 1 0 0,-34 27 188 0 0,29-22-169 0 0,-92 72 860 0 0,-178 177 1 0 0,131-112-1001 0 0,117-115-2022 0 0,26-22 904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8:47.8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16 12243 0 0,'0'-1'72'0'0,"0"0"1"0"0,0 0 0 0 0,0 1-1 0 0,0-1 1 0 0,0 0 0 0 0,0 0-1 0 0,0 0 1 0 0,0 1 0 0 0,-1-1-1 0 0,1 0 1 0 0,0 0 0 0 0,0 1-1 0 0,-1-1 1 0 0,1 0 0 0 0,0 1 0 0 0,-1-1-1 0 0,1 0 1 0 0,-2 0 0 0 0,-8 2 2959 0 0,8 1-2712 0 0,0-1-1 0 0,0 1 1 0 0,1-1 0 0 0,-1 1 0 0 0,0 0 0 0 0,1 0 0 0 0,0 0 0 0 0,-1 0 0 0 0,1 0 0 0 0,-2 4 0 0 0,-3 17 72 0 0,1-1-1 0 0,2 1 1 0 0,0 0-1 0 0,1 0 1 0 0,3 45 0 0 0,-1-21-314 0 0,0-16-38 0 0,4 445 287 0 0,3-366-225 0 0,5 1 1 0 0,34 140-1 0 0,-5-101 48 0 0,7 25 28 0 0,-39-136-237 0 0,-3 0 0 0 0,4 60 0 0 0,-14-42-710 0 0,-3-20-2494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8:48.1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 27 7370 0 0,'-23'-7'5103'0'0,"33"4"-3970"0"0,37-5 1246 0 0,60-1 1 0 0,130 11-220 0 0,-127 1-1438 0 0,438 20 280 0 0,-108-3-966 0 0,-225-21-648 0 0,-170-1 16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8:48.7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1802 87 4249 0 0,'10'-3'1358'0'0,"-4"1"-441"0"0,0 1 0 0 0,0-1 0 0 0,-1-1 0 0 0,1 1 0 0 0,0-1 1 0 0,6-4-1 0 0,-44 10 4875 0 0,15-2-4831 0 0,-51 10-324 0 0,0-3 1 0 0,-1-3-1 0 0,-97-6 1 0 0,-69-19-74 0 0,-291-18 235 0 0,322 22-950 0 0,-12 1-566 0 0,161 14-1305 0 0,-108 11 0 0 0,123-3 284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8:52.9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708 56 3393 0 0,'5'-3'151'0'0,"-1"0"1"0"0,0 0-1 0 0,0-1 0 0 0,0 1 1 0 0,0-1-1 0 0,0 0 1 0 0,-1 0-1 0 0,6-10 1 0 0,-35 10 6775 0 0,12 2-6399 0 0,-30-2 807 0 0,1 1-1 0 0,-1 3 1 0 0,0 1 0 0 0,-48 9 0 0 0,40-5-464 0 0,0-1-1 0 0,-71-5 1 0 0,65-8-375 0 0,48 6-491 0 0,-1 0 0 0 0,0 1-1 0 0,1 1 1 0 0,-1 0-1 0 0,0 0 1 0 0,0 1-1 0 0,0 0 1 0 0,0 1-1 0 0,0 0 1 0 0,-17 5-1 0 0,13 4-1063 0 0,10-4-41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8:53.5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9 8754 0 0,'0'0'38'0'0,"0"-1"1"0"0,0 1-1 0 0,0 0 0 0 0,-1 0 1 0 0,1 0-1 0 0,0-1 0 0 0,0 1 1 0 0,0 0-1 0 0,0 0 0 0 0,0-1 1 0 0,0 1-1 0 0,0 0 0 0 0,0 0 1 0 0,0-1-1 0 0,0 1 0 0 0,0 0 1 0 0,0 0-1 0 0,0-1 0 0 0,0 1 1 0 0,0 0-1 0 0,1 0 0 0 0,-1-1 1 0 0,0 1-1 0 0,0 0 0 0 0,0 0 1 0 0,0 0-1 0 0,0-1 0 0 0,0 1 1 0 0,1 0-1 0 0,-1 0 0 0 0,0 0 1 0 0,0 0-1 0 0,0-1 0 0 0,0 1 1 0 0,1 0-1 0 0,-1 0 25 0 0,1 0 0 0 0,-1 0 0 0 0,1 0 0 0 0,-1 0 1 0 0,0 0-1 0 0,1 0 0 0 0,-1 0 0 0 0,1 0 0 0 0,-1 0 0 0 0,0 0 0 0 0,1 0 0 0 0,-1 0 1 0 0,0 1-1 0 0,1-1 0 0 0,-1 0 0 0 0,0 0 0 0 0,1 0 0 0 0,-1 1 0 0 0,0-1 0 0 0,1 0 0 0 0,-1 0 1 0 0,0 1-1 0 0,0-1 0 0 0,1 0 0 0 0,-1 1 0 0 0,0-1 0 0 0,0 0 0 0 0,0 1 0 0 0,1-1 0 0 0,-1 1 1 0 0,4 6 301 0 0,-1 1 0 0 0,0 0 1 0 0,0 0-1 0 0,-1 0 0 0 0,1 0 1 0 0,-2 0-1 0 0,2 17 0 0 0,-1 67 1375 0 0,-3-59-1377 0 0,-7 421 569 0 0,0-53-400 0 0,65 1033 718 0 0,-55-1374-1006 0 0,-2 1 0 0 0,-15 108 0 0 0,-43 114 804 0 0,51-258-882 0 0,-9 42 305 0 0,16-63-437 0 0,-1 1-1 0 0,0-1 0 0 0,1 1 0 0 0,0-1 0 0 0,0 1 0 0 0,1 0 0 0 0,-1-1 0 0 0,1 1 0 0 0,0-1 1 0 0,0 0-1 0 0,3 7 0 0 0,-4-10-58 0 0,0 0 0 0 0,0-1-1 0 0,1 1 1 0 0,-1-1 0 0 0,1 1 0 0 0,-1 0 0 0 0,0-1 0 0 0,1 1-1 0 0,-1-1 1 0 0,1 1 0 0 0,-1-1 0 0 0,1 1 0 0 0,0-1 0 0 0,-1 1 0 0 0,1-1-1 0 0,-1 1 1 0 0,1-1 0 0 0,0 0 0 0 0,-1 0 0 0 0,1 1 0 0 0,0-1 0 0 0,0 0-1 0 0,-1 0 1 0 0,1 0 0 0 0,0 1 0 0 0,-1-1 0 0 0,1 0 0 0 0,1 0-1 0 0,12-5-3796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8:54.1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 1 6913 0 0,'-10'1'186'0'0,"6"-1"118"0"0,0 0 0 0 0,0 1 0 0 0,0-1 0 0 0,0 1 0 0 0,0 0 0 0 0,0 0 0 0 0,0 0 0 0 0,0 1 0 0 0,0-1 0 0 0,0 1 0 0 0,1 0-1 0 0,-1 0 1 0 0,-6 5 0 0 0,10-7-276 0 0,0 1-1 0 0,0-1 1 0 0,0 0-1 0 0,0 0 0 0 0,0 0 1 0 0,-1 1-1 0 0,1-1 0 0 0,0 0 1 0 0,0 0-1 0 0,0 0 1 0 0,0 1-1 0 0,0-1 0 0 0,0 0 1 0 0,0 0-1 0 0,0 1 0 0 0,0-1 1 0 0,0 0-1 0 0,0 0 1 0 0,0 1-1 0 0,0-1 0 0 0,0 0 1 0 0,0 0-1 0 0,0 0 1 0 0,0 1-1 0 0,0-1 0 0 0,0 0 1 0 0,0 0-1 0 0,1 1 0 0 0,-1-1 1 0 0,0 0-1 0 0,0 0 1 0 0,0 0-1 0 0,0 1 0 0 0,0-1 1 0 0,0 0-1 0 0,1 0 0 0 0,-1 0 1 0 0,0 0-1 0 0,0 0 1 0 0,0 1-1 0 0,1-1 0 0 0,14 6 469 0 0,18 1-7 0 0,-32-7-391 0 0,278 27 4424 0 0,140-13-3439 0 0,-272-11-1055 0 0,108-9-27 0 0,-214 2-3 0 0,0-3-1 0 0,-1 0 1 0 0,1-3 0 0 0,43-16-1 0 0,-24 7-805 0 0,-50 17 107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8:54.6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1 456 0 0,'-17'12'5411'0'0,"17"-12"-5339"0"0,0 1 1 0 0,0-1-1 0 0,0 0 0 0 0,0 0 0 0 0,0 1 0 0 0,0-1 0 0 0,0 0 0 0 0,0 0 0 0 0,0 0 1 0 0,0 1-1 0 0,0-1 0 0 0,0 0 0 0 0,0 0 0 0 0,0 0 0 0 0,1 1 0 0 0,-1-1 0 0 0,0 0 145 0 0,0 0-145 0 0,0 1 0 0 0,1-1 0 0 0,-1 0 0 0 0,0 0 0 0 0,0 0 0 0 0,0 0 1 0 0,1 0-1 0 0,-1 0 0 0 0,0 0 0 0 0,0 1 0 0 0,1-1 0 0 0,-1 0 0 0 0,0 0 0 0 0,0 0 0 0 0,0 0 1 0 0,1 0-1 0 0,-1 0 0 0 0,0 0 0 0 0,0 0 0 0 0,1 0 0 0 0,-1 0 0 0 0,0 0 0 0 0,46-1 2302 0 0,-26 1-1472 0 0,149 7 2741 0 0,242 2-2202 0 0,-334-13-1865 0 0,-26-1-3403 0 0,-40 4-1064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8:55.1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2304 0 0,'8'8'7216'0'0,"-7"-6"-6886"0"0,7 110 4715 0 0,-3-27-3303 0 0,12 246 1078 0 0,-8-116-2097 0 0,102 767-537 0 0,-83-811 753 0 0,11 302 1 0 0,-41-446-191 0 0,1-14-1670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9:15.1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91 3225 0 0,'-30'5'717'0'0,"27"-4"-292"0"0,-1 0 0 0 0,0 0 0 0 0,1 0 0 0 0,-1 0 0 0 0,0-1 0 0 0,1 0 1 0 0,-13-3 5726 0 0,56-1-5888 0 0,118 4 1656 0 0,276-38 0 0 0,-326 14-1428 0 0,-78 15-249 0 0,0 2-1 0 0,0 1 1 0 0,62-3-1 0 0,-47 10-2571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9:16.8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89 0 9218 0 0,'-1'22'356'0'0,"1"0"-1"0"0,5 43 1 0 0,1-9-252 0 0,-3 3 280 0 0,-3 0-1 0 0,-3-1 1 0 0,-1 1-1 0 0,-4-1 1 0 0,-21 83 0 0 0,12-81 864 0 0,-15 60 3458 0 0,28-101-6437 0 0,2 0 1 0 0,-1 26 0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9:17.5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0 501 6449 0 0,'4'-3'144'0'0,"-1"1"-1"0"0,1-1 0 0 0,-1 1 1 0 0,1 0-1 0 0,0 0 0 0 0,0 1 0 0 0,0-1 1 0 0,0 1-1 0 0,1 0 0 0 0,-1 0 1 0 0,9-1-1 0 0,54-2 1115 0 0,-49 4-819 0 0,363-20 3686 0 0,63-1-2659 0 0,-99 5-1252 0 0,-125 5-130 0 0,286-42-172 0 0,-124-10 753 0 0,-20 1 23 0 0,860-47 888 0 0,-724 115-1835 0 0,-11 0-338 0 0,89-42 524 0 0,-158 6 58 0 0,-256 20 24 0 0,296-3 56 0 0,-349 18 583 0 0,1-4-1 0 0,168-23 0 0 0,-269 21-567 0 0,1 0 1 0 0,-1-1-1 0 0,0-1 0 0 0,0 0 0 0 0,14-6 1 0 0,-10 2-195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02.6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 70 1376 0 0,'-2'0'21'0'0,"1"1"1"0"0,-1-1-1 0 0,1 0 0 0 0,-1 0 0 0 0,0 0 1 0 0,1 0-1 0 0,-1 0 0 0 0,0-1 0 0 0,1 1 0 0 0,-1 0 1 0 0,1-1-1 0 0,-1 1 0 0 0,0-1 0 0 0,1 1 0 0 0,-1-1 1 0 0,1 0-1 0 0,0 0 0 0 0,-1 0 0 0 0,1 0 0 0 0,0 0 1 0 0,-1 0-1 0 0,1 0 0 0 0,0 0 0 0 0,0 0 0 0 0,-2-3 1 0 0,3 2 201 0 0,0-1 1 0 0,0 1 0 0 0,0-1 0 0 0,0 1 0 0 0,0-1 0 0 0,0 1-1 0 0,0-1 1 0 0,1 1 0 0 0,5-29 13094 0 0,40 287-11619 0 0,12 76-145 0 0,-47-241-1242 0 0,-1 155 0 0 0,-11-210-609 0 0,2-1 1 0 0,0 0 0 0 0,3 0-1 0 0,11 53 1 0 0,-9-65-827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03.3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 0 6913 0 0,'-1'1'12'0'0,"0"-1"0"0"0,-1 1-1 0 0,1 0 1 0 0,0 0-1 0 0,-1 0 1 0 0,1 0-1 0 0,0 0 1 0 0,0 0 0 0 0,0 1-1 0 0,0-1 1 0 0,0 0-1 0 0,0 0 1 0 0,0 1-1 0 0,0-1 1 0 0,1 1 0 0 0,-1-1-1 0 0,0 2 1 0 0,-12 28 1775 0 0,7-9-1171 0 0,1 0 0 0 0,0 0 0 0 0,2 0 0 0 0,-1 34 0 0 0,9 89 1042 0 0,1-86-731 0 0,4-1 1 0 0,1 0-1 0 0,4 0 1 0 0,25 67-1 0 0,-30-109-5983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04.2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456 27 2304 0 0,'4'-5'876'0'0,"13"-13"2346"0"0,-20 15-2814 0 0,-13 9-1153 0 0,-25 13 430 0 0,-49 32-1 0 0,44-21 1443 0 0,2 3-1 0 0,1 1 0 0 0,1 2 1 0 0,-49 56-1 0 0,83-84-958 0 0,3-3-75 0 0,-1 1 0 0 0,1 0 0 0 0,0 0 0 0 0,0 0 1 0 0,1 0-1 0 0,0 1 0 0 0,0 0 0 0 0,0 0 0 0 0,1 0 0 0 0,-5 14 1 0 0,8-19-58 0 0,1-1 0 0 0,-1 0 1 0 0,0 1-1 0 0,1-1 1 0 0,-1 1-1 0 0,1-1 0 0 0,0 0 1 0 0,-1 0-1 0 0,1 1 0 0 0,0-1 1 0 0,0 0-1 0 0,0 0 1 0 0,0 0-1 0 0,0 0 0 0 0,0 0 1 0 0,0 0-1 0 0,0 0 1 0 0,0 0-1 0 0,0 0 0 0 0,0 0 1 0 0,1-1-1 0 0,-1 1 1 0 0,0 0-1 0 0,1-1 0 0 0,-1 0 1 0 0,0 1-1 0 0,1-1 0 0 0,2 1 1 0 0,46 9 798 0 0,-44-10-749 0 0,229 14 1204 0 0,-108-10-1236 0 0,-101-4-54 0 0,-20-1 9 0 0,0 0 1 0 0,-1 1-1 0 0,1 0 1 0 0,0 0-1 0 0,0 1 1 0 0,-1-1-1 0 0,1 1 1 0 0,-1 1-1 0 0,1-1 1 0 0,-1 1-1 0 0,1 0 1 0 0,5 2-1 0 0,-11-3-24 0 0,0 0 0 0 0,1-1-1 0 0,-1 1 1 0 0,0 0 0 0 0,1-1 0 0 0,-1 1-1 0 0,0 0 1 0 0,0 0 0 0 0,1-1 0 0 0,-1 1 0 0 0,0 0-1 0 0,0 0 1 0 0,0-1 0 0 0,0 1 0 0 0,0 0-1 0 0,0 0 1 0 0,0-1 0 0 0,-1 1 0 0 0,1 0-1 0 0,0 0 1 0 0,0-1 0 0 0,0 1 0 0 0,-1 0 0 0 0,1-1-1 0 0,0 1 1 0 0,-1 0 0 0 0,1-1 0 0 0,-1 1-1 0 0,1 0 1 0 0,-2 0 0 0 0,-16 22-636 0 0,15-20 555 0 0,-15 15-426 0 0,-1-1 0 0 0,-31 22-1 0 0,33-27 602 0 0,0 1 0 0 0,1 0-1 0 0,1 1 1 0 0,-26 30 0 0 0,40-43-48 0 0,0 1 0 0 0,0-1 1 0 0,-1 1-1 0 0,1-1 0 0 0,1 1 1 0 0,-1 0-1 0 0,0-1 0 0 0,0 1 0 0 0,0 0 1 0 0,1 0-1 0 0,-1-1 0 0 0,1 1 1 0 0,0 0-1 0 0,-1 0 0 0 0,1 0 1 0 0,0 0-1 0 0,0-1 0 0 0,0 1 1 0 0,0 0-1 0 0,1 0 0 0 0,-1 0 1 0 0,0 0-1 0 0,1-1 0 0 0,-1 1 1 0 0,1 0-1 0 0,0 0 0 0 0,-1-1 1 0 0,1 1-1 0 0,0 0 0 0 0,0-1 1 0 0,0 1-1 0 0,0-1 0 0 0,0 1 1 0 0,1-1-1 0 0,-1 0 0 0 0,0 1 1 0 0,1-1-1 0 0,-1 0 0 0 0,1 0 1 0 0,-1 0-1 0 0,1 0 0 0 0,3 1 1 0 0,7 5-7 0 0,1-1 0 0 0,0-1 0 0 0,0-1 0 0 0,22 6 1 0 0,-25-7 48 0 0,220 48 42 0 0,-230-51-117 0 0,0 0 0 0 0,0 0 0 0 0,0 0 1 0 0,1 0-1 0 0,-1 0 0 0 0,0 0 1 0 0,0 0-1 0 0,0 1 0 0 0,0-1 1 0 0,0 0-1 0 0,1 0 0 0 0,-1 0 1 0 0,0 0-1 0 0,0 0 0 0 0,0 0 1 0 0,0 0-1 0 0,0 0 0 0 0,1 0 1 0 0,-1 1-1 0 0,0-1 0 0 0,0 0 1 0 0,0 0-1 0 0,0 0 0 0 0,0 0 1 0 0,0 0-1 0 0,0 1 0 0 0,0-1 1 0 0,1 0-1 0 0,-1 0 0 0 0,0 0 0 0 0,0 0 1 0 0,0 1-1 0 0,0-1 0 0 0,0 0 1 0 0,0 0-1 0 0,0 0 0 0 0,0 0 1 0 0,0 1-1 0 0,0-1 0 0 0,0 0 1 0 0,0 0-1 0 0,0 0 0 0 0,0 0 1 0 0,0 1-1 0 0,-1-1 0 0 0,1 0 1 0 0,0 0-1 0 0,-8 11-26 0 0,-18 10-2 0 0,24-19 28 0 0,-262 195 979 0 0,242-181-693 0 0,1 1 1 0 0,-32 32-1 0 0,46-42-208 0 0,0 0 0 0 0,1 1 0 0 0,0 0 0 0 0,1 0 1 0 0,0 0-1 0 0,0 1 0 0 0,0 0 0 0 0,1 0 0 0 0,1 0 0 0 0,-6 19 0 0 0,9-27-79 0 0,0 1-1 0 0,0-1 1 0 0,0 0-1 0 0,0 1 1 0 0,0-1-1 0 0,0 1 1 0 0,0-1-1 0 0,0 1 1 0 0,0-1-1 0 0,1 0 1 0 0,-1 1-1 0 0,0-1 1 0 0,1 0-1 0 0,-1 1 1 0 0,1-1-1 0 0,0 0 0 0 0,-1 1 1 0 0,1-1-1 0 0,0 0 1 0 0,0 0-1 0 0,0 0 1 0 0,0 0-1 0 0,1 1 1 0 0,1 0-6 0 0,-1 0-1 0 0,1 0 1 0 0,0-1-1 0 0,0 1 1 0 0,0-1-1 0 0,0 0 1 0 0,0 0-1 0 0,0 0 1 0 0,7 1 0 0 0,4 0-59 0 0,0-1 1 0 0,1-1 0 0 0,22-1 0 0 0,-17-1 1 0 0,31-3-212 0 0,1 3 0 0 0,83 6-1 0 0,-120-1-280 0 0,-15-3 480 0 0,0 0 0 0 0,1 0 0 0 0,-1 0 1 0 0,0 0-1 0 0,1 0 0 0 0,-1 0 0 0 0,0 0 0 0 0,0 1 0 0 0,1-1 0 0 0,-1 0 1 0 0,0 0-1 0 0,1 0 0 0 0,-1 0 0 0 0,0 0 0 0 0,0 1 0 0 0,0-1 0 0 0,1 0 1 0 0,-1 0-1 0 0,0 0 0 0 0,0 1 0 0 0,1-1 0 0 0,-1 0 0 0 0,0 0 1 0 0,0 1-1 0 0,0-1 0 0 0,0 0 0 0 0,0 1 0 0 0,1-1 0 0 0,-1 0 0 0 0,0 0 1 0 0,0 1-1 0 0,0-1 0 0 0,0 0 0 0 0,0 1 0 0 0,0-1 0 0 0,0 0 0 0 0,0 1 1 0 0,0-1-1 0 0,0 0 0 0 0,0 1 0 0 0,0-1 0 0 0,-1 1 0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04.8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10594 0 0,'11'34'418'0'0,"25"75"1952"0"0,-4 0-1 0 0,20 128 1 0 0,-33-98-1870 0 0,3 250 0 0 0,-15-181-113 0 0,-8 121-188 0 0,7 92 800 0 0,7-270-487 0 0,-6-44-362 0 0,41 197 0 0 0,-27-222 112 0 0,61 222 123 0 0,-78-293-382 0 0,1 0 1 0 0,13 21-1 0 0,-13-23-32 0 0,0 0 1 0 0,0 0-1 0 0,-1 0 0 0 0,5 15 0 0 0,-9-24 5 0 0,0 0 0 0 0,0 1 0 0 0,0-1-1 0 0,1 0 1 0 0,-1 1 0 0 0,0-1 0 0 0,0 0-1 0 0,0 0 1 0 0,0 1 0 0 0,0-1 0 0 0,0 0-1 0 0,0 0 1 0 0,0 1 0 0 0,0-1-1 0 0,0 0 1 0 0,-1 1 0 0 0,1-1 0 0 0,0 0-1 0 0,0 0 1 0 0,0 1 0 0 0,0-1 0 0 0,0 0-1 0 0,0 0 1 0 0,-1 0 0 0 0,1 1 0 0 0,0-1-1 0 0,0 0 1 0 0,0 0 0 0 0,-1 0 0 0 0,1 1-1 0 0,0-1 1 0 0,0 0 0 0 0,0 0 0 0 0,-1 0-1 0 0,1 0 1 0 0,0 0 0 0 0,0 1-1 0 0,-1-1 1 0 0,1 0 0 0 0,0 0 0 0 0,0 0-1 0 0,-1 0 1 0 0,1 0 0 0 0,0 0 0 0 0,-1 0-1 0 0,1 0 1 0 0,0 0 0 0 0,0 0 0 0 0,-1 0-1 0 0,1 0 1 0 0,-1 0 0 0 0,-4-1-830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15.4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54 456 0 0,'1'-4'-117'0'0,"23"-46"10450"0"0,-20 74-8809 0 0,-4-23-1269 0 0,11 62 1646 0 0,33 106-1 0 0,36 56-2037 0 0,-65-186-229 0 0,-7-14-5269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16.2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0 172 4145 0 0,'2'-5'139'0'0,"0"-1"1"0"0,0 1-1 0 0,0 0 1 0 0,0 0-1 0 0,1 0 1 0 0,0 0-1 0 0,0 0 1 0 0,1 1-1 0 0,-1-1 1 0 0,9-7-1 0 0,0-2-41 0 0,-3 3 256 0 0,0 1-1 0 0,1 0 0 0 0,0 0 0 0 0,1 1 1 0 0,22-15-1 0 0,-29 21-184 0 0,0 1 1 0 0,0-1 0 0 0,0 1-1 0 0,0 0 1 0 0,0 0-1 0 0,1 1 1 0 0,-1-1 0 0 0,0 1-1 0 0,1 0 1 0 0,-1 0-1 0 0,1 0 1 0 0,0 1 0 0 0,-1-1-1 0 0,1 1 1 0 0,-1 0-1 0 0,1 1 1 0 0,0-1-1 0 0,-1 1 1 0 0,1 0 0 0 0,-1 0-1 0 0,7 2 1 0 0,-8-1-176 0 0,0 0 1 0 0,-1 0-1 0 0,0 0 1 0 0,1 0 0 0 0,-1 0-1 0 0,0 0 1 0 0,0 1-1 0 0,0-1 1 0 0,0 1-1 0 0,-1-1 1 0 0,1 1-1 0 0,-1 0 1 0 0,0 0-1 0 0,1 0 1 0 0,-1 0 0 0 0,0 0-1 0 0,-1 0 1 0 0,1 0-1 0 0,-1 0 1 0 0,1 0-1 0 0,-1 0 1 0 0,0 0-1 0 0,0 0 1 0 0,0 0-1 0 0,-1 5 1 0 0,-1 10-25 0 0,-1-1 1 0 0,-1 0-1 0 0,-8 24 0 0 0,5-21 17 0 0,-14 35 74 0 0,16-44 123 0 0,0 0 0 0 0,0 0 0 0 0,1 1 0 0 0,1 0 0 0 0,0-1 0 0 0,-2 24 0 0 0,5-34-161 0 0,0 0 1 0 0,0 0 0 0 0,0 0-1 0 0,0 0 1 0 0,0 0 0 0 0,0 0-1 0 0,0 0 1 0 0,0 0 0 0 0,1 0-1 0 0,-1 0 1 0 0,0 0 0 0 0,1 0-1 0 0,-1-1 1 0 0,1 1 0 0 0,-1 0-1 0 0,1 0 1 0 0,0 0-1 0 0,-1 0 1 0 0,1-1 0 0 0,0 1-1 0 0,-1 0 1 0 0,1 0 0 0 0,0-1-1 0 0,0 1 1 0 0,1 0 0 0 0,-1 0 43 0 0,1-1-1 0 0,0 1 1 0 0,0-1 0 0 0,0 1 0 0 0,0-1 0 0 0,0 0 0 0 0,0 0 0 0 0,0 0-1 0 0,0 0 1 0 0,0 0 0 0 0,0-1 0 0 0,3 0 0 0 0,7-2 443 0 0,0-1 0 0 0,0 0 1 0 0,15-9-1 0 0,-18 9-78 0 0,22-11 319 0 0,-9 4 165 0 0,1 1 1 0 0,47-14-1 0 0,-64 22-1208 0 0,0 1-1 0 0,1-1 1 0 0,-1 2-1 0 0,1-1 0 0 0,-1 1 1 0 0,0 0-1 0 0,1 0 0 0 0,-1 1 1 0 0,1-1-1 0 0,-1 2 1 0 0,0-1-1 0 0,0 1 0 0 0,1-1 1 0 0,-1 2-1 0 0,0-1 1 0 0,8 6-1 0 0,-4-1-1130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33.9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6 104 5529 0 0,'0'0'60'0'0,"-1"-1"0"0"0,1 1 1 0 0,0 0-1 0 0,-1-1 0 0 0,1 1 0 0 0,-1-1 0 0 0,1 1 0 0 0,0-1 0 0 0,-1 1 1 0 0,1-1-1 0 0,0 1 0 0 0,0-1 0 0 0,-1 1 0 0 0,1-1 0 0 0,0 0 0 0 0,0 1 0 0 0,0-1 1 0 0,0 1-1 0 0,0-1 0 0 0,0 1 0 0 0,0-1 0 0 0,0 0 0 0 0,0 1 0 0 0,0-1 1 0 0,0 1-1 0 0,0-1 0 0 0,0 1 0 0 0,0-1 0 0 0,1 0 0 0 0,-1 1 0 0 0,0-1 1 0 0,0 1-1 0 0,1-2 0 0 0,20-13 795 0 0,31-1 294 0 0,37-7 1617 0 0,-22 6-2281 0 0,-22 6-4005 0 0,-29 9-492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34.3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38 14283 0 0,'-3'-3'96'0'0,"-12"-16"1419"0"0,10 4-3579 0 0,4 103-303 0 0,4 126 7148 0 0,8-122-9032 0 0,-4-53-901 0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34.7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63 10050 0 0,'7'-4'264'0'0,"0"1"0"0"0,0 0 0 0 0,1 1 0 0 0,8-3 0 0 0,41-9-110 0 0,1 2 0 0 0,0 3 0 0 0,0 3 0 0 0,1 1-1 0 0,87 6 1 0 0,-121 2-4509 0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36.4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41 13363 0 0,'-20'-2'1611'0'0,"33"-2"-2461"0"0,32-4-543 0 0,41 1 2467 0 0,46-8-597 0 0,-108 10-5565 0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35.4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52 7834 0 0,'4'-2'504'0'0,"1"0"-1"0"0,-1-1 1 0 0,1 2 0 0 0,-1-1 0 0 0,1 1 0 0 0,-1-1 0 0 0,1 1 0 0 0,7-1-1 0 0,-2 1-230 0 0,25-9 690 0 0,-11 4-635 0 0,0 0 0 0 0,1 1 0 0 0,42-2 1 0 0,-36 13-1313 0 0,-30-6 860 0 0,0 1 1 0 0,0-1-1 0 0,0 0 0 0 0,0 1 1 0 0,0-1-1 0 0,0 1 0 0 0,0-1 1 0 0,0 1-1 0 0,-1 0 1 0 0,1-1-1 0 0,0 1 0 0 0,0 0 1 0 0,0 0-1 0 0,-1 0 0 0 0,1-1 1 0 0,0 1-1 0 0,-1 0 0 0 0,1 0 1 0 0,-1 0-1 0 0,1 0 1 0 0,-1 0-1 0 0,1 0 0 0 0,-1 0 1 0 0,0 0-1 0 0,1 2 0 0 0,-3-1 112 0 0,-2-1 12 0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35.8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 14 11058 0 0,'-20'-13'1716'0'0,"19"12"-1652"0"0,1 1 1 0 0,-1 0-1 0 0,1 0 1 0 0,-1 0-1 0 0,1 0 1 0 0,-1 0-1 0 0,1 0 1 0 0,-1 0 0 0 0,1 0-1 0 0,-1 1 1 0 0,1-1-1 0 0,-1 0 1 0 0,1 0-1 0 0,-1 0 1 0 0,1 1-1 0 0,-1-1 1 0 0,1 0-1 0 0,-1 0 1 0 0,1 1-1 0 0,0-1 1 0 0,-1 0 0 0 0,1 1-1 0 0,-1-1 1 0 0,1 0-1 0 0,-1 1 1 0 0,0 3-108 0 0,-1-1 0 0 0,1 0 1 0 0,-1 1-1 0 0,1-1 1 0 0,0 1-1 0 0,0 0 0 0 0,1-1 1 0 0,-1 1-1 0 0,1 6 1 0 0,-1 16 320 0 0,2 0 0 0 0,1 0 0 0 0,2 0 0 0 0,0 0 1 0 0,1-1-1 0 0,17 47 0 0 0,-12-40-461 0 0,1 5-260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37.2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25 6449 0 0,'1'-4'4407'0'0,"9"-1"-2676"0"0,10-1-402 0 0,-2 3-1049 0 0,1 1 0 0 0,0 2 0 0 0,23 0 0 0 0,26 0-1697 0 0,-37-4 713 0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29.3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44 225 7834 0 0,'-6'-51'1023'0'0,"6"37"-402"0"0,-2-1 0 0 0,0 1 1 0 0,0 0-1 0 0,-1 0 0 0 0,-6-14 0 0 0,9 27-495 0 0,0 0 0 0 0,0 1-1 0 0,-1-1 1 0 0,1 1 0 0 0,0-1 0 0 0,0 1 0 0 0,0-1-1 0 0,-1 1 1 0 0,1-1 0 0 0,0 1 0 0 0,0-1-1 0 0,-1 1 1 0 0,1-1 0 0 0,-1 1 0 0 0,1-1 0 0 0,0 1-1 0 0,-1 0 1 0 0,1-1 0 0 0,-1 1 0 0 0,1 0-1 0 0,-1-1 1 0 0,1 1 0 0 0,-1 0 0 0 0,1 0 0 0 0,-2-1-1 0 0,-3 12 2314 0 0,1 22-793 0 0,6 13-1524 0 0,1-1-1 0 0,3 0 1 0 0,2 0 0 0 0,17 59-1 0 0,-2-32-202 0 0,58 125-1 0 0,6-39 137 0 0,-73-136 105 0 0,2 0-1 0 0,1-1 1 0 0,1 0-1 0 0,33 29 1 0 0,-50-49-131 0 0,1 1 1 0 0,-1-1 0 0 0,1 0 0 0 0,-1 0 0 0 0,1 0 0 0 0,-1 0 0 0 0,1 0 0 0 0,0 0 0 0 0,-1-1 0 0 0,1 1 0 0 0,0-1 0 0 0,3 2 0 0 0,-5-2-15 0 0,1 0 1 0 0,-1-1-1 0 0,1 1 1 0 0,-1 0-1 0 0,1 0 1 0 0,-1 0-1 0 0,1 0 1 0 0,-1 0-1 0 0,1-1 1 0 0,-1 1-1 0 0,0 0 1 0 0,1 0-1 0 0,-1-1 1 0 0,1 1-1 0 0,-1 0 1 0 0,1-1-1 0 0,-1 1 1 0 0,0-1-1 0 0,1 1 1 0 0,-1 0-1 0 0,0-1 1 0 0,0 1-1 0 0,1-1 1 0 0,-1 1-1 0 0,0-1 1 0 0,0 1-1 0 0,1-1 1 0 0,-1 0-1 0 0,1-5 88 0 0,0 0 0 0 0,0 0 0 0 0,-1 0 0 0 0,0 0 0 0 0,-1-12 0 0 0,1 16-96 0 0,-7-122 393 0 0,11-174 1 0 0,19 109-406 0 0,2-28-174 0 0,-24 204 137 0 0,0 7 15 0 0,0 0 0 0 0,-1 0 0 0 0,1 0 0 0 0,-1 0 0 0 0,-1 0 0 0 0,1 0 0 0 0,-1 0 0 0 0,0 0 0 0 0,-2-6 0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29.8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1 175 2761 0 0,'141'-143'1967'0'0,"-112"111"7101"0"0,-72 100-4252 0 0,33-51-4574 0 0,1 0 0 0 0,1 0 1 0 0,1 0-1 0 0,-7 28 0 0 0,13-42-236 0 0,0 0-1 0 0,0-1 1 0 0,1 1 0 0 0,0 0 0 0 0,-1 0-1 0 0,1 0 1 0 0,0 0 0 0 0,0-1-1 0 0,1 1 1 0 0,-1 0 0 0 0,1 0 0 0 0,-1 0-1 0 0,1-1 1 0 0,0 1 0 0 0,0 0-1 0 0,0-1 1 0 0,0 1 0 0 0,1-1 0 0 0,-1 1-1 0 0,1-1 1 0 0,-1 1 0 0 0,1-1 0 0 0,3 3-1 0 0,-1-2-6 0 0,0 0-1 0 0,0-1 1 0 0,0 1 0 0 0,0-1-1 0 0,1 0 1 0 0,-1 0-1 0 0,1 0 1 0 0,-1-1-1 0 0,1 0 1 0 0,0 0 0 0 0,0 0-1 0 0,-1 0 1 0 0,7-1-1 0 0,26 2-920 0 0,-10-1 385 0 0,1 1 1 0 0,-1 1-1 0 0,34 9 1 0 0,-55-11 579 0 0,-1 0 0 0 0,1 1 0 0 0,-1 0 1 0 0,0 0-1 0 0,1 0 0 0 0,-1 1 0 0 0,0 0 0 0 0,0 0 1 0 0,-1 0-1 0 0,1 1 0 0 0,-1-1 0 0 0,1 1 0 0 0,-1 0 1 0 0,0 0-1 0 0,-1 1 0 0 0,1-1 0 0 0,-1 1 1 0 0,0 0-1 0 0,0 0 0 0 0,0 0 0 0 0,3 8 0 0 0,-5-9 94 0 0,0 1-1 0 0,0-1 0 0 0,0 1 0 0 0,0-1 1 0 0,-1 1-1 0 0,0 0 0 0 0,0-1 0 0 0,0 1 0 0 0,0-1 1 0 0,-1 1-1 0 0,0 0 0 0 0,0-1 0 0 0,0 1 1 0 0,0-1-1 0 0,-1 0 0 0 0,0 1 0 0 0,0-1 1 0 0,0 0-1 0 0,0 0 0 0 0,0 0 0 0 0,-1 0 0 0 0,-4 4 1 0 0,-6 6 57 0 0,-1-1 0 0 0,0-1 0 0 0,-1 0 0 0 0,-21 14 0 0 0,23-18-1174 0 0,0 1-1 0 0,0 1 1 0 0,1 0 0 0 0,-21 23 0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30.2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69 33 1368 0 0,'-11'2'-112'0'0,"-46"-2"16943"0"0,90-12-17805 0 0,42-7-1647 0 0,-60 15-2605 0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30.6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 0 3225 0 0,'-38'36'13687'0'0,"47"-33"-10734"0"0,12-3-2440 0 0,-8-1-397 0 0,-1-1 1 0 0,22-6-1 0 0,9-2-2056 0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40.9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19 179 11058 0 0,'-5'-16'897'0'0,"1"0"-1"0"0,1 0 0 0 0,0-1 0 0 0,1 1 0 0 0,1-1 1 0 0,1-26-1 0 0,2 36-773 0 0,0 7-17 0 0,4 14 65 0 0,4 20 69 0 0,18 101 632 0 0,37 156-941 0 0,-51-242-172 0 0,3-1 1 0 0,1 0 0 0 0,44 79-1 0 0,-49-104 108 0 0,25 31-1 0 0,-32-47 172 0 0,-1-1 0 0 0,1 0 0 0 0,-1 0-1 0 0,2 0 1 0 0,-1-1 0 0 0,1 0 0 0 0,-1 0-1 0 0,1-1 1 0 0,9 4 0 0 0,-15-7 4 0 0,0-1 1 0 0,0 1-1 0 0,1-1 1 0 0,-1 0-1 0 0,0 0 1 0 0,1 0-1 0 0,-1 1 1 0 0,0-1-1 0 0,1 0 1 0 0,-1-1-1 0 0,0 1 1 0 0,1 0-1 0 0,-1 0 1 0 0,0-1-1 0 0,0 1 1 0 0,1 0-1 0 0,-1-1 1 0 0,0 1-1 0 0,0-1 1 0 0,0 0-1 0 0,0 1 1 0 0,1-1-1 0 0,-1 0 1 0 0,0 0-1 0 0,0 0 0 0 0,0 1 1 0 0,-1-1-1 0 0,1 0 1 0 0,0 0-1 0 0,0 0 1 0 0,0-1-1 0 0,-1 1 1 0 0,1 0-1 0 0,0 0 1 0 0,-1 0-1 0 0,0 0 1 0 0,1-2-1 0 0,3-7 286 0 0,-1 1 1 0 0,0-1-1 0 0,3-17 0 0 0,-5 20-197 0 0,31-283 1664 0 0,2-2-1974 0 0,9 86-1805 0 0,-35 166 678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41.4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44 14747 0 0,'-6'-25'1702'0'0,"5"25"-1675"0"0,1-1-1 0 0,0 0 1 0 0,0 1-1 0 0,0-1 0 0 0,0 1 1 0 0,0-1-1 0 0,-1 0 1 0 0,1 1-1 0 0,0-1 1 0 0,1 1-1 0 0,-1-1 1 0 0,0 0-1 0 0,0 1 1 0 0,0-1-1 0 0,0 1 1 0 0,0-1-1 0 0,0 1 0 0 0,1-1 1 0 0,-1 0-1 0 0,0 1 1 0 0,1-1-1 0 0,-1 1 1 0 0,0-1-1 0 0,1 1 1 0 0,-1 0-1 0 0,0-1 1 0 0,1 1-1 0 0,-1-1 1 0 0,1 1-1 0 0,-1 0 0 0 0,1-1 1 0 0,-1 1-1 0 0,1 0 1 0 0,-1-1-1 0 0,1 1 1 0 0,-1 0-1 0 0,1 0 1 0 0,0-1-1 0 0,0 2-33 0 0,0-1 0 0 0,-1 0-1 0 0,1 1 1 0 0,-1-1 0 0 0,1 1-1 0 0,-1-1 1 0 0,1 1 0 0 0,-1-1 0 0 0,0 1-1 0 0,1-1 1 0 0,-1 1 0 0 0,1-1-1 0 0,-1 1 1 0 0,0 0 0 0 0,0-1 0 0 0,1 1-1 0 0,-1 0 1 0 0,0-1 0 0 0,0 1-1 0 0,0 0 1 0 0,0-1 0 0 0,0 1 0 0 0,0 0-1 0 0,0 0 1 0 0,3 22-96 0 0,-3-20 79 0 0,4 67 597 0 0,3 0 1 0 0,3-1-1 0 0,3 0 0 0 0,3 0 1 0 0,42 110-1 0 0,-57-177-567 0 0,0 1-1 0 0,-1-1 0 0 0,1 0 1 0 0,0 0-1 0 0,0 0 0 0 0,0-1 1 0 0,0 1-1 0 0,1 0 0 0 0,-1 0 1 0 0,0-1-1 0 0,1 1 0 0 0,-1 0 1 0 0,1-1-1 0 0,0 0 0 0 0,-1 1 1 0 0,1-1-1 0 0,0 0 0 0 0,0 0 1 0 0,0 0-1 0 0,0 0 0 0 0,0 0 1 0 0,0 0-1 0 0,0 0 0 0 0,0-1 1 0 0,0 1-1 0 0,0-1 0 0 0,0 0 1 0 0,1 0-1 0 0,-1 1 0 0 0,0-1 1 0 0,0 0-1 0 0,0-1 0 0 0,0 1 1 0 0,1 0-1 0 0,-1-1 0 0 0,0 1 1 0 0,0-1-1 0 0,0 0 0 0 0,0 0 1 0 0,0 1-1 0 0,0-1 0 0 0,0-1 1 0 0,0 1-1 0 0,-1 0 0 0 0,1 0 1 0 0,0-1-1 0 0,-1 1 0 0 0,1-1 1 0 0,-1 1-1 0 0,1-1 0 0 0,-1 0 1 0 0,0 1-1 0 0,3-5 0 0 0,11-26-2388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41.9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4 115 10594 0 0,'-4'4'3310'0'0,"9"-6"-2850"0"0,17-9 1006 0 0,-1-1 0 0 0,0 0 0 0 0,25-21 0 0 0,-1-2-1442 0 0,-28 21-1312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42.2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13363 0 0,'20'32'4049'0'0,"-13"-21"-3907"0"0,-1-1-82 0 0,-1 1 1 0 0,0 0-1 0 0,0 0 0 0 0,-1 0 0 0 0,0 0 0 0 0,-1 1 0 0 0,1 13 0 0 0,7 88 164 0 0,-4-21-1697 0 0,-6-80 210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42.6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32 232 10594 0 0,'0'0'24'0'0,"-3"0"81"0"0,0-1 0 0 0,1 0 0 0 0,-1 1-1 0 0,1-1 1 0 0,-1 0 0 0 0,1 0 0 0 0,0-1 0 0 0,0 1 0 0 0,-4-3 0 0 0,6 3-134 0 0,-1 0 0 0 0,1 0 1 0 0,-1 0-1 0 0,1 0 1 0 0,-1 0-1 0 0,1 0 0 0 0,0 0 1 0 0,0 0-1 0 0,-1 0 1 0 0,1 0-1 0 0,0-1 0 0 0,0 1 1 0 0,0 0-1 0 0,0 0 1 0 0,1 0-1 0 0,-1 0 0 0 0,0 0 1 0 0,0 0-1 0 0,1 0 1 0 0,-1 0-1 0 0,1-1 0 0 0,-1 1 1 0 0,1 0-1 0 0,0-1 1 0 0,6-15-173 0 0,1 0 1 0 0,0 1 0 0 0,1 0 0 0 0,1 0-1 0 0,1 1 1 0 0,13-15 0 0 0,-19 24 401 0 0,0 1-1 0 0,1-1 1 0 0,0 1 0 0 0,0 0-1 0 0,0 1 1 0 0,0-1-1 0 0,1 1 1 0 0,-1 0 0 0 0,1 1-1 0 0,0 0 1 0 0,1 0 0 0 0,-1 0-1 0 0,0 1 1 0 0,1 0 0 0 0,-1 1-1 0 0,1 0 1 0 0,9-1-1 0 0</inkml:trace>
  <inkml:trace contextRef="#ctx0" brushRef="#br0" timeOffset="1">147 294 12899 0 0,'-4'1'1224'0'0,"8"-6"-617"0"0,17-18-792 0 0,32-30-2647 0 0,-46 47 2364 0 0,-3 3-124 0 0,-1 0-1 0 0,1-1 0 0 0,-1 2 1 0 0,1-1-1 0 0,0 0 1 0 0,0 1-1 0 0,0-1 1 0 0,7-1-1 0 0,-5 2-862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42.9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66 11979 0 0,'0'2'97'0'0,"0"1"1"0"0,-1 0 0 0 0,1-1 0 0 0,0 1-1 0 0,1-1 1 0 0,-1 1 0 0 0,0-1 0 0 0,1 1-1 0 0,-1-1 1 0 0,1 1 0 0 0,0-1 0 0 0,0 1-1 0 0,0-1 1 0 0,0 0 0 0 0,0 1 0 0 0,3 2-1 0 0,-2-2-49 0 0,1-1-1 0 0,0 1 0 0 0,0-1 1 0 0,0 0-1 0 0,0 0 0 0 0,1 0 1 0 0,-1 0-1 0 0,0-1 0 0 0,1 1 1 0 0,0-1-1 0 0,3 1 0 0 0,-3-1-67 0 0,0 0-1 0 0,0 0 0 0 0,0-1 0 0 0,0 1 0 0 0,0-1 1 0 0,0 0-1 0 0,0 0 0 0 0,0 0 0 0 0,-1-1 0 0 0,1 1 0 0 0,0-1 1 0 0,0 0-1 0 0,0 0 0 0 0,0 0 0 0 0,-1-1 0 0 0,1 1 1 0 0,-1-1-1 0 0,1 0 0 0 0,-1 0 0 0 0,4-3 0 0 0,5-5-629 0 0,-1 0 0 0 0,0-1 1 0 0,19-24-1 0 0,7-6-4083 0 0,-26 28 2855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43.2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 17972 0 0,'0'0'77'0'0,"-1"1"0"0"0,1-1 0 0 0,-1 1 0 0 0,1-1 0 0 0,-1 1-1 0 0,1-1 1 0 0,0 1 0 0 0,-1-1 0 0 0,1 1 0 0 0,0 0 0 0 0,-1-1 0 0 0,1 1 0 0 0,0 0 0 0 0,0-1 0 0 0,0 1 0 0 0,0 0 0 0 0,-1-1 0 0 0,1 1 0 0 0,0 0 0 0 0,0-1 0 0 0,0 1-1 0 0,0 0 1 0 0,0 0 0 0 0,1-1 0 0 0,-1 1 0 0 0,0 0 0 0 0,0-1 0 0 0,0 1 0 0 0,1 0 0 0 0,3 38-1527 0 0,-2-28 1375 0 0,0 3-170 0 0,64 387-723 0 0,-59-375-5316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43.6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40 3209 0 0,'5'-4'292'0'0,"0"0"1"0"0,0 0-1 0 0,0 1 1 0 0,0-1-1 0 0,0 1 0 0 0,1 0 1 0 0,0 1-1 0 0,-1-1 1 0 0,1 1-1 0 0,0 0 1 0 0,0 1-1 0 0,0-1 1 0 0,0 1-1 0 0,1 1 1 0 0,-1-1-1 0 0,0 1 0 0 0,0 0 1 0 0,0 0-1 0 0,1 1 1 0 0,-1 0-1 0 0,10 2 1 0 0,-9-1 40 0 0,-1 0 0 0 0,1 0 0 0 0,0 1 0 0 0,-1-1 0 0 0,1 2 0 0 0,-1-1 0 0 0,0 1 0 0 0,0 0 1 0 0,0 0-1 0 0,-1 0 0 0 0,1 1 0 0 0,-1 0 0 0 0,0 0 0 0 0,-1 1 0 0 0,1-1 0 0 0,-1 1 0 0 0,0 0 0 0 0,5 11 0 0 0,-3-3-170 0 0,-2 0-1 0 0,0 0 1 0 0,0 0-1 0 0,-1 1 1 0 0,-1-1-1 0 0,-1 1 1 0 0,0-1-1 0 0,0 1 1 0 0,-2 0-1 0 0,0-1 0 0 0,-3 19 1 0 0,0-12-457 0 0,-1 1 0 0 0,-12 30 0 0 0,8-29-2268 0 0,-24 41 0 0 0,19-42-2576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44.0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59 118 21661 0 0,'-8'3'849'0'0,"-22"6"368"0"0,30-9-1442 0 0,-1 0 0 0 0,0 1 0 0 0,0-1-1 0 0,0 0 1 0 0,0 0 0 0 0,1 0 0 0 0,-1 0 0 0 0,0 0 0 0 0,0 1 0 0 0,0-2-1 0 0,0 1 1 0 0,1 0 0 0 0,-1 0 0 0 0,0 0 0 0 0,0 0 0 0 0,0 0 0 0 0,0-1 0 0 0,1 1-1 0 0,-1 0 1 0 0,0-1 0 0 0,0 1 0 0 0,1 0 0 0 0,-1-1 0 0 0,-1 0 0 0 0,31-4-3081 0 0,-28 5 3093 0 0,39-5 2398 0 0,0-2-1 0 0,72-21 1 0 0,-52 7-2818 0 0,61-30 0 0 0,-100 41-663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44.3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 0 9218 0 0,'-15'15'735'0'0,"2"10"4530"0"0,10 4-362 0 0,3-7-4810 0 0,5 42 872 0 0,25 118 0 0 0,-13-95-1746 0 0,-1 6 258 0 0,-10-44 503 0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53.7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34 6913 0 0,'-7'-34'8102'0'0,"10"51"-6127"0"0,31 168 2952 0 0,11 92-4763 0 0,-28-164 201 0 0,37 117-19 0 0,-28-133-6788 0 0,-22-80-586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54.0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53 113 2304 0 0,'-8'1'-2395'0'0,"-36"-6"20975"0"0,47 3-18291 0 0,0 0 0 0 0,0 0-1 0 0,1 1 1 0 0,-1-1 0 0 0,1 1 0 0 0,-1-1-1 0 0,1 1 1 0 0,-1 0 0 0 0,7 0-1 0 0,-7 0-43 0 0,181-58 1116 0 0,-114 35-3001 0 0,-40 15-6003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54.6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14747 0 0,'15'27'3353'0'0,"1"6"-3201"0"0,-1 1-1 0 0,-1 0 1 0 0,-2 1 0 0 0,14 67-1 0 0,9 152-389 0 0,-19-121 347 0 0,2 1-1346 0 0,-13-96-5005 0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55.1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1 174 8754 0 0,'1'-9'112'0'0,"0"0"-1"0"0,1 0 1 0 0,1 0-1 0 0,-1 0 1 0 0,1 0 0 0 0,1 0-1 0 0,0 1 1 0 0,0 0 0 0 0,1 0-1 0 0,0 0 1 0 0,0 0-1 0 0,0 1 1 0 0,1 0 0 0 0,1 0-1 0 0,-1 0 1 0 0,10-7 0 0 0,-12 11 137 0 0,1 0 1 0 0,-1 0-1 0 0,1 0 1 0 0,0 0 0 0 0,0 1-1 0 0,0 0 1 0 0,0 0 0 0 0,1 0-1 0 0,-1 0 1 0 0,0 1 0 0 0,1 0-1 0 0,-1 0 1 0 0,1 1-1 0 0,-1-1 1 0 0,9 2 0 0 0,8 0 1101 0 0,0 2 1 0 0,35 9-1 0 0,-17-3-1440 0 0,-34-8 138 0 0,1 1 0 0 0,-1-1 1 0 0,-1 1-1 0 0,1 0 0 0 0,0 0 1 0 0,0 1-1 0 0,-1-1 0 0 0,1 1 1 0 0,-1 1-1 0 0,0-1 0 0 0,8 8 1 0 0,-10-9-34 0 0,-1 1 1 0 0,1 1-1 0 0,-1-1 1 0 0,0 0-1 0 0,0 1 1 0 0,-1-1-1 0 0,1 1 0 0 0,0-1 1 0 0,-1 1-1 0 0,0 0 1 0 0,0-1-1 0 0,0 1 1 0 0,-1 0-1 0 0,1 0 1 0 0,-1 0-1 0 0,0 0 1 0 0,0 0-1 0 0,0 0 1 0 0,-2 6-1 0 0,-3 16 107 0 0,-1-1-1 0 0,-2 1 0 0 0,0-1 1 0 0,-2-1-1 0 0,-16 31 0 0 0,-10 24 1242 0 0,35-76-1249 0 0,0 0 0 0 0,0 0-1 0 0,-1 0 1 0 0,2 0 0 0 0,-1 0 0 0 0,0 0 0 0 0,1 0 0 0 0,-1 0-1 0 0,1 0 1 0 0,0 1 0 0 0,0-1 0 0 0,0 0 0 0 0,0 0-1 0 0,1 0 1 0 0,1 5 0 0 0,-1-7-92 0 0,0 1 0 0 0,0-1 0 0 0,0 0 0 0 0,0 1 0 0 0,1-1 0 0 0,-1 0 0 0 0,0 0 0 0 0,1 0-1 0 0,-1 0 1 0 0,1 0 0 0 0,0 0 0 0 0,-1 0 0 0 0,1 0 0 0 0,0-1 0 0 0,-1 1 0 0 0,1-1 0 0 0,0 1 0 0 0,0-1 0 0 0,-1 0 0 0 0,1 1 0 0 0,0-1 0 0 0,0 0-1 0 0,0 0 1 0 0,-1 0 0 0 0,1-1 0 0 0,0 1 0 0 0,3-1 0 0 0,24-4 347 0 0,0-1-1 0 0,51-17 1 0 0,-21 5-1730 0 0,0 4-4852 0 0,-26 10-1376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29.1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365 130 9674 0 0,'-1'-1'180'0'0,"0"0"0"0"0,0 0 0 0 0,1 0 0 0 0,-1 0 0 0 0,0 0 0 0 0,1 0 0 0 0,-1 0 0 0 0,0 0 0 0 0,1 0 0 0 0,0 0 0 0 0,-1 0 0 0 0,1-1 0 0 0,0 1 0 0 0,-1 0 0 0 0,1 0 0 0 0,0 0 0 0 0,0-1 0 0 0,0 1 0 0 0,0 0-1 0 0,0 0 1 0 0,0-1 0 0 0,1 1 0 0 0,-1 0 0 0 0,0 0 0 0 0,0 0 0 0 0,1 0 0 0 0,-1-1 0 0 0,1 1 0 0 0,0-1 0 0 0,7-12 331 0 0,-8 14-669 0 0,0 1 135 0 0,0-1 1 0 0,0 0-1 0 0,0 0 1 0 0,0 0-1 0 0,0 0 1 0 0,0 0-1 0 0,0 0 1 0 0,1 0-1 0 0,-1 0 1 0 0,0 0-1 0 0,0 0 1 0 0,0 0-1 0 0,0 0 1 0 0,0 0-1 0 0,0 0 1 0 0,0 0-1 0 0,0 0 1 0 0,0 0-1 0 0,0 0 1 0 0,0 0-1 0 0,0 0 1 0 0,0 0-1 0 0,1-1 1 0 0,-1 1-1 0 0,-14 39 962 0 0,-25 65 689 0 0,34-94-1655 0 0,0 0 0 0 0,-1 0 0 0 0,0-1 1 0 0,0 0-1 0 0,-1 0 0 0 0,0 0 0 0 0,-15 13 1 0 0,18-19 115 0 0,-1 0 0 0 0,0 0 0 0 0,0 0 0 0 0,0-1 0 0 0,0 1 0 0 0,0-1 0 0 0,0 0 0 0 0,-1-1 0 0 0,1 1 0 0 0,-1-1 0 0 0,1 0 0 0 0,-1 0 0 0 0,0-1 0 0 0,1 0 0 0 0,-1 0 0 0 0,0 0 0 0 0,1-1 1 0 0,-1 1-1 0 0,1-2 0 0 0,-1 1 0 0 0,1 0 0 0 0,-1-1 0 0 0,1 0 0 0 0,0 0 0 0 0,-6-4 0 0 0,3 2-55 0 0,1 0 1 0 0,0 0 0 0 0,0-1-1 0 0,0 0 1 0 0,0-1-1 0 0,1 1 1 0 0,0-1 0 0 0,0 0-1 0 0,0-1 1 0 0,1 1-1 0 0,0-1 1 0 0,0 0 0 0 0,1-1-1 0 0,0 1 1 0 0,0-1-1 0 0,-2-8 1 0 0,3 7-86 0 0,1 1 0 0 0,1 0 0 0 0,0-1 0 0 0,0 1-1 0 0,0-1 1 0 0,1 0 0 0 0,1 1 0 0 0,-1-1 0 0 0,1 1 0 0 0,1-1 0 0 0,-1 1 0 0 0,2-1 0 0 0,-1 1 0 0 0,1 0 0 0 0,5-10-1 0 0,-6 13 22 0 0,1 1-1 0 0,0-1 0 0 0,0 1 0 0 0,0 0 0 0 0,0 0 0 0 0,0 0 0 0 0,1 1 0 0 0,0-1 1 0 0,0 1-1 0 0,0 0 0 0 0,0 0 0 0 0,1 0 0 0 0,-1 1 0 0 0,1-1 0 0 0,-1 1 1 0 0,1 0-1 0 0,0 0 0 0 0,0 1 0 0 0,0-1 0 0 0,0 1 0 0 0,0 0 0 0 0,0 1 0 0 0,0-1 1 0 0,0 1-1 0 0,0 0 0 0 0,9 1 0 0 0,-3 1 41 0 0,1 0 0 0 0,-1 0 1 0 0,0 1-1 0 0,1 1 0 0 0,-1 0 0 0 0,-1 0 0 0 0,1 1 1 0 0,-1 0-1 0 0,18 12 0 0 0,-14-6 22 0 0,-1 0 1 0 0,0 0-1 0 0,0 2 1 0 0,-1-1-1 0 0,-1 2 0 0 0,11 15 1 0 0,-8-9 2 0 0,-2 2-1 0 0,0-1 1 0 0,-1 1 0 0 0,-1 1 0 0 0,-1 0 0 0 0,-2 0 0 0 0,0 1 0 0 0,-1 0 0 0 0,3 34-1 0 0,-8-43 72 0 0,0 0-1 0 0,-2 0 1 0 0,0 0 0 0 0,0 0-1 0 0,-1-1 1 0 0,-1 1-1 0 0,-1 0 1 0 0,-9 25-1 0 0,9-30 61 0 0,-1 0 0 0 0,0 0 0 0 0,0-1 0 0 0,-1 0-1 0 0,0 0 1 0 0,-1 0 0 0 0,0 0 0 0 0,-1-1 0 0 0,1 0 0 0 0,-1-1 0 0 0,-1 0 0 0 0,-15 11-1 0 0,19-16-231 0 0,-1 0 0 0 0,1 0-1 0 0,0 0 1 0 0,-1-1-1 0 0,1 1 1 0 0,-1-1 0 0 0,0-1-1 0 0,1 1 1 0 0,-1-1-1 0 0,0 0 1 0 0,1 0 0 0 0,-8-1-1 0 0,6 0-446 0 0,-6 0-798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29.6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17 168 7058 0 0,'-1'-1'144'0'0,"-1"-1"0"0"0,1 1 1 0 0,-1-1-1 0 0,1 1 0 0 0,0-1 1 0 0,0 0-1 0 0,0 0 0 0 0,0 0 1 0 0,0 0-1 0 0,0 1 1 0 0,0-1-1 0 0,0 0 0 0 0,1-1 1 0 0,-1 1-1 0 0,1 0 0 0 0,0 0 1 0 0,-1 0-1 0 0,1 0 0 0 0,0 0 1 0 0,0 0-1 0 0,1 0 1 0 0,-1 0-1 0 0,0-1 0 0 0,1 1 1 0 0,-1 0-1 0 0,1 0 0 0 0,-1 0 1 0 0,1 0-1 0 0,0 0 0 0 0,0 0 1 0 0,0 1-1 0 0,0-1 1 0 0,0 0-1 0 0,1 0 0 0 0,2-2 1 0 0,-4 3-58 0 0,1 1 1 0 0,-1 0 0 0 0,0-1-1 0 0,1 1 1 0 0,-1 0 0 0 0,0-1-1 0 0,1 1 1 0 0,-1 0 0 0 0,0 0-1 0 0,1-1 1 0 0,-1 1 0 0 0,1 0-1 0 0,-1 0 1 0 0,1 0 0 0 0,-1 0-1 0 0,1-1 1 0 0,-1 1 0 0 0,1 0 0 0 0,-1 0-1 0 0,1 0 1 0 0,-1 0 0 0 0,0 0-1 0 0,1 0 1 0 0,-1 0 0 0 0,1 0-1 0 0,-1 1 1 0 0,1-1 0 0 0,-1 0-1 0 0,1 0 1 0 0,-1 0 0 0 0,1 1-1 0 0,15 13 1845 0 0,9 25-336 0 0,-24-37-1583 0 0,33 64 630 0 0,41 71-29 0 0,-66-123-533 0 0,1 0 0 0 0,0-1 0 0 0,1-1-1 0 0,0 1 1 0 0,1-2 0 0 0,1 0 0 0 0,15 11-1 0 0,-26-20-13 0 0,1 0 0 0 0,0 0 0 0 0,0 0 0 0 0,0-1 0 0 0,0 1 0 0 0,0-1 0 0 0,0 0 0 0 0,0 0 0 0 0,1 0-1 0 0,-1 0 1 0 0,0-1 0 0 0,1 1 0 0 0,-1-1 0 0 0,5 0 0 0 0,-7 0-23 0 0,1-1 1 0 0,0 0 0 0 0,-1 1-1 0 0,1-1 1 0 0,-1 0-1 0 0,1 0 1 0 0,-1 0-1 0 0,0 0 1 0 0,1 0 0 0 0,-1 0-1 0 0,0 0 1 0 0,0-1-1 0 0,1 1 1 0 0,-1 0-1 0 0,0-1 1 0 0,0 1 0 0 0,-1-1-1 0 0,1 1 1 0 0,0-1-1 0 0,0 1 1 0 0,-1-1-1 0 0,1 0 1 0 0,-1 1-1 0 0,1-1 1 0 0,-1 0 0 0 0,0 1-1 0 0,0-1 1 0 0,0 0-1 0 0,0-2 1 0 0,1-19 139 0 0,0-1 0 0 0,-2 1 1 0 0,-1-1-1 0 0,-7-31 0 0 0,4 22-180 0 0,-2-40 0 0 0,7 54-321 0 0,1 0-1 0 0,1 0 0 0 0,0 1 0 0 0,1-1 1 0 0,1 0-1 0 0,10-26 0 0 0,-5 20-1020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30.0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6 163 19356 0 0,'0'0'52'0'0,"-1"0"0"0"0,1-1 0 0 0,0 1 0 0 0,-1-1 0 0 0,1 1 0 0 0,-1-1 0 0 0,1 1-1 0 0,0-1 1 0 0,-1 1 0 0 0,1-1 0 0 0,0 1 0 0 0,0-1 0 0 0,-1 1 0 0 0,1-1 0 0 0,0 0 0 0 0,0 1 0 0 0,0-1 0 0 0,0 1 0 0 0,0-1-1 0 0,0 0 1 0 0,0 1 0 0 0,0-1 0 0 0,0 1 0 0 0,0-1 0 0 0,0 0 0 0 0,0 1 0 0 0,0-1 0 0 0,0 1 0 0 0,1-1 0 0 0,-1 1 0 0 0,0-1-1 0 0,0 0 1 0 0,1 1 0 0 0,-1-1 0 0 0,0 1 0 0 0,1-1 0 0 0,-1 1 0 0 0,0-1 0 0 0,1 1 0 0 0,0-1 0 0 0,23-26-1179 0 0,-18 20 1084 0 0,5-5-783 0 0,-1 1 0 0 0,2 1-1 0 0,-1 0 1 0 0,1 0 0 0 0,1 2 0 0 0,18-11 0 0 0,-22 14 470 0 0,0 1 0 0 0,0 1 0 0 0,1-1 0 0 0,-1 2 0 0 0,1-1 0 0 0,-1 1 0 0 0,1 1 0 0 0,0 0 1 0 0,0 0-1 0 0,0 1 0 0 0,11 1 0 0 0,11 0 289 0 0,-16 0 67 0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30.3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1 146 11058 0 0,'0'-1'35'0'0,"0"-1"0"0"0,0 1 0 0 0,0 0 0 0 0,-1-1-1 0 0,1 1 1 0 0,1-1 0 0 0,-1 1 0 0 0,0 0 0 0 0,0-1-1 0 0,0 1 1 0 0,1 0 0 0 0,-1-1 0 0 0,1 1 0 0 0,-1 0-1 0 0,1-1 1 0 0,-1 1 0 0 0,1 0 0 0 0,0 0 0 0 0,-1 0-1 0 0,1 0 1 0 0,0 0 0 0 0,0 0 0 0 0,0 0 0 0 0,0 0-1 0 0,0 0 1 0 0,3-2 0 0 0,35-29-1130 0 0,-32 26 1112 0 0,2-1-81 0 0,0 0-1 0 0,1 1 1 0 0,-1 1 0 0 0,1-1 0 0 0,1 2 0 0 0,-1-1 0 0 0,16-3 0 0 0,-10 4 665 0 0,1 0 1 0 0,0 2 0 0 0,0 0 0 0 0,22 1 0 0 0,5-3 130 0 0,-21-3-613 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33.2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15203 0 0,'8'21'1084'0'0,"-3"-11"-1314"0"0,6 23-782 0 0,8 45 0 0 0,9 99 4421 0 0,-18-103-2143 0 0,2 52 139 0 0,-1-10-2458 0 0,3-40-4907 0 0,-9-59 310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33.6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 16131 0 0,'2'1'1745'0'0,"-1"-1"-1745"0"0,0 0 336 0 0,2-2 32 0 0,-1-1 8 0 0,1 1 0 0 0,1-2-1944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34.1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94 294 13363 0 0,'-5'-3'124'0'0,"0"-1"0"0"0,1 0 0 0 0,-1 0 0 0 0,1 0 0 0 0,0-1 0 0 0,0 0-1 0 0,0 1 1 0 0,0-1 0 0 0,1-1 0 0 0,-5-10 0 0 0,0 3-63 0 0,3 6 91 0 0,1-1-1 0 0,-1-1 1 0 0,1 1-1 0 0,1-1 1 0 0,0 1-1 0 0,0-1 1 0 0,0 0-1 0 0,1 0 1 0 0,1 0-1 0 0,-2-19 1 0 0,4 24-92 0 0,-1-1 1 0 0,0 1-1 0 0,1 0 0 0 0,0-1 1 0 0,0 1-1 0 0,0-1 0 0 0,1 1 1 0 0,-1 0-1 0 0,1 0 0 0 0,0 0 1 0 0,0 0-1 0 0,0 0 0 0 0,1 0 1 0 0,0 1-1 0 0,-1-1 0 0 0,1 1 1 0 0,0-1-1 0 0,1 1 0 0 0,-1 0 1 0 0,1 1-1 0 0,-1-1 0 0 0,1 0 1 0 0,0 1-1 0 0,6-3 1 0 0,-6 3-118 0 0,1 0 1 0 0,-1 0-1 0 0,1 0 1 0 0,0 1 0 0 0,-1-1-1 0 0,1 1 1 0 0,0 0-1 0 0,0 1 1 0 0,0-1 0 0 0,0 1-1 0 0,0 0 1 0 0,0 0 0 0 0,0 1-1 0 0,0 0 1 0 0,0-1-1 0 0,-1 1 1 0 0,1 1 0 0 0,5 1-1 0 0,-6-1 50 0 0,0 0 1 0 0,-1 0-1 0 0,1 1 0 0 0,-1-1 0 0 0,1 1 1 0 0,-1 0-1 0 0,0 0 0 0 0,0 0 0 0 0,0 0 0 0 0,-1 0 1 0 0,1 1-1 0 0,-1-1 0 0 0,0 1 0 0 0,0-1 1 0 0,0 1-1 0 0,0 0 0 0 0,0 0 0 0 0,-1 0 1 0 0,0 0-1 0 0,0 0 0 0 0,1 7 0 0 0,0 17-145 0 0,0 0 0 0 0,-2 1 0 0 0,-2-1-1 0 0,-5 35 1 0 0,3-41 139 0 0,2 0-1 0 0,0 1 1 0 0,1-1 0 0 0,1 0-1 0 0,1 1 1 0 0,1-1-1 0 0,9 40 1 0 0,-10-60-43 0 0,0 1-1 0 0,0-1 1 0 0,-1 0 0 0 0,1 1-1 0 0,1-1 1 0 0,-1 0 0 0 0,0 0-1 0 0,1 0 1 0 0,-1 0 0 0 0,1 0-1 0 0,-1 0 1 0 0,1 0 0 0 0,0-1-1 0 0,0 1 1 0 0,0 0 0 0 0,0-1-1 0 0,0 0 1 0 0,0 1-1 0 0,0-1 1 0 0,1 0 0 0 0,2 1-1 0 0,-1-1 121 0 0,-1-1 0 0 0,1 1 0 0 0,0-1 0 0 0,0 0 0 0 0,0 1 0 0 0,0-2 0 0 0,0 1 0 0 0,-1 0 0 0 0,1-1 0 0 0,0 0 0 0 0,0 0 0 0 0,6-3 0 0 0,-4 2 153 0 0,0-1 0 0 0,0 1 0 0 0,0-2 0 0 0,0 1 0 0 0,-1-1 0 0 0,1 1 0 0 0,-1-2 0 0 0,0 1 0 0 0,0 0 0 0 0,-1-1 1 0 0,1 0-1 0 0,-1 0 0 0 0,0-1 0 0 0,0 1 0 0 0,-1-1 0 0 0,3-6 0 0 0,-5 10-145 0 0,-1 0-1 0 0,0 0 1 0 0,0-1-1 0 0,0 1 1 0 0,0 0-1 0 0,0 0 0 0 0,-1-1 1 0 0,1 1-1 0 0,-1 0 1 0 0,1 0-1 0 0,-1 0 1 0 0,0 0-1 0 0,0 0 1 0 0,0-1-1 0 0,0 2 1 0 0,0-1-1 0 0,0 0 1 0 0,-1 0-1 0 0,1 0 1 0 0,-1 0-1 0 0,1 1 1 0 0,-1-1-1 0 0,0 1 1 0 0,1-1-1 0 0,-1 1 1 0 0,0 0-1 0 0,-4-2 1 0 0,-6-5 207 0 0,-1 1-1 0 0,-25-11 1 0 0,36 17-244 0 0,-34-13 56 0 0,-60-30 209 0 0,84 37-847 0 0,2 1 0 0 0,-1-2 1 0 0,1 0-1 0 0,0 0 0 0 0,0-1 0 0 0,-11-12 0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34.5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97 101 9674 0 0,'-96'-6'4480'0'0,"156"-4"-2963"0"0,-21 3-239 0 0,122-12 2211 0 0,10-2-2273 0 0,-4-12-3731 0 0,-146 28-4389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34.8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37 312 0 0,'27'-37'13671'0'0,"-21"64"-12195"0"0,8 115 2336 0 0,-9-73-2574 0 0,22 99 0 0 0,21 32-2421 0 0,-40-161-6178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37.2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23 156 6913 0 0,'0'-4'266'0'0,"0"-1"0"0"0,-1 1 0 0 0,0-1 0 0 0,0 1-1 0 0,0 0 1 0 0,-4-9 0 0 0,0 2 714 0 0,4 9-469 0 0,0 0-1 0 0,0 0 1 0 0,0-1 0 0 0,0 1 0 0 0,0 0 0 0 0,0-1-1 0 0,1 1 1 0 0,-1 0 0 0 0,1-1 0 0 0,0-2-1 0 0,0 3-399 0 0,1 0 0 0 0,-1 1 0 0 0,1-1 0 0 0,0 0 0 0 0,0 1 0 0 0,0-1-1 0 0,0 1 1 0 0,0-1 0 0 0,0 1 0 0 0,0 0 0 0 0,0-1 0 0 0,1 1-1 0 0,-1 0 1 0 0,0 0 0 0 0,1 0 0 0 0,-1 0 0 0 0,3-1 0 0 0,7-6 60 0 0,1 1 0 0 0,0 0 0 0 0,0 1 0 0 0,1 1 0 0 0,-1 0 0 0 0,23-6 0 0 0,-32 11-153 0 0,1-1 0 0 0,-1 0-1 0 0,1 1 1 0 0,-1 0 0 0 0,1 0-1 0 0,0 0 1 0 0,-1 0 0 0 0,1 1 0 0 0,-1-1-1 0 0,1 1 1 0 0,-1 0 0 0 0,0 0-1 0 0,5 2 1 0 0,-6-2-26 0 0,0 1 1 0 0,0-1-1 0 0,0 1 0 0 0,0 0 0 0 0,0-1 1 0 0,0 1-1 0 0,-1 0 0 0 0,1 0 1 0 0,0 1-1 0 0,-1-1 0 0 0,0 0 0 0 0,1 0 1 0 0,-1 1-1 0 0,0-1 0 0 0,0 0 0 0 0,0 1 1 0 0,-1-1-1 0 0,1 1 0 0 0,-1 0 0 0 0,1 2 1 0 0,0 8-24 0 0,0-1 0 0 0,-1 0 0 0 0,0 0 0 0 0,-1 1 1 0 0,0-1-1 0 0,-6 24 0 0 0,-29 74-201 0 0,8-26-35 0 0,24-71 493 0 0,1 1 0 0 0,0-1 1 0 0,1 0-1 0 0,0 1 0 0 0,1 25 0 0 0,1-37-166 0 0,1 1 0 0 0,-1 0-1 0 0,0-1 1 0 0,1 1 0 0 0,-1-1-1 0 0,1 1 1 0 0,0-1 0 0 0,0 1-1 0 0,0-1 1 0 0,0 0 0 0 0,0 1-1 0 0,0-1 1 0 0,1 0 0 0 0,-1 0-1 0 0,1 0 1 0 0,0 0 0 0 0,-1 0-1 0 0,1 0 1 0 0,0-1 0 0 0,0 1-1 0 0,0 0 1 0 0,0-1 0 0 0,1 0 0 0 0,-1 1-1 0 0,0-1 1 0 0,1 0 0 0 0,-1 0-1 0 0,0 0 1 0 0,1-1 0 0 0,-1 1-1 0 0,1 0 1 0 0,-1-1 0 0 0,1 0-1 0 0,0 1 1 0 0,-1-1 0 0 0,1 0-1 0 0,-1-1 1 0 0,4 1 0 0 0,5-1 13 0 0,-1 0 0 0 0,1-1 0 0 0,-1 0 1 0 0,0-1-1 0 0,0 0 0 0 0,0 0 1 0 0,12-7-1 0 0,4-4-1053 0 0,30-21 1 0 0,-22 13-1856 0 0,-11 8-3616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37.6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223 29 17508 0 0,'-3'-3'80'0'0,"0"0"-1"0"0,0 1 1 0 0,0-1 0 0 0,-1 1 0 0 0,1 0 0 0 0,-1 0 0 0 0,0 0 0 0 0,0 0 0 0 0,1 1-1 0 0,-1-1 1 0 0,0 1 0 0 0,0 0 0 0 0,0 0 0 0 0,0 1 0 0 0,-1-1 0 0 0,1 1 0 0 0,0 0-1 0 0,0 0 1 0 0,0 0 0 0 0,0 1 0 0 0,0-1 0 0 0,0 1 0 0 0,0 0 0 0 0,0 0 0 0 0,-7 3-1 0 0,4 0-263 0 0,1 0 0 0 0,0 0 0 0 0,-1 1 0 0 0,1 0 0 0 0,1 0 0 0 0,-1 0-1 0 0,1 1 1 0 0,0-1 0 0 0,0 1 0 0 0,0 1 0 0 0,1-1 0 0 0,0 1-1 0 0,-3 7 1 0 0,-1 3 295 0 0,2-1 0 0 0,0 1 0 0 0,1 0-1 0 0,1 1 1 0 0,0-1 0 0 0,2 1-1 0 0,0-1 1 0 0,0 1 0 0 0,3 25 0 0 0,-1-33-62 0 0,1-1 1 0 0,1 1-1 0 0,0 0 1 0 0,0-1-1 0 0,1 0 1 0 0,0 0-1 0 0,1 1 1 0 0,6 10-1 0 0,-7-14 5 0 0,0-2-1 0 0,1 1 0 0 0,-1 0 0 0 0,1-1 0 0 0,0 1 1 0 0,0-1-1 0 0,1 0 0 0 0,-1-1 0 0 0,1 1 0 0 0,0-1 1 0 0,0 0-1 0 0,0 0 0 0 0,0 0 0 0 0,10 3 0 0 0,-11-5-15 0 0,0 0-1 0 0,0 0 0 0 0,-1 0 1 0 0,1 0-1 0 0,0-1 0 0 0,0 1 0 0 0,0-1 1 0 0,0 0-1 0 0,0-1 0 0 0,0 1 0 0 0,0 0 1 0 0,0-1-1 0 0,0 0 0 0 0,0 0 0 0 0,0 0 1 0 0,-1-1-1 0 0,5-1 0 0 0,-2-1-19 0 0,-1 1 0 0 0,0-1 0 0 0,0 0 0 0 0,0 0 0 0 0,0 0 0 0 0,-1-1 0 0 0,1 0 1 0 0,-1 0-1 0 0,6-10 0 0 0,-2 2 37 0 0,-1 0 1 0 0,-1-1 0 0 0,0 0-1 0 0,-1 0 1 0 0,-1 0 0 0 0,0 0-1 0 0,-1-1 1 0 0,3-24 0 0 0,-6 25-82 0 0,0 0 0 0 0,-1 0 0 0 0,-1 0 0 0 0,0 0 0 0 0,-1 0 0 0 0,0 0 0 0 0,-1 1 0 0 0,0-1 1 0 0,-8-13-1 0 0,9 21-217 0 0,1 1 0 0 0,-1 0 0 0 0,-1 0 1 0 0,1 0-1 0 0,-1 1 0 0 0,0-1 0 0 0,0 1 0 0 0,0 0 1 0 0,0 0-1 0 0,-10-6 0 0 0,11 8-77 0 0,-1 0 0 0 0,0 1 1 0 0,0-1-1 0 0,1 1 0 0 0,-1 0 0 0 0,0 0 0 0 0,0 0 0 0 0,0 0 0 0 0,0 1 1 0 0,0 0-1 0 0,-1 0 0 0 0,1 0 0 0 0,0 0 0 0 0,0 1 0 0 0,0-1 0 0 0,0 1 0 0 0,-4 1 1 0 0,-8 4-4214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38.2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26 9674 0 0,'5'-3'82'0'0,"0"0"0"0"0,0 0-1 0 0,1 0 1 0 0,-1 0 0 0 0,1 1 0 0 0,0 0-1 0 0,-1 0 1 0 0,1 1 0 0 0,0 0 0 0 0,0 0-1 0 0,0 0 1 0 0,0 0 0 0 0,0 1 0 0 0,0 0-1 0 0,1 1 1 0 0,-1-1 0 0 0,7 3 0 0 0,-8-2 29 0 0,0 1 1 0 0,0 0 0 0 0,0 0-1 0 0,0 0 1 0 0,0 1 0 0 0,0 0-1 0 0,-1 0 1 0 0,0 0 0 0 0,0 0-1 0 0,1 1 1 0 0,-2 0 0 0 0,1 0-1 0 0,0 0 1 0 0,-1 0 0 0 0,0 0-1 0 0,0 1 1 0 0,0-1 0 0 0,-1 1-1 0 0,4 7 1 0 0,1 7 768 0 0,-2 0-1 0 0,0 0 1 0 0,-1 0 0 0 0,3 34 0 0 0,-4-26 314 0 0,11 44 1 0 0,-3-147-2471 0 0,-7 49 847 0 0,-2 8 184 0 0,1 0 1 0 0,10-34-1 0 0,-12 49 224 0 0,0 1-1 0 0,0-1 1 0 0,1 1-1 0 0,-1-1 1 0 0,1 1-1 0 0,0 0 0 0 0,0 0 1 0 0,0 0-1 0 0,0 0 1 0 0,1 0-1 0 0,-1 0 1 0 0,1 0-1 0 0,0 1 1 0 0,0-1-1 0 0,0 1 0 0 0,0 0 1 0 0,0 0-1 0 0,0 0 1 0 0,0 0-1 0 0,6-1 1 0 0,-7 2 29 0 0,0 1 1 0 0,0 0 0 0 0,0 0-1 0 0,0 0 1 0 0,1 0-1 0 0,-1 0 1 0 0,0 1 0 0 0,0-1-1 0 0,0 0 1 0 0,0 1-1 0 0,0 0 1 0 0,0-1 0 0 0,0 1-1 0 0,0 0 1 0 0,0 0-1 0 0,0 0 1 0 0,-1 1 0 0 0,1-1-1 0 0,0 0 1 0 0,-1 1-1 0 0,1-1 1 0 0,-1 1 0 0 0,1-1-1 0 0,-1 1 1 0 0,2 2-1 0 0,6 8 222 0 0,-2-1 0 0 0,13 25 0 0 0,-10-17-68 0 0,0-1-135 0 0,2 0 0 0 0,0-1 1 0 0,28 30-1 0 0,-39-47-25 0 0,0 0 0 0 0,-1 0 0 0 0,1 1 0 0 0,0-1 0 0 0,-1 0 0 0 0,1 0-1 0 0,0 0 1 0 0,0 0 0 0 0,-1 0 0 0 0,1-1 0 0 0,0 1 0 0 0,-1 0 0 0 0,1 0 0 0 0,0 0 0 0 0,0 0 0 0 0,-1-1 0 0 0,1 1 0 0 0,-1 0 0 0 0,1-1 0 0 0,0 1-1 0 0,-1-1 1 0 0,1 1 0 0 0,-1-1 0 0 0,1 1 0 0 0,-1-1 0 0 0,1 1 0 0 0,-1-1 0 0 0,1 1 0 0 0,-1-1 0 0 0,1 0 0 0 0,16-20 76 0 0,-17 21-77 0 0,24-38 48 0 0,-19 28-72 0 0,1 1-1 0 0,0 0 1 0 0,0 0-1 0 0,0 0 0 0 0,1 1 1 0 0,1 0-1 0 0,14-13 1 0 0,-21 21 28 0 0,0-1 0 0 0,1 0-1 0 0,-1 1 1 0 0,0-1 0 0 0,1 0 0 0 0,-1 1-1 0 0,0 0 1 0 0,1-1 0 0 0,-1 1 0 0 0,1 0 0 0 0,-1 0-1 0 0,1-1 1 0 0,-1 1 0 0 0,1 0 0 0 0,-1 1-1 0 0,1-1 1 0 0,-1 0 0 0 0,1 0 0 0 0,-1 1 0 0 0,1-1-1 0 0,-1 1 1 0 0,0-1 0 0 0,1 1 0 0 0,-1-1-1 0 0,0 1 1 0 0,1 0 0 0 0,-1 0 0 0 0,0 0 0 0 0,0 0-1 0 0,0 0 1 0 0,0 0 0 0 0,1 0 0 0 0,-2 0 0 0 0,1 0-1 0 0,0 0 1 0 0,0 0 0 0 0,0 1 0 0 0,0-1-1 0 0,0 3 1 0 0,5 7 307 0 0,0 1 0 0 0,-1-1 0 0 0,6 23 0 0 0,-6-17-44 0 0,24 51-186 0 0,-2-27-6673 0 0,-16-27 703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38.5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97 16131 0 0,'13'-50'2006'0'0,"8"3"-5076"0"0,-36 92-516 0 0,-1 41 7037 0 0,14-71-2865 0 0,-1 1-155 0 0,-31 198 2512 0 0,19-71-8156 0 0,13-127 96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38.9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25 10594 0 0,'0'-2'169'0'0,"1"1"0"0"0,0-1 0 0 0,0 1 0 0 0,0-1 0 0 0,0 1 0 0 0,0 0 0 0 0,0-1-1 0 0,0 1 1 0 0,0 0 0 0 0,0 0 0 0 0,1 0 0 0 0,-1 0 0 0 0,0 0 0 0 0,1 0 0 0 0,-1 0 0 0 0,1 1-1 0 0,-1-1 1 0 0,1 0 0 0 0,-1 1 0 0 0,1-1 0 0 0,0 1 0 0 0,-1-1 0 0 0,1 1 0 0 0,0 0 0 0 0,-1 0-1 0 0,1 0 1 0 0,0 0 0 0 0,-1 0 0 0 0,1 0 0 0 0,0 0 0 0 0,-1 1 0 0 0,1-1 0 0 0,-1 0 0 0 0,4 2-1 0 0,-2 0-35 0 0,0 0-1 0 0,0 0 1 0 0,0 0-1 0 0,0 0 1 0 0,0 1-1 0 0,0 0 0 0 0,0-1 1 0 0,-1 1-1 0 0,0 0 1 0 0,1 0-1 0 0,-1 0 1 0 0,0 0-1 0 0,-1 1 1 0 0,4 5-1 0 0,44 145 1487 0 0,-34-100-1104 0 0,31 74-1 0 0,-38-111-711 0 0,0 0-1 0 0,1-1 1 0 0,1 0 0 0 0,1-1-1 0 0,0 0 1 0 0,1 0 0 0 0,0-1-1 0 0,19 16 1 0 0,-16-20-694 0 0,14 0-5055 0 0,-28-10 5735 0 0,0 0 1 0 0,1 0-1 0 0,-1 0 0 0 0,0 0 1 0 0,0 0-1 0 0,0 0 1 0 0,0 0-1 0 0,0 0 0 0 0,1 0 1 0 0,-1-1-1 0 0,0 1 0 0 0,0 0 1 0 0,0-1-1 0 0,0 1 1 0 0,0-1-1 0 0,0 1 0 0 0,0-1 1 0 0,0 1-1 0 0,0-1 1 0 0,0 0-1 0 0,0 1 0 0 0,0-1 1 0 0,0 0-1 0 0,-1 0 0 0 0,1 0 1 0 0,0 0-1 0 0,-1 0 1 0 0,1 0-1 0 0,0 0 0 0 0,-1 0 1 0 0,1 0-1 0 0,-1 0 1 0 0,0 0-1 0 0,1 0 0 0 0,-1 0 1 0 0,0 0-1 0 0,1-1 0 0 0,-1 1 1 0 0,0-1-1 0 0,0-10 190 0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39.2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1 153 10138 0 0,'0'-1'121'0'0,"0"0"-1"0"0,0 0 1 0 0,0 0-1 0 0,0 0 1 0 0,0 0-1 0 0,0 0 1 0 0,0 0-1 0 0,1 0 1 0 0,-1 0-1 0 0,0 0 1 0 0,1 0-1 0 0,-1 0 1 0 0,0 0-1 0 0,1 0 1 0 0,-1 0-1 0 0,1 1 1 0 0,-1-1-1 0 0,1 0 1 0 0,0 0-1 0 0,-1 0 1 0 0,1 1-1 0 0,0-1 1 0 0,0 1-1 0 0,-1-1 1 0 0,1 0-1 0 0,0 1 1 0 0,1-1-1 0 0,28-22 3280 0 0,-28 22-3348 0 0,26-17-198 0 0,1 2-1 0 0,1 1 1 0 0,59-22 0 0 0,-69 30 106 0 0,4-4-104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40.5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67 15203 0 0,'1'-4'259'0'0,"0"-1"0"0"0,1 0 1 0 0,0 0-1 0 0,0 1 0 0 0,0-1 0 0 0,5-8 0 0 0,-6 11-290 0 0,0 1-1 0 0,0-1 1 0 0,0 0-1 0 0,1 0 1 0 0,-1 1-1 0 0,0-1 1 0 0,1 1-1 0 0,-1-1 1 0 0,1 1 0 0 0,0 0-1 0 0,-1-1 1 0 0,1 1-1 0 0,0 0 1 0 0,0 0-1 0 0,0 0 1 0 0,0 0-1 0 0,0 1 1 0 0,3-2 0 0 0,-4 2 51 0 0,0 1 0 0 0,0-1 0 0 0,0 0 0 0 0,-1 1 0 0 0,1-1 1 0 0,0 1-1 0 0,0-1 0 0 0,0 1 0 0 0,-1 0 0 0 0,1-1 1 0 0,0 1-1 0 0,-1-1 0 0 0,1 1 0 0 0,-1 0 0 0 0,1 0 0 0 0,0-1 1 0 0,-1 1-1 0 0,0 0 0 0 0,1 0 0 0 0,-1 0 0 0 0,1 0 1 0 0,-1 0-1 0 0,0 0 0 0 0,0-1 0 0 0,1 1 0 0 0,-1 0 1 0 0,0 0-1 0 0,0 2 0 0 0,3 33 807 0 0,-2-28-624 0 0,5 181 3072 0 0,-2-14-3041 0 0,0-126-2200 0 0,15 76 0 0 0,-13-109-916 0 0,-4-10 1411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41.0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1 168 7834 0 0,'1'-5'373'0'0,"1"0"0"0"0,0 1-1 0 0,0-1 1 0 0,0 1 0 0 0,1 0 0 0 0,-1 0 0 0 0,1 0 0 0 0,0 0 0 0 0,1 0 0 0 0,4-4 0 0 0,41-35 432 0 0,-40 35-801 0 0,3-1-59 0 0,0 0 0 0 0,0 1 0 0 0,0 1 0 0 0,23-11 0 0 0,-28 16 203 0 0,0-1 0 0 0,0 1 0 0 0,0 0 0 0 0,0 0 1 0 0,1 1-1 0 0,-1 0 0 0 0,1 0 0 0 0,-1 1 0 0 0,0 0 0 0 0,15 1 0 0 0,-20 0-85 0 0,-1-1 0 0 0,1 0 0 0 0,-1 1 0 0 0,0-1 0 0 0,1 1 0 0 0,-1-1 0 0 0,1 1 0 0 0,-1-1 0 0 0,0 1 0 0 0,0 0 0 0 0,1 0 0 0 0,-1 0 0 0 0,0 0 0 0 0,0 0 0 0 0,0 0 0 0 0,0 0 0 0 0,0 0 0 0 0,0 0 0 0 0,0 0 0 0 0,0 0 0 0 0,1 3 0 0 0,-2-1-15 0 0,1 0 0 0 0,0-1 0 0 0,0 1 0 0 0,-1 0 0 0 0,0 0 0 0 0,0 0-1 0 0,0 0 1 0 0,0-1 0 0 0,0 1 0 0 0,-1 5 0 0 0,-1 3-10 0 0,-2 1 1 0 0,1-1-1 0 0,-1 0 0 0 0,-8 15 0 0 0,-17 26-127 0 0,-2 0-1 0 0,-55 67 0 0 0,47-66 1177 0 0,37-51-908 0 0,0 1 1 0 0,0 0-1 0 0,0-1 0 0 0,1 1 1 0 0,-1 0-1 0 0,1 0 0 0 0,-1 0 1 0 0,1 0-1 0 0,-1 5 0 0 0,2-7-116 0 0,0 0 0 0 0,0 0-1 0 0,1 0 1 0 0,-1 0 0 0 0,0 0 0 0 0,1 0 0 0 0,-1 0-1 0 0,1 0 1 0 0,-1 0 0 0 0,1-1 0 0 0,0 1-1 0 0,-1 0 1 0 0,1 0 0 0 0,0-1 0 0 0,-1 1 0 0 0,1 0-1 0 0,0-1 1 0 0,0 1 0 0 0,0 0 0 0 0,0-1-1 0 0,0 1 1 0 0,-1-1 0 0 0,1 0 0 0 0,0 1 0 0 0,0-1-1 0 0,0 0 1 0 0,0 1 0 0 0,0-1 0 0 0,0 0-1 0 0,0 0 1 0 0,0 0 0 0 0,0 0 0 0 0,2 0-1 0 0,32 4 412 0 0,1-2-1 0 0,-1-1 0 0 0,54-6 0 0 0,-18 1-368 0 0,-49 3-239 0 0,11-1-357 0 0,-1 2-1 0 0,60 7 1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41.9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0 256 14747 0 0,'5'-3'33'0'0,"-1"0"0"0"0,1 1 1 0 0,0 0-1 0 0,0 0 0 0 0,0 0 0 0 0,0 0 0 0 0,0 1 0 0 0,0 0 0 0 0,7-1 0 0 0,7-2-217 0 0,323-64-671 0 0,-144 33 3102 0 0,457-62 400 0 0,-215 67-8448 0 0,-405 29 887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42.2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1193 4 8266 0 0,'59'-3'619'0'0,"-56"5"-427"0"0,-1 0 0 0 0,1 1 0 0 0,-1-1 1 0 0,0 1-1 0 0,0-1 0 0 0,0 1 0 0 0,0 0 1 0 0,0 0-1 0 0,-1 0 0 0 0,1 0 0 0 0,-1 0 1 0 0,2 5-1 0 0,1 7 481 0 0,1 0 1 0 0,-2 1-1 0 0,0-1 1 0 0,-1 1-1 0 0,0 0 1 0 0,-2 28 0 0 0,-13 100 197 0 0,6-93-536 0 0,-8 94 154 0 0,5 0 0 0 0,14 212 0 0 0,-1-321-469 0 0,5 59 108 0 0,-5 107 1 0 0,-4-174 96 0 0,-2 0 0 0 0,0 0 0 0 0,-2 0 0 0 0,-1 0 0 0 0,-2-1 0 0 0,0 0 0 0 0,-2-1 0 0 0,-19 37 0 0 0,21-49-222 0 0,-2 0-1 0 0,0-1 1 0 0,-1-1 0 0 0,0 0-1 0 0,-1 0 1 0 0,0-1 0 0 0,0 0-1 0 0,-2-1 1 0 0,1-1 0 0 0,-1 0-1 0 0,0-1 1 0 0,-16 6 0 0 0,0-1 110 0 0,0-1 0 0 0,0-2 1 0 0,-1-1-1 0 0,-1-1 0 0 0,-37 4 1 0 0,0-5 86 0 0,0-4 1 0 0,0-2-1 0 0,0-3 1 0 0,0-3-1 0 0,-89-19 1 0 0,-4 0-792 0 0,54 13-3203 0 0,76 8-3042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42.6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 81 9674 0 0,'-6'-15'1410'0'0,"0"0"1"0"0,0 0-1 0 0,-4-21 0 0 0,19 152-207 0 0,-7 141-1 0 0,-4-124-334 0 0,2-61-920 0 0,4 194 1331 0 0,6-134-2733 0 0,9-1-3616 0 0,-10-92-651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43.4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 1634 6449 0 0,'-18'22'2921'0'0,"18"-21"-2775"0"0,-1 0 0 0 0,1 0 0 0 0,-1-1 0 0 0,1 1 0 0 0,-1-1-1 0 0,1 1 1 0 0,-1 0 0 0 0,0-1 0 0 0,1 1 0 0 0,-1-1 0 0 0,0 1 0 0 0,1-1 0 0 0,-1 0-1 0 0,0 1 1 0 0,0-1 0 0 0,0 0 0 0 0,1 1 0 0 0,-1-1 0 0 0,0 0 0 0 0,0 0 0 0 0,0 0-1 0 0,0 0 1 0 0,1 0 0 0 0,-1 0 0 0 0,0 0 0 0 0,0 0 0 0 0,0 0 0 0 0,0 0 0 0 0,1 0-1 0 0,-3-1 1 0 0,3-1 97 0 0,0 0 1 0 0,-1 0-1 0 0,1 0 0 0 0,0 0 0 0 0,0 0 0 0 0,0 0 1 0 0,1 0-1 0 0,-1 0 0 0 0,0 0 0 0 0,1 0 0 0 0,-1 0 1 0 0,1 0-1 0 0,0 0 0 0 0,-1 0 0 0 0,3-3 0 0 0,-1-1 193 0 0,25-59 852 0 0,2 0 1 0 0,50-79 0 0 0,-18 36-867 0 0,493-783 756 0 0,-538 868-1184 0 0,18-25-78 0 0,-3-1-1 0 0,-2-1 1 0 0,38-89-1 0 0,-61 113 227 0 0,-6 13-799 0 0,0 13 582 0 0,-1 0 1 0 0,1 0-1 0 0,0 0 1 0 0,0-1-1 0 0,0 1 1 0 0,0 0-1 0 0,-4-2-1714 0 0,4 2 1714 0 0,-1 0 1 0 0,1 0-1 0 0,0 0 1 0 0,0 0-1 0 0,0 0 1 0 0,0 0-1 0 0,-1 0 0 0 0,1 0 1 0 0,0 1-1 0 0,0-1 1 0 0,-1 0-1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43.9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108 58 6913 0 0,'-33'9'643'0'0,"22"-5"9"0"0,0-1 0 0 0,-1 0 1 0 0,1-1-1 0 0,-15 1 0 0 0,26-3-639 0 0,0 0 0 0 0,0 0-1 0 0,0 0 1 0 0,-1 0 0 0 0,1 0 0 0 0,0 0-1 0 0,0 0 1 0 0,0 0 0 0 0,0 0 0 0 0,0 0 0 0 0,0 0-1 0 0,-1 0 1 0 0,1 0 0 0 0,0 0 0 0 0,0-1 0 0 0,0 1-1 0 0,0 0 1 0 0,0 0 0 0 0,0 0 0 0 0,0 0-1 0 0,0 0 1 0 0,-1 0 0 0 0,1 0 0 0 0,0 0 0 0 0,0 0-1 0 0,0 0 1 0 0,0 0 0 0 0,0-1 0 0 0,0 1 0 0 0,0 0-1 0 0,0 0 1 0 0,0 0 0 0 0,0 0 0 0 0,0 0-1 0 0,0 0 1 0 0,0-1 0 0 0,0 1 0 0 0,0 0 0 0 0,0 0-1 0 0,0 0 1 0 0,0 0 0 0 0,0 0 0 0 0,0 0 0 0 0,0 0-1 0 0,0-1 1 0 0,0 1 0 0 0,0 0 0 0 0,0 0-1 0 0,0 0 1 0 0,0 0 0 0 0,0 0 0 0 0,0 0 0 0 0,0 0-1 0 0,0-1 1 0 0,0 1 0 0 0,0 0 0 0 0,0 0-1 0 0,1 0 1 0 0,-1 0 0 0 0,0 0 0 0 0,9-11 469 0 0,13-8 178 0 0,-12 12-384 0 0,1 1 1 0 0,-1 0 0 0 0,1 1-1 0 0,1 1 1 0 0,-1 0 0 0 0,1 0-1 0 0,-1 1 1 0 0,1 0-1 0 0,0 1 1 0 0,0 0 0 0 0,1 1-1 0 0,17 1 1 0 0,-23 1-216 0 0,0-1 0 0 0,-1 1 0 0 0,1 1 0 0 0,0-1 0 0 0,-1 1 1 0 0,1 1-1 0 0,-1-1 0 0 0,1 1 0 0 0,-1 0 0 0 0,0 0 0 0 0,0 1 0 0 0,-1 0 0 0 0,1 0 0 0 0,-1 0 0 0 0,0 0 0 0 0,0 1 1 0 0,0 0-1 0 0,0 0 0 0 0,-1 1 0 0 0,0-1 0 0 0,0 1 0 0 0,-1 0 0 0 0,5 9 0 0 0,1 7 14 0 0,0 1 0 0 0,-2 0 0 0 0,0 1 0 0 0,-2 0 0 0 0,-1 0 0 0 0,3 48 0 0 0,-8 61-1088 0 0,-5-45-2783 0 0,4-65 2095 0 0,1 4-3394 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44.3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15 18460 0 0,'0'1'896'0'0,"1"-1"-384"0"0,0-1 0 0 0,2 1-408 0 0,-2-2-104 0 0,3 2 0 0 0,1-1 0 0 0,2-1-256 0 0,2 0-80 0 0,4-1-16 0 0,-2 1 0 0 0,-1 1-784 0 0,-2 0-160 0 0,-2 3-33 0 0,-3 7-1615 0 0,-7 0-329 0 0,-9 0-64 0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50.8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141 181 9674 0 0,'-9'2'724'0'0,"-1"0"-1"0"0,1 0 0 0 0,-1-2 1 0 0,0 1-1 0 0,1-1 1 0 0,-1 0-1 0 0,0-1 1 0 0,1 0-1 0 0,-1-1 0 0 0,1 0 1 0 0,-1 0-1 0 0,-13-6 1 0 0,22 8-720 0 0,1 0 1 0 0,0-1-1 0 0,0 1 0 0 0,0 0 1 0 0,0-1-1 0 0,-1 1 0 0 0,1 0 1 0 0,0 0-1 0 0,0-1 1 0 0,0 1-1 0 0,0 0 0 0 0,0-1 1 0 0,0 1-1 0 0,0 0 1 0 0,0-1-1 0 0,0 1 0 0 0,0 0 1 0 0,0-1-1 0 0,0 1 1 0 0,0 0-1 0 0,0 0 0 0 0,0-1 1 0 0,0 1-1 0 0,1 0 1 0 0,-1-1-1 0 0,0 1 0 0 0,0 0 1 0 0,0 0-1 0 0,0-1 0 0 0,1 1 1 0 0,-1 0-1 0 0,0 0 1 0 0,0-1-1 0 0,0 1 0 0 0,1 0 1 0 0,-1 0-1 0 0,0 0 1 0 0,0-1-1 0 0,1 1 0 0 0,-1 0 1 0 0,0 0-1 0 0,1 0 1 0 0,-1 0-1 0 0,0 0 0 0 0,0 0 1 0 0,1 0-1 0 0,-1 0 0 0 0,0-1 1 0 0,1 1-1 0 0,-1 0 1 0 0,1 0-1 0 0,22-10 246 0 0,-18 8-237 0 0,74-34 3 0 0,98-40-14 0 0,-154 68 0 0 0,1 1 0 0 0,0 1 0 0 0,0 1 0 0 0,1 1 0 0 0,40-1 0 0 0,-62 5 24 0 0,0 0 0 0 0,0 0-1 0 0,0 0 1 0 0,-1 0 0 0 0,1 1 0 0 0,0 0-1 0 0,0-1 1 0 0,-1 1 0 0 0,1 0 0 0 0,0 0-1 0 0,-1 0 1 0 0,1 1 0 0 0,-1-1-1 0 0,0 1 1 0 0,1-1 0 0 0,-1 1 0 0 0,0 0-1 0 0,0 0 1 0 0,0 0 0 0 0,0 0 0 0 0,0 0-1 0 0,0 0 1 0 0,-1 0 0 0 0,1 1 0 0 0,-1-1-1 0 0,0 1 1 0 0,1-1 0 0 0,-1 1 0 0 0,0 0-1 0 0,-1-1 1 0 0,1 1 0 0 0,0 0-1 0 0,-1-1 1 0 0,1 7 0 0 0,0 8 46 0 0,-1 0 1 0 0,0 0-1 0 0,-1 0 0 0 0,-6 28 0 0 0,5-30-122 0 0,-3 21 20 0 0,-9 53 500 0 0,3 1 0 0 0,3 93-1 0 0,6-105 284 0 0,0-47-2220 0 0,1 0-4280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51.1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88 11979 0 0,'-2'0'344'0'0,"0"-1"1"0"0,0 1-1 0 0,0-1 0 0 0,0 1 1 0 0,0-1-1 0 0,0 0 1 0 0,0 0-1 0 0,0 0 1 0 0,0 0-1 0 0,0 0 1 0 0,1 0-1 0 0,-3-2 1 0 0,4 3-267 0 0,-1-1-1 0 0,1 1 1 0 0,-1-1 0 0 0,1 0-1 0 0,-1 0 1 0 0,1 1 0 0 0,-1-1-1 0 0,1 0 1 0 0,0 0 0 0 0,-1 0 0 0 0,1 1-1 0 0,0-1 1 0 0,0 0 0 0 0,0 0-1 0 0,-1 0 1 0 0,1 0 0 0 0,0 1-1 0 0,0-1 1 0 0,0 0 0 0 0,0 0 0 0 0,1 0-1 0 0,-1 0 1 0 0,0 0 0 0 0,0 0-1 0 0,0 1 1 0 0,1-1 0 0 0,-1 0 0 0 0,0 0-1 0 0,1 0 1 0 0,-1 1 0 0 0,1-1-1 0 0,-1 0 1 0 0,1 0 0 0 0,3-3-44 0 0,0 0-1 0 0,1 1 1 0 0,-1-1 0 0 0,1 1 0 0 0,0 0-1 0 0,-1 1 1 0 0,1-1 0 0 0,0 1 0 0 0,0 0 0 0 0,1 0-1 0 0,-1 1 1 0 0,0-1 0 0 0,1 1 0 0 0,7-1-1 0 0,12-3 673 0 0,-9 0-957 0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51.5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 1 17972 0 0,'-21'9'2942'0'0,"4"3"-3949"0"0,16-11 656 0 0,0 1-1 0 0,0 0 0 0 0,0-1 1 0 0,0 1-1 0 0,0 0 1 0 0,0-1-1 0 0,0 1 0 0 0,1 0 1 0 0,-1 0-1 0 0,1 0 0 0 0,-1 0 1 0 0,1 0-1 0 0,0 0 0 0 0,0 0 1 0 0,0 0-1 0 0,0-1 0 0 0,0 1 1 0 0,0 0-1 0 0,0 0 0 0 0,1 3 1 0 0,1 6 175 0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51.8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49 244 4609 0 0,'-8'-14'684'0'0,"1"-1"-1"0"0,0 0 1 0 0,0 0-1 0 0,-6-27 1 0 0,11 37-198 0 0,1 0 1 0 0,0-1-1 0 0,0 1 1 0 0,0-1 0 0 0,1 0-1 0 0,-1 1 1 0 0,1-1-1 0 0,1 0 1 0 0,-1 1-1 0 0,1-1 1 0 0,0 1 0 0 0,0-1-1 0 0,1 1 1 0 0,-1-1-1 0 0,1 1 1 0 0,1 0-1 0 0,2-6 1 0 0,-3 8-382 0 0,0 1 0 0 0,0-1 1 0 0,0 0-1 0 0,0 0 0 0 0,1 1 1 0 0,-1 0-1 0 0,1-1 0 0 0,0 1 0 0 0,0 0 1 0 0,0 0-1 0 0,0 1 0 0 0,0-1 0 0 0,0 0 1 0 0,0 1-1 0 0,0 0 0 0 0,1 0 1 0 0,-1 0-1 0 0,1 0 0 0 0,-1 0 0 0 0,0 1 1 0 0,4-1-1 0 0,-4 2-136 0 0,0-1 1 0 0,0 1 0 0 0,0-1-1 0 0,0 1 1 0 0,0 0-1 0 0,0 0 1 0 0,0 0-1 0 0,-1 1 1 0 0,1-1 0 0 0,-1 1-1 0 0,1-1 1 0 0,-1 1-1 0 0,1 0 1 0 0,-1 0-1 0 0,0 0 1 0 0,0 0-1 0 0,0 0 1 0 0,0 1 0 0 0,0-1-1 0 0,0 0 1 0 0,-1 1-1 0 0,1 0 1 0 0,-1-1-1 0 0,2 5 1 0 0,4 11-272 0 0,-2-1-1 0 0,1 1 1 0 0,-2 0-1 0 0,-1 0 1 0 0,0 0-1 0 0,-1 1 1 0 0,-1 30 0 0 0,-2-15 277 0 0,-2 0 0 0 0,-1 0 1 0 0,-12 42-1 0 0,2-34 1329 0 0,10-34-658 0 0,1 0 0 0 0,0 0 0 0 0,0 1 1 0 0,1-1-1 0 0,0 1 0 0 0,-1 12 0 0 0,4-21-613 0 0,-1 0 0 0 0,1 1 0 0 0,-1-1 0 0 0,1 0 0 0 0,-1 0 0 0 0,0 0 1 0 0,1 0-1 0 0,-1 1 0 0 0,1-1 0 0 0,-1 0 0 0 0,1 0 0 0 0,-1 0 0 0 0,1 0 0 0 0,-1 0 1 0 0,1 0-1 0 0,-1 0 0 0 0,1 0 0 0 0,-1 0 0 0 0,1-1 0 0 0,-1 1 0 0 0,1 0 0 0 0,-1 0 1 0 0,0 0-1 0 0,1 0 0 0 0,-1-1 0 0 0,1 1 0 0 0,-1 0 0 0 0,1-1 0 0 0,-1 1 0 0 0,1-1 1 0 0,22-10-67 0 0,-19 9 107 0 0,13-6-239 0 0,0 1 1 0 0,0 0 0 0 0,1 2-1 0 0,-1 0 1 0 0,1 1-1 0 0,34-3 1 0 0,-26 5-1006 0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52.2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31 280 17972 0 0,'-2'-2'215'0'0,"-1"0"0"0"0,1 1 1 0 0,0-1-1 0 0,0 0 0 0 0,0 0 1 0 0,0 0-1 0 0,0-1 0 0 0,0 1 1 0 0,0 0-1 0 0,1-1 0 0 0,-3-4 0 0 0,3 5-247 0 0,1 1 0 0 0,-1-1 0 0 0,1 1 0 0 0,-1-1 0 0 0,1 1 0 0 0,-1-1 0 0 0,1 1 0 0 0,0-1 0 0 0,0 0 0 0 0,0 1 0 0 0,0-1 0 0 0,0 1-1 0 0,0-1 1 0 0,0 0 0 0 0,1 1 0 0 0,-1-1 0 0 0,1 1 0 0 0,-1-1 0 0 0,1 1 0 0 0,-1-1 0 0 0,1 1 0 0 0,0-1 0 0 0,1-2 0 0 0,-1 4 23 0 0,0 0-1 0 0,-1 0 1 0 0,1-1 0 0 0,-1 1 0 0 0,1 0 0 0 0,0 0 0 0 0,-1 0 0 0 0,1 0 0 0 0,-1-1 0 0 0,1 1 0 0 0,0 0 0 0 0,-1 0 0 0 0,1 0 0 0 0,0 1 0 0 0,-1-1 0 0 0,1 0 0 0 0,0 0 0 0 0,-1 0-1 0 0,1 0 1 0 0,-1 0 0 0 0,1 1 0 0 0,-1-1 0 0 0,1 0 0 0 0,0 1 0 0 0,-1-1 0 0 0,1 0 0 0 0,-1 1 0 0 0,1-1 0 0 0,-1 1 0 0 0,1-1 0 0 0,-1 1 0 0 0,1 0 0 0 0,18 18 396 0 0,-17-17-318 0 0,85 112 747 0 0,-9-8-943 0 0,-66-93 70 0 0,0 0 0 0 0,0-1-1 0 0,1-1 1 0 0,1 0 0 0 0,22 14-1 0 0,-33-23 78 0 0,0 0 1 0 0,1 0-1 0 0,-1-1 0 0 0,1 1 0 0 0,-1-1 0 0 0,1 0 0 0 0,0 0 0 0 0,0 0 0 0 0,7 0 0 0 0,-10-1 25 0 0,1 0 0 0 0,-1 0-1 0 0,0 0 1 0 0,0 0-1 0 0,0-1 1 0 0,0 1-1 0 0,0-1 1 0 0,0 1 0 0 0,1-1-1 0 0,-1 1 1 0 0,0-1-1 0 0,0 1 1 0 0,0-1-1 0 0,0 0 1 0 0,-1 0 0 0 0,1 1-1 0 0,0-1 1 0 0,0 0-1 0 0,0 0 1 0 0,-1 0-1 0 0,1 0 1 0 0,0 0 0 0 0,-1 0-1 0 0,1 0 1 0 0,-1 0-1 0 0,1 0 1 0 0,-1 0-1 0 0,0 0 1 0 0,1-1 0 0 0,-1 1-1 0 0,0 0 1 0 0,0 0-1 0 0,0 0 1 0 0,0 0 0 0 0,0-3-1 0 0,2-43 510 0 0,-7-86 0 0 0,0-8 81 0 0,11 50-2773 0 0,8 1-3312 0 0,-9 68-1549 0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52.8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 86 11979 0 0,'-1'0'146'0'0,"0"0"1"0"0,-1 0 0 0 0,1-1 0 0 0,-1 1 0 0 0,1 0 0 0 0,0-1 0 0 0,0 1 0 0 0,-1-1 0 0 0,1 0 0 0 0,0 1 0 0 0,0-1 0 0 0,0 0 0 0 0,0 0 0 0 0,-1 1 0 0 0,1-1 0 0 0,0 0-1 0 0,1 0 1 0 0,-1 0 0 0 0,0-1 0 0 0,-1 0 0 0 0,2 1-113 0 0,0 0 1 0 0,0 1-1 0 0,0-1 0 0 0,0 0 0 0 0,0 0 1 0 0,0 1-1 0 0,0-1 0 0 0,0 0 0 0 0,1 0 1 0 0,-1 1-1 0 0,0-1 0 0 0,0 0 0 0 0,1 1 1 0 0,-1-1-1 0 0,0 0 0 0 0,1 1 0 0 0,-1-1 1 0 0,1 0-1 0 0,-1 1 0 0 0,1-1 0 0 0,-1 1 1 0 0,1-1-1 0 0,-1 1 0 0 0,1-1 0 0 0,-1 1 1 0 0,1-1-1 0 0,0 1 0 0 0,-1 0 0 0 0,1-1 1 0 0,0 1-1 0 0,-1 0 0 0 0,1 0 0 0 0,0-1 1 0 0,0 1-1 0 0,-1 0 0 0 0,3 0 0 0 0,114-41 1327 0 0,-89 31-2033 0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53.1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75 17972 0 0,'0'0'28'0'0,"0"0"1"0"0,0 0-1 0 0,0 0 1 0 0,0 0-1 0 0,0 0 1 0 0,0 0-1 0 0,0 0 1 0 0,0 0-1 0 0,0 0 1 0 0,0 0-1 0 0,1 0 0 0 0,-1-1 1 0 0,0 1-1 0 0,0 0 1 0 0,0 0-1 0 0,0 0 1 0 0,0 0-1 0 0,0 0 1 0 0,0 0-1 0 0,0 0 1 0 0,0 0-1 0 0,0-1 1 0 0,0 1-1 0 0,0 0 0 0 0,0 0 1 0 0,0 0-1 0 0,0 0 1 0 0,0 0-1 0 0,0 0 1 0 0,0 0-1 0 0,0 0 1 0 0,0-1-1 0 0,0 1 1 0 0,0 0-1 0 0,0 0 1 0 0,-1 0-1 0 0,1 0 1 0 0,0 0-1 0 0,0 0 0 0 0,0 0 1 0 0,0 0-1 0 0,0 0 1 0 0,0 0-1 0 0,0 0 1 0 0,0-1-1 0 0,0 1 1 0 0,0 0-1 0 0,0 0 1 0 0,-1 0-1 0 0,1 0 1 0 0,18-10-289 0 0,25-7-1572 0 0,-16 9-294 0 0,38-5 1 0 0,8-2-3422 0 0,-51 8 2830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54.6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19 121 10594 0 0,'-1'0'109'0'0,"0"0"-1"0"0,0 0 0 0 0,1 0 0 0 0,-1 0 1 0 0,0 0-1 0 0,0 0 0 0 0,1-1 0 0 0,-1 1 1 0 0,0 0-1 0 0,1 0 0 0 0,-1-1 0 0 0,0 1 1 0 0,1 0-1 0 0,-1-1 0 0 0,0 1 0 0 0,1-1 1 0 0,-1 1-1 0 0,1-1 0 0 0,-1 1 0 0 0,1-1 1 0 0,-1 1-1 0 0,1-1 0 0 0,-1 0 0 0 0,1 1 1 0 0,0-1-1 0 0,-1 0 0 0 0,1 1 0 0 0,0-1 1 0 0,0 0-1 0 0,-1 1 0 0 0,1-1 0 0 0,0-1 1 0 0,0 0 29 0 0,0 0 0 0 0,1-1 0 0 0,-1 1 0 0 0,1 0 0 0 0,0 0 0 0 0,0 0 0 0 0,-1 0 0 0 0,1 0 0 0 0,1 0 0 0 0,-1 1 0 0 0,2-4 0 0 0,4-3-204 0 0,-1 0 1 0 0,2 0-1 0 0,-1 0 1 0 0,12-8-1 0 0,-14 13 141 0 0,0-1-1 0 0,1 1 1 0 0,-1 0-1 0 0,1 0 1 0 0,-1 0-1 0 0,1 1 1 0 0,0 0-1 0 0,0 0 1 0 0,0 0-1 0 0,0 1 1 0 0,0 0-1 0 0,1 0 1 0 0,-1 1-1 0 0,0 0 1 0 0,0 0-1 0 0,1 0 1 0 0,-1 1-1 0 0,0 0 1 0 0,0 0-1 0 0,0 0 1 0 0,0 1-1 0 0,0 0 1 0 0,0 0-1 0 0,0 0 1 0 0,0 1-1 0 0,-1 0 1 0 0,1 0-1 0 0,-1 1 1 0 0,0-1-1 0 0,7 8 1 0 0,-4-4-120 0 0,0 0 1 0 0,-1 1-1 0 0,0 0 0 0 0,-1 0 1 0 0,0 1-1 0 0,0 0 0 0 0,-1 0 1 0 0,0 0-1 0 0,0 1 0 0 0,-1-1 1 0 0,0 1-1 0 0,-1 0 0 0 0,0 1 1 0 0,-1-1-1 0 0,0 0 0 0 0,0 1 1 0 0,-1 17-1 0 0,-3 5-174 0 0,-12 58-1 0 0,8-64 559 0 0,2 0 0 0 0,1 1-1 0 0,0 37 1 0 0,3-64-231 0 0,0 0-1 0 0,0 1 0 0 0,0-1 1 0 0,0 0-1 0 0,0 1 0 0 0,1-1 1 0 0,-1 0-1 0 0,0 1 0 0 0,1-1 1 0 0,-1 0-1 0 0,1 0 0 0 0,-1 1 1 0 0,1-1-1 0 0,0 0 1 0 0,-1 0-1 0 0,1 0 0 0 0,0 0 1 0 0,0 0-1 0 0,0 0 0 0 0,0 0 1 0 0,0 0-1 0 0,0 0 0 0 0,0 0 1 0 0,0-1-1 0 0,1 2 0 0 0,1-2-8 0 0,-1 1-1 0 0,0 0 1 0 0,0-1-1 0 0,1 0 1 0 0,-1 0-1 0 0,0 0 0 0 0,1 0 1 0 0,-1 0-1 0 0,0 0 1 0 0,1 0-1 0 0,-1-1 0 0 0,0 1 1 0 0,3-2-1 0 0,8-3-36 0 0,0 0-1 0 0,0-2 0 0 0,20-11 0 0 0,-31 16-89 0 0,51-35-2571 0 0,-33 22-4534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55.0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130 29 15203 0 0,'-13'-12'1727'0'0,"12"10"-1727"0"0,0 1 0 0 0,-1-1 0 0 0,1 1-1 0 0,-1-1 1 0 0,0 1 0 0 0,1 0 0 0 0,-1 0 0 0 0,0 0 0 0 0,0 0 0 0 0,-3-1 0 0 0,4 2-102 0 0,0 0 0 0 0,-1 0 0 0 0,1 0 0 0 0,0 0 0 0 0,0 1 0 0 0,0-1 0 0 0,-1 0 0 0 0,1 1 0 0 0,0-1 0 0 0,0 1 0 0 0,0-1 0 0 0,0 1 0 0 0,0 0 0 0 0,0-1 0 0 0,0 1 0 0 0,0 0 0 0 0,0 0 0 0 0,0 0 0 0 0,0 0 0 0 0,0 0 0 0 0,0 0 0 0 0,0 2 0 0 0,-8 8 149 0 0,1 1 1 0 0,1 0-1 0 0,0 0 0 0 0,0 0 1 0 0,1 1-1 0 0,1 0 0 0 0,0 1 0 0 0,-4 19 1 0 0,7-24 223 0 0,0 0 0 0 0,0 1 0 0 0,1-1 0 0 0,1 1 0 0 0,-1-1 0 0 0,2 1 0 0 0,-1-1 0 0 0,1 0 1 0 0,0 1-1 0 0,1-1 0 0 0,0 0 0 0 0,1 0 0 0 0,5 14 0 0 0,-4-18-194 0 0,-1 0 0 0 0,1 0 0 0 0,-1 0 0 0 0,1 0 0 0 0,1-1-1 0 0,-1 0 1 0 0,1 0 0 0 0,-1 0 0 0 0,1-1 0 0 0,0 1 0 0 0,0-1 0 0 0,1 0 0 0 0,-1-1 0 0 0,1 1 0 0 0,0-1-1 0 0,-1 0 1 0 0,1 0 0 0 0,0-1 0 0 0,0 0 0 0 0,0 0 0 0 0,0 0 0 0 0,0-1 0 0 0,0 0 0 0 0,0 0 0 0 0,12-2 0 0 0,-8 1 23 0 0,1-1 0 0 0,-1 0 1 0 0,0 0-1 0 0,0-1 0 0 0,0 0 1 0 0,0-1-1 0 0,0 0 0 0 0,-1-1 1 0 0,0 0-1 0 0,0 0 0 0 0,0-1 1 0 0,0 0-1 0 0,-1 0 0 0 0,9-10 1 0 0,-12 11-86 0 0,-1 0 1 0 0,0 0 0 0 0,-1 0-1 0 0,1-1 1 0 0,-1 1-1 0 0,0-1 1 0 0,-1 0-1 0 0,1 0 1 0 0,-1 0 0 0 0,0 0-1 0 0,0 0 1 0 0,-1 0-1 0 0,0-1 1 0 0,0 1 0 0 0,-1 0-1 0 0,1-1 1 0 0,-2 1-1 0 0,1-1 1 0 0,0 1-1 0 0,-3-11 1 0 0,0 8 7 0 0,0-1 0 0 0,-1 1 0 0 0,0-1-1 0 0,0 1 1 0 0,-1 0 0 0 0,0 1 0 0 0,-1-1 0 0 0,0 1 0 0 0,0 0-1 0 0,-1 1 1 0 0,0-1 0 0 0,-12-9 0 0 0,14 13-46 0 0,0 0 1 0 0,0 0 0 0 0,-1 1-1 0 0,1 0 1 0 0,-1 0-1 0 0,0 0 1 0 0,1 1 0 0 0,-12-4-1 0 0,13 5-305 0 0,1 1 0 0 0,0-1 1 0 0,0 1-1 0 0,-1 0 0 0 0,1 0 0 0 0,0 0 0 0 0,0 0 1 0 0,-1 1-1 0 0,1-1 0 0 0,0 1 0 0 0,-6 2 0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55.5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67 2304 0 0,'7'-20'17196'0'0,"11"5"-14929"0"0,-5 6-3972 0 0,-12 9 1496 0 0,0-1 0 0 0,0 0 0 0 0,1 1 0 0 0,-1 0 0 0 0,0-1 0 0 0,0 1 0 0 0,0-1 0 0 0,1 1 0 0 0,-1 0 0 0 0,0 0 0 0 0,0 0 0 0 0,1 0 0 0 0,-1 0 0 0 0,0 0 0 0 0,0 0 0 0 0,1 0 0 0 0,-1 0 0 0 0,0 1 0 0 0,0-1 0 0 0,1 1 0 0 0,-1-1 0 0 0,0 1 0 0 0,1 0 0 0 0,0 0-39 0 0,0 1 0 0 0,-1-1 0 0 0,1 1 0 0 0,-1 0 0 0 0,0-1 0 0 0,0 1 0 0 0,1 0 0 0 0,-1 0 0 0 0,0 0 1 0 0,-1 0-1 0 0,1 0 0 0 0,1 4 0 0 0,1 7-79 0 0,0 1 1 0 0,-2 0-1 0 0,1 22 1 0 0,-1-20 1174 0 0,2 30 101 0 0,-3-22 175 0 0,2 0 0 0 0,0 0 0 0 0,2 0-1 0 0,9 34 1 0 0,-13-58-1141 0 0,0 1-1 0 0,0 0 1 0 0,1 0-1 0 0,-1-1 0 0 0,0 1 1 0 0,0 0-1 0 0,0-1 1 0 0,1 1-1 0 0,-1 0 1 0 0,0-1-1 0 0,1 1 1 0 0,-1 0-1 0 0,0-1 1 0 0,1 1-1 0 0,-1-1 1 0 0,1 1-1 0 0,-1-1 1 0 0,1 1-1 0 0,-1-1 0 0 0,1 1 1 0 0,0-1-1 0 0,-1 1 1 0 0,1-1-1 0 0,-1 0 1 0 0,1 1-1 0 0,0-1 1 0 0,-1 0-1 0 0,1 1 1 0 0,0-1-1 0 0,0 0 1 0 0,-1 0-1 0 0,1 0 0 0 0,0 0 1 0 0,1 0-1 0 0,0-1-80 0 0,-1 0 0 0 0,1 0 0 0 0,-1 0-1 0 0,1 0 1 0 0,-1 0 0 0 0,1 0-1 0 0,-1-1 1 0 0,0 1 0 0 0,1-1 0 0 0,-1 1-1 0 0,0-1 1 0 0,2-2 0 0 0,3-9-598 0 0,1 1 1 0 0,7-22-1 0 0,7-37-1132 0 0,-14 43 1485 0 0,0 2 1 0 0,3-1-1 0 0,0 1 1 0 0,1 1-1 0 0,17-28 0 0 0,-27 51 400 0 0,0 1 0 0 0,-1-1 0 0 0,1 1 0 0 0,0-1 0 0 0,0 1 0 0 0,0 0 0 0 0,0-1 0 0 0,1 1-1 0 0,-1 0 1 0 0,0 0 0 0 0,0 0 0 0 0,1 0 0 0 0,-1 0 0 0 0,1 0 0 0 0,-1 0 0 0 0,1 0-1 0 0,-1 1 1 0 0,1-1 0 0 0,-1 1 0 0 0,1-1 0 0 0,0 1 0 0 0,-1-1 0 0 0,1 1 0 0 0,0 0-1 0 0,-1 0 1 0 0,1 0 0 0 0,0 0 0 0 0,0 0 0 0 0,-1 0 0 0 0,1 0 0 0 0,0 1 0 0 0,-1-1-1 0 0,1 1 1 0 0,-1-1 0 0 0,1 1 0 0 0,0 0 0 0 0,-1-1 0 0 0,1 1 0 0 0,-1 0 0 0 0,1 0-1 0 0,-1 0 1 0 0,0 0 0 0 0,0 0 0 0 0,1 0 0 0 0,-1 1 0 0 0,0-1 0 0 0,2 3 0 0 0,7 8 368 0 0,-1 0 0 0 0,0 1 0 0 0,-1 1 0 0 0,8 17 0 0 0,-8-16-608 0 0,1 1-11 0 0,1 0-1 0 0,1 0 1 0 0,17 19-1 0 0,4-7 2450 0 0,-32-28-2130 0 0,1 0 1 0 0,0-1-1 0 0,-1 1 1 0 0,1 0 0 0 0,-1 0-1 0 0,1-1 1 0 0,0 1-1 0 0,-1-1 1 0 0,1 1-1 0 0,-1 0 1 0 0,1-1 0 0 0,-1 1-1 0 0,1-1 1 0 0,-1 1-1 0 0,1-1 1 0 0,-1 1-1 0 0,0-1 1 0 0,1 1 0 0 0,-1-1-1 0 0,0 0 1 0 0,1 1-1 0 0,-1-1 1 0 0,0-1-1 0 0,9-15 389 0 0,-9 16-506 0 0,7-16 68 0 0,1 0 0 0 0,13-20 0 0 0,-19 34-180 0 0,0-1 1 0 0,0 1-1 0 0,1 0 0 0 0,-1 0 1 0 0,1 0-1 0 0,0 0 0 0 0,0 0 0 0 0,0 0 1 0 0,0 1-1 0 0,0 0 0 0 0,0-1 1 0 0,1 1-1 0 0,-1 1 0 0 0,1-1 0 0 0,0 0 1 0 0,-1 1-1 0 0,8-2 0 0 0,-8 3 201 0 0,-1 0 0 0 0,0 0 0 0 0,0 1 0 0 0,1-1-1 0 0,-1 1 1 0 0,0-1 0 0 0,0 1 0 0 0,0 0 0 0 0,0 0 0 0 0,0 0-1 0 0,0 0 1 0 0,0 1 0 0 0,0-1 0 0 0,0 0 0 0 0,0 1 0 0 0,-1-1-1 0 0,1 1 1 0 0,1 1 0 0 0,30 39 2012 0 0,-21-25-2242 0 0,20 19-4015 0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55.9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118 52 13827 0 0,'-2'-6'356'0'0,"0"0"42"0"0,0 1-1 0 0,-1 0 1 0 0,1 0-1 0 0,-1 0 1 0 0,0 0-1 0 0,-5-6 0 0 0,7 10-361 0 0,1 1-1 0 0,0 0 1 0 0,-1 0-1 0 0,1-1 0 0 0,-1 1 1 0 0,1 0-1 0 0,0-1 1 0 0,-1 1-1 0 0,1 0 0 0 0,-1 0 1 0 0,1 0-1 0 0,-1 0 1 0 0,1-1-1 0 0,-1 1 0 0 0,1 0 1 0 0,0 0-1 0 0,-1 0 0 0 0,1 0 1 0 0,-1 0-1 0 0,1 0 1 0 0,-1 0-1 0 0,1 0 0 0 0,-1 0 1 0 0,1 1-1 0 0,-1-1 1 0 0,1 0-1 0 0,-1 0 0 0 0,1 0 1 0 0,0 0-1 0 0,-1 1 0 0 0,-1 1 19 0 0,0-1 0 0 0,1 1 0 0 0,-1-1 0 0 0,1 1 0 0 0,0 0-1 0 0,-1 0 1 0 0,1 0 0 0 0,0 0 0 0 0,0 0 0 0 0,-1 4 0 0 0,-11 28 273 0 0,3 0 0 0 0,0 0 0 0 0,-9 70 1 0 0,13-41 224 0 0,2 86 1 0 0,4-145-554 0 0,-1 9-327 0 0,1 0 1 0 0,1-1-1 0 0,0 1 1 0 0,1 0-1 0 0,0-1 1 0 0,1 1-1 0 0,1-1 0 0 0,5 15 1 0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56.2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64 17972 0 0,'-2'-1'116'0'0,"1"0"-1"0"0,-1-1 1 0 0,0 0 0 0 0,1 1-1 0 0,-1-1 1 0 0,1 0 0 0 0,0 0-1 0 0,-1 0 1 0 0,1 0 0 0 0,0 0-1 0 0,0 0 1 0 0,0 0 0 0 0,1 0 0 0 0,-1-1-1 0 0,0-3 1 0 0,0 5-131 0 0,1 0-1 0 0,0 0 1 0 0,0 0-1 0 0,0 0 1 0 0,1 0 0 0 0,-1-1-1 0 0,0 1 1 0 0,0 0-1 0 0,1 0 1 0 0,-1 0 0 0 0,0 0-1 0 0,1 0 1 0 0,0 0-1 0 0,-1 0 1 0 0,1 0 0 0 0,-1 0-1 0 0,1 0 1 0 0,0 0-1 0 0,0 0 1 0 0,-1 0 0 0 0,1 0-1 0 0,0 1 1 0 0,0-1-1 0 0,0 0 1 0 0,0 1 0 0 0,0-1-1 0 0,0 1 1 0 0,0-1 0 0 0,0 1-1 0 0,0-1 1 0 0,0 1-1 0 0,0 0 1 0 0,1-1 0 0 0,0 1-1 0 0,0 0 18 0 0,-1 0 0 0 0,1-1 1 0 0,0 2-1 0 0,0-1 0 0 0,0 0 0 0 0,-1 0 0 0 0,1 0 0 0 0,0 1 0 0 0,0-1 0 0 0,-1 1 1 0 0,1 0-1 0 0,0-1 0 0 0,-1 1 0 0 0,1 0 0 0 0,-1 0 0 0 0,1 0 0 0 0,-1 0 0 0 0,1 0 1 0 0,-1 0-1 0 0,0 0 0 0 0,1 1 0 0 0,-1-1 0 0 0,0 1 0 0 0,1 1 0 0 0,27 41 404 0 0,-25-35-343 0 0,47 85 527 0 0,80 128 1219 0 0,-68-134-10138 0 0</inkml:trace>
  <inkml:trace contextRef="#ctx0" brushRef="#br0" timeOffset="1">134 426 15203 0 0,'0'-4'1353'0'0,"0"1"-1081"0"0,1 1-272 0 0,0-1 0 0 0,2 1 928 0 0,2-3 128 0 0,1-4 24 0 0,4-4 8 0 0,5-3-1088 0 0,3-3-120 0 0,3 1-72 0 0,0 2-8 0 0,1 3-1328 0 0,0 1-264 0 0,2 3-49 0 0,0 2-15 0 0,4 5 1464 0 0,-2-1 288 0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56.6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14 120 5065 0 0,'-2'-4'-685'0'0,"-8"-23"2698"0"0,10 24-835 0 0,-1 0-1 0 0,1 0 1 0 0,0 0-1 0 0,-1 0 1 0 0,1 0 0 0 0,1 0-1 0 0,-1 0 1 0 0,0 0 0 0 0,1 0-1 0 0,-1 0 1 0 0,3-5-1 0 0,-1-1-663 0 0,-2 6-443 0 0,1 1 0 0 0,-1 0 0 0 0,0-1 0 0 0,1 1 0 0 0,0 0 0 0 0,-1 0-1 0 0,1 0 1 0 0,0-1 0 0 0,0 1 0 0 0,0 0 0 0 0,1 0 0 0 0,-1 1 0 0 0,0-1 0 0 0,1 0-1 0 0,-1 0 1 0 0,1 0 0 0 0,1-1 0 0 0,-2 3-65 0 0,-1 1 0 0 0,1-1 0 0 0,0 0 0 0 0,-1 0 1 0 0,1 1-1 0 0,-1-1 0 0 0,1 0 0 0 0,-1 0 0 0 0,1 1 0 0 0,-1-1 0 0 0,0 0 0 0 0,1 1 0 0 0,-1-1 0 0 0,1 1 0 0 0,-1-1 0 0 0,0 1 1 0 0,1-1-1 0 0,-1 1 0 0 0,0-1 0 0 0,1 1 0 0 0,-1-1 0 0 0,0 1 0 0 0,0-1 0 0 0,0 1 0 0 0,0-1 0 0 0,1 1 0 0 0,-1 1 0 0 0,5 18-18 0 0,-4-20 17 0 0,33 255 801 0 0,-28-185-722 0 0,3 1 0 0 0,26 102-1 0 0,-7-86-2435 0 0,-21-65-5283 0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57.0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1 250 1376 0 0,'2'-32'19'0'0,"0"28"672"0"0,-1-1 0 0 0,1 0 0 0 0,0 1-1 0 0,1-1 1 0 0,-1 1 0 0 0,1-1 0 0 0,2-3 0 0 0,27-26 5513 0 0,-7 13-4981 0 0,-11 9-2512 0 0,2-2 1294 0 0,1 0 0 0 0,1 1 1 0 0,0 1-1 0 0,1 1 0 0 0,0 0 0 0 0,36-13 0 0 0,-49 22 196 0 0,0 0 1 0 0,0 0-1 0 0,0 0 0 0 0,1 1 0 0 0,-1 0 1 0 0,1 0-1 0 0,-1 1 0 0 0,1 0 1 0 0,-1 0-1 0 0,1 0 0 0 0,-1 1 0 0 0,1 0 1 0 0,-1 0-1 0 0,1 0 0 0 0,-1 1 1 0 0,0 0-1 0 0,0 1 0 0 0,0-1 0 0 0,0 1 1 0 0,0 0-1 0 0,-1 1 0 0 0,1-1 1 0 0,-1 1-1 0 0,0 0 0 0 0,0 0 0 0 0,0 1 1 0 0,4 5-1 0 0,-5-5-122 0 0,0 1-1 0 0,0 0 1 0 0,-1 0-1 0 0,0 0 1 0 0,0 0-1 0 0,0 0 1 0 0,-1 1-1 0 0,0-1 1 0 0,0 1-1 0 0,-1 0 1 0 0,0 0-1 0 0,0-1 1 0 0,-1 1-1 0 0,1 0 1 0 0,-1 0-1 0 0,-1 0 1 0 0,0 7-1 0 0,-4 15-483 0 0,-1 0-1 0 0,-18 50 0 0 0,1 2-14 0 0,20-71 244 0 0,2-4 327 0 0,-1 0 0 0 0,1 0 1 0 0,1 0-1 0 0,-1 1 0 0 0,1 12 1 0 0,0-18-56 0 0,1 0 0 0 0,-1 1-1 0 0,0-1 1 0 0,1 1 0 0 0,-1-1 0 0 0,1 0 0 0 0,0 1 0 0 0,-1-1 0 0 0,1 0-1 0 0,0 0 1 0 0,0 1 0 0 0,0-1 0 0 0,0 0 0 0 0,0 0 0 0 0,0 0 0 0 0,0 0-1 0 0,0 0 1 0 0,0 0 0 0 0,0-1 0 0 0,1 1 0 0 0,-1 0 0 0 0,0 0 0 0 0,1-1-1 0 0,-1 1 1 0 0,0-1 0 0 0,1 1 0 0 0,-1-1 0 0 0,1 0 0 0 0,-1 0 0 0 0,3 1-1 0 0,14 0 194 0 0,0 0-1 0 0,0-1 1 0 0,0-1-1 0 0,21-4 1 0 0,-15 2-361 0 0,40 0 0 0 0,-56 3-702 0 0,0 1 1 0 0,0 0-1 0 0,-1 0 1 0 0,1 1-1 0 0,-1 0 0 0 0,1 0 1 0 0,-1 1-1 0 0,0 0 1 0 0,10 5-1 0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57.6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 13827 0 0,'0'-9'7778'0'0,"0"8"-7748"0"0,10 24-164 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59.7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90 14283 0 0,'-1'-2'222'0'0,"0"-1"0"0"0,0 1 0 0 0,0-1 0 0 0,0 0 0 0 0,1 1 0 0 0,-1-1 0 0 0,1 1 0 0 0,0-1 0 0 0,0 0 0 0 0,0 0 0 0 0,0 1 0 0 0,0-1 0 0 0,0 1 0 0 0,2-5 0 0 0,-2 3-140 0 0,1-1 1 0 0,0 1-1 0 0,0 0 1 0 0,0 0 0 0 0,0-1-1 0 0,1 1 1 0 0,0 0-1 0 0,3-6 1 0 0,-5 10-48 0 0,0 0 0 0 0,1-1 0 0 0,-1 1 1 0 0,0 0-1 0 0,0 0 0 0 0,1 0 0 0 0,-1-1 0 0 0,0 1 0 0 0,0 0 1 0 0,1 0-1 0 0,-1 0 0 0 0,0 0 0 0 0,1-1 0 0 0,-1 1 0 0 0,0 0 1 0 0,0 0-1 0 0,1 0 0 0 0,-1 0 0 0 0,0 0 0 0 0,1 0 0 0 0,-1 0 1 0 0,0 0-1 0 0,1 0 0 0 0,-1 0 0 0 0,0 0 0 0 0,1 0 0 0 0,-1 0 1 0 0,0 0-1 0 0,0 0 0 0 0,1 1 0 0 0,-1-1 0 0 0,0 0 0 0 0,1 0 1 0 0,-1 0-1 0 0,0 0 0 0 0,0 0 0 0 0,1 1 0 0 0,-1-1 0 0 0,11 15 760 0 0,1 18 96 0 0,-3 10-470 0 0,-1 0 0 0 0,-3 0 0 0 0,0 50 0 0 0,4 31-273 0 0,-3-76-185 0 0,2 1 0 0 0,20 68 0 0 0,-20-95-1868 0 0,19 40 0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2:00.1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48 245 5529 0 0,'-4'-3'322'0'0,"0"-1"-1"0"0,0 0 1 0 0,0 1-1 0 0,1-1 1 0 0,0 0-1 0 0,-1-1 1 0 0,2 1-1 0 0,-1 0 1 0 0,0-1-1 0 0,1 0 1 0 0,0 0-1 0 0,0 1 1 0 0,0-1-1 0 0,1 0 1 0 0,0-1-1 0 0,0 1 1 0 0,0 0-1 0 0,0 0 1 0 0,1 0-1 0 0,0-1 0 0 0,0 1 1 0 0,0 0-1 0 0,1 0 1 0 0,0 0-1 0 0,0-1 1 0 0,0 1-1 0 0,1 0 1 0 0,2-6-1 0 0,-2 5-142 0 0,0 0-1 0 0,1 0 1 0 0,0 0 0 0 0,1 0-1 0 0,-1 1 1 0 0,1-1-1 0 0,0 1 1 0 0,1 0-1 0 0,-1 0 1 0 0,1 0-1 0 0,0 1 1 0 0,0-1-1 0 0,0 1 1 0 0,1 0-1 0 0,-1 1 1 0 0,1-1 0 0 0,0 1-1 0 0,0 1 1 0 0,0-1-1 0 0,0 1 1 0 0,1 0-1 0 0,7-2 1 0 0,-12 4-157 0 0,0 0 1 0 0,-1 0-1 0 0,1-1 0 0 0,0 1 1 0 0,0 1-1 0 0,0-1 1 0 0,0 0-1 0 0,-1 0 1 0 0,1 1-1 0 0,0-1 1 0 0,0 1-1 0 0,0-1 0 0 0,-1 1 1 0 0,1 0-1 0 0,0 0 1 0 0,-1 0-1 0 0,1 0 1 0 0,-1 0-1 0 0,1 0 1 0 0,-1 0-1 0 0,2 2 0 0 0,0 0-15 0 0,-1 0-1 0 0,0 0 1 0 0,0 1-1 0 0,0-1 0 0 0,0 1 1 0 0,0-1-1 0 0,-1 1 0 0 0,0 0 1 0 0,2 6-1 0 0,-1 2-101 0 0,0 0 0 0 0,-1 0 0 0 0,0 1 1 0 0,-1-1-1 0 0,-2 20 0 0 0,-1-14-125 0 0,-1-1 1 0 0,0 1-1 0 0,-2-1 1 0 0,0 0-1 0 0,0 0 1 0 0,-2 0 0 0 0,-17 28-1 0 0,-6 0 1708 0 0,-46 52 1 0 0,75-94-1285 0 0,1-3-161 0 0,1 1 0 0 0,0-1 0 0 0,0 0-1 0 0,0 0 1 0 0,0 0 0 0 0,0 1 0 0 0,0-1 0 0 0,0 0-1 0 0,0 0 1 0 0,0 0 0 0 0,0 1 0 0 0,0-1-1 0 0,0 0 1 0 0,0 0 0 0 0,0 0 0 0 0,0 1 0 0 0,0-1-1 0 0,0 0 1 0 0,0 0 0 0 0,0 0 0 0 0,0 1-1 0 0,0-1 1 0 0,0 0 0 0 0,0 0 0 0 0,0 0 0 0 0,1 1-1 0 0,-1-1 1 0 0,0 0 0 0 0,0 0 0 0 0,0 0-1 0 0,0 0 1 0 0,0 1 0 0 0,1-1 0 0 0,-1 0 0 0 0,0 0-1 0 0,0 0 1 0 0,0 0 0 0 0,0 0 0 0 0,1 0-1 0 0,-1 1 1 0 0,14 5 444 0 0,17 3-487 0 0,-30-9 56 0 0,96 25 165 0 0,-35-8-575 0 0,1-2 0 0 0,1-3 1 0 0,88 5-1 0 0,-123-17-7358 0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2:00.5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95 17972 0 0,'0'0'42'0'0,"0"0"-1"0"0,-1 0 1 0 0,1-1 0 0 0,0 1-1 0 0,-1 0 1 0 0,1 0 0 0 0,0-1 0 0 0,0 1-1 0 0,-1 0 1 0 0,1-1 0 0 0,0 1 0 0 0,0 0-1 0 0,-1-1 1 0 0,1 1 0 0 0,0 0-1 0 0,0-1 1 0 0,0 1 0 0 0,0-1 0 0 0,0 1-1 0 0,0 0 1 0 0,0-1 0 0 0,0 1 0 0 0,-1-1-1 0 0,1 1 1 0 0,0 0 0 0 0,1-1-1 0 0,-1 1 1 0 0,0-1 0 0 0,0 1 0 0 0,0 0-1 0 0,0-1 1 0 0,0 1 0 0 0,0-1 0 0 0,0 1-1 0 0,1 0 1 0 0,-1-1 0 0 0,0 1-1 0 0,0 0 1 0 0,0-1 0 0 0,1 1 0 0 0,-1 0-1 0 0,0-1 1 0 0,1 1 0 0 0,-1 0-1 0 0,0 0 1 0 0,1-1 0 0 0,-1 1 0 0 0,0 0-1 0 0,1 0 1 0 0,20-21-748 0 0,-17 17 773 0 0,3-2-96 0 0,0-1-435 0 0,0 0 0 0 0,0 1 0 0 0,0 0 0 0 0,16-9 0 0 0,-21 14 342 0 0,-1 0 1 0 0,1 1 0 0 0,-1-1-1 0 0,1 0 1 0 0,0 1-1 0 0,-1-1 1 0 0,1 1-1 0 0,0 0 1 0 0,-1-1-1 0 0,1 1 1 0 0,0 0-1 0 0,-1 0 1 0 0,1 0-1 0 0,0 0 1 0 0,-1 0 0 0 0,1 1-1 0 0,0-1 1 0 0,-1 0-1 0 0,1 1 1 0 0,-1-1-1 0 0,1 1 1 0 0,0 0-1 0 0,-1-1 1 0 0,1 1-1 0 0,-1 0 1 0 0,0 0-1 0 0,1 0 1 0 0,-1 0 0 0 0,0 0-1 0 0,1 0 1 0 0,-1 1-1 0 0,0-1 1 0 0,0 0-1 0 0,1 2 1 0 0,4 6 77 0 0,-1-2-16 0 0</inkml:trace>
  <inkml:trace contextRef="#ctx0" brushRef="#br0" timeOffset="1">162 209 9674 0 0,'14'0'8386'0'0,"-8"-4"-5730"0"0,7-2-1863 0 0,3-3-377 0 0,5 1-64 0 0,1-3-24 0 0,1 3-1192 0 0,-2 3-233 0 0,1 5-55 0 0,-2-2 0 0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2:01.0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 98 17508 0 0,'-27'0'2019'0'0,"27"0"-1952"0"0,-1 0-1 0 0,1 0 1 0 0,0 0 0 0 0,-1 0 0 0 0,1 1 0 0 0,0-1 0 0 0,-1 0-1 0 0,1 0 1 0 0,0-1 0 0 0,-1 1 0 0 0,1 0 0 0 0,0 0 0 0 0,-1 0-1 0 0,1 0 1 0 0,0 0 0 0 0,-1 0 0 0 0,1 0 0 0 0,0 0-1 0 0,-1-1 1 0 0,1 1 0 0 0,0 0 0 0 0,0 0 0 0 0,-1 0 0 0 0,1-1-1 0 0,0 1 1 0 0,0 0 0 0 0,-1 0 0 0 0,1-1 0 0 0,0 1 0 0 0,0 0-1 0 0,0-1 1 0 0,-1 1 0 0 0,1 0 0 0 0,0-1 0 0 0,0 1 0 0 0,0-1-1 0 0,6-12 472 0 0,17-10-686 0 0,-11 16-61 0 0,1-1 0 0 0,0 1 0 0 0,1 1 0 0 0,-1 1 0 0 0,1 0 0 0 0,0 0 0 0 0,1 2 0 0 0,-1 0 0 0 0,1 0 0 0 0,-1 1 0 0 0,1 1 0 0 0,24 1 0 0 0,-31 0 306 0 0,-1 1 1 0 0,0 0 0 0 0,0 0 0 0 0,0 1 0 0 0,0 0 0 0 0,0 0 0 0 0,0 0 0 0 0,-1 1 0 0 0,1 0 0 0 0,-1 0-1 0 0,0 1 1 0 0,0 0 0 0 0,0 0 0 0 0,0 0 0 0 0,0 1 0 0 0,-1 0 0 0 0,0 0 0 0 0,0 0 0 0 0,-1 1 0 0 0,1 0-1 0 0,-1-1 1 0 0,0 2 0 0 0,-1-1 0 0 0,1 0 0 0 0,-1 1 0 0 0,-1-1 0 0 0,4 12 0 0 0,2 20 29 0 0,-1 0 0 0 0,-2 0-1 0 0,-1 65 1 0 0,6 40 54 0 0,5-62-70 0 0,-9-55-192 0 0,0 0 1 0 0,2 52-1 0 0,-11-55-1085 0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2:01.4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51 365 17508 0 0,'-8'2'263'0'0,"3"0"-58"0"0,1-1 0 0 0,-1 0 1 0 0,0 0-1 0 0,1-1 0 0 0,-1 1 0 0 0,0-1 0 0 0,-4 0 0 0 0,32-27-141 0 0,-5 10-206 0 0,0 2 0 0 0,2 0 0 0 0,0 2 0 0 0,0 0 0 0 0,1 1-1 0 0,1 1 1 0 0,23-8 0 0 0,165-49 1726 0 0,-198 64-1335 0 0,19-4-281 0 0</inkml:trace>
  <inkml:trace contextRef="#ctx0" brushRef="#br0" timeOffset="1">774 38 17508 0 0,'1'-2'82'0'0,"0"0"1"0"0,0 0 0 0 0,1-1-1 0 0,-1 1 1 0 0,0 0-1 0 0,1 0 1 0 0,-1 1-1 0 0,1-1 1 0 0,-1 0 0 0 0,4-2-1 0 0,-4 3-376 0 0,0 0 0 0 0,0 0 0 0 0,0 0 0 0 0,0 0 0 0 0,0 0 0 0 0,0 0 0 0 0,1 0 0 0 0,-1 0 0 0 0,0 1 1 0 0,0-1-1 0 0,1 0 0 0 0,-1 1 0 0 0,0-1 0 0 0,1 1 0 0 0,-1 0 0 0 0,0-1 0 0 0,1 1 0 0 0,1 0 0 0 0,-2 10-3338 0 0,-8 16 2823 0 0,4-15 434 0 0,1 1 330 0 0,1-2 45 0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2:01.7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26 177 16131 0 0,'-2'0'72'0'0,"1"0"0"0"0,0 0 0 0 0,0 0 0 0 0,0 0-1 0 0,-1-1 1 0 0,1 1 0 0 0,0 0 0 0 0,0-1 0 0 0,0 1-1 0 0,0-1 1 0 0,0 0 0 0 0,0 1 0 0 0,0-1 0 0 0,0 0-1 0 0,0 1 1 0 0,0-1 0 0 0,0 0 0 0 0,0 0 0 0 0,0 0-1 0 0,1 0 1 0 0,-1 0 0 0 0,0 0 0 0 0,0-2 0 0 0,0 1-134 0 0,1-1 0 0 0,0 1 0 0 0,1-1 0 0 0,-1 1 0 0 0,0-1 0 0 0,1 1 0 0 0,-1 0 0 0 0,1-1 0 0 0,1-3 0 0 0,2-7-113 0 0,-1 3-422 0 0,0 0 1 0 0,1 0-1 0 0,-1 0 1 0 0,2 1-1 0 0,0 0 1 0 0,0 0-1 0 0,0 0 1 0 0,8-9-1 0 0,-10 16 713 0 0,-1-1-1 0 0,0 1 1 0 0,1 0-1 0 0,-1 0 1 0 0,1 0-1 0 0,0 0 1 0 0,0 0-1 0 0,0 1 1 0 0,0 0-1 0 0,0-1 0 0 0,0 1 1 0 0,5-1-1 0 0,-5 1 415 0 0,1 1-1 0 0,0 0 0 0 0,-1 0 1 0 0,1 0-1 0 0,-1 0 0 0 0,1 1 1 0 0,-1-1-1 0 0,1 1 0 0 0,-1 0 1 0 0,1 0-1 0 0,-1 0 0 0 0,0 1 1 0 0,6 2-1 0 0,-5-1-520 0 0,-1-1 0 0 0,0 1 1 0 0,1 0-1 0 0,-2 0 0 0 0,1 0 0 0 0,0 0 0 0 0,0 0 1 0 0,-1 1-1 0 0,0-1 0 0 0,0 1 0 0 0,0-1 0 0 0,0 1 0 0 0,0 0 1 0 0,-1 0-1 0 0,0 0 0 0 0,0 0 0 0 0,0 0 0 0 0,0 0 1 0 0,0 8-1 0 0,1 5-630 0 0,-2 1 0 0 0,0-1 1 0 0,-3 25-1 0 0,-21 90-2445 0 0,1-11 3653 0 0,22-120-421 0 0,1 1-1 0 0,-1 0 1 0 0,1 0 0 0 0,0-1 0 0 0,0 1 0 0 0,0 0 0 0 0,0 0 0 0 0,0 0 0 0 0,0-1-1 0 0,0 1 1 0 0,1 0 0 0 0,-1 0 0 0 0,1-1 0 0 0,-1 1 0 0 0,1 0 0 0 0,0-1 0 0 0,-1 1-1 0 0,1-1 1 0 0,0 1 0 0 0,0-1 0 0 0,0 1 0 0 0,3 2 0 0 0,-3-3-32 0 0,1-1 0 0 0,0 1 0 0 0,0-1 0 0 0,0 0 1 0 0,0 1-1 0 0,-1-1 0 0 0,1 0 0 0 0,0 0 0 0 0,0 0 0 0 0,0 0 1 0 0,0-1-1 0 0,0 1 0 0 0,0 0 0 0 0,0-1 0 0 0,-1 1 0 0 0,1-1 1 0 0,0 0-1 0 0,0 0 0 0 0,-1 1 0 0 0,1-1 0 0 0,2-2 0 0 0,42-24 297 0 0,58-43-1 0 0,-73 46-538 0 0,2 2 0 0 0,0 1 0 0 0,1 1 0 0 0,43-17 0 0 0,-45 28-527 0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2:02.2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167 487 4145 0 0,'-64'35'667'0'0,"43"-25"2802"0"0,-1 0-1 0 0,-38 12 1 0 0,177-74-130 0 0,74-8-1566 0 0,200-35 0 0 0,-299 75-1562 0 0,1047-224 1672 0 0,-890 186-1779 0 0,-148 34-6916 0 0,-56 14-699 0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2:03.6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37 221 3225 0 0,'-16'-19'3339'0'0,"14"17"-2321"0"0,-1-1 1 0 0,1 1-1 0 0,0-1 1 0 0,0 0 0 0 0,0 1-1 0 0,0-1 1 0 0,1 0-1 0 0,-1 0 1 0 0,-1-4-1 0 0,5-10 2484 0 0,12-4-3390 0 0,-2 10-16 0 0,0 0 1 0 0,1 1-1 0 0,0 0 0 0 0,28-15 1 0 0,62-24 255 0 0,-97 46-430 0 0,-1 0-1 0 0,1 1 1 0 0,0 0 0 0 0,0 0 0 0 0,1 1 0 0 0,-1 0 0 0 0,0 0 0 0 0,0 0 0 0 0,1 1 0 0 0,-1 0 0 0 0,0 0 0 0 0,8 1 0 0 0,-10 0 22 0 0,-1 0-1 0 0,1 1 1 0 0,-1-1 0 0 0,0 1-1 0 0,1-1 1 0 0,-1 1-1 0 0,0 0 1 0 0,0 0-1 0 0,0 0 1 0 0,0 1-1 0 0,-1-1 1 0 0,1 1 0 0 0,-1 0-1 0 0,1-1 1 0 0,-1 1-1 0 0,0 0 1 0 0,0 0-1 0 0,0 1 1 0 0,-1-1-1 0 0,1 0 1 0 0,-1 1-1 0 0,2 3 1 0 0,1 5-241 0 0,0 1 0 0 0,-1 0 0 0 0,0 1-1 0 0,-1-1 1 0 0,-1 0 0 0 0,0 23 0 0 0,-12 78 302 0 0,5-77 1704 0 0,0 47 0 0 0,6-83-1643 0 0,1 1 1 0 0,-1-1-1 0 0,0 1 0 0 0,1-1 1 0 0,-1 1-1 0 0,1-1 0 0 0,-1 0 1 0 0,1 1-1 0 0,0-1 0 0 0,-1 0 1 0 0,1 1-1 0 0,0-1 0 0 0,0 0 0 0 0,0 0 1 0 0,0 0-1 0 0,0 0 0 0 0,0 0 1 0 0,0 0-1 0 0,1 0 0 0 0,-1 0 1 0 0,0 0-1 0 0,1 0 0 0 0,-1-1 1 0 0,0 1-1 0 0,1-1 0 0 0,-1 1 1 0 0,1-1-1 0 0,-1 1 0 0 0,0-1 1 0 0,1 0-1 0 0,-1 1 0 0 0,1-1 1 0 0,0 0-1 0 0,-1 0 0 0 0,1 0 1 0 0,2-1-1 0 0,10 1-53 0 0,0-1 0 0 0,0-1-1 0 0,15-3 1 0 0,-13 2 81 0 0,28-6-1470 0 0,81-28-1 0 0,-105 30-215 0 0,5 0-5215 0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2:03.9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64 17972 0 0,'-2'0'66'0'0,"1"0"1"0"0,0 0-1 0 0,-1 0 1 0 0,1-1-1 0 0,-1 1 1 0 0,1-1-1 0 0,0 1 1 0 0,0-1-1 0 0,-1 1 0 0 0,1-1 1 0 0,0 0-1 0 0,0 0 1 0 0,-1 1-1 0 0,1-1 1 0 0,0 0-1 0 0,0 0 1 0 0,0 0-1 0 0,0 0 1 0 0,0-1-1 0 0,1 1 1 0 0,-1 0-1 0 0,0 0 0 0 0,0 0 1 0 0,1-1-1 0 0,-1-1 1 0 0,-11-14-860 0 0,12 16 768 0 0,0 1 0 0 0,0 0 0 0 0,0 0 0 0 0,0 0 1 0 0,0 0-1 0 0,0 0 0 0 0,0 0 0 0 0,0 0 0 0 0,0 0 1 0 0,-1-1-1 0 0,1 1 0 0 0,0 0 0 0 0,0 0 0 0 0,0 0 1 0 0,0 0-1 0 0,0 0 0 0 0,0 0 0 0 0,-1 0 0 0 0,1 0 1 0 0,0 0-1 0 0,0 0 0 0 0,0 0 0 0 0,0 0 0 0 0,0 0 1 0 0,-1 0-1 0 0,1 0 0 0 0,0 0 0 0 0,0 0 0 0 0,0 0 0 0 0,0 0 1 0 0,0 0-1 0 0,-1 0 0 0 0,1 0 0 0 0,0 0 0 0 0,0 0 1 0 0,0 0-1 0 0,0 0 0 0 0,0 0 0 0 0,0 1 0 0 0,0-1 1 0 0,-1 0-1 0 0,1 0 0 0 0,0 0 0 0 0,0 0 0 0 0,0 0 1 0 0,0 0-1 0 0,0 1 0 0 0,-5 9-186 0 0,0 16 845 0 0,5-24-596 0 0,-2 12 278 0 0,-3 17 699 0 0,-2 62 0 0 0,7-85-930 0 0,0 0 0 0 0,1-1 0 0 0,-1 1 0 0 0,1-1 0 0 0,1 1 0 0 0,0-1 0 0 0,0 1 0 0 0,0-1 0 0 0,1 0 0 0 0,0 0 0 0 0,0 0 0 0 0,1 0 0 0 0,8 11 0 0 0,-9-15-76 0 0,-1 0-1 0 0,1 0 1 0 0,0 0 0 0 0,0-1 0 0 0,0 1 0 0 0,0-1 0 0 0,1 0 0 0 0,-1 0 0 0 0,1 0 0 0 0,-1-1 0 0 0,1 1 0 0 0,0-1 0 0 0,-1 0 0 0 0,1 0-1 0 0,0 0 1 0 0,0 0 0 0 0,0-1 0 0 0,5 1 0 0 0,-3-1 16 0 0,0-1 0 0 0,1 0-1 0 0,-1 0 1 0 0,0-1 0 0 0,0 1-1 0 0,0-1 1 0 0,0-1 0 0 0,-1 1-1 0 0,1-1 1 0 0,9-6 0 0 0,-5 2 5 0 0,0 0 0 0 0,0-1 0 0 0,-1 0 1 0 0,0-1-1 0 0,0 0 0 0 0,-1 0 1 0 0,0-1-1 0 0,-1 0 0 0 0,0 0 0 0 0,-1-1 1 0 0,6-13-1 0 0,-10 19-51 0 0,0 0 1 0 0,-1 0-1 0 0,1 0 1 0 0,-1 0-1 0 0,-1 0 1 0 0,1 0 0 0 0,-1 0-1 0 0,0-1 1 0 0,0 1-1 0 0,0 0 1 0 0,-1 0-1 0 0,1 0 1 0 0,-2-1-1 0 0,1 1 1 0 0,0 0-1 0 0,-1 0 1 0 0,-3-7-1 0 0,1 5-65 0 0,0 0 0 0 0,-1 1 0 0 0,1 0 0 0 0,-1 0 0 0 0,0 0 0 0 0,0 0 0 0 0,-1 1 0 0 0,0 0 0 0 0,0 0 0 0 0,0 1 0 0 0,-9-6 0 0 0,6 6-73 0 0,1 0 0 0 0,0 0 1 0 0,-1 0-1 0 0,0 1 0 0 0,0 1 0 0 0,0-1 0 0 0,0 2 1 0 0,0-1-1 0 0,-14 0 0 0 0,17 2 24 0 0,0 0-1 0 0,0 0 0 0 0,0 1 1 0 0,0 0-1 0 0,0 0 1 0 0,0 1-1 0 0,0-1 0 0 0,0 1 1 0 0,1 0-1 0 0,-1 1 1 0 0,1 0-1 0 0,-1-1 1 0 0,1 2-1 0 0,-8 5 0 0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2:04.5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41 20276 0 0,'0'0'50'0'0,"0"0"-1"0"0,-1 0 0 0 0,1 0 0 0 0,0 0 0 0 0,0 0 1 0 0,0 0-1 0 0,0 0 0 0 0,-1 0 0 0 0,1 0 1 0 0,0 0-1 0 0,0 0 0 0 0,0 0 0 0 0,-1 0 0 0 0,1 0 1 0 0,0 0-1 0 0,0 0 0 0 0,0 0 0 0 0,0 0 1 0 0,-1 0-1 0 0,1 0 0 0 0,0 0 0 0 0,0-1 0 0 0,0 1 1 0 0,0 0-1 0 0,0 0 0 0 0,-1 0 0 0 0,1 0 1 0 0,0 0-1 0 0,0 0 0 0 0,0-1 0 0 0,0 1 0 0 0,0 0 1 0 0,0 0-1 0 0,0 0 0 0 0,0 0 0 0 0,0-1 1 0 0,0 1-1 0 0,-1 0 0 0 0,1 0 0 0 0,0 0 0 0 0,0-1 1 0 0,6-6 278 0 0,-6 6-372 0 0,1 1 0 0 0,0-1 0 0 0,0 1-1 0 0,-1-1 1 0 0,1 1 0 0 0,0 0 0 0 0,0-1-1 0 0,0 1 1 0 0,-1 0 0 0 0,1-1 0 0 0,0 1-1 0 0,0 0 1 0 0,0 0 0 0 0,0 0 0 0 0,0 0 0 0 0,0 0-1 0 0,0 0 1 0 0,-1 0 0 0 0,1 0 0 0 0,0 0-1 0 0,0 0 1 0 0,0 1 0 0 0,0-1 0 0 0,0 0 0 0 0,-1 0-1 0 0,1 1 1 0 0,1 0 0 0 0,1 2-151 0 0,0-1-1 0 0,0 2 1 0 0,-1-1 0 0 0,1 0 0 0 0,-1 0 0 0 0,0 1-1 0 0,0-1 1 0 0,0 1 0 0 0,0 0 0 0 0,-1 0-1 0 0,3 7 1 0 0,9 51-777 0 0,-8-35 1245 0 0,-2-6 36 0 0,-2-15-156 0 0,0 1 1 0 0,0-1-1 0 0,1 1 1 0 0,-1-1-1 0 0,2 1 0 0 0,-1-1 1 0 0,4 7-1 0 0,-4-14-92 0 0,-1-1-1 0 0,1 0 0 0 0,-1 0 1 0 0,1 0-1 0 0,-1 0 1 0 0,1 0-1 0 0,-1 0 0 0 0,0 0 1 0 0,0 0-1 0 0,1-5 0 0 0,10-25-334 0 0,-6 10-218 0 0,2 0 1 0 0,1 1-1 0 0,0 0 0 0 0,2 0 0 0 0,0 1 0 0 0,19-25 1 0 0,-29 44 531 0 0,0 0 1 0 0,0 0 0 0 0,-1 0 0 0 0,1 0 0 0 0,0 0 0 0 0,0 0-1 0 0,1 0 1 0 0,-1 0 0 0 0,0 1 0 0 0,0-1 0 0 0,0 0-1 0 0,0 1 1 0 0,1-1 0 0 0,-1 1 0 0 0,0-1 0 0 0,0 1 0 0 0,1 0-1 0 0,-1 0 1 0 0,0-1 0 0 0,1 1 0 0 0,-1 0 0 0 0,0 0-1 0 0,1 0 1 0 0,-1 0 0 0 0,0 1 0 0 0,1-1 0 0 0,-1 0 0 0 0,0 1-1 0 0,1-1 1 0 0,-1 0 0 0 0,0 1 0 0 0,0 0 0 0 0,1-1-1 0 0,-1 1 1 0 0,0 0 0 0 0,0-1 0 0 0,0 1 0 0 0,0 0 0 0 0,0 0-1 0 0,0 0 1 0 0,0 0 0 0 0,0 0 0 0 0,1 2 0 0 0,5 6 510 0 0,1 1 1 0 0,-1 1 0 0 0,-1-1 0 0 0,6 13 0 0 0,0-1-45 0 0,-11-20-525 0 0,0 1-1 0 0,0-1 1 0 0,1 0-1 0 0,-1 0 1 0 0,1 0 0 0 0,-1-1-1 0 0,1 1 1 0 0,0 0-1 0 0,0-1 1 0 0,0 1 0 0 0,0-1-1 0 0,0 1 1 0 0,0-1-1 0 0,0 0 1 0 0,0 0 0 0 0,0 0-1 0 0,1 0 1 0 0,-1 0-1 0 0,0 0 1 0 0,1-1-1 0 0,-1 1 1 0 0,1-1 0 0 0,-1 0-1 0 0,0 0 1 0 0,1 1-1 0 0,-1-2 1 0 0,1 1 0 0 0,-1 0-1 0 0,1 0 1 0 0,2-1-1 0 0,0-2-67 0 0,0 1 0 0 0,0-1 0 0 0,-1 0 0 0 0,1 0 0 0 0,-1 0 1 0 0,1 0-1 0 0,-1-1 0 0 0,0 0 0 0 0,0 0 0 0 0,0 0 0 0 0,-1 0 0 0 0,4-7 0 0 0,-3 6-2 0 0,1-3 210 0 0,1 1 1 0 0,0-1 0 0 0,0 1-1 0 0,0 0 1 0 0,12-9 0 0 0,-17 15-73 0 0,0 0-1 0 0,1 0 1 0 0,-1 0 0 0 0,1 0 0 0 0,-1 1 0 0 0,1-1 0 0 0,-1 0 0 0 0,1 1 0 0 0,-1-1-1 0 0,1 1 1 0 0,0 0 0 0 0,-1-1 0 0 0,1 1 0 0 0,-1 0 0 0 0,1 0 0 0 0,0 0 0 0 0,-1 0-1 0 0,1 0 1 0 0,0 1 0 0 0,-1-1 0 0 0,1 0 0 0 0,-1 1 0 0 0,1-1 0 0 0,-1 1 0 0 0,1 0 0 0 0,-1-1-1 0 0,1 1 1 0 0,-1 0 0 0 0,1 0 0 0 0,-1 0 0 0 0,0 0 0 0 0,0 0 0 0 0,1 0 0 0 0,-1 0-1 0 0,0 0 1 0 0,0 1 0 0 0,0-1 0 0 0,0 0 0 0 0,1 3 0 0 0,16 23 556 0 0,-3-2-1481 0 0,-3-10-4835 0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2:04.9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68 16131 0 0,'5'-3'1433'0'0,"0"-1"-1145"0"0,1 0-288 0 0,-1 1 0 0 0,2 1 360 0 0,1-3 24 0 0,6-3 0 0 0,9-4 0 0 0,7-1-256 0 0,2-1-56 0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2:05.3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86 17052 0 0,'-3'4'1512'0'0,"2"-3"-1208"0"0,0 1-240 0 0,3-2 760 0 0,2-2 152 0 0,2 0 33 0 0,6-2 7 0 0,5-2-840 0 0,8-3-176 0 0,10-5 0 0 0,1 0 0 0 0,1 1-1096 0 0,-3 3-185 0 0,1 5-31 0 0,-6-1 0 0 0,-3-2 1080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2:10.8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4 191 10594 0 0,'-1'-1'85'0'0,"1"0"-1"0"0,-1 0 1 0 0,1 0-1 0 0,-1 0 1 0 0,1 0-1 0 0,0-1 1 0 0,0 1-1 0 0,-1 0 1 0 0,1 0-1 0 0,0 0 1 0 0,0 0-1 0 0,0-1 1 0 0,0 1-1 0 0,1 0 1 0 0,-1 0-1 0 0,0 0 1 0 0,0 0-1 0 0,1 0 1 0 0,-1 0 0 0 0,1-1-1 0 0,-1 1 1 0 0,1 0-1 0 0,-1 0 1 0 0,1 0-1 0 0,-1 0 1 0 0,1 0-1 0 0,0 1 1 0 0,1-3-1 0 0,30-29 405 0 0,-21 22-1146 0 0,3-3 320 0 0,1 0-1 0 0,0 1 1 0 0,0 0-1 0 0,1 2 0 0 0,1-1 1 0 0,20-8-1 0 0,-26 15 863 0 0,0 0 0 0 0,0 0 0 0 0,1 1 0 0 0,-1 0 0 0 0,1 1-1 0 0,22-1 1 0 0,-1 1 931 0 0,64 2 1399 0 0,-87 0-2702 0 0,0 1 0 0 0,0 1 0 0 0,0 0 1 0 0,0 0-1 0 0,-1 0 0 0 0,1 2 0 0 0,11 4 0 0 0,-19-7-185 0 0,1 1-1 0 0,-1-1 0 0 0,0 0 1 0 0,0 1-1 0 0,0-1 0 0 0,-1 1 1 0 0,1-1-1 0 0,0 1 1 0 0,-1 0-1 0 0,1 0 0 0 0,-1 0 1 0 0,1 0-1 0 0,-1 0 1 0 0,0 0-1 0 0,0 0 0 0 0,0 1 1 0 0,0-1-1 0 0,1 4 0 0 0,-2-1-98 0 0,1-1 0 0 0,-1 1 1 0 0,0-1-1 0 0,0 1 0 0 0,0-1 0 0 0,0 1 0 0 0,-1-1 0 0 0,0 0 0 0 0,-2 7 0 0 0,-3 6-372 0 0,-1 0 0 0 0,0-1 0 0 0,-19 29 0 0 0,26-45 501 0 0,-35 51-741 0 0,23-34 1002 0 0,0 0-1 0 0,1 1 0 0 0,-10 22 0 0 0,21-40-256 0 0,0 1 1 0 0,-1 0-1 0 0,1-1 0 0 0,-1 1 0 0 0,1-1 0 0 0,0 1 0 0 0,0 0 0 0 0,-1-1 0 0 0,1 1 0 0 0,0 0 0 0 0,0-1 0 0 0,0 1 0 0 0,0 0 0 0 0,0-1 0 0 0,0 1 0 0 0,0 0 0 0 0,0-1 0 0 0,0 1 0 0 0,0 0 0 0 0,0-1 0 0 0,0 1 0 0 0,0 0 0 0 0,1-1 0 0 0,-1 1 1 0 0,0 0-1 0 0,0-1 0 0 0,1 1 0 0 0,-1-1 0 0 0,0 1 0 0 0,1 0 0 0 0,-1-1 0 0 0,1 1 0 0 0,-1-1 0 0 0,1 1 0 0 0,-1-1 0 0 0,1 1 0 0 0,-1-1 0 0 0,1 0 0 0 0,-1 1 0 0 0,1-1 0 0 0,0 0 0 0 0,-1 1 0 0 0,1-1 0 0 0,0 0 0 0 0,-1 0 0 0 0,1 0 0 0 0,0 1 1 0 0,-1-1-1 0 0,1 0 0 0 0,0 0 0 0 0,-1 0 0 0 0,1 0 0 0 0,0 0 0 0 0,-1 0 0 0 0,1 0 0 0 0,1-1 0 0 0,7 0-625 0 0,1 0 0 0 0,-1-1 0 0 0,14-4 0 0 0,-9 2 314 0 0,-4 3 531 0 0,-1-1-1 0 0,1 2 1 0 0,-1-1 0 0 0,1 1 0 0 0,-1 0 0 0 0,1 1 0 0 0,-1 0-1 0 0,1 1 1 0 0,-1 0 0 0 0,0 0 0 0 0,1 1 0 0 0,14 7-1 0 0,-21-8-68 0 0,1 0-1 0 0,0 0 0 0 0,-1 0 0 0 0,1 0 0 0 0,-1 1 0 0 0,0 0 0 0 0,0-1 1 0 0,0 1-1 0 0,0 1 0 0 0,0-1 0 0 0,-1 0 0 0 0,1 1 0 0 0,-1-1 0 0 0,0 1 1 0 0,0-1-1 0 0,0 1 0 0 0,-1 0 0 0 0,1 0 0 0 0,-1 0 0 0 0,0 0 1 0 0,0 0-1 0 0,0 0 0 0 0,-1 1 0 0 0,0-1 0 0 0,1 0 0 0 0,-1 0 0 0 0,-1 0 1 0 0,1 0-1 0 0,-1 1 0 0 0,1-1 0 0 0,-3 5 0 0 0,0 2-11 0 0,0 0-1 0 0,-1-1 1 0 0,0 0-1 0 0,-1 0 1 0 0,0 0 0 0 0,-1 0-1 0 0,-12 15 1 0 0,-3 0-2207 0 0,-31 29 1 0 0,29-32-2032 0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2:11.2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124 31 2761 0 0,'-1'-4'27'0'0,"0"1"534"0"0,1 1 0 0 0,-1-1 1 0 0,0 1-1 0 0,1 0 0 0 0,-1-1 1 0 0,0 1-1 0 0,-1 0 0 0 0,1 0 1 0 0,-3-4-1 0 0,-5 6 2150 0 0,-6 14-3071 0 0,7-1 1203 0 0,0 0 0 0 0,0 1 1 0 0,2 0-1 0 0,-1 0 1 0 0,2 0-1 0 0,0 1 1 0 0,-5 21-1 0 0,-13 109 1273 0 0,22-133-2088 0 0,-2 9-21 0 0,1 0 0 0 0,2 0 0 0 0,0 0 0 0 0,1 0 0 0 0,6 30 0 0 0,-6-45 1 0 0,0 0-1 0 0,1-1 1 0 0,0 1-1 0 0,0 0 1 0 0,1-1-1 0 0,0 0 1 0 0,0 1-1 0 0,0-1 1 0 0,0 0-1 0 0,6 6 1 0 0,-6-8-1 0 0,0 0-1 0 0,0-1 1 0 0,0 0 0 0 0,1 0 0 0 0,-1 0-1 0 0,0 0 1 0 0,1 0 0 0 0,-1 0 0 0 0,1-1-1 0 0,0 0 1 0 0,0 0 0 0 0,-1 0 0 0 0,1 0 0 0 0,0-1-1 0 0,0 1 1 0 0,0-1 0 0 0,7 0 0 0 0,-6-1-132 0 0,0 0 1 0 0,1 0 0 0 0,-1-1 0 0 0,0 1 0 0 0,0-1 0 0 0,0 0 0 0 0,0-1 0 0 0,0 1 0 0 0,-1-1-1 0 0,1 0 1 0 0,-1 0 0 0 0,0 0 0 0 0,1-1 0 0 0,-2 1 0 0 0,1-1 0 0 0,0 0 0 0 0,-1-1-1 0 0,6-8 1 0 0,-4 6 16 0 0,0 0 0 0 0,-1-1 0 0 0,0 0 0 0 0,-1 0 0 0 0,1 0 0 0 0,-1 0 0 0 0,-1 0 0 0 0,0-1 0 0 0,0 1 0 0 0,-1-1 0 0 0,1-9 0 0 0,-2 17 106 0 0,0 1-1 0 0,0-1 1 0 0,0 1-1 0 0,0-1 1 0 0,0 0-1 0 0,0 1 0 0 0,0-1 1 0 0,0 1-1 0 0,0-1 1 0 0,0 1-1 0 0,0-1 1 0 0,0 1-1 0 0,0-1 0 0 0,0 1 1 0 0,-1-1-1 0 0,1 1 1 0 0,0-1-1 0 0,-1 1 0 0 0,1-1 1 0 0,0 1-1 0 0,-1-1 1 0 0,1 1-1 0 0,0-1 1 0 0,-1 1-1 0 0,1 0 0 0 0,-1-1 1 0 0,1 1-1 0 0,0 0 1 0 0,-1-1-1 0 0,1 1 1 0 0,-1 0-1 0 0,0-1 0 0 0,-1 1 16 0 0,1 0-1 0 0,-1 0 1 0 0,1 1 0 0 0,-1-1-1 0 0,1 0 1 0 0,0 1-1 0 0,-1-1 1 0 0,1 1-1 0 0,0-1 1 0 0,-1 1-1 0 0,1 0 1 0 0,-2 1-1 0 0,-39 33 1152 0 0,38-31-796 0 0,-41 40 743 0 0,19-11-6548 0 0,16-17-360 0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2:11.5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75 1 20276 0 0,'-1'0'30'0'0,"0"0"0"0"0,0 0 0 0 0,-1-1 1 0 0,1 1-1 0 0,0 0 0 0 0,0 0 0 0 0,0 0 0 0 0,-1 0 0 0 0,1 0 0 0 0,0 1 0 0 0,0-1 0 0 0,0 0 0 0 0,0 0 0 0 0,-1 1 0 0 0,1-1 0 0 0,0 1 0 0 0,0-1 0 0 0,-1 2 0 0 0,-12 21-4700 0 0,-7 37 1115 0 0,17-43 3925 0 0,0 1 0 0 0,1-1 0 0 0,0 1 0 0 0,1 18-1 0 0,2-27 7 0 0,0-1 0 0 0,1 0 0 0 0,0 0-1 0 0,0 1 1 0 0,1-1 0 0 0,0 0-1 0 0,0 0 1 0 0,5 9 0 0 0,-5-12-346 0 0,1-1 0 0 0,0 1 1 0 0,-1-1-1 0 0,2 0 0 0 0,-1 0 1 0 0,0 0-1 0 0,1 0 1 0 0,0-1-1 0 0,-1 1 0 0 0,1-1 1 0 0,1 0-1 0 0,-1 0 0 0 0,0 0 1 0 0,7 2-1 0 0,-6-3 35 0 0,-1-1 0 0 0,0 0 0 0 0,1 0 0 0 0,-1-1 0 0 0,0 1 0 0 0,1-1 0 0 0,-1 0 0 0 0,1 0 0 0 0,-1 0 0 0 0,1-1 0 0 0,-1 1 0 0 0,1-1 0 0 0,-1 0 0 0 0,0 0 0 0 0,1-1 0 0 0,-1 0 0 0 0,0 1 0 0 0,0-1 0 0 0,0 0 0 0 0,0-1 0 0 0,-1 1 0 0 0,7-6 0 0 0,2-2 258 0 0,-1 1 0 0 0,0-2 0 0 0,-1 1 0 0 0,0-1 0 0 0,13-20 0 0 0,-19 24-232 0 0,0 1 0 0 0,-1-1 0 0 0,0 1 0 0 0,0-1 0 0 0,0 0 0 0 0,-1 0 0 0 0,0 0 0 0 0,0-1 0 0 0,0 1 1 0 0,-1 0-1 0 0,-1-1 0 0 0,1 1 0 0 0,-2-15 0 0 0,1 17-75 0 0,-1 0 1 0 0,0 0 0 0 0,-1 0-1 0 0,1 0 1 0 0,-1 0-1 0 0,0 0 1 0 0,0 1-1 0 0,0-1 1 0 0,-1 1-1 0 0,0-1 1 0 0,0 1-1 0 0,0 0 1 0 0,0 0-1 0 0,0 1 1 0 0,-1-1-1 0 0,0 1 1 0 0,0-1 0 0 0,0 1-1 0 0,0 0 1 0 0,0 1-1 0 0,-6-4 1 0 0,-13-4-200 0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2:13.9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7 264 12899 0 0,'-1'0'192'0'0,"1"1"0"0"0,-1-1 1 0 0,0 1-1 0 0,1 0 0 0 0,-1-1 1 0 0,1 1-1 0 0,0 0 0 0 0,-1 0 0 0 0,1-1 1 0 0,-1 1-1 0 0,1 0 0 0 0,0 0 1 0 0,0-1-1 0 0,0 1 0 0 0,-1 0 1 0 0,1 0-1 0 0,0 0 0 0 0,0-1 0 0 0,0 1 1 0 0,0 0-1 0 0,0 0 0 0 0,0 0 1 0 0,0 0-1 0 0,1-1 0 0 0,-1 2 1 0 0,1 0-128 0 0,0 0 1 0 0,0 0 0 0 0,0 0 0 0 0,0-1 0 0 0,1 1 0 0 0,-1 0 0 0 0,0-1 0 0 0,1 1 0 0 0,-1-1 0 0 0,3 2-1 0 0,1 1-9 0 0,1 0 0 0 0,-1-1 0 0 0,1 1-1 0 0,0-1 1 0 0,0 0 0 0 0,7 1-1 0 0,144 29 1260 0 0,-152-32-1340 0 0,0 0-1 0 0,-1 0 0 0 0,1-1 1 0 0,0 0-1 0 0,0 0 0 0 0,0 0 1 0 0,-1 0-1 0 0,1-1 0 0 0,0 0 1 0 0,0 0-1 0 0,7-3 0 0 0,-12 1-76 0 0,0 0 1 0 0,0 0-1 0 0,0 0 0 0 0,0 0 0 0 0,0 0 0 0 0,0 0 1 0 0,-1 0-1 0 0,0 0 0 0 0,1 1 0 0 0,-3-6 0 0 0,1-1 310 0 0,-6-23 391 0 0,-1 0-1 0 0,-2 1 1 0 0,-20-43 0 0 0,28 67-577 0 0,1 3 5 0 0,0 0 0 0 0,1 1 0 0 0,-1-1 1 0 0,1 0-1 0 0,0 0 0 0 0,0 0 0 0 0,1-1 0 0 0,-1 1 1 0 0,1 0-1 0 0,0 0 0 0 0,0 0 0 0 0,1 0 1 0 0,-1 0-1 0 0,1 0 0 0 0,-1-1 0 0 0,1 1 1 0 0,1 0-1 0 0,-1 1 0 0 0,1-1 0 0 0,-1 0 0 0 0,5-7 1 0 0,-3 8-25 0 0,0-1 0 0 0,0 1 1 0 0,0 0-1 0 0,1 0 0 0 0,-1 0 0 0 0,1 1 1 0 0,-1-1-1 0 0,1 1 0 0 0,0 0 1 0 0,0 0-1 0 0,0 0 0 0 0,0 0 0 0 0,1 1 1 0 0,-1-1-1 0 0,0 1 0 0 0,1 0 1 0 0,-1 1-1 0 0,1-1 0 0 0,-1 1 0 0 0,7 0 1 0 0,-5 1-17 0 0,-1-1-1 0 0,1 1 1 0 0,0 1 0 0 0,0-1 0 0 0,0 1-1 0 0,-1 0 1 0 0,1 0 0 0 0,-1 1 0 0 0,0 0 0 0 0,0 0-1 0 0,0 0 1 0 0,0 0 0 0 0,0 1 0 0 0,-1 0-1 0 0,1 0 1 0 0,-1 0 0 0 0,4 5 0 0 0,6 8 59 0 0,-1 0-1 0 0,-1 0 1 0 0,14 28 0 0 0,-21-35-10 0 0,-1 1 0 0 0,0-1 0 0 0,-1 1 0 0 0,0 0 0 0 0,2 14 1 0 0,-4-14 10 0 0,2-1 1 0 0,-1 1 0 0 0,1-1-1 0 0,1 1 1 0 0,6 14 0 0 0,-9-24-23 0 0,0 1 1 0 0,1-1 0 0 0,-1 1-1 0 0,0-1 1 0 0,0 1 0 0 0,1-1-1 0 0,-1 0 1 0 0,1 0 0 0 0,-1 0-1 0 0,1 0 1 0 0,0 0 0 0 0,-1 0-1 0 0,1 0 1 0 0,0 0 0 0 0,-1 0-1 0 0,1-1 1 0 0,0 1 0 0 0,0-1-1 0 0,0 0 1 0 0,0 1 0 0 0,0-1-1 0 0,-1 0 1 0 0,1 0 0 0 0,0 0-1 0 0,0 0 1 0 0,0-1 0 0 0,0 1-1 0 0,0 0 1 0 0,0-1 0 0 0,-1 1-1 0 0,1-1 1 0 0,0 0 0 0 0,0 1-1 0 0,-1-1 1 0 0,3-2 0 0 0,9-3 81 0 0,-1-1 1 0 0,0-1 0 0 0,19-16 0 0 0,-20 15-75 0 0,17-12 14 0 0,4-4-230 0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8:59.7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467 0 3225 0 0,'1'11'6107'0'0,"0"32"-4298"0"0,-2 2-1448 0 0,-1 1 0 0 0,-3-1 0 0 0,-2-1 0 0 0,-1 1 0 0 0,-20 57 0 0 0,24-91-257 0 0,0 0 0 0 0,0-1 1 0 0,-1 1-1 0 0,-1-1 0 0 0,0 0 1 0 0,0-1-1 0 0,-1 0 0 0 0,0 0 1 0 0,-1 0-1 0 0,0-1 0 0 0,0 0 1 0 0,-11 8-1 0 0,12-11-70 0 0,0-1 0 0 0,0 0 0 0 0,-1 0 0 0 0,0-1 0 0 0,1 0 0 0 0,-1 0 0 0 0,0-1 0 0 0,0 0 0 0 0,-1 0 0 0 0,1-1 0 0 0,0 0 0 0 0,-1 0 0 0 0,1-1 0 0 0,0-1 0 0 0,-1 1 0 0 0,1-1 0 0 0,-11-2 0 0 0,10 0 19 0 0,-1 1 0 0 0,1-1 0 0 0,-1 0 0 0 0,1-1 0 0 0,0 0 0 0 0,0-1 0 0 0,1 0 0 0 0,-1 0 0 0 0,1-1 0 0 0,0 0 0 0 0,0-1 0 0 0,1 1 0 0 0,0-1 0 0 0,0-1 0 0 0,-8-11 0 0 0,11 13-16 0 0,0-1 0 0 0,1 1 0 0 0,-1 0 0 0 0,2-1 0 0 0,-1 0 0 0 0,1 1 0 0 0,0-1-1 0 0,0 0 1 0 0,1 0 0 0 0,0 0 0 0 0,0 0 0 0 0,0-1 0 0 0,1 1 0 0 0,1 0 0 0 0,-1 0-1 0 0,1 0 1 0 0,0 0 0 0 0,0 0 0 0 0,1 0 0 0 0,0 0 0 0 0,0 0 0 0 0,5-9 0 0 0,-3 8-5 0 0,0-1 1 0 0,1 1 0 0 0,0 0 0 0 0,0 0-1 0 0,1 0 1 0 0,0 1 0 0 0,0 0 0 0 0,1 0 0 0 0,-1 1-1 0 0,2-1 1 0 0,-1 2 0 0 0,1-1 0 0 0,-1 1-1 0 0,2 0 1 0 0,-1 0 0 0 0,0 1 0 0 0,1 0-1 0 0,0 1 1 0 0,0 0 0 0 0,0 0 0 0 0,0 1 0 0 0,0 0-1 0 0,1 1 1 0 0,-1 0 0 0 0,1 0 0 0 0,-1 1-1 0 0,0 1 1 0 0,1-1 0 0 0,-1 1 0 0 0,1 1-1 0 0,-1 0 1 0 0,0 0 0 0 0,0 1 0 0 0,15 6 0 0 0,-10-1 107 0 0,0 0 1 0 0,-1 1 0 0 0,0 1 0 0 0,0 0 0 0 0,-1 0 0 0 0,0 2 0 0 0,-1-1 0 0 0,-1 1 0 0 0,0 1 0 0 0,0 0 0 0 0,-1 0 0 0 0,-1 1-1 0 0,11 26 1 0 0,2 7 110 0 0,-2 2 0 0 0,22 97 0 0 0,-25-70 270 0 0,10 138 0 0 0,-26-204-693 0 0,0 0-1 0 0,0 0 1 0 0,-2 15 0 0 0,12-58-9206 0 0,6-15 3754 0 0,-11 27 4838 0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9:00.1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20 550 10594 0 0,'-1'0'61'0'0,"0"0"-1"0"0,0 0 1 0 0,0 0-1 0 0,0 0 1 0 0,0 0-1 0 0,0 0 1 0 0,0-1 0 0 0,0 1-1 0 0,0 0 1 0 0,0 0-1 0 0,0-1 1 0 0,0 1-1 0 0,0-1 1 0 0,0 1-1 0 0,-1-2 1 0 0,2 2-10 0 0,-1 0 0 0 0,1 0 0 0 0,0-1 0 0 0,0 1 0 0 0,0 0 0 0 0,0-1 0 0 0,-1 1 0 0 0,1 0 0 0 0,0-1 0 0 0,0 1 0 0 0,0 0 0 0 0,0-1 1 0 0,0 1-1 0 0,0 0 0 0 0,0-1 0 0 0,0 1 0 0 0,0 0 0 0 0,0-1 0 0 0,0 1 0 0 0,0 0 0 0 0,0-1 0 0 0,0 1 0 0 0,0 0 0 0 0,0-1 0 0 0,0 1 0 0 0,1 0 0 0 0,-1-1 0 0 0,0 1 1 0 0,0-1-1 0 0,1 0 100 0 0,0 0 0 0 0,0 0 0 0 0,0 0 0 0 0,0 0 0 0 0,0 0 0 0 0,0 0 0 0 0,1 1 0 0 0,-1-1 0 0 0,0 0 0 0 0,0 1 0 0 0,0-1 0 0 0,1 0 1 0 0,-1 1-1 0 0,0-1 0 0 0,1 1 0 0 0,-1 0 0 0 0,1 0 0 0 0,-1-1 0 0 0,0 1 0 0 0,1 0 0 0 0,1 0 0 0 0,2 1 31 0 0,-1 0-1 0 0,0 1 1 0 0,0-1 0 0 0,0 1-1 0 0,0 0 1 0 0,0 0-1 0 0,0 0 1 0 0,-1 0 0 0 0,1 0-1 0 0,-1 1 1 0 0,1 0-1 0 0,-1 0 1 0 0,0 0 0 0 0,5 7-1 0 0,4 4 372 0 0,-2 0 1 0 0,12 20-1 0 0,4 16-17 0 0,-19-35-419 0 0,1 0-1 0 0,0-1 1 0 0,0 0-1 0 0,18 21 1 0 0,-25-34-118 0 0,0 0-1 0 0,0 1 1 0 0,0-1 0 0 0,0 0 0 0 0,0 0 0 0 0,1-1 0 0 0,-1 1 0 0 0,0 0 0 0 0,0 0 0 0 0,1 0-1 0 0,-1-1 1 0 0,0 1 0 0 0,1-1 0 0 0,-1 1 0 0 0,1-1 0 0 0,-1 0 0 0 0,3 1 0 0 0,-3-1 13 0 0,0-1 1 0 0,-1 1-1 0 0,1 0 1 0 0,0-1 0 0 0,-1 1-1 0 0,1 0 1 0 0,0-1 0 0 0,-1 1-1 0 0,1-1 1 0 0,-1 1-1 0 0,1-1 1 0 0,-1 1 0 0 0,1-1-1 0 0,-1 1 1 0 0,0-1-1 0 0,1 0 1 0 0,-1 1 0 0 0,0-1-1 0 0,1 0 1 0 0,-1 1-1 0 0,0-1 1 0 0,0 0 0 0 0,0 1-1 0 0,1-1 1 0 0,-1 0 0 0 0,0 0-1 0 0,0 1 1 0 0,0-1-1 0 0,0 0 1 0 0,0 1 0 0 0,0-1-1 0 0,0 0 1 0 0,-1 0-1 0 0,1 0 1 0 0,-4-33 261 0 0,-1 0-1 0 0,-10-34 1 0 0,-4-19-24 0 0,9 22-195 0 0,-36-296 418 0 0,46 342-1217 0 0,0 0 1 0 0,5-32-1 0 0,-1 30-7059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9:05.9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0 191 3033 0 0,'1'-2'171'0'0,"7"-15"-55"0"0,-9 17-116 0 0,1 0 0 0 0,0 0-1 0 0,0 0 1 0 0,0 0 0 0 0,-1 0 0 0 0,1 0 0 0 0,0 0-1 0 0,0 0 1 0 0,0 0 0 0 0,0 0 0 0 0,-1 0-1 0 0,1 0 1 0 0,0 0 0 0 0,0 0 0 0 0,0 0-1 0 0,-1 0 1 0 0,1 0 0 0 0,0 0 0 0 0,0 0 0 0 0,0 0-1 0 0,0 0 1 0 0,-1 0 0 0 0,1 0 0 0 0,0 0-1 0 0,0-1 1 0 0,0 1 0 0 0,0 0 0 0 0,-1 0-1 0 0,1 0 1 0 0,0 0 0 0 0,0 0 0 0 0,0 0 0 0 0,0-1-1 0 0,0 1 1 0 0,0 0 0 0 0,0 0 0 0 0,0 0-1 0 0,-1 0 1 0 0,1-1 0 0 0,0 1 0 0 0,0 0-1 0 0,0 0 1 0 0,0 0 0 0 0,0-1 0 0 0,0 1 0 0 0,0 0-1 0 0,0 0 1 0 0,0 0 0 0 0,0-1 0 0 0,0 1-1 0 0,0 0 1 0 0,0 0 0 0 0,0 0 0 0 0,0 0-1 0 0,1-1 1 0 0,-1 1 0 0 0,0 0 0 0 0,0 0 0 0 0,0 0-1 0 0,0 0 1 0 0,0-1 0 0 0,0 1 0 0 0,0 0-1 0 0,0 0 1 0 0,1 0 0 0 0,-1-1 0 0 0,73-33 3973 0 0,-44 21-3369 0 0,0 2-1 0 0,34-8 1 0 0,23-1-243 0 0,1 4 0 0 0,1 4 1 0 0,0 4-1 0 0,0 3 1 0 0,1 5-1 0 0,107 12 0 0 0,-177-10-295 0 0,1-1-1 0 0,0-1 1 0 0,-1 0-1 0 0,1-1 0 0 0,-1-2 1 0 0,1 0-1 0 0,-1-1 0 0 0,0-1 1 0 0,23-8-1 0 0,-36 10-159 0 0,-1 1 0 0 0,1 0 0 0 0,0 1 1 0 0,0 0-1 0 0,0 0 0 0 0,0 0 0 0 0,9 0 0 0 0,3 5-4009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9:09.4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93 1376 0 0,'-2'-7'743'0'0,"-1"0"0"0"0,1 0 0 0 0,1 0 0 0 0,-2-12 0 0 0,2 16-142 0 0,1 1-1 0 0,0-1 1 0 0,-1 0-1 0 0,1 1 1 0 0,0-1-1 0 0,0 0 1 0 0,1 0-1 0 0,-1 1 1 0 0,0-1-1 0 0,1 0 1 0 0,0 0-1 0 0,0 1 1 0 0,0-1-1 0 0,0 1 1 0 0,1-3-1 0 0,-1 5-453 0 0,-1 0 0 0 0,1 0 0 0 0,-1 0 0 0 0,1 1 0 0 0,-1-1 0 0 0,1 0 0 0 0,-1 1 0 0 0,0-1-1 0 0,1 0 1 0 0,-1 1 0 0 0,0-1 0 0 0,1 1 0 0 0,-1-1 0 0 0,0 1 0 0 0,1-1 0 0 0,-1 0 0 0 0,0 1 0 0 0,0-1 0 0 0,1 1 0 0 0,-1-1 0 0 0,0 1-1 0 0,0-1 1 0 0,0 1 0 0 0,0 0 0 0 0,0-1 0 0 0,0 1 0 0 0,6 19 406 0 0,33 174 69 0 0,-28-125-280 0 0,4 0 1 0 0,44 131-1 0 0,-44-166-317 0 0,-3-6-156 0 0,10 34 0 0 0,-19-53-97 0 0,-1 0-1 0 0,0 0 1 0 0,-1 0 0 0 0,0 0 0 0 0,0 0 0 0 0,-1 1 0 0 0,0-1-1 0 0,-2 11 1 0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9:09.8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17 8290 0 0,'13'-14'12364'0'0,"-1"15"-10945"0"0,-1-3-3921 0 0,-6 1 777 0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9:10.5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55 338 4177 0 0,'-2'0'194'0'0,"0"-1"1"0"0,1 1-1 0 0,-1-1 1 0 0,0 0-1 0 0,0 0 1 0 0,1 0-1 0 0,-1 0 1 0 0,0 0-1 0 0,1 0 1 0 0,-1 0-1 0 0,1 0 1 0 0,0-1-1 0 0,-1 1 0 0 0,1-1 1 0 0,0 1-1 0 0,0-1 1 0 0,-2-2-1 0 0,-15-31 1798 0 0,15 26-1795 0 0,2 0 1 0 0,-1-1-1 0 0,1 1 1 0 0,1 0-1 0 0,0-1 1 0 0,0 1 0 0 0,1 0-1 0 0,0-1 1 0 0,0 1-1 0 0,1 0 1 0 0,0 0-1 0 0,1 0 1 0 0,0 0-1 0 0,0 0 1 0 0,1 1 0 0 0,7-13-1 0 0,-6 13-55 0 0,0-1 0 0 0,0 1 1 0 0,1 1-1 0 0,0-1 0 0 0,1 1 0 0 0,-1 0 0 0 0,2 0 1 0 0,-1 1-1 0 0,0 0 0 0 0,1 0 0 0 0,0 0 0 0 0,1 1 0 0 0,-1 1 1 0 0,1 0-1 0 0,17-7 0 0 0,-22 10-126 0 0,-1 0-1 0 0,1 0 1 0 0,-1 1 0 0 0,1-1 0 0 0,-1 1-1 0 0,1 0 1 0 0,-1 0 0 0 0,1 0 0 0 0,-1 0-1 0 0,1 1 1 0 0,0-1 0 0 0,-1 1 0 0 0,0 0-1 0 0,1 0 1 0 0,-1 0 0 0 0,1 0 0 0 0,-1 1-1 0 0,5 2 1 0 0,-5-1-55 0 0,0 0 0 0 0,1 0 0 0 0,-1 0 0 0 0,-1 1 0 0 0,1-1 0 0 0,0 1 0 0 0,-1-1 0 0 0,0 1 0 0 0,0 0 0 0 0,0 0 0 0 0,0 0 0 0 0,-1 0 0 0 0,2 5 0 0 0,1 13-333 0 0,0-1 0 0 0,-2 1 0 0 0,0 0 0 0 0,-3 40 0 0 0,1-51 232 0 0,-2 44-208 0 0,0 61 74 0 0,3-102 264 0 0,0 1-1 0 0,1 0 1 0 0,1-1-1 0 0,0 1 1 0 0,8 20 0 0 0,-10-30 43 0 0,1-1 1 0 0,0 0 0 0 0,0 0 0 0 0,1-1 0 0 0,-1 1 0 0 0,1 0-1 0 0,-1-1 1 0 0,1 1 0 0 0,1-1 0 0 0,-1 0 0 0 0,0 0 0 0 0,1 0-1 0 0,-1-1 1 0 0,1 1 0 0 0,0-1 0 0 0,0 0 0 0 0,0 0 0 0 0,0 0 0 0 0,0 0-1 0 0,0-1 1 0 0,7 2 0 0 0,-7-3 27 0 0,-1 0 1 0 0,0 0-1 0 0,0 0 0 0 0,0 0 1 0 0,1 0-1 0 0,-1-1 0 0 0,0 1 1 0 0,0-1-1 0 0,0 0 0 0 0,0 0 1 0 0,0 0-1 0 0,0-1 0 0 0,0 1 1 0 0,0-1-1 0 0,0 0 0 0 0,0 1 1 0 0,-1-1-1 0 0,1 0 0 0 0,-1 0 1 0 0,1-1-1 0 0,-1 1 0 0 0,0-1 1 0 0,0 1-1 0 0,0-1 0 0 0,0 1 1 0 0,-1-1-1 0 0,1 0 1 0 0,-1 0-1 0 0,1 0 0 0 0,0-4 1 0 0,0 2-15 0 0,-1 0 0 0 0,1 0 1 0 0,-1 0-1 0 0,-1-1 0 0 0,1 1 1 0 0,0 0-1 0 0,-1-1 1 0 0,0 1-1 0 0,-1 0 0 0 0,1-1 1 0 0,-1 1-1 0 0,0 0 0 0 0,0-1 1 0 0,-1 1-1 0 0,1 0 1 0 0,-1 0-1 0 0,0 0 0 0 0,-1 1 1 0 0,1-1-1 0 0,-1 0 1 0 0,0 1-1 0 0,0-1 0 0 0,-4-3 1 0 0,-1-1 136 0 0,1 1 0 0 0,-2 0 0 0 0,1 0 1 0 0,-1 1-1 0 0,0 0 0 0 0,-1 0 0 0 0,1 1 0 0 0,-1 0 1 0 0,-19-7-1 0 0,-50-11 655 0 0,61 20-717 0 0,0-1 1 0 0,1 0-1 0 0,0-1 1 0 0,0-1-1 0 0,1-1 1 0 0,-27-16-1 0 0,40 22-288 0 0,0 0-1 0 0,0-1 0 0 0,1 1 1 0 0,-1-1-1 0 0,1 0 1 0 0,0 0-1 0 0,0 0 0 0 0,-1 0 1 0 0,2 0-1 0 0,-1-1 1 0 0,0 1-1 0 0,-1-7 0 0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9:11.1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24 563 5985 0 0,'0'0'134'0'0,"-4"-8"891"0"0,0-1 1 0 0,0 1 0 0 0,1-1 0 0 0,0 1 0 0 0,-1-10 0 0 0,3 16-978 0 0,1 1 0 0 0,0 0 0 0 0,0 0 0 0 0,0-1 0 0 0,0 1 0 0 0,0 0 0 0 0,0 0 0 0 0,0-1 0 0 0,0 1 0 0 0,0 0 0 0 0,0 0 0 0 0,1-1 0 0 0,-1 1 0 0 0,1 0 0 0 0,-1 0 0 0 0,1 0 0 0 0,-1 0 0 0 0,1 0 0 0 0,0 0 0 0 0,-1 0 0 0 0,1 0 0 0 0,0 0 0 0 0,0 0 0 0 0,0 0 0 0 0,0 0 0 0 0,0 0 0 0 0,0 0 0 0 0,0 1 0 0 0,0-1 0 0 0,0 0 0 0 0,0 1 0 0 0,0-1 0 0 0,0 1 0 0 0,0-1 0 0 0,0 1 0 0 0,1 0 0 0 0,-1-1 0 0 0,0 1 0 0 0,0 0 0 0 0,1 0 0 0 0,-1 0 0 0 0,0 0 0 0 0,0 0 0 0 0,1 0 0 0 0,-1 0 0 0 0,0 0 0 0 0,0 1 0 0 0,2 0 0 0 0,2 0 185 0 0,0 0 1 0 0,0 0 0 0 0,0 0-1 0 0,0 1 1 0 0,0 0 0 0 0,-1 0-1 0 0,1 1 1 0 0,-1-1 0 0 0,9 6-1 0 0,37 35 1434 0 0,-31-26-1285 0 0,19 19 294 0 0,28 25-458 0 0,-61-57-218 0 0,1 0 0 0 0,-1 0 1 0 0,1-1-1 0 0,0 1 0 0 0,0-1 1 0 0,1-1-1 0 0,-1 1 1 0 0,1-1-1 0 0,12 3 0 0 0,-18-5 9 0 0,0 0-1 0 0,0 0 1 0 0,0 0-1 0 0,-1 0 1 0 0,1 0 0 0 0,0 0-1 0 0,0 0 1 0 0,0 0-1 0 0,0-1 1 0 0,0 1-1 0 0,0 0 1 0 0,0 0-1 0 0,-1-1 1 0 0,1 1-1 0 0,0-1 1 0 0,0 1 0 0 0,0-1-1 0 0,-1 1 1 0 0,1-1-1 0 0,0 1 1 0 0,-1-1-1 0 0,1 0 1 0 0,0 1-1 0 0,-1-1 1 0 0,1 0 0 0 0,-1 0-1 0 0,1 1 1 0 0,-1-1-1 0 0,1 0 1 0 0,-1 0-1 0 0,0 0 1 0 0,1 1-1 0 0,-1-1 1 0 0,0 0-1 0 0,0 0 1 0 0,0 0 0 0 0,0 0-1 0 0,1 0 1 0 0,-1 0-1 0 0,0 0 1 0 0,-1-1-1 0 0,-4-45 730 0 0,3 35-564 0 0,-11-72 814 0 0,-5-136-1 0 0,18 168-1168 0 0,2-1-1 0 0,3 0 0 0 0,10-52 0 0 0,-6 73-528 0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8:46.9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30 6913 0 0,'-7'-30'10604'0'0,"11"44"-9288"0"0,13 67-137 0 0,-3 1-1 0 0,4 93 1 0 0,-9 167-796 0 0,-5-105-186 0 0,0-175-250 0 0,3 0-1 0 0,3-1 1 0 0,2 0 0 0 0,3-1-1 0 0,26 66 1 0 0,-26-92-947 0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8:47.4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 6 4145 0 0,'-31'-5'14911'0'0,"205"129"-12247"0"0,-34-27-2337 0 0,-33-14-611 0 0,-31-23 273 0 0,165 98 1 0 0,-194-134-182 0 0,-25-14-192 0 0,-2 1 0 0 0,1 0 0 0 0,21 17 0 0 0,-42-28 369 0 0,1 1 0 0 0,-1 0 1 0 0,0-1-1 0 0,1 1 1 0 0,-1 0-1 0 0,1 0 0 0 0,-1-1 1 0 0,0 1-1 0 0,0 0 0 0 0,1 0 1 0 0,-1-1-1 0 0,0 1 1 0 0,0 0-1 0 0,0 0 0 0 0,0 0 1 0 0,0-1-1 0 0,0 1 1 0 0,0 0-1 0 0,0 0 0 0 0,0 0 1 0 0,-1-1-1 0 0,1 1 1 0 0,0 0-1 0 0,0 0 0 0 0,-1-1 1 0 0,1 1-1 0 0,0 0 0 0 0,-1-1 1 0 0,1 1-1 0 0,-1 0 1 0 0,1-1-1 0 0,-1 1 0 0 0,1 0 1 0 0,-1-1-1 0 0,1 1 1 0 0,-1-1-1 0 0,0 1 0 0 0,1-1 1 0 0,-1 1-1 0 0,-1-1 1 0 0,-34 27 188 0 0,29-22-169 0 0,-92 72 860 0 0,-178 177 1 0 0,131-112-1001 0 0,117-115-2022 0 0,26-22 904 0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8:47.8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16 12243 0 0,'0'-1'72'0'0,"0"0"1"0"0,0 0 0 0 0,0 1-1 0 0,0-1 1 0 0,0 0 0 0 0,0 0-1 0 0,0 0 1 0 0,0 1 0 0 0,-1-1-1 0 0,1 0 1 0 0,0 0 0 0 0,0 1-1 0 0,-1-1 1 0 0,1 0 0 0 0,0 1 0 0 0,-1-1-1 0 0,1 0 1 0 0,-2 0 0 0 0,-8 2 2959 0 0,8 1-2712 0 0,0-1-1 0 0,0 1 1 0 0,1-1 0 0 0,-1 1 0 0 0,0 0 0 0 0,1 0 0 0 0,0 0 0 0 0,-1 0 0 0 0,1 0 0 0 0,-2 4 0 0 0,-3 17 72 0 0,1-1-1 0 0,2 1 1 0 0,0 0-1 0 0,1 0 1 0 0,3 45 0 0 0,-1-21-314 0 0,0-16-38 0 0,4 445 287 0 0,3-366-225 0 0,5 1 1 0 0,34 140-1 0 0,-5-101 48 0 0,7 25 28 0 0,-39-136-237 0 0,-3 0 0 0 0,4 60 0 0 0,-14-42-710 0 0,-3-20-2494 0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8:48.1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 27 7370 0 0,'-23'-7'5103'0'0,"33"4"-3970"0"0,37-5 1246 0 0,60-1 1 0 0,130 11-220 0 0,-127 1-1438 0 0,438 20 280 0 0,-108-3-966 0 0,-225-21-648 0 0,-170-1 16 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8:48.7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1802 87 4249 0 0,'10'-3'1358'0'0,"-4"1"-441"0"0,0 1 0 0 0,0-1 0 0 0,-1-1 0 0 0,1 1 0 0 0,0-1 1 0 0,6-4-1 0 0,-44 10 4875 0 0,15-2-4831 0 0,-51 10-324 0 0,0-3 1 0 0,-1-3-1 0 0,-97-6 1 0 0,-69-19-74 0 0,-291-18 235 0 0,322 22-950 0 0,-12 1-566 0 0,161 14-1305 0 0,-108 11 0 0 0,123-3 284 0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8:52.9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708 56 3393 0 0,'5'-3'151'0'0,"-1"0"1"0"0,0 0-1 0 0,0-1 0 0 0,0 1 1 0 0,0-1-1 0 0,0 0 1 0 0,-1 0-1 0 0,6-10 1 0 0,-35 10 6775 0 0,12 2-6399 0 0,-30-2 807 0 0,1 1-1 0 0,-1 3 1 0 0,0 1 0 0 0,-48 9 0 0 0,40-5-464 0 0,0-1-1 0 0,-71-5 1 0 0,65-8-375 0 0,48 6-491 0 0,-1 0 0 0 0,0 1-1 0 0,1 1 1 0 0,-1 0-1 0 0,0 0 1 0 0,0 1-1 0 0,0 0 1 0 0,0 1-1 0 0,0 0 1 0 0,-17 5-1 0 0,13 4-1063 0 0,10-4-41 0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8:53.5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9 8754 0 0,'0'0'38'0'0,"0"-1"1"0"0,0 1-1 0 0,0 0 0 0 0,-1 0 1 0 0,1 0-1 0 0,0-1 0 0 0,0 1 1 0 0,0 0-1 0 0,0 0 0 0 0,0-1 1 0 0,0 1-1 0 0,0 0 0 0 0,0 0 1 0 0,0-1-1 0 0,0 1 0 0 0,0 0 1 0 0,0 0-1 0 0,0-1 0 0 0,0 1 1 0 0,0 0-1 0 0,1 0 0 0 0,-1-1 1 0 0,0 1-1 0 0,0 0 0 0 0,0 0 1 0 0,0 0-1 0 0,0-1 0 0 0,0 1 1 0 0,1 0-1 0 0,-1 0 0 0 0,0 0 1 0 0,0 0-1 0 0,0-1 0 0 0,0 1 1 0 0,1 0-1 0 0,-1 0 25 0 0,1 0 0 0 0,-1 0 0 0 0,1 0 0 0 0,-1 0 1 0 0,0 0-1 0 0,1 0 0 0 0,-1 0 0 0 0,1 0 0 0 0,-1 0 0 0 0,0 0 0 0 0,1 0 0 0 0,-1 0 1 0 0,0 1-1 0 0,1-1 0 0 0,-1 0 0 0 0,0 0 0 0 0,1 0 0 0 0,-1 1 0 0 0,0-1 0 0 0,1 0 0 0 0,-1 0 1 0 0,0 1-1 0 0,0-1 0 0 0,1 0 0 0 0,-1 1 0 0 0,0-1 0 0 0,0 0 0 0 0,0 1 0 0 0,1-1 0 0 0,-1 1 1 0 0,4 6 301 0 0,-1 1 0 0 0,0 0 1 0 0,0 0-1 0 0,-1 0 0 0 0,1 0 1 0 0,-2 0-1 0 0,2 17 0 0 0,-1 67 1375 0 0,-3-59-1377 0 0,-7 421 569 0 0,0-53-400 0 0,65 1033 718 0 0,-55-1374-1006 0 0,-2 1 0 0 0,-15 108 0 0 0,-43 114 804 0 0,51-258-882 0 0,-9 42 305 0 0,16-63-437 0 0,-1 1-1 0 0,0-1 0 0 0,1 1 0 0 0,0-1 0 0 0,0 1 0 0 0,1 0 0 0 0,-1-1 0 0 0,1 1 0 0 0,0-1 1 0 0,0 0-1 0 0,3 7 0 0 0,-4-10-58 0 0,0 0 0 0 0,0-1-1 0 0,1 1 1 0 0,-1-1 0 0 0,1 1 0 0 0,-1 0 0 0 0,0-1 0 0 0,1 1-1 0 0,-1-1 1 0 0,1 1 0 0 0,-1-1 0 0 0,1 1 0 0 0,0-1 0 0 0,-1 1 0 0 0,1-1-1 0 0,-1 1 1 0 0,1-1 0 0 0,0 0 0 0 0,-1 0 0 0 0,1 1 0 0 0,0-1 0 0 0,0 0-1 0 0,-1 0 1 0 0,1 0 0 0 0,0 1 0 0 0,-1-1 0 0 0,1 0 0 0 0,1 0-1 0 0,12-5-3796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8:54.1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 1 6913 0 0,'-10'1'186'0'0,"6"-1"118"0"0,0 0 0 0 0,0 1 0 0 0,0-1 0 0 0,0 1 0 0 0,0 0 0 0 0,0 0 0 0 0,0 0 0 0 0,0 1 0 0 0,0-1 0 0 0,0 1 0 0 0,1 0-1 0 0,-1 0 1 0 0,-6 5 0 0 0,10-7-276 0 0,0 1-1 0 0,0-1 1 0 0,0 0-1 0 0,0 0 0 0 0,0 0 1 0 0,-1 1-1 0 0,1-1 0 0 0,0 0 1 0 0,0 0-1 0 0,0 0 1 0 0,0 1-1 0 0,0-1 0 0 0,0 0 1 0 0,0 0-1 0 0,0 1 0 0 0,0-1 1 0 0,0 0-1 0 0,0 0 1 0 0,0 1-1 0 0,0-1 0 0 0,0 0 1 0 0,0 0-1 0 0,0 0 1 0 0,0 1-1 0 0,0-1 0 0 0,0 0 1 0 0,0 0-1 0 0,1 1 0 0 0,-1-1 1 0 0,0 0-1 0 0,0 0 1 0 0,0 0-1 0 0,0 1 0 0 0,0-1 1 0 0,0 0-1 0 0,1 0 0 0 0,-1 0 1 0 0,0 0-1 0 0,0 0 1 0 0,0 1-1 0 0,1-1 0 0 0,14 6 469 0 0,18 1-7 0 0,-32-7-391 0 0,278 27 4424 0 0,140-13-3439 0 0,-272-11-1055 0 0,108-9-27 0 0,-214 2-3 0 0,0-3-1 0 0,-1 0 1 0 0,1-3 0 0 0,43-16-1 0 0,-24 7-805 0 0,-50 17 107 0 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8:54.6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1 456 0 0,'-17'12'5411'0'0,"17"-12"-5339"0"0,0 1 1 0 0,0-1-1 0 0,0 0 0 0 0,0 0 0 0 0,0 1 0 0 0,0-1 0 0 0,0 0 0 0 0,0 0 0 0 0,0 0 1 0 0,0 1-1 0 0,0-1 0 0 0,0 0 0 0 0,0 0 0 0 0,0 0 0 0 0,1 1 0 0 0,-1-1 0 0 0,0 0 145 0 0,0 0-145 0 0,0 1 0 0 0,1-1 0 0 0,-1 0 0 0 0,0 0 0 0 0,0 0 0 0 0,0 0 1 0 0,1 0-1 0 0,-1 0 0 0 0,0 0 0 0 0,0 1 0 0 0,1-1 0 0 0,-1 0 0 0 0,0 0 0 0 0,0 0 0 0 0,0 0 1 0 0,1 0-1 0 0,-1 0 0 0 0,0 0 0 0 0,0 0 0 0 0,1 0 0 0 0,-1 0 0 0 0,0 0 0 0 0,46-1 2302 0 0,-26 1-1472 0 0,149 7 2741 0 0,242 2-2202 0 0,-334-13-1865 0 0,-26-1-3403 0 0,-40 4-1064 0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8:55.1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2304 0 0,'8'8'7216'0'0,"-7"-6"-6886"0"0,7 110 4715 0 0,-3-27-3303 0 0,12 246 1078 0 0,-8-116-2097 0 0,102 767-537 0 0,-83-811 753 0 0,11 302 1 0 0,-41-446-191 0 0,1-14-1670 0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9:15.1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91 3225 0 0,'-30'5'717'0'0,"27"-4"-292"0"0,-1 0 0 0 0,0 0 0 0 0,1 0 0 0 0,-1 0 0 0 0,0-1 0 0 0,1 0 1 0 0,-13-3 5726 0 0,56-1-5888 0 0,118 4 1656 0 0,276-38 0 0 0,-326 14-1428 0 0,-78 15-249 0 0,0 2-1 0 0,0 1 1 0 0,62-3-1 0 0,-47 10-2571 0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9:16.8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89 0 9218 0 0,'-1'22'356'0'0,"1"0"-1"0"0,5 43 1 0 0,1-9-252 0 0,-3 3 280 0 0,-3 0-1 0 0,-3-1 1 0 0,-1 1-1 0 0,-4-1 1 0 0,-21 83 0 0 0,12-81 864 0 0,-15 60 3458 0 0,28-101-6437 0 0,2 0 1 0 0,-1 26 0 0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9:17.5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0 501 6449 0 0,'4'-3'144'0'0,"-1"1"-1"0"0,1-1 0 0 0,-1 1 1 0 0,1 0-1 0 0,0 0 0 0 0,0 1 0 0 0,0-1 1 0 0,0 1-1 0 0,1 0 0 0 0,-1 0 1 0 0,9-1-1 0 0,54-2 1115 0 0,-49 4-819 0 0,363-20 3686 0 0,63-1-2659 0 0,-99 5-1252 0 0,-125 5-130 0 0,286-42-172 0 0,-124-10 753 0 0,-20 1 23 0 0,860-47 888 0 0,-724 115-1835 0 0,-11 0-338 0 0,89-42 524 0 0,-158 6 58 0 0,-256 20 24 0 0,296-3 56 0 0,-349 18 583 0 0,1-4-1 0 0,168-23 0 0 0,-269 21-567 0 0,1 0 1 0 0,-1-1-1 0 0,0-1 0 0 0,0 0 0 0 0,14-6 1 0 0,-10 2-195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02.6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 70 1376 0 0,'-2'0'21'0'0,"1"1"1"0"0,-1-1-1 0 0,1 0 0 0 0,-1 0 0 0 0,0 0 1 0 0,1 0-1 0 0,-1 0 0 0 0,0-1 0 0 0,1 1 0 0 0,-1 0 1 0 0,1-1-1 0 0,-1 1 0 0 0,0-1 0 0 0,1 1 0 0 0,-1-1 1 0 0,1 0-1 0 0,0 0 0 0 0,-1 0 0 0 0,1 0 0 0 0,0 0 1 0 0,-1 0-1 0 0,1 0 0 0 0,0 0 0 0 0,0 0 0 0 0,-2-3 1 0 0,3 2 201 0 0,0-1 1 0 0,0 1 0 0 0,0-1 0 0 0,0 1 0 0 0,0-1 0 0 0,0 1-1 0 0,0-1 1 0 0,1 1 0 0 0,5-29 13094 0 0,40 287-11619 0 0,12 76-145 0 0,-47-241-1242 0 0,-1 155 0 0 0,-11-210-609 0 0,2-1 1 0 0,0 0 0 0 0,3 0-1 0 0,11 53 1 0 0,-9-65-827 0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03.3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 0 6913 0 0,'-1'1'12'0'0,"0"-1"0"0"0,-1 1-1 0 0,1 0 1 0 0,0 0-1 0 0,-1 0 1 0 0,1 0-1 0 0,0 0 1 0 0,0 0 0 0 0,0 1-1 0 0,0-1 1 0 0,0 0-1 0 0,0 0 1 0 0,0 1-1 0 0,0-1 1 0 0,1 1 0 0 0,-1-1-1 0 0,0 2 1 0 0,-12 28 1775 0 0,7-9-1171 0 0,1 0 0 0 0,0 0 0 0 0,2 0 0 0 0,-1 34 0 0 0,9 89 1042 0 0,1-86-731 0 0,4-1 1 0 0,1 0-1 0 0,4 0 1 0 0,25 67-1 0 0,-30-109-5983 0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04.2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456 27 2304 0 0,'4'-5'876'0'0,"13"-13"2346"0"0,-20 15-2814 0 0,-13 9-1153 0 0,-25 13 430 0 0,-49 32-1 0 0,44-21 1443 0 0,2 3-1 0 0,1 1 0 0 0,1 2 1 0 0,-49 56-1 0 0,83-84-958 0 0,3-3-75 0 0,-1 1 0 0 0,1 0 0 0 0,0 0 0 0 0,0 0 1 0 0,1 0-1 0 0,0 1 0 0 0,0 0 0 0 0,0 0 0 0 0,1 0 0 0 0,-5 14 1 0 0,8-19-58 0 0,1-1 0 0 0,-1 0 1 0 0,0 1-1 0 0,1-1 1 0 0,-1 1-1 0 0,1-1 0 0 0,0 0 1 0 0,-1 0-1 0 0,1 1 0 0 0,0-1 1 0 0,0 0-1 0 0,0 0 1 0 0,0 0-1 0 0,0 0 0 0 0,0 0 1 0 0,0 0-1 0 0,0 0 1 0 0,0 0-1 0 0,0 0 0 0 0,0 0 1 0 0,1-1-1 0 0,-1 1 1 0 0,0 0-1 0 0,1-1 0 0 0,-1 0 1 0 0,0 1-1 0 0,1-1 0 0 0,2 1 1 0 0,46 9 798 0 0,-44-10-749 0 0,229 14 1204 0 0,-108-10-1236 0 0,-101-4-54 0 0,-20-1 9 0 0,0 0 1 0 0,-1 1-1 0 0,1 0 1 0 0,0 0-1 0 0,0 1 1 0 0,-1-1-1 0 0,1 1 1 0 0,-1 1-1 0 0,1-1 1 0 0,-1 1-1 0 0,1 0 1 0 0,5 2-1 0 0,-11-3-24 0 0,0 0 0 0 0,1-1-1 0 0,-1 1 1 0 0,0 0 0 0 0,1-1 0 0 0,-1 1-1 0 0,0 0 1 0 0,0 0 0 0 0,1-1 0 0 0,-1 1 0 0 0,0 0-1 0 0,0 0 1 0 0,0-1 0 0 0,0 1 0 0 0,0 0-1 0 0,0 0 1 0 0,0-1 0 0 0,-1 1 0 0 0,1 0-1 0 0,0 0 1 0 0,0-1 0 0 0,0 1 0 0 0,-1 0 0 0 0,1-1-1 0 0,0 1 1 0 0,-1 0 0 0 0,1-1 0 0 0,-1 1-1 0 0,1 0 1 0 0,-2 0 0 0 0,-16 22-636 0 0,15-20 555 0 0,-15 15-426 0 0,-1-1 0 0 0,-31 22-1 0 0,33-27 602 0 0,0 1 0 0 0,1 0-1 0 0,1 1 1 0 0,-26 30 0 0 0,40-43-48 0 0,0 1 0 0 0,0-1 1 0 0,-1 1-1 0 0,1-1 0 0 0,1 1 1 0 0,-1 0-1 0 0,0-1 0 0 0,0 1 0 0 0,0 0 1 0 0,1 0-1 0 0,-1-1 0 0 0,1 1 1 0 0,0 0-1 0 0,-1 0 0 0 0,1 0 1 0 0,0 0-1 0 0,0-1 0 0 0,0 1 1 0 0,0 0-1 0 0,1 0 0 0 0,-1 0 1 0 0,0 0-1 0 0,1-1 0 0 0,-1 1 1 0 0,1 0-1 0 0,0 0 0 0 0,-1-1 1 0 0,1 1-1 0 0,0 0 0 0 0,0-1 1 0 0,0 1-1 0 0,0-1 0 0 0,0 1 1 0 0,1-1-1 0 0,-1 0 0 0 0,0 1 1 0 0,1-1-1 0 0,-1 0 0 0 0,1 0 1 0 0,-1 0-1 0 0,1 0 0 0 0,3 1 1 0 0,7 5-7 0 0,1-1 0 0 0,0-1 0 0 0,0-1 0 0 0,22 6 1 0 0,-25-7 48 0 0,220 48 42 0 0,-230-51-117 0 0,0 0 0 0 0,0 0 0 0 0,0 0 1 0 0,1 0-1 0 0,-1 0 0 0 0,0 0 1 0 0,0 0-1 0 0,0 1 0 0 0,0-1 1 0 0,0 0-1 0 0,1 0 0 0 0,-1 0 1 0 0,0 0-1 0 0,0 0 0 0 0,0 0 1 0 0,0 0-1 0 0,0 0 0 0 0,1 0 1 0 0,-1 1-1 0 0,0-1 0 0 0,0 0 1 0 0,0 0-1 0 0,0 0 0 0 0,0 0 1 0 0,0 0-1 0 0,0 1 0 0 0,0-1 1 0 0,1 0-1 0 0,-1 0 0 0 0,0 0 0 0 0,0 0 1 0 0,0 1-1 0 0,0-1 0 0 0,0 0 1 0 0,0 0-1 0 0,0 0 0 0 0,0 0 1 0 0,0 1-1 0 0,0-1 0 0 0,0 0 1 0 0,0 0-1 0 0,0 0 0 0 0,0 0 1 0 0,0 1-1 0 0,-1-1 0 0 0,1 0 1 0 0,0 0-1 0 0,-8 11-26 0 0,-18 10-2 0 0,24-19 28 0 0,-262 195 979 0 0,242-181-693 0 0,1 1 1 0 0,-32 32-1 0 0,46-42-208 0 0,0 0 0 0 0,1 1 0 0 0,0 0 0 0 0,1 0 1 0 0,0 0-1 0 0,0 1 0 0 0,0 0 0 0 0,1 0 0 0 0,1 0 0 0 0,-6 19 0 0 0,9-27-79 0 0,0 1-1 0 0,0-1 1 0 0,0 0-1 0 0,0 1 1 0 0,0-1-1 0 0,0 1 1 0 0,0-1-1 0 0,0 1 1 0 0,0-1-1 0 0,1 0 1 0 0,-1 1-1 0 0,0-1 1 0 0,1 0-1 0 0,-1 1 1 0 0,1-1-1 0 0,0 0 0 0 0,-1 1 1 0 0,1-1-1 0 0,0 0 1 0 0,0 0-1 0 0,0 0 1 0 0,0 0-1 0 0,1 1 1 0 0,1 0-6 0 0,-1 0-1 0 0,1 0 1 0 0,0-1-1 0 0,0 1 1 0 0,0-1-1 0 0,0 0 1 0 0,0 0-1 0 0,0 0 1 0 0,7 1 0 0 0,4 0-59 0 0,0-1 1 0 0,1-1 0 0 0,22-1 0 0 0,-17-1 1 0 0,31-3-212 0 0,1 3 0 0 0,83 6-1 0 0,-120-1-280 0 0,-15-3 480 0 0,0 0 0 0 0,1 0 0 0 0,-1 0 1 0 0,0 0-1 0 0,1 0 0 0 0,-1 0 0 0 0,0 0 0 0 0,0 1 0 0 0,1-1 0 0 0,-1 0 1 0 0,0 0-1 0 0,1 0 0 0 0,-1 0 0 0 0,0 0 0 0 0,0 1 0 0 0,0-1 0 0 0,1 0 1 0 0,-1 0-1 0 0,0 0 0 0 0,0 1 0 0 0,1-1 0 0 0,-1 0 0 0 0,0 0 1 0 0,0 1-1 0 0,0-1 0 0 0,0 0 0 0 0,0 1 0 0 0,1-1 0 0 0,-1 0 0 0 0,0 0 1 0 0,0 1-1 0 0,0-1 0 0 0,0 0 0 0 0,0 1 0 0 0,0-1 0 0 0,0 0 0 0 0,0 1 1 0 0,0-1-1 0 0,0 0 0 0 0,0 1 0 0 0,0-1 0 0 0,-1 1 0 0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04.8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10594 0 0,'11'34'418'0'0,"25"75"1952"0"0,-4 0-1 0 0,20 128 1 0 0,-33-98-1870 0 0,3 250 0 0 0,-15-181-113 0 0,-8 121-188 0 0,7 92 800 0 0,7-270-487 0 0,-6-44-362 0 0,41 197 0 0 0,-27-222 112 0 0,61 222 123 0 0,-78-293-382 0 0,1 0 1 0 0,13 21-1 0 0,-13-23-32 0 0,0 0 1 0 0,0 0-1 0 0,-1 0 0 0 0,5 15 0 0 0,-9-24 5 0 0,0 0 0 0 0,0 1 0 0 0,0-1-1 0 0,1 0 1 0 0,-1 1 0 0 0,0-1 0 0 0,0 0-1 0 0,0 0 1 0 0,0 1 0 0 0,0-1 0 0 0,0 0-1 0 0,0 0 1 0 0,0 1 0 0 0,0-1-1 0 0,0 0 1 0 0,-1 1 0 0 0,1-1 0 0 0,0 0-1 0 0,0 0 1 0 0,0 1 0 0 0,0-1 0 0 0,0 0-1 0 0,0 0 1 0 0,-1 0 0 0 0,1 1 0 0 0,0-1-1 0 0,0 0 1 0 0,0 0 0 0 0,-1 0 0 0 0,1 1-1 0 0,0-1 1 0 0,0 0 0 0 0,0 0 0 0 0,-1 0-1 0 0,1 0 1 0 0,0 0 0 0 0,0 1-1 0 0,-1-1 1 0 0,1 0 0 0 0,0 0 0 0 0,0 0-1 0 0,-1 0 1 0 0,1 0 0 0 0,0 0 0 0 0,-1 0-1 0 0,1 0 1 0 0,0 0 0 0 0,0 0 0 0 0,-1 0-1 0 0,1 0 1 0 0,-1 0 0 0 0,-4-1-830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15.4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54 456 0 0,'1'-4'-117'0'0,"23"-46"10450"0"0,-20 74-8809 0 0,-4-23-1269 0 0,11 62 1646 0 0,33 106-1 0 0,36 56-2037 0 0,-65-186-229 0 0,-7-14-5269 0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16.2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0 172 4145 0 0,'2'-5'139'0'0,"0"-1"1"0"0,0 1-1 0 0,0 0 1 0 0,0 0-1 0 0,1 0 1 0 0,0 0-1 0 0,0 0 1 0 0,1 1-1 0 0,-1-1 1 0 0,9-7-1 0 0,0-2-41 0 0,-3 3 256 0 0,0 1-1 0 0,1 0 0 0 0,0 0 0 0 0,1 1 1 0 0,22-15-1 0 0,-29 21-184 0 0,0 1 1 0 0,0-1 0 0 0,0 1-1 0 0,0 0 1 0 0,0 0-1 0 0,1 1 1 0 0,-1-1 0 0 0,0 1-1 0 0,1 0 1 0 0,-1 0-1 0 0,1 0 1 0 0,0 1 0 0 0,-1-1-1 0 0,1 1 1 0 0,-1 0-1 0 0,1 1 1 0 0,0-1-1 0 0,-1 1 1 0 0,1 0 0 0 0,-1 0-1 0 0,7 2 1 0 0,-8-1-176 0 0,0 0 1 0 0,-1 0-1 0 0,0 0 1 0 0,1 0 0 0 0,-1 0-1 0 0,0 0 1 0 0,0 1-1 0 0,0-1 1 0 0,0 1-1 0 0,-1-1 1 0 0,1 1-1 0 0,-1 0 1 0 0,0 0-1 0 0,1 0 1 0 0,-1 0 0 0 0,0 0-1 0 0,-1 0 1 0 0,1 0-1 0 0,-1 0 1 0 0,1 0-1 0 0,-1 0 1 0 0,0 0-1 0 0,0 0 1 0 0,0 0-1 0 0,-1 5 1 0 0,-1 10-25 0 0,-1-1 1 0 0,-1 0-1 0 0,-8 24 0 0 0,5-21 17 0 0,-14 35 74 0 0,16-44 123 0 0,0 0 0 0 0,0 0 0 0 0,1 1 0 0 0,1 0 0 0 0,0-1 0 0 0,-2 24 0 0 0,5-34-161 0 0,0 0 1 0 0,0 0 0 0 0,0 0-1 0 0,0 0 1 0 0,0 0 0 0 0,0 0-1 0 0,0 0 1 0 0,0 0 0 0 0,1 0-1 0 0,-1 0 1 0 0,0 0 0 0 0,1 0-1 0 0,-1-1 1 0 0,1 1 0 0 0,-1 0-1 0 0,1 0 1 0 0,0 0-1 0 0,-1 0 1 0 0,1-1 0 0 0,0 1-1 0 0,-1 0 1 0 0,1 0 0 0 0,0-1-1 0 0,0 1 1 0 0,1 0 0 0 0,-1 0 43 0 0,1-1-1 0 0,0 1 1 0 0,0-1 0 0 0,0 1 0 0 0,0-1 0 0 0,0 0 0 0 0,0 0 0 0 0,0 0-1 0 0,0 0 1 0 0,0 0 0 0 0,0-1 0 0 0,3 0 0 0 0,7-2 443 0 0,0-1 0 0 0,0 0 1 0 0,15-9-1 0 0,-18 9-78 0 0,22-11 319 0 0,-9 4 165 0 0,1 1 1 0 0,47-14-1 0 0,-64 22-1208 0 0,0 1-1 0 0,1-1 1 0 0,-1 2-1 0 0,1-1 0 0 0,-1 1 1 0 0,0 0-1 0 0,1 0 0 0 0,-1 1 1 0 0,1-1-1 0 0,-1 2 1 0 0,0-1-1 0 0,0 1 0 0 0,1-1 1 0 0,-1 2-1 0 0,0-1 1 0 0,8 6-1 0 0,-4-1-1130 0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33.9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6 104 5529 0 0,'0'0'60'0'0,"-1"-1"0"0"0,1 1 1 0 0,0 0-1 0 0,-1-1 0 0 0,1 1 0 0 0,-1-1 0 0 0,1 1 0 0 0,0-1 0 0 0,-1 1 1 0 0,1-1-1 0 0,0 1 0 0 0,0-1 0 0 0,-1 1 0 0 0,1-1 0 0 0,0 0 0 0 0,0 1 0 0 0,0-1 1 0 0,0 1-1 0 0,0-1 0 0 0,0 1 0 0 0,0-1 0 0 0,0 0 0 0 0,0 1 0 0 0,0-1 1 0 0,0 1-1 0 0,0-1 0 0 0,0 1 0 0 0,0-1 0 0 0,1 0 0 0 0,-1 1 0 0 0,0-1 1 0 0,0 1-1 0 0,1-2 0 0 0,20-13 795 0 0,31-1 294 0 0,37-7 1617 0 0,-22 6-2281 0 0,-22 6-4005 0 0,-29 9-492 0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34.3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38 14283 0 0,'-3'-3'96'0'0,"-12"-16"1419"0"0,10 4-3579 0 0,4 103-303 0 0,4 126 7148 0 0,8-122-9032 0 0,-4-53-901 0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34.7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63 10050 0 0,'7'-4'264'0'0,"0"1"0"0"0,0 0 0 0 0,1 1 0 0 0,8-3 0 0 0,41-9-110 0 0,1 2 0 0 0,0 3 0 0 0,0 3 0 0 0,1 1-1 0 0,87 6 1 0 0,-121 2-4509 0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36.4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41 13363 0 0,'-20'-2'1611'0'0,"33"-2"-2461"0"0,32-4-543 0 0,41 1 2467 0 0,46-8-597 0 0,-108 10-5565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35.4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52 7834 0 0,'4'-2'504'0'0,"1"0"-1"0"0,-1-1 1 0 0,1 2 0 0 0,-1-1 0 0 0,1 1 0 0 0,-1-1 0 0 0,1 1 0 0 0,7-1-1 0 0,-2 1-230 0 0,25-9 690 0 0,-11 4-635 0 0,0 0 0 0 0,1 1 0 0 0,42-2 1 0 0,-36 13-1313 0 0,-30-6 860 0 0,0 1 1 0 0,0-1-1 0 0,0 0 0 0 0,0 1 1 0 0,0-1-1 0 0,0 1 0 0 0,0-1 1 0 0,0 1-1 0 0,-1 0 1 0 0,1-1-1 0 0,0 1 0 0 0,0 0 1 0 0,0 0-1 0 0,-1 0 0 0 0,1-1 1 0 0,0 1-1 0 0,-1 0 0 0 0,1 0 1 0 0,-1 0-1 0 0,1 0 1 0 0,-1 0-1 0 0,1 0 0 0 0,-1 0 1 0 0,0 0-1 0 0,1 2 0 0 0,-3-1 112 0 0,-2-1 12 0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35.8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 14 11058 0 0,'-20'-13'1716'0'0,"19"12"-1652"0"0,1 1 1 0 0,-1 0-1 0 0,1 0 1 0 0,-1 0-1 0 0,1 0 1 0 0,-1 0-1 0 0,1 0 1 0 0,-1 0 0 0 0,1 0-1 0 0,-1 1 1 0 0,1-1-1 0 0,-1 0 1 0 0,1 0-1 0 0,-1 0 1 0 0,1 1-1 0 0,-1-1 1 0 0,1 0-1 0 0,-1 0 1 0 0,1 1-1 0 0,0-1 1 0 0,-1 0 0 0 0,1 1-1 0 0,-1-1 1 0 0,1 0-1 0 0,-1 1 1 0 0,0 3-108 0 0,-1-1 0 0 0,1 0 1 0 0,-1 1-1 0 0,1-1 1 0 0,0 1-1 0 0,0 0 0 0 0,1-1 1 0 0,-1 1-1 0 0,1 6 1 0 0,-1 16 320 0 0,2 0 0 0 0,1 0 0 0 0,2 0 0 0 0,0 0 1 0 0,1-1-1 0 0,17 47 0 0 0,-12-40-461 0 0,1 5-260 0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37.2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25 6449 0 0,'1'-4'4407'0'0,"9"-1"-2676"0"0,10-1-402 0 0,-2 3-1049 0 0,1 1 0 0 0,0 2 0 0 0,23 0 0 0 0,26 0-1697 0 0,-37-4 713 0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0:59.83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33 3401 0 0,'4'-3'0'0'0,"0"-1"0"0"0,0 1 0 0 0,1 0 0 0 0,-1 1 0 0 0,1-1 0 0 0,-1 1 0 0 0,1 0 0 0 0,0 0 0 0 0,0 0 0 0 0,0 1 0 0 0,0 0 0 0 0,0 0 0 0 0,0 0 0 0 0,0 0 0 0 0,0 1 0 0 0,0 0 0 0 0,6 0 0 0 0,-10-2 0 0 0,-2 2 0 0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00.26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101 88 920 0 0,'24'-31'1975'0'0,"-13"2"-1305"0"0,-10 27-361 0 0,-1 1 0 0 0,0-1 1 0 0,1 1-1 0 0,-1-1 1 0 0,-8-18 8218 0 0,-4 30-8418 0 0,0 1-1 0 0,1 0 1 0 0,0 1-1 0 0,1 0 1 0 0,1 0-1 0 0,0 1 1 0 0,0 1 0 0 0,1-1-1 0 0,1 1 1 0 0,0 0-1 0 0,1 1 1 0 0,1 0-1 0 0,0 0 1 0 0,-3 21-1 0 0,7-34-90 0 0,1 1-1 0 0,0-1 1 0 0,0 1-1 0 0,0-1 0 0 0,1 1 1 0 0,-1-1-1 0 0,0 0 1 0 0,1 1-1 0 0,0-1 0 0 0,-1 0 1 0 0,1 1-1 0 0,0-1 1 0 0,0 0-1 0 0,1 0 0 0 0,-1 0 1 0 0,0 0-1 0 0,1 0 1 0 0,-1 0-1 0 0,1 0 0 0 0,-1 0 1 0 0,1 0-1 0 0,0-1 1 0 0,0 1-1 0 0,0-1 1 0 0,0 1-1 0 0,0-1 0 0 0,0 0 1 0 0,0 0-1 0 0,0 0 1 0 0,4 1-1 0 0,7 2 105 0 0,1 0 1 0 0,0-1-1 0 0,0-1 1 0 0,21 1-1 0 0,24 6 564 0 0,-54-8-665 0 0,0 1-1 0 0,0 0 0 0 0,0 0 0 0 0,0 1 0 0 0,0-1 0 0 0,-1 1 1 0 0,1 0-1 0 0,-1 0 0 0 0,0 1 0 0 0,0-1 0 0 0,0 1 0 0 0,0 0 1 0 0,-1 0-1 0 0,0 0 0 0 0,1 0 0 0 0,-2 1 0 0 0,1-1 1 0 0,0 1-1 0 0,-1 0 0 0 0,0 0 0 0 0,0 0 0 0 0,2 8 0 0 0,-3-6 48 0 0,0 0 0 0 0,0 0-1 0 0,-1 0 1 0 0,0 0-1 0 0,0 0 1 0 0,-1 0-1 0 0,0 0 1 0 0,0 0-1 0 0,0 0 1 0 0,-1 0-1 0 0,0 0 1 0 0,-1-1 0 0 0,1 1-1 0 0,-1-1 1 0 0,-1 0-1 0 0,-6 11 1 0 0,-26 29 419 0 0,33-43-688 0 0,-1 0 1 0 0,1 1-1 0 0,-1-2 1 0 0,1 1-1 0 0,-1 0 0 0 0,0-1 1 0 0,0 0-1 0 0,0 0 1 0 0,0 0-1 0 0,-8 3 1 0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06.13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103 147 6913 0 0,'-33'-62'2062'0'0,"27"54"-811"0"0,0-1-1 0 0,0 1 0 0 0,0 0 1 0 0,-14-13-1 0 0,20 21-1141 0 0,-1-1-1 0 0,1 1 0 0 0,0 0 1 0 0,-1-1-1 0 0,1 1 1 0 0,0 0-1 0 0,-1-1 1 0 0,1 1-1 0 0,-1 0 0 0 0,1-1 1 0 0,-1 1-1 0 0,1 0 1 0 0,-1 0-1 0 0,1-1 0 0 0,-1 1 1 0 0,1 0-1 0 0,-1 0 1 0 0,1 0-1 0 0,-1 0 0 0 0,1 0 1 0 0,-1 0-1 0 0,1 0 1 0 0,-1 0-1 0 0,1 0 0 0 0,-1 0 1 0 0,0 0-1 0 0,1 0 1 0 0,-1 0-1 0 0,1 0 1 0 0,-1 0-1 0 0,1 0 0 0 0,-1 1 1 0 0,1-1-1 0 0,-1 0 1 0 0,0 1-1 0 0,0 0-3 0 0,0 1-1 0 0,0-1 1 0 0,1 1-1 0 0,-1-1 1 0 0,0 1-1 0 0,1-1 1 0 0,-1 1-1 0 0,1 0 1 0 0,0-1-1 0 0,-1 1 1 0 0,1 3-1 0 0,1 45 218 0 0,1-34-312 0 0,1 0 0 0 0,1-1 0 0 0,0 0 0 0 0,1 1 0 0 0,1-2 0 0 0,0 1 1 0 0,10 17-1 0 0,-13-28-11 0 0,0 0 0 0 0,0 0 0 0 0,0 0 0 0 0,0 0 0 0 0,0 0 0 0 0,1-1 1 0 0,0 0-1 0 0,-1 1 0 0 0,1-1 0 0 0,1-1 0 0 0,8 6 0 0 0,-10-7 1 0 0,0 0 1 0 0,0 0-1 0 0,0-1 0 0 0,1 1 0 0 0,-1-1 0 0 0,0 0 1 0 0,0 1-1 0 0,1-1 0 0 0,-1-1 0 0 0,0 1 0 0 0,1 0 1 0 0,-1-1-1 0 0,0 0 0 0 0,0 0 0 0 0,0 0 0 0 0,0 0 1 0 0,0 0-1 0 0,0-1 0 0 0,0 1 0 0 0,3-3 0 0 0,-2 1-3 0 0,0 0 0 0 0,0-1-1 0 0,0 1 1 0 0,-1-1 0 0 0,1 0 0 0 0,-1 0-1 0 0,0 0 1 0 0,0-1 0 0 0,0 1-1 0 0,-1-1 1 0 0,0 1 0 0 0,0-1-1 0 0,0 0 1 0 0,0 0 0 0 0,-1 0-1 0 0,0 0 1 0 0,1-8 0 0 0,0 2 23 0 0,-1 0 0 0 0,0-1 0 0 0,-1 1 0 0 0,0-1 0 0 0,-1 1-1 0 0,-4-22 1 0 0,4 26 20 0 0,-1 1 0 0 0,0 0-1 0 0,0 0 1 0 0,-1-1 0 0 0,0 2-1 0 0,0-1 1 0 0,-6-9 0 0 0,-14-5-1121 0 0,-7 8-3434 0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06.5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36 56 6913 0 0,'-10'0'-50'0'0,"9"0"203"0"0,0 0-1 0 0,-1 0 1 0 0,1 0-1 0 0,0-1 1 0 0,0 2-1 0 0,-1-1 1 0 0,1 0-1 0 0,0 0 1 0 0,-1 0-1 0 0,1 1 1 0 0,0-1-1 0 0,0 0 1 0 0,0 1-1 0 0,-1-1 1 0 0,0 2-1 0 0,1-1 78 0 0,0 1 0 0 0,1 0-1 0 0,-1-1 1 0 0,1 1 0 0 0,-1 0 0 0 0,1-1-1 0 0,0 1 1 0 0,-1 0 0 0 0,1 0 0 0 0,0-1-1 0 0,0 1 1 0 0,1 0 0 0 0,-1 0 0 0 0,1 2-1 0 0,0 11 412 0 0,2 0 0 0 0,-1-1 0 0 0,2 0 0 0 0,0 1 0 0 0,0-1 0 0 0,2-1 0 0 0,12 26 1 0 0,-16-35-566 0 0,0-1 1 0 0,0 0-1 0 0,1 1 1 0 0,-1-1-1 0 0,0 0 1 0 0,1 0-1 0 0,0 0 1 0 0,0-1-1 0 0,0 1 1 0 0,0-1-1 0 0,0 1 1 0 0,0-1-1 0 0,1 0 1 0 0,-1 0-1 0 0,1-1 1 0 0,0 1-1 0 0,-1-1 1 0 0,1 1-1 0 0,0-1 1 0 0,0 0-1 0 0,0-1 1 0 0,0 1-1 0 0,0-1 1 0 0,0 0-1 0 0,-1 0 1 0 0,1 0-1 0 0,0 0 1 0 0,0-1-1 0 0,0 1 1 0 0,0-1-1 0 0,0 0 1 0 0,0 0-1 0 0,-1-1 1 0 0,6-1-1 0 0,-5 1-46 0 0,0-1 1 0 0,0 1-1 0 0,0-1 0 0 0,0 0 0 0 0,-1 0 1 0 0,1 0-1 0 0,-1 0 0 0 0,0 0 0 0 0,0-1 1 0 0,0 0-1 0 0,0 1 0 0 0,0-1 1 0 0,-1 0-1 0 0,0 0 0 0 0,0-1 0 0 0,0 1 1 0 0,0 0-1 0 0,-1-1 0 0 0,0 1 0 0 0,1-7 1 0 0,2-11 57 0 0,-2 0 0 0 0,0 0 0 0 0,-2-25 0 0 0,1 0 286 0 0,2 26-71 0 0,5 15-78 0 0,-5 7-210 0 0,-1 0 0 0 0,0 0 0 0 0,1 0 0 0 0,-1 0 0 0 0,0 1 1 0 0,0-1-1 0 0,0 1 0 0 0,0-1 0 0 0,0 1 0 0 0,0 0 0 0 0,2 3 0 0 0,8 8 49 0 0,-1 1 0 0 0,13 20-1 0 0,-18-24-572 0 0,1 1 1 0 0,1-1-1 0 0,0-1 0 0 0,0 0 0 0 0,0 0 0 0 0,18 14 0 0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07.02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3 161 8290 0 0,'0'0'120'0'0,"-1"-1"1"0"0,1 1-1 0 0,0 0 0 0 0,0 0 1 0 0,-1-1-1 0 0,1 1 0 0 0,0 0 1 0 0,0-1-1 0 0,0 1 1 0 0,0-1-1 0 0,-1 1 0 0 0,1 0 1 0 0,0-1-1 0 0,0 1 0 0 0,0 0 1 0 0,0-1-1 0 0,0 1 0 0 0,0-1 1 0 0,0 1-1 0 0,0 0 1 0 0,0-1-1 0 0,0 1 0 0 0,0-1 1 0 0,0 1-1 0 0,1 0 0 0 0,-1-1 1 0 0,0 1-1 0 0,0 0 1 0 0,0-1-1 0 0,0 1 0 0 0,1 0 1 0 0,-1-1-1 0 0,0 1 0 0 0,0 0 1 0 0,0-1-1 0 0,1 1 1 0 0,-1 0-1 0 0,0 0 0 0 0,1-1 1 0 0,-1 1-1 0 0,0 0 0 0 0,1 0 1 0 0,-1 0-1 0 0,1-1 1 0 0,15-10 2257 0 0,-13 10-2159 0 0,0 0 0 0 0,0 1 1 0 0,0 0-1 0 0,0 0 0 0 0,-1 0 1 0 0,1 0-1 0 0,0 0 0 0 0,0 0 0 0 0,0 1 1 0 0,-1-1-1 0 0,1 1 0 0 0,0 0 1 0 0,0 0-1 0 0,-1 0 0 0 0,5 3 0 0 0,-2-1-80 0 0,0 0-1 0 0,0 1 0 0 0,0 0 1 0 0,-1 0-1 0 0,0 0 0 0 0,0 0 0 0 0,4 6 1 0 0,3 6-111 0 0,0 0 0 0 0,-2 1 0 0 0,13 30 0 0 0,-28-64-80 0 0,0-1-1 0 0,1 1 0 0 0,1-1 1 0 0,1 0-1 0 0,-2-35 0 0 0,4 33-1495 0 0,1 0-1 0 0,1 1 0 0 0,6-27 1 0 0,-2 19-3896 0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07.29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129 9 3681 0 0,'0'-1'122'0'0,"0"1"1"0"0,-1-1-1 0 0,1 1 1 0 0,-1-1-1 0 0,1 1 1 0 0,-1-1-1 0 0,1 1 1 0 0,-1-1 0 0 0,1 1-1 0 0,-1-1 1 0 0,1 1-1 0 0,-1 0 1 0 0,1 0-1 0 0,-1-1 1 0 0,0 1-1 0 0,1 0 1 0 0,-1 0-1 0 0,0-1 1 0 0,1 1-1 0 0,-1 0 1 0 0,0 0-1 0 0,1 0 1 0 0,-1 0-1 0 0,0 0 1 0 0,1 0-1 0 0,-1 0 1 0 0,0 0 0 0 0,1 0-1 0 0,-2 1 1 0 0,-20 13 2547 0 0,-11 27 452 0 0,23-25-2221 0 0,2 0 0 0 0,0 0 0 0 0,-10 31 0 0 0,15-40-593 0 0,1 1 0 0 0,0-1 0 0 0,1 0 0 0 0,0 1 1 0 0,0-1-1 0 0,0 1 0 0 0,1-1 0 0 0,0 1 0 0 0,1-1 1 0 0,-1 1-1 0 0,4 12 0 0 0,-3-17-227 0 0,1 0 0 0 0,-1 0-1 0 0,1 1 1 0 0,-1-1 0 0 0,1-1 0 0 0,0 1-1 0 0,0 0 1 0 0,1 0 0 0 0,-1-1 0 0 0,0 1-1 0 0,1-1 1 0 0,0 0 0 0 0,3 3 0 0 0,-3-3-354 0 0,-1-1-1 0 0,1 0 1 0 0,0 1 0 0 0,0-1 0 0 0,-1 0 0 0 0,1 0 0 0 0,0-1 0 0 0,0 1 0 0 0,5 0 0 0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07.67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130 248 5985 0 0,'0'0'464'0'0,"22"-15"3077"0"0,-18 10-3108 0 0,-1 0-1 0 0,1 0 0 0 0,-1 0 1 0 0,0-1-1 0 0,-1 1 1 0 0,1-1-1 0 0,-1 0 1 0 0,0 0-1 0 0,0 0 0 0 0,-1 0 1 0 0,0 0-1 0 0,0 0 1 0 0,0 0-1 0 0,-1 0 0 0 0,0-9 1 0 0,-1 6-364 0 0,0-1 0 0 0,0 1 0 0 0,0-1 0 0 0,-1 1 0 0 0,-1 0 0 0 0,0 0 0 0 0,0-1 0 0 0,-1 2-1 0 0,-5-12 1 0 0,8 18-45 0 0,-1 0 0 0 0,1 0 0 0 0,0 0-1 0 0,-1 0 1 0 0,1 1 0 0 0,-1-1 0 0 0,0 0 0 0 0,1 1-1 0 0,-1-1 1 0 0,0 1 0 0 0,0-1 0 0 0,0 1-1 0 0,0 0 1 0 0,0 0 0 0 0,0 0 0 0 0,0 0-1 0 0,-1 0 1 0 0,1 0 0 0 0,0 1 0 0 0,-4-1-1 0 0,2 0 47 0 0,1 2 0 0 0,-1-1 0 0 0,1 0 0 0 0,0 1 0 0 0,-1-1 0 0 0,1 1-1 0 0,0 0 1 0 0,-1 0 0 0 0,1 1 0 0 0,0-1 0 0 0,0 1 0 0 0,0-1 0 0 0,-3 3 0 0 0,1-1 15 0 0,0 1 1 0 0,0 0-1 0 0,0 0 1 0 0,0 1-1 0 0,1-1 1 0 0,0 1-1 0 0,0 0 1 0 0,0 0 0 0 0,0 1-1 0 0,1-1 1 0 0,0 1-1 0 0,0-1 1 0 0,0 1-1 0 0,-3 12 1 0 0,6-14-50 0 0,-1 0-1 0 0,1 0 1 0 0,0 0-1 0 0,0 0 1 0 0,0 0-1 0 0,1 1 1 0 0,-1-1 0 0 0,1 0-1 0 0,0 0 1 0 0,0 0-1 0 0,1 0 1 0 0,-1-1-1 0 0,1 1 1 0 0,0 0 0 0 0,0 0-1 0 0,0-1 1 0 0,0 1-1 0 0,0-1 1 0 0,1 0-1 0 0,0 0 1 0 0,0 0-1 0 0,0 0 1 0 0,0 0 0 0 0,5 3-1 0 0,-2-2-221 0 0,1 1-1 0 0,0-1 0 0 0,0-1 1 0 0,0 1-1 0 0,1-1 1 0 0,10 3-1 0 0,25 1-4665 0 0,-17-6-1644 0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08.56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6913 0 0,'1'2'371'0'0,"1"0"0"0"0,0 0 0 0 0,-1 0-1 0 0,1-1 1 0 0,0 1 0 0 0,0 0 0 0 0,0-1-1 0 0,0 1 1 0 0,0-1 0 0 0,0 0 0 0 0,1 0-1 0 0,-1 0 1 0 0,3 1 0 0 0,2 1 738 0 0,22 20 2598 0 0,-23-19-2987 0 0,-1 1-1 0 0,1-1 1 0 0,0 0-1 0 0,11 6 1 0 0,-15-9-852 0 0,1-1 1 0 0,-1 1-1 0 0,1 0 0 0 0,-1-1 1 0 0,0 1-1 0 0,1-1 1 0 0,-1 0-1 0 0,1 0 1 0 0,-1 0-1 0 0,1 0 0 0 0,-1 0 1 0 0,1-1-1 0 0,-1 1 1 0 0,1-1-1 0 0,-1 1 0 0 0,1-1 1 0 0,3-2-1 0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12.47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 47 11979 0 0,'-6'-31'2480'0'0,"6"30"-2379"0"0,0 1 1 0 0,0-1-1 0 0,0 1 1 0 0,0-1 0 0 0,0 1-1 0 0,0-1 1 0 0,0 1-1 0 0,0-1 1 0 0,0 1-1 0 0,0-1 1 0 0,0 1 0 0 0,0-1-1 0 0,0 1 1 0 0,0 0-1 0 0,0-1 1 0 0,0 1-1 0 0,1-1 1 0 0,-1 1-1 0 0,0-1 1 0 0,0 1 0 0 0,0-1-1 0 0,1 1 1 0 0,-1 0-1 0 0,0-1 1 0 0,1 1-1 0 0,-1-1 1 0 0,0 1-1 0 0,1 0 1 0 0,-1-1 0 0 0,1 1-1 0 0,-1 0 1 0 0,0 0-1 0 0,1-1 1 0 0,-1 1-1 0 0,1 0 1 0 0,-1 0 0 0 0,1 0-1 0 0,-1 0 1 0 0,1-1-1 0 0,-1 1 1 0 0,1 0-1 0 0,-1 0 1 0 0,1 0-1 0 0,-1 0 1 0 0,1 0 0 0 0,-1 0-1 0 0,1 0 1 0 0,-1 0-1 0 0,1 1 1 0 0,-1-1-1 0 0,1 0 1 0 0,-1 0-1 0 0,1 0 1 0 0,-1 0 0 0 0,0 1-1 0 0,1-1 1 0 0,-1 0-1 0 0,1 0 1 0 0,0 1-1 0 0,1 1 46 0 0,1 0 0 0 0,-1 0-1 0 0,0 0 1 0 0,0 0-1 0 0,0 1 1 0 0,0-1 0 0 0,0 1-1 0 0,0-1 1 0 0,0 1 0 0 0,-1 0-1 0 0,3 5 1 0 0,12 37 23 0 0,-13-33-19 0 0,11 39 48 0 0,10 71 1 0 0,6 25-265 0 0,-25-127-368 0 0,2 0 0 0 0,0 0-1 0 0,1-1 1 0 0,1 0-1 0 0,12 17 1 0 0,-11-21-1817 0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12.84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73 920 0 0,'4'-4'349'0'0,"1"-1"-1"0"0,0 1 1 0 0,0 1-1 0 0,1-1 1 0 0,-1 1-1 0 0,1 0 1 0 0,0 0-1 0 0,0 1 0 0 0,7-2 1 0 0,-2-1 339 0 0,7-2 672 0 0,1 1 0 0 0,0 1-1 0 0,39-7 1 0 0,-48 11-809 0 0,0 0-1 0 0,1 0 1 0 0,-1 1 0 0 0,0 1 0 0 0,0 0-1 0 0,0 0 1 0 0,0 1 0 0 0,0 0 0 0 0,16 5-1 0 0,-25-6-520 0 0,1 0 0 0 0,-1-1 0 0 0,1 1 0 0 0,-1 0 0 0 0,1 0-1 0 0,-1 0 1 0 0,0 0 0 0 0,1 0 0 0 0,-1 0 0 0 0,0 1 0 0 0,0-1-1 0 0,0 0 1 0 0,0 1 0 0 0,0-1 0 0 0,0 0 0 0 0,0 1 0 0 0,0-1-1 0 0,-1 1 1 0 0,1-1 0 0 0,0 3 0 0 0,0-1 61 0 0,-1 1-1 0 0,0-1 1 0 0,1 0 0 0 0,-1 0-1 0 0,-1 1 1 0 0,1-1 0 0 0,0 0-1 0 0,-1 0 1 0 0,0 0 0 0 0,-1 4 0 0 0,-3 8 326 0 0,-1-1 0 0 0,-1 0 0 0 0,-13 21 1 0 0,12-22-331 0 0,-7 11-78 0 0,9-15 7 0 0,0 0 0 0 0,1 0 0 0 0,0 1 0 0 0,0-1-1 0 0,1 1 1 0 0,0 0 0 0 0,0 1 0 0 0,1-1 0 0 0,-2 15 0 0 0,5-23 25 0 0,0-1 0 0 0,0 0 1 0 0,0 0-1 0 0,0 1 0 0 0,1-1 0 0 0,-1 0 0 0 0,0 0 0 0 0,0 0 0 0 0,1 1 1 0 0,-1-1-1 0 0,1 0 0 0 0,-1 0 0 0 0,1 0 0 0 0,0 0 0 0 0,-1 0 0 0 0,1 0 1 0 0,0 0-1 0 0,0 0 0 0 0,0 0 0 0 0,0 0 0 0 0,0 0 0 0 0,0-1 0 0 0,0 1 1 0 0,0 0-1 0 0,1 0 0 0 0,2 0 46 0 0,-1 0 1 0 0,0 0-1 0 0,0 0 0 0 0,1 0 1 0 0,-1-1-1 0 0,0 1 0 0 0,1-1 1 0 0,-1 0-1 0 0,5-1 0 0 0,6 0 101 0 0,0-1 0 0 0,0-1 0 0 0,19-7 0 0 0,95-42-2825 0 0,-107 47 1171 0 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13.18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0 338 7834 0 0,'12'-2'577'0'0,"-1"-1"0"0"0,1 0 1 0 0,-1 0-1 0 0,1-1 0 0 0,-1-1 1 0 0,-1 0-1 0 0,1 0 0 0 0,-1-1 1 0 0,13-10-1 0 0,-5 4 132 0 0,-1-1 1 0 0,-1-1-1 0 0,0 0 1 0 0,-1-1-1 0 0,17-21 1 0 0,-24 26-641 0 0,-1 0-1 0 0,0 0 1 0 0,-1-1 0 0 0,0 0 0 0 0,0 0-1 0 0,-1 0 1 0 0,-1-1 0 0 0,0 0 0 0 0,-1 0-1 0 0,4-18 1 0 0,-7 29-62 0 0,0-1 0 0 0,1 0 0 0 0,-1 0 0 0 0,0 1 0 0 0,0-1 0 0 0,0 0-1 0 0,0 0 1 0 0,-1 0 0 0 0,1 1 0 0 0,0-1 0 0 0,-1 0 0 0 0,1 1 0 0 0,-1-1 0 0 0,0 0 0 0 0,1 1 0 0 0,-1-1 0 0 0,0 0 0 0 0,0 1-1 0 0,-1-2 1 0 0,1 2-1 0 0,0 0 0 0 0,0 1 0 0 0,-1-1 0 0 0,1 0 0 0 0,0 1 0 0 0,0-1-1 0 0,-1 1 1 0 0,1-1 0 0 0,0 1 0 0 0,-1 0 0 0 0,1 0 0 0 0,0-1 0 0 0,-1 1-1 0 0,1 0 1 0 0,0 0 0 0 0,-1 0 0 0 0,1 0 0 0 0,0 1 0 0 0,-2-1 0 0 0,-4 2-20 0 0,1 0 1 0 0,0 0 0 0 0,0 0-1 0 0,0 1 1 0 0,0 0 0 0 0,0 0 0 0 0,0 1-1 0 0,-8 6 1 0 0,2 1-30 0 0,1 0 0 0 0,0 1 0 0 0,1 0 0 0 0,0 0 0 0 0,1 1-1 0 0,0 1 1 0 0,-13 27 0 0 0,19-36 48 0 0,1 1 0 0 0,0 0 0 0 0,0 0-1 0 0,1-1 1 0 0,0 1 0 0 0,0 1 0 0 0,0-1 0 0 0,1 0-1 0 0,0 0 1 0 0,0 9 0 0 0,1-11 10 0 0,0-1 0 0 0,0 1 0 0 0,0 0 0 0 0,0-1 0 0 0,1 1 0 0 0,-1-1 0 0 0,1 0-1 0 0,0 0 1 0 0,0 1 0 0 0,0-1 0 0 0,1 0 0 0 0,-1-1 0 0 0,1 1 0 0 0,-1 0 0 0 0,1-1 0 0 0,0 1 0 0 0,0-1 0 0 0,5 3 0 0 0,-1-1-28 0 0,-1-1 0 0 0,1 0 0 0 0,1 0 0 0 0,-1-1 0 0 0,0 0 0 0 0,1 0 0 0 0,-1 0 1 0 0,14 0-1 0 0,34-1-5567 0 0,-28-3-30 0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13.66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155 81 456 0 0,'6'-6'1239'0'0,"-1"0"1"0"0,0 0-1 0 0,0-1 1 0 0,-1 0-1 0 0,1 0 0 0 0,-2 0 1 0 0,1-1-1 0 0,3-11 0 0 0,-7 19-1172 0 0,0-1-1 0 0,0 1 1 0 0,0 0-1 0 0,0-1 1 0 0,0 1-1 0 0,0 0 1 0 0,0-1-1 0 0,0 1 1 0 0,-1 0-1 0 0,1-1 1 0 0,0 1-1 0 0,0 0 1 0 0,0 0-1 0 0,0-1 1 0 0,-1 1-1 0 0,1 0 0 0 0,0 0 1 0 0,0-1-1 0 0,0 1 1 0 0,-1 0-1 0 0,1 0 1 0 0,0 0-1 0 0,-1-1 1 0 0,1 1-1 0 0,0 0 1 0 0,0 0-1 0 0,-1 0 1 0 0,1 0-1 0 0,0 0 1 0 0,-1 0-1 0 0,1 0 0 0 0,0 0 1 0 0,-1-1-1 0 0,1 1 1 0 0,0 0-1 0 0,-1 0 1 0 0,1 0-1 0 0,0 1 1 0 0,-1-1-1 0 0,1 0 1 0 0,0 0-1 0 0,0 0 1 0 0,-1 0-1 0 0,1 0 1 0 0,0 0-1 0 0,-1 0 1 0 0,1 0-1 0 0,0 1 0 0 0,0-1 1 0 0,-1 0-1 0 0,1 0 1 0 0,0 0-1 0 0,-1 1 1 0 0,-18 8 832 0 0,4 1-621 0 0,-1 1 0 0 0,2 0 0 0 0,0 2 0 0 0,-24 24 0 0 0,29-27-170 0 0,1 1-1 0 0,0 0 0 0 0,0 0 1 0 0,1 0-1 0 0,0 1 0 0 0,1 0 1 0 0,-7 19-1 0 0,13-29-81 0 0,-1 0 0 0 0,0 0 0 0 0,1 0 0 0 0,0 0 0 0 0,-1 0 0 0 0,1 0 0 0 0,0 0-1 0 0,0 0 1 0 0,0 0 0 0 0,0 0 0 0 0,0 0 0 0 0,0 0 0 0 0,1 0 0 0 0,-1 0 0 0 0,1 0 0 0 0,0 0 0 0 0,-1 0 0 0 0,1 0 0 0 0,0 0 0 0 0,0-1 0 0 0,0 1 0 0 0,0 0 0 0 0,0 0 0 0 0,1-1 0 0 0,-1 1-1 0 0,0-1 1 0 0,1 1 0 0 0,-1-1 0 0 0,1 0 0 0 0,0 1 0 0 0,-1-1 0 0 0,1 0 0 0 0,0 0 0 0 0,0 0 0 0 0,0-1 0 0 0,-1 1 0 0 0,1 0 0 0 0,0-1 0 0 0,4 2 0 0 0,-2-1-129 0 0,1 0 1 0 0,0-1-1 0 0,-1 1 1 0 0,1-1-1 0 0,0 0 1 0 0,-1 0-1 0 0,1-1 1 0 0,0 1 0 0 0,-1-1-1 0 0,1 0 1 0 0,0 0-1 0 0,-1-1 1 0 0,1 1-1 0 0,-1-1 1 0 0,0 0-1 0 0,7-4 1 0 0,-3-1-162 0 0,0 0 1 0 0,0-1-1 0 0,-1 0 0 0 0,0 0 1 0 0,-1-1-1 0 0,0 0 0 0 0,0 0 1 0 0,-1-1-1 0 0,0 1 1 0 0,0-1-1 0 0,-1 0 0 0 0,-1 0 1 0 0,0-1-1 0 0,0 1 1 0 0,-1-1-1 0 0,0 1 0 0 0,-8-5 5357 0 0,6 15-5012 0 0,4 0-87 0 0,-4 0 40 0 0,1 0 0 0 0,0 0 0 0 0,-1-1 0 0 0,1 1 0 0 0,0 0 0 0 0,-1 0 0 0 0,1 0 0 0 0,0 0 0 0 0,-1 1-1 0 0,1-1 1 0 0,0 0 0 0 0,-1 0 0 0 0,1 0 0 0 0,0 1 0 0 0,-1-1 0 0 0,1 0 0 0 0,0 0 0 0 0,-1 1 0 0 0,1-1 0 0 0,-1 1 0 0 0,1-1 0 0 0,-1 0 0 0 0,1 1-1 0 0,-1-1 1 0 0,1 1 0 0 0,-1-1 0 0 0,1 1 0 0 0,-1 0 0 0 0,0-1 0 0 0,1 1 0 0 0,-1-1 0 0 0,0 1 0 0 0,0 0 0 0 0,1-1 0 0 0,-1 1 0 0 0,0 0-1 0 0,0-1 1 0 0,0 1 0 0 0,0 0 0 0 0,0-1 0 0 0,0 1 0 0 0,0 0 0 0 0,0 0 244 0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14.03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245 43 2761 0 0,'2'-2'247'0'0,"0"1"-1"0"0,0-1 1 0 0,-1 0 0 0 0,1 0 0 0 0,-1 0 0 0 0,0 0 0 0 0,0 0 0 0 0,1 0 0 0 0,-1 0 0 0 0,0 0 0 0 0,-1-1 0 0 0,2-2-1 0 0,-2 5-79 0 0,0-1-1 0 0,0 1 1 0 0,0-1-1 0 0,0 1 1 0 0,0-1-1 0 0,0 1 0 0 0,0 0 1 0 0,0-1-1 0 0,0 1 1 0 0,0-1-1 0 0,0 1 1 0 0,0-1-1 0 0,0 1 0 0 0,-3-4 1665 0 0,2 3-1664 0 0,0 1 64 0 0,0-1 0 0 0,0 1 0 0 0,0 0 0 0 0,0-1 0 0 0,0 1 0 0 0,0 0 1 0 0,0 0-1 0 0,0 0 0 0 0,0 0 0 0 0,0 0 0 0 0,0 0 0 0 0,0 0 0 0 0,0 0 1 0 0,-1 1-1 0 0,1-1 0 0 0,-1 1 0 0 0,-6 1 261 0 0,1 2 1 0 0,0-1-1 0 0,-1 1 1 0 0,1 0-1 0 0,1 0 0 0 0,-1 1 1 0 0,0-1-1 0 0,1 2 0 0 0,-6 6 1 0 0,-52 59 520 0 0,48-52-669 0 0,4-5-251 0 0,-2 3 60 0 0,-25 35 0 0 0,37-49-135 0 0,-1 1 0 0 0,1 0 0 0 0,0 0 0 0 0,0 0 0 0 0,1 0 0 0 0,-1 0 0 0 0,1 0 0 0 0,-1 0 0 0 0,2 1 0 0 0,-1-1 0 0 0,0 0 0 0 0,1 1 0 0 0,0-1 0 0 0,0 1 0 0 0,0-1 0 0 0,1 5 0 0 0,0-7-9 0 0,0 1 0 0 0,0-1 0 0 0,0 0 0 0 0,1 0 0 0 0,-1 0 1 0 0,0 0-1 0 0,1 0 0 0 0,0-1 0 0 0,0 1 0 0 0,-1 0 0 0 0,1-1 1 0 0,0 1-1 0 0,0-1 0 0 0,0 1 0 0 0,1-1 0 0 0,-1 0 0 0 0,0 0 0 0 0,0 0 1 0 0,1 0-1 0 0,-1-1 0 0 0,0 1 0 0 0,4 0 0 0 0,8 2 78 0 0,1-1 1 0 0,22 1-1 0 0,-21-2-63 0 0,-8 0-37 0 0,0 0 0 0 0,-1 0 1 0 0,1 1-1 0 0,-1-1 0 0 0,12 6 1 0 0,-18-7 10 0 0,0 1 1 0 0,0-1-1 0 0,0 1 1 0 0,0-1-1 0 0,0 1 1 0 0,0-1-1 0 0,-1 1 1 0 0,1-1-1 0 0,0 1 1 0 0,0 0 0 0 0,-1-1-1 0 0,1 1 1 0 0,0 0-1 0 0,-1 0 1 0 0,1 0-1 0 0,0 0 1 0 0,-1-1-1 0 0,1 1 1 0 0,-1 0-1 0 0,0 0 1 0 0,1 0-1 0 0,-1 0 1 0 0,0 0 0 0 0,1 0-1 0 0,-1 0 1 0 0,0 0-1 0 0,0 0 1 0 0,0 0-1 0 0,0 0 1 0 0,0 0-1 0 0,0 0 1 0 0,0 0-1 0 0,0 0 1 0 0,-1 0-1 0 0,1 0 1 0 0,0 0 0 0 0,-1 0-1 0 0,1 0 1 0 0,0 0-1 0 0,-1 0 1 0 0,1 0-1 0 0,-1 0 1 0 0,1 0-1 0 0,-1-1 1 0 0,0 1-1 0 0,1 0 1 0 0,-1 0-1 0 0,0-1 1 0 0,0 1-1 0 0,0 0 1 0 0,-1 0 0 0 0,-10 10-883 0 0,0-1 0 0 0,-1 0 1 0 0,0-1-1 0 0,-1-1 1 0 0,0 0-1 0 0,-26 11 0 0 0,22-11-5717 0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14.24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19 4145 0 0,'2'-2'310'0'0,"-1"0"1"0"0,1 1-1 0 0,-1-1 1 0 0,1 1 0 0 0,0 0-1 0 0,0-1 1 0 0,0 1-1 0 0,-1 0 1 0 0,1 0-1 0 0,0 0 1 0 0,0 0-1 0 0,1 1 1 0 0,-1-1-1 0 0,0 0 1 0 0,0 1-1 0 0,0 0 1 0 0,0-1-1 0 0,0 1 1 0 0,1 0 0 0 0,-1 0-1 0 0,0 0 1 0 0,0 0-1 0 0,0 1 1 0 0,1-1-1 0 0,-1 1 1 0 0,0-1-1 0 0,0 1 1 0 0,0 0-1 0 0,0-1 1 0 0,0 1-1 0 0,0 0 1 0 0,0 1-1 0 0,0-1 1 0 0,-1 0-1 0 0,1 0 1 0 0,0 1 0 0 0,-1-1-1 0 0,1 1 1 0 0,-1-1-1 0 0,1 1 1 0 0,-1 0-1 0 0,0 0 1 0 0,0 0-1 0 0,1-1 1 0 0,-1 1-1 0 0,-1 0 1 0 0,1 0-1 0 0,0 1 1 0 0,0-1-1 0 0,-1 0 1 0 0,1 0 0 0 0,-1 3-1 0 0,6 27 489 0 0,-1 0 0 0 0,-2 0 0 0 0,-1 35 0 0 0,5 47-4888 0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14.42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 34 8754 0 0,'-1'-11'384'0'0,"0"5"88"0"0,1-1-376 0 0,0 3-96 0 0,0 2 0 0 0,0 1 88 0 0,0-1 0 0 0,0 1 88 0 0,-3 2-1152 0 0,1 6-208 0 0,-2 2-49 0 0,1 1-7 0 0,2 1 976 0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14.67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195 0 5529 0 0,'-102'76'1969'0'0,"88"-65"-1799"0"0,2 1 0 0 0,0 1 0 0 0,0-1 0 0 0,2 2 0 0 0,-13 18 0 0 0,22-31-171 0 0,0 1 0 0 0,0 0 0 0 0,0 0 0 0 0,0 0 0 0 0,0 0 0 0 0,0 0 0 0 0,1 0 0 0 0,-1 0 0 0 0,1 0-1 0 0,-1 0 1 0 0,1 0 0 0 0,0 0 0 0 0,0 0 0 0 0,0 0 0 0 0,0 0 0 0 0,0 1 0 0 0,0-1 0 0 0,1 0 0 0 0,-1 0 0 0 0,1 0 0 0 0,-1 0 0 0 0,1 0 0 0 0,0 0 0 0 0,0 0 0 0 0,0 0 0 0 0,0-1 0 0 0,0 1 0 0 0,0 0 0 0 0,0-1 0 0 0,1 1 0 0 0,-1 0 0 0 0,1-1 0 0 0,-1 1 0 0 0,1-1 0 0 0,0 0 0 0 0,2 2 0 0 0,8 4 114 0 0,1 0 0 0 0,-1-1 1 0 0,1 0-1 0 0,23 6 1 0 0,1 2 1148 0 0,-34-13-1152 0 0,-1 1 0 0 0,1-1-1 0 0,-1 0 1 0 0,0 1 0 0 0,1-1 0 0 0,-1 1 0 0 0,0 0 0 0 0,0 0 0 0 0,0 0 0 0 0,0 0-1 0 0,-1 0 1 0 0,1 0 0 0 0,0 1 0 0 0,1 3 0 0 0,-3-5-144 0 0,1 0 0 0 0,-1 0 0 0 0,0 0 0 0 0,0 1 0 0 0,0-1 0 0 0,0 0 0 0 0,0 0 0 0 0,0 0 0 0 0,0 1 0 0 0,0-1 0 0 0,-1 0 0 0 0,1 0 0 0 0,0 0 0 0 0,-1 0 0 0 0,1 0 0 0 0,-1 1 0 0 0,1-1 0 0 0,-1 0 0 0 0,1 0 0 0 0,-1 0 0 0 0,0 0 0 0 0,0 0 0 0 0,1-1 0 0 0,-1 1 0 0 0,0 0 0 0 0,0 0 0 0 0,0 0 0 0 0,0-1 0 0 0,0 1 0 0 0,0-1 0 0 0,0 1 0 0 0,0 0 0 0 0,0-1 0 0 0,-1 0 0 0 0,0 1 0 0 0,-60 28-1756 0 0,52-25 1737 0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14.85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52 8290 0 0,'6'-15'1783'0'0,"-5"10"-377"0"0,1 0 0 0 0,-1 0 0 0 0,1 1-1 0 0,1-1 1 0 0,4-7 0 0 0,-6 14-1067 0 0,1 1-1 0 0,-1 0 1 0 0,1-1 0 0 0,-1 1-1 0 0,0 0 1 0 0,0 0 0 0 0,0 0-1 0 0,1 4 1 0 0,-1-3-46 0 0,0 0-260 0 0,66 218 1733 0 0,-25-73-4013 0 0,-34-124-5447 0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15.25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7 235 5065 0 0,'-1'-3'92'0'0,"0"1"1"0"0,0-1-1 0 0,0 0 0 0 0,0 0 0 0 0,1 0 0 0 0,-1 1 1 0 0,1-1-1 0 0,0 0 0 0 0,0 0 0 0 0,0 0 0 0 0,0 0 1 0 0,1 0-1 0 0,-1 0 0 0 0,1 1 0 0 0,-1-1 0 0 0,1 0 1 0 0,0 0-1 0 0,1-2 0 0 0,1-1 91 0 0,1 1-1 0 0,-1-1 1 0 0,1 1 0 0 0,0 0 0 0 0,0 0-1 0 0,0 1 1 0 0,1-1 0 0 0,4-3-1 0 0,5-3 89 0 0,0 1 0 0 0,1 1 0 0 0,0 0 0 0 0,1 1 0 0 0,20-8 0 0 0,28-4 216 0 0,1 2-1 0 0,66-8 0 0 0,-127 25-393 0 0,1 0-1 0 0,-1 0 0 0 0,1 1 1 0 0,-1 0-1 0 0,1 0 0 0 0,-1 0 1 0 0,1 1-1 0 0,-1-1 0 0 0,0 1 1 0 0,5 2-1 0 0,-7-3-47 0 0,-1 1 1 0 0,0-1-1 0 0,0 1 0 0 0,1 0 1 0 0,-1 0-1 0 0,0 0 0 0 0,0 0 1 0 0,0 0-1 0 0,0 0 0 0 0,0 0 1 0 0,0 0-1 0 0,0 0 0 0 0,-1 0 1 0 0,1 0-1 0 0,0 0 0 0 0,-1 1 1 0 0,1-1-1 0 0,-1 0 0 0 0,1 1 1 0 0,-1-1-1 0 0,1 0 0 0 0,-1 1 0 0 0,0-1 1 0 0,0 0-1 0 0,0 1 0 0 0,0-1 1 0 0,0 1-1 0 0,0-1 0 0 0,0 0 1 0 0,0 1-1 0 0,0-1 0 0 0,-1 1 1 0 0,1-1-1 0 0,-1 0 0 0 0,0 2 1 0 0,-18 47 646 0 0,-4 10-330 0 0,22-56-358 0 0,0 0 0 0 0,0 0 0 0 0,1 0 0 0 0,-1 0 0 0 0,1 0 0 0 0,0 0 0 0 0,0 0 0 0 0,0 0-1 0 0,1 0 1 0 0,-1 0 0 0 0,1 1 0 0 0,2 4 0 0 0,-3-8-8 0 0,1 1-1 0 0,0-1 0 0 0,-1 1 1 0 0,1-1-1 0 0,0 1 0 0 0,0-1 1 0 0,0 1-1 0 0,0-1 0 0 0,1 0 1 0 0,-1 1-1 0 0,0-1 1 0 0,0 0-1 0 0,1 0 0 0 0,-1 0 1 0 0,1 0-1 0 0,-1 0 0 0 0,1-1 1 0 0,-1 1-1 0 0,1 0 0 0 0,0-1 1 0 0,-1 1-1 0 0,1-1 0 0 0,0 1 1 0 0,-1-1-1 0 0,1 0 0 0 0,0 0 1 0 0,0 0-1 0 0,-1 0 0 0 0,1 0 1 0 0,0 0-1 0 0,-1 0 1 0 0,1 0-1 0 0,0-1 0 0 0,0 1 1 0 0,-1-1-1 0 0,1 1 0 0 0,-1-1 1 0 0,1 0-1 0 0,2-1 0 0 0,-1 1 62 0 0,1-1 0 0 0,-1 0 0 0 0,1 0 0 0 0,-1 0 0 0 0,0-1 0 0 0,0 1 0 0 0,0-1 0 0 0,0 1 0 0 0,-1-1 0 0 0,1 0 0 0 0,-1 0 0 0 0,1 0 0 0 0,-1-1 0 0 0,0 1 0 0 0,0 0 0 0 0,0-1 0 0 0,1-3 0 0 0,-2 2 27 0 0,-1 0-1 0 0,1-1 0 0 0,-1 1 0 0 0,0 0 0 0 0,0 0 0 0 0,0-1 0 0 0,-1 1 0 0 0,0 0 1 0 0,0 0-1 0 0,0 0 0 0 0,-1 0 0 0 0,1 0 0 0 0,-1 0 0 0 0,0 0 0 0 0,-1 1 0 0 0,-3-6 1 0 0,2 3-253 0 0,-1 0 1 0 0,0 0 0 0 0,-1 1 0 0 0,0 0 0 0 0,0 0 0 0 0,0 1 0 0 0,0-1 0 0 0,-1 1 0 0 0,-9-5-1 0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15.52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0 316 2617 0 0,'52'5'794'0'0,"-42"-3"72"0"0,0 0 1 0 0,-1 1 0 0 0,1 0 0 0 0,-1 0 0 0 0,0 1-1 0 0,0 0 1 0 0,0 1 0 0 0,-1 0 0 0 0,1 0 0 0 0,12 12-1 0 0,-19-15-690 0 0,0 0 0 0 0,-1 0 0 0 0,0 1 0 0 0,1-1 0 0 0,-1 0 0 0 0,0 1 0 0 0,0-1 0 0 0,0 1 0 0 0,1 4 0 0 0,-2-7-96 0 0,0 1 0 0 0,0 0 0 0 0,1-1 0 0 0,-1 1 0 0 0,0-1 0 0 0,0 1 0 0 0,0 0 0 0 0,0-1 0 0 0,0 1 0 0 0,0 0 0 0 0,0-1 0 0 0,0 1 0 0 0,0-1 0 0 0,0 1 0 0 0,0 0 0 0 0,-1-1 0 0 0,1 1 0 0 0,0-1 0 0 0,0 1 0 0 0,-1 0 0 0 0,1-1 0 0 0,0 1 0 0 0,-1-1 0 0 0,1 1 0 0 0,0-1 0 0 0,-1 1 0 0 0,1-1 0 0 0,-1 0 0 0 0,1 1 0 0 0,-1-1 0 0 0,1 1 0 0 0,-1-1 0 0 0,1 0 0 0 0,-1 1 0 0 0,0-1 0 0 0,1 0 0 0 0,-1 0 0 0 0,1 0 0 0 0,-1 1 0 0 0,1-1 0 0 0,-1 0 0 0 0,0 0 0 0 0,1 0 0 0 0,-1 0 0 0 0,-1 0 0 0 0,1 0 51 0 0,0-1 0 0 0,0 1 0 0 0,-1-1 0 0 0,1 1-1 0 0,0-1 1 0 0,0 1 0 0 0,0-1 0 0 0,0 0 0 0 0,0 0-1 0 0,0 1 1 0 0,0-1 0 0 0,0 0 0 0 0,0 0 0 0 0,0 0-1 0 0,0 0 1 0 0,0 0 0 0 0,1 0 0 0 0,-1 0 0 0 0,0-1-1 0 0,1 1 1 0 0,-1 0 0 0 0,1 0 0 0 0,-1 0 0 0 0,1-1 0 0 0,0 1-1 0 0,-1 0 1 0 0,1-1 0 0 0,0 1 0 0 0,0 0 0 0 0,0-1-1 0 0,0 0 1 0 0,-1-5 42 0 0,1 0 0 0 0,0 1 0 0 0,0-1 0 0 0,2-11 0 0 0,3-1 10 0 0,0 1 1 0 0,2 1 0 0 0,0-1 0 0 0,1 1-1 0 0,19-30 1 0 0,62-76-3820 0 0,-66 93 72 0 0,20-26-3884 0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10.05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105 2 13827 0 0,'-1'0'65'0'0,"1"0"0"0"0,0 0-1 0 0,0-1 1 0 0,0 1 0 0 0,0 0 0 0 0,-1 0 0 0 0,1 0 0 0 0,0 0-1 0 0,0 0 1 0 0,0 0 0 0 0,-1 0 0 0 0,1 0 0 0 0,0-1-1 0 0,0 1 1 0 0,0 0 0 0 0,-1 0 0 0 0,1 0 0 0 0,0 0 0 0 0,0 0-1 0 0,0 0 1 0 0,-1 0 0 0 0,1 0 0 0 0,0 0 0 0 0,0 1-1 0 0,-1-1 1 0 0,1 0 0 0 0,0 0 0 0 0,0 0 0 0 0,0 0 0 0 0,-1 0-1 0 0,1 0 1 0 0,0 0 0 0 0,0 0 0 0 0,0 0 0 0 0,0 1-1 0 0,-1-1 1 0 0,1 0 0 0 0,0 0 0 0 0,0 0 0 0 0,0 0 0 0 0,0 1-1 0 0,0-1 1 0 0,0 0 0 0 0,-1 0 0 0 0,1 0 0 0 0,0 1 0 0 0,0-1-1 0 0,0 0 1 0 0,0 0 0 0 0,-9 10 1679 0 0,4 7-1323 0 0,0 1-1 0 0,1 0 1 0 0,1 0-1 0 0,-2 34 1 0 0,0 3-147 0 0,-21 75 113 0 0,-2 12-264 0 0,25-118-76 0 0,1 0 0 0 0,1 0 0 0 0,4 46 0 0 0,-3-66-9 0 0,1-1-1 0 0,-1 1 1 0 0,1-1-1 0 0,-1 1 1 0 0,1-1-1 0 0,1 1 1 0 0,-1-1-1 0 0,0 0 1 0 0,1 1-1 0 0,-1-1 1 0 0,1 0-1 0 0,0 0 1 0 0,0 0-1 0 0,0 0 0 0 0,1-1 1 0 0,-1 1-1 0 0,1-1 1 0 0,2 3-1 0 0,-1-3-12 0 0,-1 0-1 0 0,1-1 0 0 0,0 1 0 0 0,-1-1 0 0 0,1 0 0 0 0,0 0 1 0 0,0-1-1 0 0,0 1 0 0 0,-1-1 0 0 0,1 1 0 0 0,0-1 0 0 0,0-1 1 0 0,0 1-1 0 0,0 0 0 0 0,0-1 0 0 0,6-2 0 0 0,30-8-51 0 0,0-2 1 0 0,63-31-1 0 0,33-11-1044 0 0,-102 44 26 0 0,-2 0-277 0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10.29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13363 0 0,'4'4'792'0'0,"1"0"1"0"0,-1-1-1 0 0,0 1 0 0 0,0 1 1 0 0,0-1-1 0 0,0 1 1 0 0,-1 0-1 0 0,4 7 0 0 0,0 1 33 0 0,0 0-1 0 0,7 27 0 0 0,20 113-1342 0 0,-26-110 990 0 0,8 41-3139 0 0,-9-59-4672 0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10.5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2 231 5529 0 0,'0'-15'-35'0'0,"-2"-13"788"0"0,4-36 0 0 0,-1 57-115 0 0,-1 1 0 0 0,2-1 1 0 0,-1 0-1 0 0,1 0 0 0 0,-1 1 0 0 0,2-1 0 0 0,-1 1 1 0 0,1 0-1 0 0,0 0 0 0 0,7-11 0 0 0,-5 13-326 0 0,0 0-1 0 0,-1 0 0 0 0,2 0 1 0 0,-1 1-1 0 0,0 0 0 0 0,1 0 0 0 0,-1 0 1 0 0,1 1-1 0 0,0 0 0 0 0,0 0 1 0 0,12-2-1 0 0,-13 3-742 0 0,0 0-1 0 0,0 0 1 0 0,0 1 0 0 0,0-1-1 0 0,0 1 1 0 0,0 1-1 0 0,0-1 1 0 0,9 2 0 0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10.64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40 920 0 0,'1'1'68'0'0,"-1"-1"-1"0"0,1 0 1 0 0,0 0-1 0 0,-1 1 1 0 0,1-1-1 0 0,0 0 0 0 0,-1 0 1 0 0,1 0-1 0 0,0 0 1 0 0,0 0-1 0 0,-1 0 1 0 0,1 0-1 0 0,0 0 1 0 0,0 0-1 0 0,-1 0 1 0 0,1 0-1 0 0,0 0 1 0 0,-1 0-1 0 0,1-1 0 0 0,0 1 1 0 0,-1 0-1 0 0,1 0 1 0 0,0-1-1 0 0,-1 1 1 0 0,1-1-1 0 0,0 0 1 0 0,27-11 489 0 0,-26 11-447 0 0,6-2-57 0 0,0 0 1 0 0,0 0-1 0 0,1 1 1 0 0,13-2-1 0 0,10-3-48 0 0,-22 5-5 0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10.81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21 4 3225 0 0,'-2'3'454'0'0,"0"0"0"0"0,-1 0-1 0 0,1 0 1 0 0,1 0 0 0 0,-1 0 0 0 0,0 1 0 0 0,1-1 0 0 0,-1 0 0 0 0,1 1 0 0 0,0-1 0 0 0,0 6 0 0 0,1-9-342 0 0,-1 1 0 0 0,2-1 1 0 0,-1 1-1 0 0,0-1 1 0 0,0 1-1 0 0,0-1 0 0 0,0 1 1 0 0,0-1-1 0 0,0 1 1 0 0,0-1-1 0 0,1 1 0 0 0,-1-1 1 0 0,0 1-1 0 0,0-1 0 0 0,1 0 1 0 0,-1 1-1 0 0,0-1 1 0 0,1 1-1 0 0,-1-1 0 0 0,0 0 1 0 0,1 1-1 0 0,-1-1 0 0 0,0 0 1 0 0,1 1-1 0 0,-1-1 1 0 0,1 0-1 0 0,-1 0 0 0 0,1 0 1 0 0,-1 1-1 0 0,1-1 0 0 0,1 0-37 0 0,1 0 0 0 0,-1 1-1 0 0,0-1 1 0 0,0-1 0 0 0,0 1-1 0 0,1 0 1 0 0,-1 0-1 0 0,0-1 1 0 0,0 0 0 0 0,0 1-1 0 0,3-2 1 0 0,46-22-1738 0 0,-44 19 1383 0 0,1 1 1 0 0,-1 0-1 0 0,1 0 0 0 0,0 1 1 0 0,1 0-1 0 0,-1 1 0 0 0,0 0 1 0 0,15-2-1 0 0,-10 3 227 0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11.36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30 1 4609 0 0,'-30'22'16034'0'0,"38"-18"-15520"0"0,-3-1-398 0 0,0 0 1 0 0,-1 0 0 0 0,0 0 0 0 0,1 0 0 0 0,-1 1 0 0 0,-1 0 0 0 0,1 0-1 0 0,0 0 1 0 0,-1 0 0 0 0,0 1 0 0 0,0-1 0 0 0,3 7 0 0 0,2 5-10 0 0,-1 1 0 0 0,6 20 0 0 0,20 84 139 0 0,-25-85-298 0 0,2 1 1 0 0,1-1-1 0 0,31 66 1 0 0,-17-66-2067 0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11.62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 9 6913 0 0,'-8'-9'2419'0'0,"36"16"1825"0"0,-19-5-3960 0 0,5 1 52 0 0,1 1 0 0 0,-1 0 0 0 0,0 1-1 0 0,0 0 1 0 0,0 2 0 0 0,-1-1 0 0 0,0 2 0 0 0,0 0-1 0 0,-1 0 1 0 0,0 1 0 0 0,0 1 0 0 0,18 20 0 0 0,-24-23-176 0 0,0 0 1 0 0,-1 0-1 0 0,0 1 1 0 0,0 0-1 0 0,-1 0 0 0 0,0 0 1 0 0,-1 0-1 0 0,0 1 1 0 0,0 0-1 0 0,0-1 1 0 0,-1 1-1 0 0,-1 0 1 0 0,1 0-1 0 0,-2 0 1 0 0,1 1-1 0 0,-1-1 1 0 0,-1 0-1 0 0,1 0 1 0 0,-1 0-1 0 0,-1 0 1 0 0,0 0-1 0 0,-3 8 1 0 0,-1-1-162 0 0,0-1 1 0 0,-1 0-1 0 0,-1 0 0 0 0,0-1 1 0 0,-1 0-1 0 0,-1 0 1 0 0,0-1-1 0 0,-18 18 1 0 0,10-13-432 0 0,-1-1 0 0 0,0-1 0 0 0,-2 0 0 0 0,-40 23 0 0 0,35-26-6653 0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38.49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87 10 3681 0 0,'-3'-2'174'0'0,"1"1"0"0"0,-1 0 0 0 0,0-1 0 0 0,-1 1 0 0 0,1 1 0 0 0,0-1 0 0 0,0 0 0 0 0,0 1 0 0 0,0 0 0 0 0,0 0 0 0 0,-1 0 0 0 0,1 0 0 0 0,0 0 0 0 0,0 1 0 0 0,0-1 0 0 0,-6 2 0 0 0,8-1-96 0 0,-1-1 0 0 0,1 0-1 0 0,0 1 1 0 0,-1-1 0 0 0,1 1-1 0 0,-1 0 1 0 0,1-1-1 0 0,0 1 1 0 0,-1 0 0 0 0,1 0-1 0 0,0 0 1 0 0,0 0 0 0 0,0 0-1 0 0,0 0 1 0 0,0 0-1 0 0,0 0 1 0 0,0 0 0 0 0,0 0-1 0 0,0 1 1 0 0,0-1 0 0 0,1 0-1 0 0,-1 1 1 0 0,0-1-1 0 0,1 1 1 0 0,0-1 0 0 0,-1 1-1 0 0,1-1 1 0 0,0 1 0 0 0,-1-1-1 0 0,1 1 1 0 0,0-1 0 0 0,0 1-1 0 0,0-1 1 0 0,0 1-1 0 0,1 2 1 0 0,12 40 34 0 0,-8-29-14 0 0,-1 0-1 0 0,0 0 1 0 0,-1 0-1 0 0,-1 1 1 0 0,1 17-1 0 0,-8 123 871 0 0,1 68-248 0 0,7-160-610 0 0,35 856 236 0 0,20-170-433 0 0,-55-726 323 0 0,-2 0 1 0 0,0 0-1 0 0,-2 0 0 0 0,-1 0 1 0 0,0 0-1 0 0,-2 0 0 0 0,-1-1 0 0 0,-1 0 1 0 0,-12 32-1 0 0,17-45-1564 0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39.80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180 97 2761 0 0,'-59'-5'314'0'0,"45"5"84"0"0,-1 0-1 0 0,0-2 0 0 0,1 0 1 0 0,-1 0-1 0 0,-25-9 1 0 0,40 11-356 0 0,0 0 0 0 0,0 0 0 0 0,-1 0 1 0 0,1 0-1 0 0,0 0 0 0 0,-1 0 0 0 0,1 0 1 0 0,0 0-1 0 0,0 0 0 0 0,-1 0 0 0 0,1 0 0 0 0,0 0 1 0 0,-1 0-1 0 0,1-1 0 0 0,0 1 0 0 0,0 0 0 0 0,-1 0 1 0 0,1 0-1 0 0,0 0 0 0 0,0-1 0 0 0,0 1 1 0 0,-1 0-1 0 0,1 0 0 0 0,0 0 0 0 0,0-1 0 0 0,0 1 1 0 0,0 0-1 0 0,-1 0 0 0 0,1-1 0 0 0,0 1 0 0 0,0 0 1 0 0,0 0-1 0 0,0-1 0 0 0,0 1 0 0 0,0 0 1 0 0,0-1-1 0 0,0 1 0 0 0,0 0 0 0 0,0 0 0 0 0,0-1 1 0 0,0 1-1 0 0,0 0 0 0 0,0-1 0 0 0,0 1 0 0 0,0 0 1 0 0,15-6 997 0 0,24 1-112 0 0,227-17 1065 0 0,-65 2-1659 0 0,745 14-194 0 0,-261 28-230 0 0,1-30 618 0 0,-173 2 1400 0 0,-429 14-1403 0 0,-58-4-901 0 0,1-2-1 0 0,-1 0 1 0 0,1-2 0 0 0,49-6 0 0 0,-75 6 326 0 0,1-1 0 0 0,-1 0 0 0 0,0 1 0 0 0,0-1 0 0 0,0 0 1 0 0,0 0-1 0 0,-1 0 0 0 0,1 0 0 0 0,0 0 0 0 0,0 0 0 0 0,0 0 0 0 0,-1 0 0 0 0,1 0 1 0 0,0-3-1 0 0,5-5 1666 0 0,-6 9-1579 0 0,1 0 0 0 0,-1 0 0 0 0,0 0 0 0 0,0 0 0 0 0,0 0 0 0 0,0 0 0 0 0,0 0 0 0 0,0-1 1 0 0,1 1-1 0 0,-1 0 0 0 0,0 0 0 0 0,0 0 0 0 0,0 0 0 0 0,0 0 0 0 0,0 0 0 0 0,0 0 0 0 0,1 0 0 0 0,-1 0 0 0 0,0 0 1 0 0,0 0-1 0 0,0 0 0 0 0,0 0 0 0 0,0 0 0 0 0,1 0 0 0 0,-1 0 0 0 0,0 0 0 0 0,0 1 0 0 0,0-1 0 0 0,0 0 0 0 0,0 0 0 0 0,0 0 1 0 0,1 0-1 0 0,-1 0 0 0 0,0 0 0 0 0,0 0 0 0 0,0 0 0 0 0,0 0 0 0 0,0 0 0 0 0,0 1 0 0 0,0-1 0 0 0,0 0 0 0 0,0 0 1 0 0,0 0-1 0 0,0 0 0 0 0,1 0 0 0 0,-1 0 0 0 0,0 1 0 0 0,0-1 0 0 0,0 0 0 0 0,0 0 0 0 0,0 1 200 0 0,10 18-45 0 0,-1 3-74 0 0,-2-1-1 0 0,-1 1 1 0 0,0 1-1 0 0,-1-1 1 0 0,-2 1-1 0 0,2 32 1 0 0,2 13-20 0 0,66 334 54 0 0,11 72-634 0 0,-13-109-229 0 0,-64-335 735 0 0,16 72 1 0 0,-5 2 0 0 0,5 113 0 0 0,-20-188 176 0 0,-2-18-70 0 0,0 0 0 0 0,0 0 0 0 0,-2 16 1 0 0,0-24-104 0 0,0-1 1 0 0,1 0-1 0 0,-2 1 1 0 0,1-1-1 0 0,0 0 1 0 0,0 0 0 0 0,-1 0-1 0 0,1 0 1 0 0,-1 0-1 0 0,0 0 1 0 0,1 0-1 0 0,-1 0 1 0 0,0-1-1 0 0,0 1 1 0 0,0-1 0 0 0,0 1-1 0 0,0-1 1 0 0,-1 0-1 0 0,-2 1 1 0 0,-54 21 837 0 0,37-15-719 0 0,-78 30-752 0 0,-177 44 0 0 0,-193-11-2504 0 0,330-53 2339 0 0,-153 35 371 0 0,98-14 424 0 0,74-16 53 0 0,45-7-518 0 0,-1-3 0 0 0,-80 2-1 0 0,-59-12-715 0 0,-146 6 2339 0 0,1 26 735 0 0,262-18-847 0 0,-119 38 0 0 0,87-7-3600 0 0,118-43-3117 0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40.3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16 7 12899 0 0,'0'-1'93'0'0,"-1"1"-1"0"0,1 0 1 0 0,0-1 0 0 0,-1 1 0 0 0,1-1-1 0 0,-1 1 1 0 0,1 0 0 0 0,0-1 0 0 0,-1 1 0 0 0,1 0-1 0 0,-1-1 1 0 0,1 1 0 0 0,-1 0 0 0 0,1 0-1 0 0,-1-1 1 0 0,1 1 0 0 0,-1 0 0 0 0,1 0 0 0 0,-1 0-1 0 0,1 0 1 0 0,-1 0 0 0 0,1 0 0 0 0,-1 0-1 0 0,0 0 1 0 0,-2 10 1095 0 0,9 28-724 0 0,-5-34-474 0 0,15 57 557 0 0,3-1 0 0 0,2-1 1 0 0,2 0-1 0 0,57 99 0 0 0,55 80-35 0 0,-112-187-2616 0 0,-22-47 928 0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40.96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172 32 2433 0 0,'-19'26'2928'0'0,"11"-16"-2328"0"0,-7 14-85 0 0,1 0-1 0 0,1 0 1 0 0,1 1-1 0 0,1 1 1 0 0,1 0-1 0 0,-11 48 0 0 0,5 5-193 0 0,-6 85 0 0 0,16-114-181 0 0,3 0 0 0 0,2 0 0 0 0,9 91 0 0 0,-5-122-101 0 0,0 1 1 0 0,1-1-1 0 0,2 0 0 0 0,0-1 0 0 0,0 0 1 0 0,2 0-1 0 0,0 0 0 0 0,2-1 0 0 0,-1 0 1 0 0,2 0-1 0 0,0-1 0 0 0,26 26 0 0 0,-13-19 120 0 0,1-2-1 0 0,1-1 0 0 0,1-1 0 0 0,1-2 1 0 0,0 0-1 0 0,1-2 0 0 0,1-1 1 0 0,0-1-1 0 0,40 10 0 0 0,-30-12 73 0 0,1-2 0 0 0,0-1 0 0 0,1-2 0 0 0,-1-2 0 0 0,1-2 0 0 0,77-6 0 0 0,-93 1-203 0 0,0-1 1 0 0,-1-1-1 0 0,0-1 1 0 0,0-1-1 0 0,39-17 1 0 0,-47 16 9 0 0,0-1 0 0 0,0-1 0 0 0,-1 0 0 0 0,-1-2 0 0 0,0 1 0 0 0,0-2 0 0 0,-2 0 0 0 0,18-21 0 0 0,-7 5 250 0 0,-1-1-1 0 0,-1-2 0 0 0,-2 0 1 0 0,-1-1-1 0 0,-2-1 0 0 0,24-66 1 0 0,-33 76-115 0 0,-2 0-1 0 0,-1-1 1 0 0,-1 1 0 0 0,-1-1 0 0 0,-1 0-1 0 0,-1 0 1 0 0,-1 0 0 0 0,-2 0 0 0 0,0 1 0 0 0,-2-1-1 0 0,-9-36 1 0 0,5 36 53 0 0,0 0-1 0 0,-2 0 1 0 0,-1 1-1 0 0,-1 0 1 0 0,-1 0-1 0 0,-1 2 1 0 0,-1 0-1 0 0,-29-34 1 0 0,20 32-157 0 0,0 1 1 0 0,-1 1-1 0 0,-1 1 1 0 0,-1 1-1 0 0,-1 2 1 0 0,-45-23 0 0 0,-63-22-439 0 0,118 56-5 0 0,1 2 1 0 0,-1 0 0 0 0,0 1 0 0 0,0 0-1 0 0,0 2 1 0 0,-22-1 0 0 0,8 4-1222 0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42.78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274 242 3681 0 0,'-12'0'538'0'0,"7"0"-272"0"0,1 0 1 0 0,0 0-1 0 0,-1 0 1 0 0,1 0-1 0 0,-1 1 1 0 0,1-1-1 0 0,-1 1 1 0 0,-5 2-1 0 0,10-2-229 0 0,0-1-1 0 0,1 1 1 0 0,-1-1-1 0 0,1 1 0 0 0,-1-1 1 0 0,0 1-1 0 0,1-1 1 0 0,-1 1-1 0 0,1-1 0 0 0,-1 1 1 0 0,1-1-1 0 0,-1 0 1 0 0,1 1-1 0 0,-1-1 0 0 0,1 0 1 0 0,0 0-1 0 0,-1 1 1 0 0,1-1-1 0 0,-1 0 1 0 0,1 0-1 0 0,0 0 0 0 0,-1 0 1 0 0,1 0-1 0 0,-1 0 1 0 0,1 0-1 0 0,0 0 0 0 0,-1 0 1 0 0,2 0-1 0 0,25 5 155 0 0,47-7-49 0 0,0-3 0 0 0,137-27-1 0 0,-103 13 5 0 0,989-119 1697 0 0,-409 87-1708 0 0,-302 40-1018 0 0,-378 11 977 0 0,-7 0-46 0 0,0-1 1 0 0,0 1 0 0 0,1 0-1 0 0,-1 0 1 0 0,0-1 0 0 0,0 1-1 0 0,0 0 1 0 0,1 0 0 0 0,-1 0-1 0 0,0 1 1 0 0,0-1 0 0 0,0 0-1 0 0,0 0 1 0 0,0 1 0 0 0,1-1-1 0 0,-1 0 1 0 0,0 1 0 0 0,0-1-1 0 0,0 1 1 0 0,0 0 0 0 0,0-1-1 0 0,0 1 1 0 0,0 0 0 0 0,0 0-1 0 0,1 1 1 0 0,12 28 830 0 0,-2 1 1 0 0,-1 0-1 0 0,-1 1 1 0 0,6 41-1 0 0,12 136-607 0 0,-19-125 124 0 0,151 923 798 0 0,7 26 342 0 0,-27-361-2479 0 0,-113-537 1120 0 0,-20-91 142 0 0,1 0 1 0 0,3-1 0 0 0,27 72-1 0 0,-30-101-203 0 0,0-1 16 0 0,-8-13-132 0 0,0 0 1 0 0,0 0-1 0 0,0 0 0 0 0,0 0 1 0 0,0 0-1 0 0,-1 0 1 0 0,1 0-1 0 0,0 0 1 0 0,0 0-1 0 0,0 0 0 0 0,0 0 1 0 0,0 0-1 0 0,0 0 1 0 0,0 0-1 0 0,0 0 1 0 0,0 0-1 0 0,-1 0 0 0 0,1 0 1 0 0,0 0-1 0 0,0 0 1 0 0,0 0-1 0 0,0 0 1 0 0,0 0-1 0 0,0 0 0 0 0,0 0 1 0 0,0 0-1 0 0,0 0 1 0 0,0 0-1 0 0,-1 0 1 0 0,1 0-1 0 0,0 0 0 0 0,0 1 1 0 0,0-1-1 0 0,0 0 1 0 0,0 0-1 0 0,0 0 1 0 0,0 0-1 0 0,0 0 0 0 0,0 0 1 0 0,0 0-1 0 0,0 0 1 0 0,0 0-1 0 0,0 0 1 0 0,0 1-1 0 0,0-1 0 0 0,0 0 1 0 0,0 0-1 0 0,0 0 1 0 0,0 0-1 0 0,0 0 1 0 0,0 0-1 0 0,0 0 0 0 0,0 0 1 0 0,0 0-1 0 0,0 1 1 0 0,0-1-1 0 0,-9-4 96 0 0,0 1 1 0 0,0 0-1 0 0,-1 0 0 0 0,1 1 0 0 0,-1 0 1 0 0,0 1-1 0 0,-16-1 0 0 0,-74 7-50 0 0,63-3 96 0 0,-541 61 176 0 0,3 33-208 0 0,345-55-894 0 0,16-3 278 0 0,-339 52 46 0 0,-168-43 576 0 0,608-43-199 0 0,-59 0-15 0 0,142-6-147 0 0,0 0 1 0 0,0-2 0 0 0,-48-12-1 0 0,71 14-338 0 0,0 0 1 0 0,0-1-1 0 0,1 0 0 0 0,-1 0 0 0 0,-11-8 0 0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43.40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10 6449 0 0,'-3'-10'4246'0'0,"14"26"-3194"0"0,14 32-724 0 0,-9-5 494 0 0,-3 0 1 0 0,17 89 0 0 0,-2 94 441 0 0,-5-29-679 0 0,229 1194 264 0 0,-121-636 2710 0 0,-109-578-2997 0 0,-22-177-614 0 0,0 1-1 0 0,0-1 1 0 0,0 1 0 0 0,0-1 0 0 0,0 1-1 0 0,0-1 1 0 0,0 1 0 0 0,0-1 0 0 0,0 0-1 0 0,0 1 1 0 0,1-1 0 0 0,-1 1 0 0 0,0-1-1 0 0,0 0 1 0 0,0 1 0 0 0,1-1 0 0 0,-1 0-1 0 0,0 1 1 0 0,1-1 0 0 0,-1 0 0 0 0,0 1-1 0 0,1-1 1 0 0,-1 0 0 0 0,0 1 0 0 0,1-1-1 0 0,-1 0 1 0 0,1 0 0 0 0,3 0-1067 0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44.10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0 182 3681 0 0,'4'-8'310'0'0,"0"1"0"0"0,0 0 0 0 0,0 0 0 0 0,1 0 0 0 0,0 1 0 0 0,1 0 0 0 0,11-12 0 0 0,-4 5 349 0 0,-2 3 67 0 0,0-1 0 0 0,0 2 0 0 0,1 0 0 0 0,0 0 1 0 0,1 1-1 0 0,0 1 0 0 0,0 0 0 0 0,26-10 0 0 0,-30 14-499 0 0,1 0 0 0 0,-1 0 1 0 0,1 1-1 0 0,0 0 0 0 0,-1 1 0 0 0,1 0 1 0 0,0 0-1 0 0,0 1 0 0 0,0 1 0 0 0,-1 0 1 0 0,1 0-1 0 0,0 0 0 0 0,-1 1 0 0 0,13 5 1 0 0,-17-6-200 0 0,-1 1 0 0 0,0 0 0 0 0,0 1 0 0 0,1-1 0 0 0,-1 1 0 0 0,-1-1 0 0 0,1 1 0 0 0,0 0 0 0 0,-1 0 0 0 0,1 1 0 0 0,-1-1 0 0 0,0 1 0 0 0,0 0 0 0 0,-1 0 0 0 0,1 0 0 0 0,3 8 0 0 0,-3-5-1 0 0,-2-1 0 0 0,1 1 0 0 0,-1 0 0 0 0,0-1 0 0 0,0 1 0 0 0,0 0 0 0 0,-1 0 0 0 0,0 0 0 0 0,-1-1 0 0 0,-1 12 0 0 0,-5 8 55 0 0,-1 1 0 0 0,0-1 0 0 0,-2-1 1 0 0,-21 39-1 0 0,13-29-23 0 0,4-8 9 0 0,1 0 1 0 0,1 0-1 0 0,-13 45 0 0 0,25-72-33 0 0,-1 1 1 0 0,1 0-1 0 0,0 0 0 0 0,-1-1 1 0 0,1 1-1 0 0,0 0 1 0 0,0 0-1 0 0,0-1 0 0 0,0 1 1 0 0,0 0-1 0 0,0 0 0 0 0,0 0 1 0 0,0-1-1 0 0,0 1 1 0 0,0 0-1 0 0,0 0 0 0 0,0-1 1 0 0,1 1-1 0 0,-1 0 0 0 0,0 0 1 0 0,0-1-1 0 0,1 1 1 0 0,-1 0-1 0 0,1-1 0 0 0,-1 1 1 0 0,0 0-1 0 0,1-1 0 0 0,-1 1 1 0 0,1-1-1 0 0,0 1 1 0 0,-1-1-1 0 0,1 1 0 0 0,-1-1 1 0 0,1 1-1 0 0,0-1 0 0 0,-1 1 1 0 0,1-1-1 0 0,0 0 0 0 0,0 1 1 0 0,-1-1-1 0 0,1 0 1 0 0,0 0-1 0 0,0 0 0 0 0,-1 0 1 0 0,1 1-1 0 0,0-1 0 0 0,0 0 1 0 0,0 0-1 0 0,-1 0 1 0 0,1-1-1 0 0,0 1 0 0 0,0 0 1 0 0,-1 0-1 0 0,1 0 0 0 0,0-1 1 0 0,0 1-1 0 0,1-1 1 0 0,8-2 369 0 0,1 0 1 0 0,-1-1 0 0 0,14-7 0 0 0,-14 6-290 0 0,22-11 116 0 0,-1-2-1 0 0,-1 0 0 0 0,29-25 0 0 0,-14 11-2395 0 0,1 1-3647 0 0,-29 21-656 0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32.18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0 3417 0 0,'-2'12'304'0'0,"1"-8"-240"0"0,1-2-64 0 0,0 1 0 0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32.59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31 408 6913 0 0,'-2'-4'699'0'0,"0"0"-1"0"0,0 1 1 0 0,1-1 0 0 0,-1 0-1 0 0,1 0 1 0 0,0 0-1 0 0,1 0 1 0 0,-1-5-1 0 0,-3-7 1247 0 0,-7-15 1144 0 0,7 22 594 0 0,12 22-2751 0 0,68 124-933 0 0,-34-57-24 0 0,105 146-1 0 0,-135-211 65 0 0,1 0-1 0 0,0-1 1 0 0,1 0 0 0 0,31 23-1 0 0,-44-37-21 0 0,0 0-1 0 0,0 1 0 0 0,-1-1 1 0 0,1 0-1 0 0,0 0 1 0 0,0 0-1 0 0,0 0 0 0 0,0 0 1 0 0,0 0-1 0 0,0 0 1 0 0,0 0-1 0 0,-1 0 1 0 0,1 0-1 0 0,0 0 0 0 0,0 0 1 0 0,0-1-1 0 0,0 1 1 0 0,0 0-1 0 0,-1-1 0 0 0,1 1 1 0 0,0-1-1 0 0,0 1 1 0 0,0-1-1 0 0,-1 1 0 0 0,1-1 1 0 0,0 1-1 0 0,-1-1 1 0 0,1 0-1 0 0,-1 1 0 0 0,1-1 1 0 0,0 0-1 0 0,-1 0 1 0 0,0 1-1 0 0,1-1 0 0 0,-1 0 1 0 0,1 0-1 0 0,-1 0 1 0 0,0 0-1 0 0,1 0 1 0 0,15-42 282 0 0,-14 38-249 0 0,19-65 81 0 0,22-142 0 0 0,-11-76 88 0 0,-32 285-219 0 0,4-29-55 0 0,0-1-213 0 0,-2 0-1 0 0,-1 0 0 0 0,-5-62 1 0 0,3 96-55 0 0,1-1 301 0 0,0 0 1 0 0,0 0-1 0 0,0 0 1 0 0,0 0-1 0 0,0 0 1 0 0,0 0-1 0 0,0 0 1 0 0,-1 0-1 0 0,1 0 1 0 0,0 0-1 0 0,0 0 0 0 0,0 0 1 0 0,0-1-1 0 0,0 1 1 0 0,0 0-1 0 0,0 0 1 0 0,-1-1-517 0 0,0 6-474 0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33.3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140 66 4145 0 0,'8'-13'1298'0'0,"-5"8"-125"0"0,0 1 0 0 0,0-1 0 0 0,0 0 0 0 0,-1 0 0 0 0,3-9 0 0 0,-5 13-1041 0 0,0 1 0 0 0,0-1 0 0 0,0 1 0 0 0,1 0 0 0 0,-1-1 0 0 0,0 1 0 0 0,0-1 0 0 0,0 1 0 0 0,-1-1 0 0 0,1 1 0 0 0,0-1 0 0 0,0 1 0 0 0,0 0 0 0 0,0-1 0 0 0,0 1 0 0 0,0-1 0 0 0,-1 1 0 0 0,1 0 0 0 0,0-1-1 0 0,0 1 1 0 0,-1-1 0 0 0,1 1 0 0 0,0 0 0 0 0,0-1 0 0 0,-1 1 0 0 0,1 0 0 0 0,0 0 0 0 0,-2-1 0 0 0,1 0 82 0 0,-1 1-1 0 0,1 0 1 0 0,-1-1 0 0 0,1 1-1 0 0,-1 0 1 0 0,0 0 0 0 0,1 0-1 0 0,-1 0 1 0 0,0 0-1 0 0,1 0 1 0 0,-1 1 0 0 0,-2 0-1 0 0,-6 2-66 0 0,1 0 1 0 0,1 1-1 0 0,-1 0 0 0 0,0 0 0 0 0,1 1 0 0 0,0 0 0 0 0,0 1 0 0 0,1 0 0 0 0,-1 0 0 0 0,1 0 0 0 0,1 1 0 0 0,-1 0 0 0 0,1 0 0 0 0,0 1 0 0 0,1 0 0 0 0,0 0 1 0 0,-6 12-1 0 0,10-18-161 0 0,1-1 1 0 0,0 1-1 0 0,-1 0 1 0 0,1 0 0 0 0,0 0-1 0 0,0 0 1 0 0,0 0-1 0 0,0 0 1 0 0,1 0 0 0 0,-1-1-1 0 0,0 1 1 0 0,1 0-1 0 0,0 0 1 0 0,-1 0 0 0 0,1-1-1 0 0,0 1 1 0 0,0 0-1 0 0,0-1 1 0 0,0 1 0 0 0,0 0-1 0 0,0-1 1 0 0,0 0-1 0 0,0 1 1 0 0,1-1-1 0 0,-1 0 1 0 0,1 1 0 0 0,-1-1-1 0 0,1 0 1 0 0,-1 0-1 0 0,1 0 1 0 0,0 0 0 0 0,2 0-1 0 0,7 6-128 0 0,1-2 1 0 0,0 0-1 0 0,16 5 0 0 0,-24-9 127 0 0,14 5-165 0 0,1 1 0 0 0,-1 0-1 0 0,0 1 1 0 0,-1 1-1 0 0,0 1 1 0 0,24 18 0 0 0,-37-26 214 0 0,-1 1 0 0 0,0-1 1 0 0,0 1-1 0 0,0 0 0 0 0,0 1 1 0 0,0-1-1 0 0,-1 0 0 0 0,1 1 1 0 0,-1-1-1 0 0,0 1 0 0 0,0 0 1 0 0,0 0-1 0 0,-1 0 1 0 0,1-1-1 0 0,-1 2 0 0 0,0-1 1 0 0,0 0-1 0 0,0 0 0 0 0,-1 0 1 0 0,1 0-1 0 0,-1 1 0 0 0,0-1 1 0 0,0 0-1 0 0,-1 0 0 0 0,1 1 1 0 0,-1-1-1 0 0,0 0 0 0 0,0 0 1 0 0,-1 0-1 0 0,1 0 0 0 0,-1 0 1 0 0,0 0-1 0 0,0-1 0 0 0,0 1 1 0 0,0 0-1 0 0,-4 3 0 0 0,0 2 158 0 0,-1-1-1 0 0,0 0 0 0 0,0-1 0 0 0,-1 1 1 0 0,0-2-1 0 0,0 1 0 0 0,-1-1 0 0 0,0 0 1 0 0,0-1-1 0 0,0 0 0 0 0,-18 7 0 0 0,22-10-266 0 0,0 0-1 0 0,0-1 1 0 0,0 1-1 0 0,-1-1 0 0 0,1 0 1 0 0,0 0-1 0 0,0-1 1 0 0,-1 0-1 0 0,1 0 1 0 0,0 0-1 0 0,-1 0 0 0 0,1-1 1 0 0,0 0-1 0 0,0 0 1 0 0,-1-1-1 0 0,1 1 0 0 0,0-1 1 0 0,0 0-1 0 0,1 0 1 0 0,-1-1-1 0 0,0 1 1 0 0,1-1-1 0 0,-1 0 0 0 0,-6-7 1 0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33.69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21 40 4145 0 0,'-21'1'12888'0'0,"34"-7"-12440"0"0,1-1 98 0 0,1 2 1 0 0,28-8-1 0 0,8 5-4492 0 0,-36 7-1690 0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33.97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24 8290 0 0,'3'5'6633'0'0,"17"-11"-4802"0"0,48-4 2274 0 0,-38 7-4889 0 0,-1-2-4268 0 0,-12 1-1401 0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45.90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21 345 10138 0 0,'-18'-43'7154'0'0,"17"41"-6937"0"0,1 1 0 0 0,-1-1 0 0 0,1 1 0 0 0,0-1 0 0 0,0 1 0 0 0,-1-1-1 0 0,1 0 1 0 0,1 1 0 0 0,-1-1 0 0 0,0 0 0 0 0,1-2 0 0 0,-1 3-159 0 0,0 1 1 0 0,1-1-1 0 0,-1 1 0 0 0,0-1 0 0 0,1 1 0 0 0,-1 0 0 0 0,1-1 0 0 0,-1 1 1 0 0,1-1-1 0 0,-1 1 0 0 0,0 0 0 0 0,1-1 0 0 0,-1 1 0 0 0,1 0 0 0 0,0 0 1 0 0,-1-1-1 0 0,1 1 0 0 0,-1 0 0 0 0,1 0 0 0 0,-1 0 0 0 0,1 0 0 0 0,0 0 1 0 0,-1 0-1 0 0,1 0 0 0 0,-1 0 0 0 0,1 0 0 0 0,0 0 0 0 0,-1 0 0 0 0,1 0 1 0 0,-1 0-1 0 0,1 0 0 0 0,0 1 0 0 0,2 0-11 0 0,0 0-1 0 0,-1 0 1 0 0,1 0 0 0 0,-1 1 0 0 0,0-1-1 0 0,1 1 1 0 0,-1-1 0 0 0,0 1 0 0 0,0 0-1 0 0,0 0 1 0 0,0 0 0 0 0,0 0 0 0 0,0 0-1 0 0,-1 1 1 0 0,2 2 0 0 0,24 44 11 0 0,-17-30-17 0 0,22 41-62 0 0,4-1 0 0 0,47 58 0 0 0,-66-95 3 0 0,0-1 0 0 0,2-2 1 0 0,1 1-1 0 0,0-2 0 0 0,2-1 0 0 0,0 0 0 0 0,0-2 0 0 0,31 16 0 0 0,-47-28 58 0 0,0 0 1 0 0,1 0-1 0 0,-1-1 0 0 0,1 0 1 0 0,-1 0-1 0 0,1-1 1 0 0,0 1-1 0 0,-1-1 0 0 0,15 0 1 0 0,-17-2-3 0 0,-1 0 0 0 0,1 1-1 0 0,0-1 1 0 0,0-1 0 0 0,-1 1 0 0 0,1-1 0 0 0,-1 1-1 0 0,1-1 1 0 0,-1 0 0 0 0,0 0 0 0 0,0 0 0 0 0,0-1-1 0 0,0 1 1 0 0,0-1 0 0 0,0 1 0 0 0,-1-1 0 0 0,1 0-1 0 0,-1 0 1 0 0,3-5 0 0 0,7-11 53 0 0,-1-1 0 0 0,-1 0 0 0 0,0-1 0 0 0,-2 0 0 0 0,0 0 0 0 0,-1-1 0 0 0,7-43 0 0 0,-5-11 81 0 0,1-79 0 0 0,-2 20-12 0 0,3 58 50 0 0,-6 48-1472 0 0,3-54 0 0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46.97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199 411 8290 0 0,'-4'-8'831'0'0,"1"1"1"0"0,-2 0 0 0 0,1-1-1 0 0,-1 2 1 0 0,0-1 0 0 0,0 1-1 0 0,-8-8 1 0 0,11 13-694 0 0,1 0 1 0 0,-1-1-1 0 0,0 1 0 0 0,0 0 1 0 0,0 0-1 0 0,0 0 0 0 0,0 0 0 0 0,0 1 1 0 0,0-1-1 0 0,0 0 0 0 0,-1 1 1 0 0,1 0-1 0 0,0-1 0 0 0,0 1 0 0 0,0 0 1 0 0,-1 0-1 0 0,1 0 0 0 0,0 0 1 0 0,0 1-1 0 0,0-1 0 0 0,-1 1 1 0 0,1-1-1 0 0,0 1 0 0 0,0 0 0 0 0,0 0 1 0 0,0-1-1 0 0,0 2 0 0 0,0-1 1 0 0,0 0-1 0 0,1 0 0 0 0,-1 1 1 0 0,-2 1-1 0 0,-4 4 57 0 0,1 0 1 0 0,-1 1 0 0 0,2-1-1 0 0,-1 1 1 0 0,1 1-1 0 0,1-1 1 0 0,-1 1-1 0 0,1 0 1 0 0,1 0 0 0 0,0 1-1 0 0,0-1 1 0 0,1 1-1 0 0,0 0 1 0 0,-2 16-1 0 0,3-17-185 0 0,1 1 0 0 0,0-1 0 0 0,0 1 0 0 0,1 0-1 0 0,1 0 1 0 0,-1-1 0 0 0,2 1 0 0 0,-1-1-1 0 0,1 1 1 0 0,1-1 0 0 0,0 0 0 0 0,0 1-1 0 0,1-1 1 0 0,0-1 0 0 0,8 15 0 0 0,-10-21-63 0 0,-1 0 0 0 0,0 1 0 0 0,1-1 0 0 0,0 0 0 0 0,0 0 0 0 0,-1 0-1 0 0,1 0 1 0 0,0 0 0 0 0,1-1 0 0 0,-1 1 0 0 0,0-1 0 0 0,0 1 0 0 0,1-1 0 0 0,-1 0 0 0 0,1 0 0 0 0,-1 0 0 0 0,1 0 0 0 0,-1 0 0 0 0,1 0 0 0 0,0-1 0 0 0,-1 1 0 0 0,1-1 0 0 0,0 0 0 0 0,-1 0 0 0 0,1 0-1 0 0,0 0 1 0 0,0 0 0 0 0,-1-1 0 0 0,1 1 0 0 0,0-1 0 0 0,-1 0 0 0 0,1 0 0 0 0,-1 0 0 0 0,1 0 0 0 0,-1 0 0 0 0,4-2 0 0 0,0-1-333 0 0,0-1 0 0 0,-1 1 0 0 0,1-1 0 0 0,-1 0 0 0 0,0-1 0 0 0,0 1 0 0 0,-1-1 0 0 0,1 0 0 0 0,-1 0 1 0 0,0 0-1 0 0,-1-1 0 0 0,5-10 0 0 0,0-7-846 0 0,-1 0 1 0 0,-2-1-1 0 0,0 1 1 0 0,-1-1-1 0 0,-2 0 0 0 0,0 0 1 0 0,-2 0-1 0 0,-5-43 1 0 0,-17-66-1 0 0,-13 4 5899 0 0,32 120-3419 0 0,-11-33 2786 0 0,13 41-3476 0 0,0 1 0 0 0,0-1 0 0 0,0 0 1 0 0,0 0-1 0 0,0 0 0 0 0,0 1 0 0 0,-1-1 1 0 0,1 1-1 0 0,-4-4 0 0 0,15 18 3420 0 0,5 18-3991 0 0,-9-16 218 0 0,9 22-14 0 0,-2 1-1 0 0,-1 1 1 0 0,11 63-1 0 0,-16-65-463 0 0,1 0 0 0 0,2 0 0 0 0,2 0-1 0 0,20 41 1 0 0,-22-58-728 0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47.27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96 8290 0 0,'11'-2'4978'0'0,"-9"2"-4768"0"0,-1-1-1 0 0,1 1 1 0 0,-1-1-1 0 0,1 1 1 0 0,-1 0-1 0 0,1 0 1 0 0,0 0-1 0 0,-1 0 1 0 0,1 0-1 0 0,-1 0 1 0 0,1 0-1 0 0,0 1 1 0 0,-1-1-1 0 0,1 0 1 0 0,-1 1-1 0 0,1 0 1 0 0,-1-1-1 0 0,2 2 1 0 0,4 2 77 0 0,0 2 0 0 0,-1-1 0 0 0,1 1 0 0 0,-1 0 0 0 0,0 0 0 0 0,-1 0 0 0 0,0 1 0 0 0,0 0 0 0 0,0 0 0 0 0,6 15 0 0 0,4 10 8 0 0,13 41 1 0 0,-23-59-16 0 0,0-1 322 0 0,-6-16 161 0 0,-4-24-336 0 0,4 4-420 0 0,0 0-1 0 0,2 0 1 0 0,1 0 0 0 0,0 0 0 0 0,2 0-1 0 0,7-25 1 0 0,-6 32-2344 0 0,0 0 0 0 0,14-26 0 0 0,-7 22-4598 0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47.58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33 80 456 0 0,'-27'24'13778'0'0,"22"0"-11260"0"0,5-14-2251 0 0,0 0 0 0 0,1 0 0 0 0,1-1 0 0 0,0 1 1 0 0,0 0-1 0 0,1 0 0 0 0,0-1 0 0 0,0 1 0 0 0,1-1 1 0 0,7 12-1 0 0,-9-17-186 0 0,1 1 0 0 0,-1-1 0 0 0,1 0 0 0 0,0-1 0 0 0,0 1 0 0 0,0 0 0 0 0,0-1 0 0 0,1 1 1 0 0,-1-1-1 0 0,1 0 0 0 0,0 0 0 0 0,0-1 0 0 0,0 1 0 0 0,0-1 0 0 0,0 0 0 0 0,1 0 0 0 0,-1 0 0 0 0,1-1 0 0 0,-1 1 0 0 0,1-1 0 0 0,0 0 1 0 0,-1 0-1 0 0,9 0 0 0 0,-10-2-60 0 0,0 0 1 0 0,0 0-1 0 0,0 0 1 0 0,0 0 0 0 0,0 0-1 0 0,0-1 1 0 0,-1 1 0 0 0,1-1-1 0 0,0 0 1 0 0,-1 0-1 0 0,1 0 1 0 0,-1 0 0 0 0,0 0-1 0 0,0 0 1 0 0,0-1-1 0 0,0 1 1 0 0,0-1 0 0 0,0 1-1 0 0,-1-1 1 0 0,1 0-1 0 0,-1 0 1 0 0,1 1 0 0 0,-1-1-1 0 0,0 0 1 0 0,1-6-1 0 0,1-1 1 0 0,-1 0-1 0 0,0 0 1 0 0,0-1-1 0 0,-1 1 1 0 0,0-1-1 0 0,-2-15 1 0 0,0 17 18 0 0,0 1 0 0 0,-1-1 1 0 0,0 1-1 0 0,0-1 0 0 0,-1 1 0 0 0,0 0 1 0 0,-1 0-1 0 0,0 1 0 0 0,0-1 0 0 0,-1 1 1 0 0,0-1-1 0 0,0 1 0 0 0,-11-11 0 0 0,11 14-193 0 0,1 0-1 0 0,-1 0 1 0 0,0 0-1 0 0,-1 1 0 0 0,1-1 1 0 0,-1 1-1 0 0,1 0 0 0 0,-11-3 1 0 0,11 5-474 0 0,0-1 1 0 0,-1 1 0 0 0,1 1 0 0 0,-1-1-1 0 0,1 1 1 0 0,0-1 0 0 0,-1 2-1 0 0,1-1 1 0 0,-1 1 0 0 0,-9 1-1 0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47.82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16 1 12443 0 0,'-2'1'293'0'0,"1"1"0"0"0,0-1 0 0 0,-1 1 0 0 0,1 0-1 0 0,0 0 1 0 0,0 0 0 0 0,0 0 0 0 0,0 0 0 0 0,0 0 0 0 0,0 0 0 0 0,0 0 0 0 0,1 0 0 0 0,-1 0 0 0 0,1 0 0 0 0,0 0 0 0 0,-1 0 0 0 0,1 1 0 0 0,0-1 0 0 0,1 3 0 0 0,4 47 1423 0 0,-4-45-1396 0 0,0-1-302 0 0,38 204 1056 0 0,-31-180-1368 0 0,0 0 1 0 0,3 0-1 0 0,0-1 0 0 0,27 49 1 0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48.08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52 8122 0 0,'1'-3'177'0'0,"0"0"1"0"0,1 1-1 0 0,0-1 0 0 0,0 0 1 0 0,0 1-1 0 0,0-1 1 0 0,0 1-1 0 0,0 0 0 0 0,1 0 1 0 0,-1 0-1 0 0,1 0 1 0 0,-1 0-1 0 0,1 0 0 0 0,0 1 1 0 0,0-1-1 0 0,0 1 1 0 0,0 0-1 0 0,0 0 0 0 0,0 0 1 0 0,4-1-1 0 0,3-1 613 0 0,-1 1-1 0 0,1 0 1 0 0,0 1 0 0 0,-1 0-1 0 0,17 1 1 0 0,-22 0-696 0 0,0 0 0 0 0,0 0 0 0 0,0 1 1 0 0,0-1-1 0 0,0 1 0 0 0,0 0 0 0 0,-1 0 1 0 0,1 1-1 0 0,0-1 0 0 0,0 1 0 0 0,-1 0 0 0 0,1 0 1 0 0,-1 0-1 0 0,0 0 0 0 0,0 1 0 0 0,0 0 0 0 0,0-1 1 0 0,0 1-1 0 0,0 0 0 0 0,0 0 0 0 0,-1 0 0 0 0,0 1 1 0 0,0-1-1 0 0,0 1 0 0 0,0-1 0 0 0,0 1 0 0 0,0-1 1 0 0,-1 1-1 0 0,0 0 0 0 0,0 0 0 0 0,0 0 0 0 0,0 0 1 0 0,-1 0-1 0 0,1 0 0 0 0,-1 0 0 0 0,0 0 0 0 0,-1 0 1 0 0,1 0-1 0 0,0 0 0 0 0,-1 0 0 0 0,0 0 0 0 0,0 0 1 0 0,0 0-1 0 0,-1-1 0 0 0,1 1 0 0 0,-4 6 0 0 0,2-5-59 0 0,0 1-1 0 0,-1 0 0 0 0,1-1 0 0 0,-1 1 0 0 0,0-1 0 0 0,-1 0 0 0 0,1-1 0 0 0,-1 1 0 0 0,0-1 0 0 0,0 0 0 0 0,-1 0 0 0 0,1 0 0 0 0,-8 3 0 0 0,9-5-841 0 0,0 0 1 0 0,-1-1-1 0 0,1 0 0 0 0,0 0 0 0 0,0 0 1 0 0,-1 0-1 0 0,-7 0 0 0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48.69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23 21 5065 0 0,'4'-20'13578'0'0,"-4"24"-13366"0"0,0 1 1 0 0,0-1 0 0 0,-1 1-1 0 0,0-1 1 0 0,0 1 0 0 0,0-1 0 0 0,0 0-1 0 0,0 1 1 0 0,-1-1 0 0 0,-2 5-1 0 0,-4 11 167 0 0,6-14-238 0 0,-3 14 268 0 0,6-16-36 0 0,6-10 205 0 0,-4 3-813 0 0,-1 0 0 0 0,1 1 1 0 0,0-1-1 0 0,0 1 0 0 0,0-1 0 0 0,0 1 0 0 0,1 0 0 0 0,4-2 0 0 0,1-4-1342 0 0,-5 3 1026 0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49.25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67 2 2304 0 0,'4'-2'15489'0'0,"-9"32"-14517"0"0,-1-1 0 0 0,-2-1 0 0 0,-11 29 0 0 0,-10 35-2007 0 0,25-75 129 0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49.52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6913 0 0,'12'5'8835'0'0,"-4"9"-5096"0"0,0 18-2123 0 0,-7-28-1233 0 0,20 102-1277 0 0,-17-82-6495 0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49.94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1 104 10594 0 0,'7'-5'4342'0'0,"38"-16"-2436"0"0,-8 10-763 0 0,0 1-1 0 0,1 2 1 0 0,39-3-1 0 0,118-2 529 0 0,17-1-1704 0 0,-112 4-3059 0 0,-69 10-4167 0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50.17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47 1 7834 0 0,'-21'8'1707'0'0,"19"-7"-1131"0"0,0 0 1 0 0,0 0-1 0 0,1 0 0 0 0,-1 0 1 0 0,1 1-1 0 0,-1-1 1 0 0,1 1-1 0 0,0-1 0 0 0,-1 1 1 0 0,1-1-1 0 0,-1 4 1 0 0,-5 22 5223 0 0,8-3-6079 0 0,7 131 2005 0 0,-8-104-1651 0 0,2-1 0 0 0,10 53-1 0 0,-6-78-494 0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50.72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39 473 11058 0 0,'-5'-5'540'0'0,"1"0"0"0"0,0 0 1 0 0,1 0-1 0 0,-1-1 0 0 0,1 0 0 0 0,0 0 0 0 0,-3-8 0 0 0,5 11-188 0 0,0 0 1 0 0,0 1-1 0 0,0-1 1 0 0,0 0-1 0 0,1 0 1 0 0,-1 0-1 0 0,1 0 0 0 0,0 0 1 0 0,0 0-1 0 0,0 0 1 0 0,0 0-1 0 0,0-1 1 0 0,1 1-1 0 0,-1 0 1 0 0,1 1-1 0 0,0-1 0 0 0,0 0 1 0 0,1-3-1 0 0,-1 5-321 0 0,-1 1 0 0 0,0-1 0 0 0,1 1 0 0 0,-1-1-1 0 0,1 0 1 0 0,-1 1 0 0 0,1 0 0 0 0,-1-1 0 0 0,1 1-1 0 0,0-1 1 0 0,-1 1 0 0 0,1 0 0 0 0,-1-1 0 0 0,1 1-1 0 0,0 0 1 0 0,-1-1 0 0 0,1 1 0 0 0,0 0 0 0 0,0 0-1 0 0,-1 0 1 0 0,1 0 0 0 0,0 0 0 0 0,-1 0 0 0 0,1 0-1 0 0,0 0 1 0 0,0 0 0 0 0,0 0 0 0 0,22 11 265 0 0,14 23-125 0 0,61 95-53 0 0,0 0 38 0 0,-84-114-143 0 0,0 0 0 0 0,1-1 0 0 0,0-1 0 0 0,1 0 0 0 0,34 19 0 0 0,-47-30-1 0 0,0 0 0 0 0,0 0 0 0 0,1-1 0 0 0,-1 1-1 0 0,0-1 1 0 0,1 0 0 0 0,-1 0 0 0 0,1 0 0 0 0,0 0 0 0 0,-1-1 0 0 0,1 0 0 0 0,0 1-1 0 0,-1-1 1 0 0,6-1 0 0 0,-6 0 0 0 0,-1 0 0 0 0,1 0-1 0 0,-1 0 1 0 0,0 0 0 0 0,0-1-1 0 0,1 1 1 0 0,-1-1 0 0 0,0 0 0 0 0,0 1-1 0 0,0-1 1 0 0,-1 0 0 0 0,1 0-1 0 0,0 0 1 0 0,-1 0 0 0 0,1-1 0 0 0,-1 1-1 0 0,0 0 1 0 0,0-1 0 0 0,0 1-1 0 0,2-6 1 0 0,5-16 178 0 0,-1-1 1 0 0,0 0-1 0 0,-2 0 0 0 0,3-41 0 0 0,-4-106 69 0 0,0-8-1355 0 0,-1 155 572 0 0,0 0 0 0 0,2 0 0 0 0,0 1-1 0 0,2 0 1 0 0,11-27 0 0 0,1 12-7135 0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51.32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184 537 7370 0 0,'6'-13'763'0'0,"-1"0"0"0"0,0 0 1 0 0,-1-1-1 0 0,5-27 1 0 0,-8 33-260 0 0,0 0 0 0 0,0 0 0 0 0,-1 0 1 0 0,0 0-1 0 0,0 0 0 0 0,-1 0 0 0 0,0 0 0 0 0,-1 0 1 0 0,1 0-1 0 0,-4-8 0 0 0,4 14-372 0 0,0 0-1 0 0,0 0 1 0 0,-1-1 0 0 0,1 1-1 0 0,0 0 1 0 0,-1 0 0 0 0,1 0-1 0 0,-1 0 1 0 0,0 1 0 0 0,0-1-1 0 0,1 0 1 0 0,-1 1 0 0 0,0-1-1 0 0,-1 1 1 0 0,1 0 0 0 0,0 0-1 0 0,0-1 1 0 0,0 2 0 0 0,-1-1-1 0 0,1 0 1 0 0,-1 0 0 0 0,1 1-1 0 0,0-1 1 0 0,-1 1 0 0 0,1 0-1 0 0,-1-1 1 0 0,1 1 0 0 0,-1 1-1 0 0,1-1 1 0 0,-1 0 0 0 0,1 0-1 0 0,-1 1 1 0 0,-3 1 0 0 0,0 0-32 0 0,1 0 0 0 0,-1 0 0 0 0,0 0 0 0 0,1 1 0 0 0,0 0 1 0 0,-1 0-1 0 0,1 0 0 0 0,0 1 0 0 0,1 0 0 0 0,-1 0 0 0 0,1 0 0 0 0,-7 8 0 0 0,3 0-84 0 0,1-1 0 0 0,0 1 0 0 0,1 0 0 0 0,0 0 0 0 0,1 1-1 0 0,0 0 1 0 0,1-1 0 0 0,1 2 0 0 0,0-1 0 0 0,1 0 0 0 0,0 1-1 0 0,1-1 1 0 0,0 1 0 0 0,3 22 0 0 0,-2-34-33 0 0,0 0 0 0 0,0 0 1 0 0,0 0-1 0 0,1 0 0 0 0,-1 0 1 0 0,0 0-1 0 0,1 0 0 0 0,0 0 0 0 0,0 0 1 0 0,-1 0-1 0 0,1 0 0 0 0,0-1 0 0 0,0 1 1 0 0,1 0-1 0 0,-1-1 0 0 0,0 1 1 0 0,0-1-1 0 0,1 1 0 0 0,-1-1 0 0 0,1 0 1 0 0,-1 1-1 0 0,1-1 0 0 0,0 0 0 0 0,0 0 1 0 0,-1 0-1 0 0,1 0 0 0 0,0 0 1 0 0,0-1-1 0 0,0 1 0 0 0,0-1 0 0 0,0 1 1 0 0,0-1-1 0 0,0 0 0 0 0,0 1 0 0 0,0-1 1 0 0,0 0-1 0 0,0 0 0 0 0,0 0 1 0 0,0-1-1 0 0,4 0 0 0 0,-1 0-204 0 0,0-1 0 0 0,0 0 0 0 0,1 0 1 0 0,-1-1-1 0 0,0 1 0 0 0,-1-1 0 0 0,1 0 0 0 0,0 0 0 0 0,-1-1 0 0 0,0 0 0 0 0,0 1 0 0 0,0-1 1 0 0,6-8-1 0 0,1-4-382 0 0,-1 0-1 0 0,-1-1 1 0 0,0 0 0 0 0,-2-1 0 0 0,0 0 0 0 0,0 0 0 0 0,-2 0 0 0 0,0-1-1 0 0,4-35 1 0 0,-8 29 736 0 0,0 0 0 0 0,-2 0-1 0 0,0 0 1 0 0,-2 0-1 0 0,-1 0 1 0 0,-1 1 0 0 0,-9-27-1 0 0,6 20 885 0 0,4 16 48 0 0,0 1 0 0 0,-1-1 0 0 0,0 1 0 0 0,-1 0 0 0 0,-14-20 1584 0 0,20 34-2617 0 0,1 12 408 0 0,5 13-331 0 0,93 296 76 0 0,-78-275-2203 0 0,-10-23-5798 0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51.66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7 2761 0 0,'-3'-4'5950'0'0,"3"3"-5862"0"0,12 3 3806 0 0,19 8-191 0 0,-21-4-2889 0 0,0 0 0 0 0,0 1 1 0 0,-1 1-1 0 0,11 9 1 0 0,1 5-40 0 0,28 40 0 0 0,5 6-452 0 0,-54-68-321 0 0,0 0 0 0 0,0 0 1 0 0,0 0-1 0 0,1 1 0 0 0,-1-1 1 0 0,0 0-1 0 0,0 0 0 0 0,0 0 0 0 0,0 0 1 0 0,0 0-1 0 0,0 1 0 0 0,0-1 1 0 0,0 0-1 0 0,0 0 0 0 0,1 0 1 0 0,-1 0-1 0 0,0 0 0 0 0,0 0 0 0 0,0 0 1 0 0,0 0-1 0 0,0 0 0 0 0,1 0 1 0 0,-1 1-1 0 0,0-1 0 0 0,0 0 1 0 0,0 0-1 0 0,0 0 0 0 0,0 0 0 0 0,1 0 1 0 0,-1 0-1 0 0,0 0 0 0 0,0 0 1 0 0,0 0-1 0 0,0 0 0 0 0,0 0 1 0 0,1 0-1 0 0,-1 0 0 0 0,0-1 1 0 0,0 1-1 0 0,0 0 0 0 0,0 0 0 0 0,0 0 1 0 0,1 0-1 0 0,-1 0 0 0 0,0 0 1 0 0,0 0-1 0 0,0 0 0 0 0,0 0 1 0 0,0 0-1 0 0,0-1 0 0 0,1 1 0 0 0,-1 0 1 0 0,1-13 86 0 0,-5-37-15 0 0,0 8-146 0 0,4 30-479 0 0,1-1 0 0 0,1 1 0 0 0,0 0 0 0 0,6-19 0 0 0,0 6-6637 0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51.96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49 1 4609 0 0,'-3'2'670'0'0,"1"0"1"0"0,0 0-1 0 0,0 0 1 0 0,0 1-1 0 0,0-1 1 0 0,0 0-1 0 0,1 1 1 0 0,-2 2-1 0 0,-10 28 1203 0 0,0 34-1250 0 0,11-51-402 0 0,1 0-1 0 0,1 0 1 0 0,0 0 0 0 0,0-1 0 0 0,6 29 0 0 0,-5-39-141 0 0,0 0 0 0 0,1 1 0 0 0,-1-1 0 0 0,1 0 1 0 0,0 0-1 0 0,0 0 0 0 0,0-1 0 0 0,1 1 0 0 0,0 0 0 0 0,0-1 1 0 0,0 0-1 0 0,0 1 0 0 0,1-1 0 0 0,0-1 0 0 0,-1 1 1 0 0,1 0-1 0 0,1-1 0 0 0,-1 0 0 0 0,0 0 0 0 0,9 4 0 0 0,-11-6-83 0 0,-1-1-1 0 0,0 1 1 0 0,1-1-1 0 0,-1 1 0 0 0,1-1 1 0 0,-1 0-1 0 0,1 0 0 0 0,-1 0 1 0 0,1 0-1 0 0,-1 0 0 0 0,1 0 1 0 0,-1 0-1 0 0,0 0 0 0 0,1 0 1 0 0,-1-1-1 0 0,1 1 1 0 0,-1-1-1 0 0,1 1 0 0 0,-1-1 1 0 0,0 1-1 0 0,3-3 0 0 0,-2 1 19 0 0,1 0-1 0 0,-1 0 0 0 0,0 0 0 0 0,0 0 0 0 0,0-1 0 0 0,0 1 1 0 0,-1-1-1 0 0,1 1 0 0 0,-1-1 0 0 0,2-3 0 0 0,1-3 177 0 0,-1-1-1 0 0,0 0 1 0 0,-1 0-1 0 0,0 1 1 0 0,1-16-1 0 0,-3 8 127 0 0,0-1 0 0 0,-1 1-1 0 0,-1-1 1 0 0,-6-28-1 0 0,6 36-481 0 0,-1 1-1 0 0,0 0 1 0 0,0-1-1 0 0,-1 2 1 0 0,0-1-1 0 0,-1 0 1 0 0,0 1-1 0 0,0 0 1 0 0,-13-15-1 0 0,9 15-1069 0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52.21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14747 0 0,'9'18'1849'0'0,"-2"1"0"0"0,8 25 1 0 0,4 44-582 0 0,-1 90-1785 0 0,-18-164 750 0 0,7 61-496 0 0,-3-43-5863 0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52.44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41 3681 0 0,'0'-1'202'0'0,"0"-1"-1"0"0,1 0 1 0 0,-1 1 0 0 0,1-1 0 0 0,-1 0 0 0 0,1 1 0 0 0,0-1 0 0 0,0 1-1 0 0,0-1 1 0 0,0 1 0 0 0,0-1 0 0 0,0 1 0 0 0,0 0 0 0 0,0-1-1 0 0,0 1 1 0 0,1 0 0 0 0,-1 0 0 0 0,0 0 0 0 0,3-1 0 0 0,0 0 194 0 0,-1 0 1 0 0,1 1 0 0 0,0-1 0 0 0,0 1-1 0 0,0 0 1 0 0,-1 0 0 0 0,1 1 0 0 0,6-1-1 0 0,-1 1 261 0 0,0 0-1 0 0,0 0 1 0 0,-1 1-1 0 0,1 0 0 0 0,0 1 1 0 0,-1 0-1 0 0,13 5 1 0 0,-17-6-418 0 0,0 1 0 0 0,0 0 1 0 0,-1-1-1 0 0,1 2 1 0 0,0-1-1 0 0,-1 0 1 0 0,0 1-1 0 0,0 0 1 0 0,1-1-1 0 0,-1 1 1 0 0,-1 0-1 0 0,1 1 1 0 0,0-1-1 0 0,-1 1 1 0 0,3 5-1 0 0,-4-6-169 0 0,0-1-1 0 0,0 1 0 0 0,-1 0 1 0 0,1 0-1 0 0,-1 0 1 0 0,0 0-1 0 0,0 0 0 0 0,0 0 1 0 0,0 0-1 0 0,0 0 1 0 0,-1 0-1 0 0,1 0 0 0 0,-1 0 1 0 0,0 0-1 0 0,0 0 1 0 0,0 0-1 0 0,0 0 0 0 0,-1-1 1 0 0,1 1-1 0 0,-1 0 1 0 0,-3 4-1 0 0,-3 3-525 0 0,-1 0-1 0 0,0 0 1 0 0,0-1-1 0 0,-1 0 1 0 0,0-1-1 0 0,0 0 1 0 0,-14 7 0 0 0,9-5-6221 0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52.66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102 1 9218 0 0,'-2'10'816'0'0,"0"-2"-656"0"0,1-3-160 0 0,0-3 0 0 0,-1 2 1504 0 0,0 1 273 0 0,-2 5 47 0 0,-2 7 17 0 0,-3 3-849 0 0,0 3-160 0 0,-2-1-40 0 0,-1-4-8 0 0,3-5-1408 0 0,0-1-280 0 0,2-3-56 0 0,0 0-16 0 0,3 0 752 0 0,-1-4 144 0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53.14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33 8290 0 0,'6'-4'587'0'0,"0"0"0"0"0,0 0 1 0 0,1 1-1 0 0,-1 0 0 0 0,1 0 1 0 0,-1 1-1 0 0,1-1 0 0 0,0 1 1 0 0,0 1-1 0 0,14-2 0 0 0,-18 3-485 0 0,0-1-1 0 0,-1 1 1 0 0,1 0-1 0 0,0 1 1 0 0,0-1-1 0 0,-1 0 1 0 0,1 1-1 0 0,0-1 1 0 0,-1 1-1 0 0,1 0 1 0 0,-1 0-1 0 0,1 0 1 0 0,-1 0-1 0 0,1 1 0 0 0,-1-1 1 0 0,0 1-1 0 0,0-1 1 0 0,1 1-1 0 0,-1 0 1 0 0,0 0-1 0 0,0-1 1 0 0,-1 2-1 0 0,1-1 1 0 0,0 0-1 0 0,-1 0 1 0 0,1 0-1 0 0,-1 1 0 0 0,0-1 1 0 0,0 1-1 0 0,2 4 1 0 0,-1 6 141 0 0,0 0-1 0 0,0 0 1 0 0,-1 0 0 0 0,-1 1-1 0 0,0-1 1 0 0,-1 0 0 0 0,-5 23-1 0 0,4-25 16 0 0,0 0 0 0 0,1 0 0 0 0,0 0-1 0 0,0 0 1 0 0,1 0 0 0 0,1 0 0 0 0,0 0-1 0 0,0 0 1 0 0,1 0 0 0 0,1 0-1 0 0,4 12 1 0 0,-6-21-224 0 0,0 0-1 0 0,0 0 0 0 0,0 0 1 0 0,0 0-1 0 0,1 0 1 0 0,-1 0-1 0 0,1 0 0 0 0,-1 0 1 0 0,1-1-1 0 0,0 1 1 0 0,0 0-1 0 0,0-1 0 0 0,0 0 1 0 0,0 1-1 0 0,0-1 1 0 0,0 0-1 0 0,0 0 0 0 0,0 0 1 0 0,1 0-1 0 0,-1-1 1 0 0,0 1-1 0 0,1 0 0 0 0,-1-1 1 0 0,1 0-1 0 0,-1 0 1 0 0,0 1-1 0 0,1-1 0 0 0,-1-1 1 0 0,1 1-1 0 0,-1 0 1 0 0,0-1-1 0 0,1 1 0 0 0,-1-1 1 0 0,5-1-1 0 0,6-4 24 0 0,1 0 1 0 0,-1 0-1 0 0,0-1 0 0 0,19-15 1 0 0,-18 13 1 0 0,54-37-354 0 0,-26 20-138 0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54.49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4 160 5985 0 0,'-3'-4'3217'0'0,"8"-3"-878"0"0,12-8-296 0 0,-15 13-2192 0 0,38-23 2433 0 0,68-39 305 0 0,-34 29-8624 0 0,-55 28 739 0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54.70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20 25 5985 0 0,'-19'12'11325'0'0,"31"-18"-10050"0"0,47-16-887 0 0,-32 16-5465 0 0,-8 4-881 0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2:02.55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 16 7834 0 0,'-9'-15'10193'0'0,"12"27"-9600"0"0,55 317 2822 0 0,20 227-2845 0 0,-77-550-581 0 0,5 24 14 0 0,-6-29-22 0 0,0 1 0 0 0,0-1 0 0 0,1 0 0 0 0,-1 0 0 0 0,0 0 0 0 0,0 1 0 0 0,0-1 0 0 0,0 0 0 0 0,0 0 0 0 0,-1 0 0 0 0,1 0-1 0 0,0 1 1 0 0,-1-1 0 0 0,1 0 0 0 0,0 0 0 0 0,-1 0 0 0 0,0 1 0 0 0,-1-1-578 0 0,-1-2-184 0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2:02.79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31 0 7370 0 0,'-6'8'12774'0'0,"-11"14"-9986"0"0,16-19-2841 0 0,-5 28 383 0 0,8-9-3349 0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2:03.45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4 266 5985 0 0,'-1'-6'673'0'0,"0"0"-1"0"0,0 0 1 0 0,1 0-1 0 0,0 0 0 0 0,0 1 1 0 0,0-1-1 0 0,0 0 1 0 0,3-11-1 0 0,-1 4 239 0 0,0 1-334 0 0,0 1-1 0 0,1 0 1 0 0,0 0-1 0 0,1 0 1 0 0,0 1-1 0 0,0-1 1 0 0,1 1 0 0 0,1 0-1 0 0,0 0 1 0 0,0 1-1 0 0,11-13 1 0 0,-14 18-502 0 0,0 0 1 0 0,1 0 0 0 0,0 0 0 0 0,0 0 0 0 0,0 1-1 0 0,1-1 1 0 0,-1 1 0 0 0,1 0 0 0 0,-1 1-1 0 0,1-1 1 0 0,0 1 0 0 0,0 0 0 0 0,0 0-1 0 0,1 0 1 0 0,-1 1 0 0 0,0 0 0 0 0,1 0 0 0 0,-1 0-1 0 0,0 0 1 0 0,1 1 0 0 0,-1 0 0 0 0,1 0-1 0 0,-1 1 1 0 0,1 0 0 0 0,7 1 0 0 0,-9 0-91 0 0,0-1 0 0 0,0 1 0 0 0,0 0 0 0 0,0 0 0 0 0,0 0 0 0 0,-1 0 0 0 0,1 0 0 0 0,-1 1 0 0 0,0 0-1 0 0,1 0 1 0 0,-1 0 0 0 0,-1 0 0 0 0,1 0 0 0 0,0 1 0 0 0,3 6 0 0 0,-2-3-48 0 0,-1 0-1 0 0,-1 0 1 0 0,1 0-1 0 0,-1 0 1 0 0,-1 0-1 0 0,1 0 1 0 0,-1 1-1 0 0,0 10 1 0 0,-1 6-80 0 0,-2 0 1 0 0,0 0 0 0 0,-2-1 0 0 0,-10 39 0 0 0,-3-3 84 0 0,-19 87 79 0 0,33-130-48 0 0,1 0 0 0 0,1 0-1 0 0,0 0 1 0 0,2 0 0 0 0,-1 0 0 0 0,2 0-1 0 0,4 18 1 0 0,-5-29-3 0 0,0 0 0 0 0,1 1 0 0 0,0-1-1 0 0,0 0 1 0 0,0-1 0 0 0,0 1 0 0 0,1 0 0 0 0,0-1 0 0 0,0 1 0 0 0,1-1 0 0 0,-1 0-1 0 0,1 0 1 0 0,0 0 0 0 0,0 0 0 0 0,0-1 0 0 0,0 0 0 0 0,0 1 0 0 0,1-2-1 0 0,0 1 1 0 0,-1 0 0 0 0,1-1 0 0 0,0 0 0 0 0,0 0 0 0 0,1-1 0 0 0,-1 1 0 0 0,0-1-1 0 0,9 1 1 0 0,-6-2 144 0 0,0 1 0 0 0,1-2 1 0 0,-1 1-1 0 0,0-1 0 0 0,0 0 0 0 0,0-1 0 0 0,0 0 0 0 0,-1 0 0 0 0,1 0 0 0 0,0-1 0 0 0,-1-1 0 0 0,0 1 0 0 0,0-1 0 0 0,0 0 0 0 0,0-1 0 0 0,0 0 0 0 0,10-10 1 0 0,-13 11-34 0 0,1 0 0 0 0,-1-1 0 0 0,0 0 1 0 0,-1 0-1 0 0,1 0 0 0 0,-1 0 0 0 0,0 0 1 0 0,0-1-1 0 0,-1 1 0 0 0,0-1 1 0 0,1 0-1 0 0,-2 0 0 0 0,1 0 0 0 0,-1 0 1 0 0,0 0-1 0 0,0 0 0 0 0,-1-8 0 0 0,-1 5 0 0 0,0 1 0 0 0,0-1-1 0 0,-1 0 1 0 0,-1 1 0 0 0,1 0 0 0 0,-1-1-1 0 0,-1 1 1 0 0,0 0 0 0 0,0 1-1 0 0,0-1 1 0 0,-9-11 0 0 0,-10-8-31 0 0,-1 0 0 0 0,-2 1 0 0 0,0 1 0 0 0,-2 2 0 0 0,-34-24 0 0 0,-26-21-685 0 0,81 62-116 0 0,0-1 0 0 0,0 0 0 0 0,-11-14-1 0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2:03.91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1 196 14747 0 0,'-1'8'5866'0'0,"7"7"-3652"0"0,12 18-2808 0 0,-9-18 1118 0 0,11 24-412 0 0,40 58 0 0 0,-48-80-90 0 0,0-1 0 0 0,2-1 0 0 0,0 0 1 0 0,0-1-1 0 0,29 21 0 0 0,-42-34-13 0 0,1 1 0 0 0,0-1 0 0 0,0 0 0 0 0,-1 0 0 0 0,1 0 0 0 0,0 0-1 0 0,0 0 1 0 0,0 0 0 0 0,0 0 0 0 0,1 0 0 0 0,-1-1 0 0 0,0 1 0 0 0,0-1 0 0 0,0 0-1 0 0,0 0 1 0 0,1 0 0 0 0,-1 0 0 0 0,0 0 0 0 0,4-1 0 0 0,-4 0 22 0 0,-1 0 0 0 0,1 0 1 0 0,0 0-1 0 0,-1 0 0 0 0,1-1 1 0 0,-1 1-1 0 0,0-1 0 0 0,1 1 1 0 0,-1-1-1 0 0,0 0 0 0 0,0 1 1 0 0,0-1-1 0 0,0 0 0 0 0,0 0 1 0 0,0 0-1 0 0,-1 1 0 0 0,1-1 1 0 0,-1 0-1 0 0,1 0 0 0 0,-1 0 1 0 0,1-3-1 0 0,12-105 924 0 0,-10 77-497 0 0,1 1 0 0 0,14-56 0 0 0,-8 56-662 0 0,1 1 0 0 0,1 0-1 0 0,2 1 1 0 0,27-42 0 0 0,-21 42-352 0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2:05.10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266 18 10594 0 0,'6'-18'8523'0'0,"-5"28"-6830"0"0,-2 10-1617 0 0,-1 0 1 0 0,-1 0 0 0 0,0 0-1 0 0,-1-1 1 0 0,-1 1-1 0 0,-1-1 1 0 0,-1-1 0 0 0,-11 21-1 0 0,11-24-37 0 0,-1 0 0 0 0,0-1-1 0 0,-2 0 1 0 0,1 0 0 0 0,-2-1-1 0 0,0 0 1 0 0,0-1 0 0 0,-1-1-1 0 0,-1 1 1 0 0,-15 9 0 0 0,26-19-39 0 0,0-1 0 0 0,0 1 0 0 0,0-1 0 0 0,0 0 0 0 0,0 0 0 0 0,-1 0 0 0 0,1 0 1 0 0,0 0-1 0 0,0 0 0 0 0,-1-1 0 0 0,1 1 0 0 0,-1-1 0 0 0,1 0 0 0 0,0 1 0 0 0,-1-1 0 0 0,1 0 1 0 0,-1-1-1 0 0,1 1 0 0 0,0 0 0 0 0,-1-1 0 0 0,-2 0 0 0 0,3 0 1 0 0,0-1-1 0 0,-1 1 0 0 0,1-1 1 0 0,0 0-1 0 0,0 1 0 0 0,0-1 1 0 0,0 0-1 0 0,1 0 0 0 0,-1 0 1 0 0,0-1-1 0 0,1 1 0 0 0,0 0 1 0 0,-1 0-1 0 0,1-1 0 0 0,-2-4 1 0 0,0-3 0 0 0,0-1-1 0 0,1 1 1 0 0,0-1 0 0 0,1 0 0 0 0,0 1 0 0 0,0-1 0 0 0,1 0 0 0 0,2-12 0 0 0,0 10 43 0 0,1 1 0 0 0,0 0 0 0 0,1 0 0 0 0,0 1 0 0 0,10-19 0 0 0,-12 25-27 0 0,1 0 1 0 0,0 0 0 0 0,0 0-1 0 0,0 0 1 0 0,1 1-1 0 0,-1-1 1 0 0,1 1 0 0 0,0 0-1 0 0,1 0 1 0 0,-1 0-1 0 0,1 1 1 0 0,0 0 0 0 0,-1-1-1 0 0,7-1 1 0 0,-7 4-21 0 0,-1 0-1 0 0,1 1 1 0 0,0 0 0 0 0,0-1 0 0 0,0 2 0 0 0,0-1 0 0 0,0 0-1 0 0,-1 1 1 0 0,1-1 0 0 0,0 1 0 0 0,0 0 0 0 0,-1 0 0 0 0,1 1-1 0 0,0-1 1 0 0,-1 1 0 0 0,1 0 0 0 0,-1 0 0 0 0,0 0 0 0 0,0 0-1 0 0,0 0 1 0 0,0 1 0 0 0,0 0 0 0 0,3 3 0 0 0,5 5-20 0 0,0 1-1 0 0,-1 0 1 0 0,0 1 0 0 0,10 17 0 0 0,-8-9 50 0 0,-1 0 1 0 0,-1 1 0 0 0,-1 0-1 0 0,-1 0 1 0 0,-1 1 0 0 0,-1 1-1 0 0,-1-1 1 0 0,-1 1 0 0 0,-2-1-1 0 0,0 1 1 0 0,-1 0 0 0 0,-1 0 0 0 0,-1 0-1 0 0,-2 0 1 0 0,0 0 0 0 0,-1-1-1 0 0,-2 0 1 0 0,0 1 0 0 0,-10 21-1 0 0,14-41-4 0 0,1 0-1 0 0,-1 1 1 0 0,0-1-1 0 0,0 0 1 0 0,-1-1-1 0 0,1 1 0 0 0,-1 0 1 0 0,0-1-1 0 0,0 1 1 0 0,0-1-1 0 0,0 0 1 0 0,0 0-1 0 0,-1 0 1 0 0,1 0-1 0 0,-1-1 1 0 0,0 0-1 0 0,-7 4 1 0 0,5-4-3 0 0,0-1 1 0 0,0 0-1 0 0,0-1 1 0 0,-1 1-1 0 0,1-1 1 0 0,0 0-1 0 0,0 0 1 0 0,0-1-1 0 0,-1 0 1 0 0,1 0-1 0 0,0 0 1 0 0,-7-4-1 0 0,-47-20-623 0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2:05.5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9 235 4609 0 0,'-6'-35'6306'0'0,"3"12"73"0"0,22 58-2219 0 0,-5-10-3896 0 0,151 297 519 0 0,-158-308-729 0 0,1 0 1 0 0,0 0 0 0 0,15 19 0 0 0,-23-33-51 0 0,0 0 1 0 0,0 0-1 0 0,0 0 1 0 0,0 1 0 0 0,0-1-1 0 0,0 0 1 0 0,1 0-1 0 0,-1 0 1 0 0,0 0 0 0 0,0 0-1 0 0,0 1 1 0 0,0-1-1 0 0,1 0 1 0 0,-1 0 0 0 0,0 0-1 0 0,0 0 1 0 0,0 0-1 0 0,1 0 1 0 0,-1 0 0 0 0,0 0-1 0 0,0 0 1 0 0,0 0-1 0 0,0 0 1 0 0,1 0 0 0 0,-1 0-1 0 0,0 0 1 0 0,0 0-1 0 0,1 0 1 0 0,-1 0 0 0 0,0 0-1 0 0,0 0 1 0 0,0 0-1 0 0,0 0 1 0 0,1 0 0 0 0,-1 0-1 0 0,0 0 1 0 0,0 0-1 0 0,0 0 1 0 0,1 0 0 0 0,-1 0-1 0 0,0-1 1 0 0,0 1-1 0 0,5-11 203 0 0,0-20 117 0 0,-4 27-287 0 0,11-196 627 0 0,-11 137-293 0 0,3 1 0 0 0,22-115-1 0 0,-24 167-651 0 0,1 1 0 0 0,-1 0 0 0 0,2 1 0 0 0,-1-1 0 0 0,1 0 0 0 0,1 1 0 0 0,-1 0 0 0 0,8-9 0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2:07.51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128 7 1840 0 0,'-7'-2'401'0'0,"0"1"0"0"0,-1-1 0 0 0,1 1 0 0 0,0 1 0 0 0,-1-1 0 0 0,1 1 0 0 0,-1 1 0 0 0,1-1 0 0 0,-1 1-1 0 0,-9 3 1 0 0,-19 9 5120 0 0,51-15 463 0 0,43 4-4575 0 0,78 17-129 0 0,77 5-265 0 0,-187-23-1854 0 0,0-1 1 0 0,1-2-1 0 0,-1 0 1 0 0,0-2-1 0 0,0-1 0 0 0,26-8 1 0 0,-32 6-4973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2:07.87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53 23 1840 0 0,'-18'-9'1549'0'0,"15"7"-324"0"0,0 0-1 0 0,0 0 1 0 0,0 1-1 0 0,-1-1 1 0 0,1 1-1 0 0,-13-3 5420 0 0,18 25-2985 0 0,4 15-2374 0 0,1 12-1190 0 0,-6 130 200 0 0,-3-122-161 0 0,2 1 1 0 0,11 78-1 0 0,-10-127-198 0 0,1-1 1 0 0,0 1-1 0 0,0-1 0 0 0,1 1 1 0 0,0-1-1 0 0,8 13 1 0 0,-2-7-468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2:45.63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25 18 5529 0 0,'-24'-18'12677'0'0,"32"34"-10464"0"0,2 5-1979 0 0,-1 1-1 0 0,0 0 1 0 0,-2 0-1 0 0,-1 1 1 0 0,0-1-1 0 0,2 34 1 0 0,3 145-421 0 0,-8-104 285 0 0,-10 256-1613 0 0,7-341-1821 0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2:46.04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31 59 10594 0 0,'-31'5'1727'0'0,"32"-6"-1488"0"0,-1 0-1 0 0,1 0 0 0 0,-1 0 1 0 0,1 0-1 0 0,0 0 0 0 0,-1 0 1 0 0,1 0-1 0 0,0 0 0 0 0,0 0 1 0 0,-1 0-1 0 0,1 0 1 0 0,0 1-1 0 0,0-1 0 0 0,0 0 1 0 0,0 1-1 0 0,0-1 0 0 0,2 0 1 0 0,24-13 493 0 0,-19 11-331 0 0,4-2-375 0 0,-1 0-1 0 0,1 0 1 0 0,0 2-1 0 0,0-1 0 0 0,0 2 1 0 0,1-1-1 0 0,22 0 1 0 0,-28 3-549 0 0,-1 0-1 0 0,1 0 1 0 0,-1 1 0 0 0,1-1-1 0 0,-1 2 1 0 0,1-1 0 0 0,-1 1-1 0 0,0 0 1 0 0,1 0 0 0 0,-1 0-1 0 0,0 1 1 0 0,-1 0 0 0 0,1 0 0 0 0,0 1-1 0 0,-1-1 1 0 0,8 8 0 0 0,-1 3-160 0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2:46.26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 1 10594 0 0,'0'0'51'0'0,"0"0"103"0"0,-1 0-103 0 0,1 0 0 0 0,0 0 0 0 0,0 1 0 0 0,0-1 0 0 0,0 0 0 0 0,0 0 0 0 0,0 0 0 0 0,0 0 0 0 0,0 0 0 0 0,0 1 0 0 0,0-1 1 0 0,0 0-1 0 0,0 0 0 0 0,0 0 0 0 0,0 0 0 0 0,0 1 0 0 0,0-1 0 0 0,0 0 0 0 0,0 0 0 0 0,0 0 0 0 0,0 0 0 0 0,0 0 0 0 0,0 1 0 0 0,0-1 1 0 0,0 0-1 0 0,0 0 0 0 0,0 0 0 0 0,0 0 0 0 0,0 1 0 0 0,0-1 0 0 0,0 0 0 0 0,0 0 0 0 0,1 0 102 0 0,-1 0-101 0 0,0 0-1 0 0,0 1 0 0 0,0-1 0 0 0,0 0 0 0 0,1 0 0 0 0,-1 0 0 0 0,0 0 0 0 0,0 0 0 0 0,0 0 0 0 0,0 0 0 0 0,1 0 0 0 0,14 2 2017 0 0,31-7 496 0 0,-28 3-1917 0 0,50 3-1996 0 0,-52 0-4837 0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2:46.62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28 0 3681 0 0,'-27'13'4801'0'0,"27"-11"-4246"0"0,1-1 1 0 0,-1 1-1 0 0,1-1 0 0 0,-1 1 1 0 0,1-1-1 0 0,0 1 0 0 0,0-1 1 0 0,-1 1-1 0 0,1-1 0 0 0,3 3 1111 0 0,-1-1-1111 0 0,6 8-940 0 0,10 15 1056 0 0,-1 1 1 0 0,-1 1-1 0 0,-1 1 0 0 0,-2 0 0 0 0,0 1 0 0 0,-2 1 0 0 0,9 38 0 0 0,-9-20-728 0 0,-3 0 1 0 0,-1 1-1 0 0,-3 0 0 0 0,-1 52 0 0 0,-7-67-1377 0 0,-1-28 284 0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2:47.18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0 173 1376 0 0,'0'-1'127'0'0,"0"0"-1"0"0,0-1 1 0 0,1 1-1 0 0,-1 0 1 0 0,0 0-1 0 0,0-1 1 0 0,1 1 0 0 0,-1 0-1 0 0,0 0 1 0 0,1-1-1 0 0,-1 1 1 0 0,1 0-1 0 0,0 0 1 0 0,-1 0-1 0 0,1 0 1 0 0,0 0-1 0 0,0 0 1 0 0,-1 0-1 0 0,1 0 1 0 0,0 0-1 0 0,0 0 1 0 0,2-1 0 0 0,30-22 2717 0 0,-22 17-2333 0 0,13-10 973 0 0,1 0 1 0 0,1 2-1 0 0,36-15 0 0 0,-46 23-1038 0 0,0 1 0 0 0,1 1 1 0 0,0 0-1 0 0,0 1 0 0 0,0 1 0 0 0,0 0 0 0 0,18 1 0 0 0,-32 1-438 0 0,-1 1 0 0 0,1 0 1 0 0,-1 0-1 0 0,1 1 1 0 0,-1-1-1 0 0,0 0 0 0 0,1 1 1 0 0,-1-1-1 0 0,1 1 0 0 0,-1 0 1 0 0,0 0-1 0 0,0 0 1 0 0,1 0-1 0 0,-1 0 0 0 0,0 0 1 0 0,0 1-1 0 0,0-1 0 0 0,0 1 1 0 0,0-1-1 0 0,-1 1 1 0 0,1 0-1 0 0,2 3 0 0 0,-2-1-90 0 0,-1-1-1 0 0,0 0 0 0 0,1 1 1 0 0,-2-1-1 0 0,1 1 0 0 0,0-1 1 0 0,-1 1-1 0 0,0 0 1 0 0,1-1-1 0 0,-2 1 0 0 0,1-1 1 0 0,0 1-1 0 0,-2 6 0 0 0,-3 9-377 0 0,-1 1 0 0 0,0-1 0 0 0,-2 0 0 0 0,-11 21 0 0 0,-8 9 229 0 0,-39 52-1 0 0,9-14 336 0 0,51-73 280 0 0,10-8 770 0 0,23-10 1511 0 0,-9 1-2179 0 0,0 2-18 0 0,0 1-1 0 0,0 0 1 0 0,0 2-1 0 0,0 0 1 0 0,22 6-1 0 0,90 29 308 0 0,-93-25-391 0 0,-27-9-321 0 0,30 9 261 0 0,-1 1 0 0 0,-1 2 0 0 0,50 27 0 0 0,-65-35-456 0 0,-17-7-91 0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2:54.11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119 59 2761 0 0,'-118'8'7741'0'0,"123"-9"-6954"0"0,1 1 0 0 0,-1-1-1 0 0,1 0 1 0 0,-1-1-1 0 0,7-2 1 0 0,20-5-358 0 0,43-8 564 0 0,52-10-458 0 0,-108 25-548 0 0,-1 0 0 0 0,1 1 0 0 0,0 1-1 0 0,35 5 1 0 0,-33-3-48 0 0,-14-2 41 0 0,-1 1 0 0 0,0-1 1 0 0,0 1-1 0 0,0 0 1 0 0,1 1-1 0 0,-1-1 1 0 0,-1 1-1 0 0,1 1 1 0 0,0-1-1 0 0,0 1 0 0 0,5 3 1 0 0,-11-5 24 0 0,1 0 0 0 0,-1 0 1 0 0,1 0-1 0 0,-1 0 0 0 0,0 0 1 0 0,0 0-1 0 0,1 0 0 0 0,-1 0 0 0 0,0 1 1 0 0,0-1-1 0 0,0 0 0 0 0,0 0 0 0 0,0 0 1 0 0,0 0-1 0 0,0 0 0 0 0,-1 0 1 0 0,1 0-1 0 0,0 0 0 0 0,-1 2 0 0 0,-9 27 471 0 0,4-13-158 0 0,-2 27 218 0 0,3 0 1 0 0,1 0-1 0 0,2 46 1 0 0,-1 22 149 0 0,1-79-599 0 0,-15 358-786 0 0,16-382-184 0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2:54.33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 54 5529 0 0,'-17'-4'3797'0'0,"33"-6"2287"0"0,2 3-5929 0 0,1 0 1 0 0,0 1-1 0 0,0 0 0 0 0,1 2 1 0 0,-1 0-1 0 0,1 2 0 0 0,0 0 0 0 0,0 1 1 0 0,0 1-1 0 0,0 0 0 0 0,0 2 1 0 0,21 4-1 0 0,43 8-3417 0 0,-56-10-1975 0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2:54.57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55 19 7834 0 0,'-25'-3'6203'0'0,"22"3"-5770"0"0,0-1 0 0 0,1 0 1 0 0,-1 0-1 0 0,1 0 0 0 0,-1-1 0 0 0,1 1 0 0 0,-1 0 0 0 0,1-1 0 0 0,0 0 0 0 0,-3-1 0 0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2:55.04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40 139 3913 0 0,'-5'-6'669'0'0,"1"0"0"0"0,0 0 0 0 0,0 0 0 0 0,0-1 0 0 0,1 0 0 0 0,0 1 0 0 0,0-1 0 0 0,1 0 0 0 0,-3-15 0 0 0,4 20-302 0 0,1-1 0 0 0,-1 0 0 0 0,1 0 0 0 0,0 1-1 0 0,0-1 1 0 0,0 0 0 0 0,0 0 0 0 0,1 1 0 0 0,-1-1 0 0 0,1 0 0 0 0,0 0 0 0 0,0 1 0 0 0,1-4 0 0 0,-1 5-247 0 0,0 0 0 0 0,0-1 1 0 0,0 1-1 0 0,0 0 0 0 0,0 0 0 0 0,0-1 1 0 0,1 1-1 0 0,-1 0 0 0 0,1 0 0 0 0,-1 1 0 0 0,0-1 1 0 0,1 0-1 0 0,-1 0 0 0 0,1 1 0 0 0,0-1 1 0 0,-1 1-1 0 0,1-1 0 0 0,0 1 0 0 0,-1 0 0 0 0,1 0 1 0 0,0-1-1 0 0,-1 1 0 0 0,4 1 0 0 0,-1-1-113 0 0,0 0 1 0 0,1 1-1 0 0,-1-1 0 0 0,0 1 0 0 0,1 1 0 0 0,-1-1 0 0 0,0 0 0 0 0,0 1 0 0 0,0 0 0 0 0,0 0 0 0 0,0 0 0 0 0,-1 0 1 0 0,1 1-1 0 0,-1 0 0 0 0,1-1 0 0 0,-1 1 0 0 0,0 0 0 0 0,0 1 0 0 0,0-1 0 0 0,0 0 0 0 0,-1 1 0 0 0,1 0 1 0 0,-1-1-1 0 0,0 1 0 0 0,0 0 0 0 0,-1 0 0 0 0,3 7 0 0 0,0 1-87 0 0,-1-1-1 0 0,0 1 1 0 0,-1 0-1 0 0,-1 0 1 0 0,0 0-1 0 0,0 0 1 0 0,-1 0-1 0 0,-2 22 1 0 0,-17 43 108 0 0,13-60 233 0 0,2 0 0 0 0,0 0 0 0 0,1 0 0 0 0,-2 25 0 0 0,6-41-204 0 0,-1 1-1 0 0,0 0 0 0 0,1-1 1 0 0,-1 1-1 0 0,1 0 0 0 0,0-1 1 0 0,0 1-1 0 0,-1-1 0 0 0,1 1 1 0 0,0-1-1 0 0,0 1 0 0 0,1-1 1 0 0,-1 0-1 0 0,0 0 0 0 0,0 1 1 0 0,1-1-1 0 0,-1 0 0 0 0,0 0 1 0 0,1 0-1 0 0,-1 0 0 0 0,1 0 0 0 0,-1-1 1 0 0,1 1-1 0 0,0 0 0 0 0,-1-1 1 0 0,1 1-1 0 0,0-1 0 0 0,1 1 1 0 0,11 2 31 0 0,-1-1 1 0 0,23 2 0 0 0,-18-2-53 0 0,77 8 276 0 0,-51-5-1908 0 0,-1 0-4497 0 0,-28-3 63 0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2:56.2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14 269 2304 0 0,'-2'-3'604'0'0,"0"0"0"0"0,1 0 0 0 0,-1-1 0 0 0,0 1 0 0 0,-2-30 12965 0 0,13 42-13342 0 0,-4-4-146 0 0,5 9 83 0 0,-1 1 0 0 0,0 1 0 0 0,-2 0 0 0 0,0 0 0 0 0,7 21-1 0 0,6 16-57 0 0,-20-52-105 0 0,80 164 227 0 0,-69-147-172 0 0,0-1-1 0 0,1 1 1 0 0,0-2 0 0 0,2 0-1 0 0,0-1 1 0 0,28 25-1 0 0,-41-39-26 0 0,0 0 0 0 0,0-1 0 0 0,0 1 0 0 0,0 0 0 0 0,0-1 0 0 0,-1 1-1 0 0,1-1 1 0 0,0 1 0 0 0,0-1 0 0 0,0 1 0 0 0,1-1 0 0 0,-1 0-1 0 0,0 1 1 0 0,0-1 0 0 0,0 0 0 0 0,0 0 0 0 0,0 0 0 0 0,0 0-1 0 0,0 0 1 0 0,0 0 0 0 0,0 0 0 0 0,1 0 0 0 0,-1 0 0 0 0,0-1-1 0 0,0 1 1 0 0,0 0 0 0 0,2-2 0 0 0,-1 1 8 0 0,-1-1 0 0 0,1 1 0 0 0,0-1 0 0 0,-1 0 0 0 0,1 0 0 0 0,-1 0 0 0 0,0 0-1 0 0,0 0 1 0 0,0 0 0 0 0,0 0 0 0 0,0 0 0 0 0,1-4 0 0 0,2-8 61 0 0,-1-1-1 0 0,0 1 0 0 0,1-18 1 0 0,-4 29-87 0 0,8-170 127 0 0,3-34-36 0 0,-8 178-1064 0 0,2 1 1 0 0,2 0 0 0 0,0 0 0 0 0,2 0-1 0 0,14-31 1 0 0,-11 34-5402 0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2:56.64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35 4609 0 0,'9'-6'8478'0'0,"12"-6"-6858"0"0,-10 9-1575 0 0,-1 0 0 0 0,1 0 0 0 0,1 1 0 0 0,-1 1 1 0 0,0 0-1 0 0,0 0 0 0 0,23 2 0 0 0,30-2-3170 0 0,-49-1 2056 0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2:56.8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73 4609 0 0,'2'-1'6112'0'0,"11"-10"-1862"0"0,36-23-3298 0 0,-19 17-1476 0 0,-13 8-272 0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2:59.92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 27 3681 0 0,'-5'-27'13096'0'0,"9"39"-10333"0"0,-3-7-2247 0 0,25 154 434 0 0,48 160 1 0 0,-51-244-1104 0 0,-10-34-388 0 0,9 50 0 0 0,-20-76-949 0 0,-1 0-1 0 0,0-1 1 0 0,0 1-1 0 0,-3 15 0 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00.20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7 102 1840 0 0,'-1'0'79'0'0,"1"-1"-1"0"0,-1 1 0 0 0,1 0 0 0 0,0-1 1 0 0,-1 1-1 0 0,1 0 0 0 0,-1-1 0 0 0,1 1 1 0 0,0-1-1 0 0,-1 1 0 0 0,1 0 0 0 0,0-1 0 0 0,0 1 1 0 0,-1-1-1 0 0,1 1 0 0 0,0-1 0 0 0,0 1 1 0 0,0-1-1 0 0,-1 1 0 0 0,1-1 0 0 0,0 1 1 0 0,0-1-1 0 0,0 1 0 0 0,0-1 0 0 0,0 0 1 0 0,0 1-1 0 0,0-1 0 0 0,0 1 0 0 0,0-1 0 0 0,1 1 1 0 0,-1-1-1 0 0,0 1 0 0 0,0-1 0 0 0,16-18 2452 0 0,28-7 1826 0 0,-27 18-3509 0 0,1 1-1 0 0,0 1 0 0 0,1 0 0 0 0,-1 2 0 0 0,24-4 1 0 0,-31 7-944 0 0,-1 1 0 0 0,0 0 1 0 0,1 0-1 0 0,-1 0 1 0 0,0 2-1 0 0,0-1 0 0 0,0 1 1 0 0,0 1-1 0 0,0 0 1 0 0,0 0-1 0 0,13 7 1 0 0,-5 1-934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00.47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93 4609 0 0,'12'0'3690'0'0,"17"-8"-2990"0"0,-21 6-198 0 0,154-43 4635 0 0,-54 14-8745 0 0,-88 24-1125 0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02.73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73 3241 0 0,'5'-25'-477'0'0,"-4"21"1398"0"0,0 0 0 0 0,0 0 0 0 0,0 1 0 0 0,1-1-1 0 0,-1 1 1 0 0,5-7 0 0 0,-5 9-537 0 0,0-1-1 0 0,0 1 1 0 0,0 0-1 0 0,0 0 1 0 0,0 0-1 0 0,1 0 1 0 0,-1 0-1 0 0,0 0 1 0 0,0 0-1 0 0,1 1 1 0 0,-1-1-1 0 0,1 0 1 0 0,-1 1-1 0 0,1-1 1 0 0,-1 1-1 0 0,1-1 1 0 0,-1 1-1 0 0,3 0 1 0 0,25 4 632 0 0,-16 2-727 0 0,0 1 0 0 0,-1 0-1 0 0,1 1 1 0 0,-1 0 0 0 0,-1 1 0 0 0,21 20 0 0 0,17 12 196 0 0,-12-15-169 0 0,1-1 0 0 0,2-3 0 0 0,0-1 0 0 0,1-2 0 0 0,46 15-1 0 0,-87-34-348 0 0,30 13-39 0 0,-19-2-1431 0 0,-10-10 1250 0 0,-1 0 0 0 0,0-1 1 0 0,0 1-1 0 0,1 0 0 0 0,-1-1 0 0 0,0 1 1 0 0,0 0-1 0 0,0-1 0 0 0,0 1 0 0 0,0 0 0 0 0,0-1 1 0 0,0 1-1 0 0,0 0 0 0 0,0-1 0 0 0,0 1 0 0 0,0 0 1 0 0,0-1-1 0 0,0 1 0 0 0,-1 1 0 0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03.09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258 38 1376 0 0,'6'-20'1916'0'0,"0"3"4194"0"0,-24 48-1482 0 0,-95 164-240 0 0,12-22-1055 0 0,92-156-3471 0 0,-13 25 1196 0 0,16-15-8118 0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06.59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41 2761 0 0,'0'-4'631'0'0,"15"-33"14605"0"0,-15 38-15079 0 0,2 3 60 0 0,0 0-1 0 0,0 0 0 0 0,-1 0 0 0 0,0 0 0 0 0,0 1 0 0 0,0-1 0 0 0,0 0 1 0 0,-1 1-1 0 0,0-1 0 0 0,0 8 0 0 0,1 4 11 0 0,48 271 416 0 0,4 45 57 0 0,-50-314-828 0 0,-2-13 14 0 0,0 0 0 0 0,0 0 0 0 0,0 0 0 0 0,0 0 0 0 0,-1 0 0 0 0,0 0 0 0 0,0-1 1 0 0,-1 1-1 0 0,1 0 0 0 0,-1 0 0 0 0,0 0 0 0 0,0 0 0 0 0,-3 4 0 0 0,2-6-980 0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07.42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50 276 2737 0 0,'-6'-6'276'0'0,"1"-1"1"0"0,0 1-1 0 0,0-1 1 0 0,0 0-1 0 0,1 0 1 0 0,-6-13-1 0 0,8 16 34 0 0,1 1-1 0 0,-1-1 1 0 0,1 0-1 0 0,0 0 1 0 0,0-1-1 0 0,0 1 0 0 0,1 0 1 0 0,0 0-1 0 0,-1 0 1 0 0,1 0-1 0 0,1 0 1 0 0,-1-1-1 0 0,1 1 1 0 0,1-8-1 0 0,1 4-126 0 0,0-1 0 0 0,1 1 0 0 0,0 0 0 0 0,0 0 0 0 0,1 0 0 0 0,0 0-1 0 0,0 1 1 0 0,1 0 0 0 0,0 0 0 0 0,0 1 0 0 0,0-1 0 0 0,1 1 0 0 0,0 0 0 0 0,0 1 0 0 0,1 0 0 0 0,-1 0 0 0 0,1 1 0 0 0,0 0-1 0 0,1 0 1 0 0,-1 1 0 0 0,0 0 0 0 0,1 0 0 0 0,0 1 0 0 0,0 0 0 0 0,0 0 0 0 0,0 1 0 0 0,0 1 0 0 0,0-1 0 0 0,0 2 0 0 0,13 1 0 0 0,-12-1-157 0 0,1 1 1 0 0,-1 0-1 0 0,0 1 1 0 0,-1 0-1 0 0,1 0 1 0 0,-1 1-1 0 0,1 1 1 0 0,-1-1-1 0 0,0 1 1 0 0,0 1-1 0 0,-1 0 1 0 0,9 8-1 0 0,-13-10-66 0 0,0 0 0 0 0,0 1 0 0 0,-1-1 0 0 0,1 1 1 0 0,-1 0-1 0 0,0 0 0 0 0,0 0 0 0 0,-1 0 0 0 0,0 0 0 0 0,0 1 0 0 0,0-1 0 0 0,-1 1 0 0 0,1-1 0 0 0,-1 1 0 0 0,-1 0 0 0 0,1-1 0 0 0,-1 1 0 0 0,0 0 0 0 0,0 0 0 0 0,0-1 0 0 0,-1 1 0 0 0,0 0 0 0 0,-2 7 0 0 0,-2 2 121 0 0,0 0 0 0 0,-1 0 1 0 0,-1 0-1 0 0,0-1 1 0 0,-1 0-1 0 0,-1 0 0 0 0,-17 21 1 0 0,12-18 250 0 0,-1-1-1 0 0,0-1 1 0 0,-1 0 0 0 0,-1-1 0 0 0,-22 14 0 0 0,-38 13 1718 0 0,49-27-1228 0 0,141 7 2019 0 0,24 22-2904 0 0,-78-23 342 0 0,92 19 1 0 0,3-7 384 0 0,-138-35-2616 0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31.35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41 4609 0 0,'4'10'8546'0'0,"2"-8"-8250"0"0,1 0 0 0 0,-1-1 0 0 0,0 0 0 0 0,0-1 0 0 0,0 1 0 0 0,1-1 0 0 0,-1 0 0 0 0,0 0 1 0 0,0-1-1 0 0,0 0 0 0 0,10-3 0 0 0,7-3-1075 0 0,38-17-1 0 0,-33 12-2613 0 0,-6 3-1666 0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31.57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16 29 5985 0 0,'-16'11'10977'0'0,"21"-12"-10463"0"0,24-3-770 0 0,1-3 1 0 0,36-12-1 0 0,-43 11-5755 0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34.42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1763 469 5985 0 0,'-13'-13'595'0'0,"0"0"0"0"0,1-1-1 0 0,0-1 1 0 0,1 0 0 0 0,1-1 0 0 0,-11-20-1 0 0,12 19 135 0 0,-1 0 0 0 0,0 2 0 0 0,-1-1-1 0 0,-1 1 1 0 0,0 1 0 0 0,-19-18 0 0 0,11 18-252 0 0,0 0 0 0 0,0 1-1 0 0,-1 2 1 0 0,-1 0 0 0 0,-24-9 0 0 0,0 4 205 0 0,-73-16 0 0 0,76 24-354 0 0,0 2 1 0 0,-84 0 0 0 0,-87 16 615 0 0,183-7-842 0 0,0 1 1 0 0,1 2 0 0 0,-1 1-1 0 0,1 1 1 0 0,1 1 0 0 0,0 2-1 0 0,0 1 1 0 0,1 1 0 0 0,1 1-1 0 0,0 2 1 0 0,-35 27 0 0 0,17-8-264 0 0,2 2 0 0 0,1 3 1 0 0,3 0-1 0 0,0 3 0 0 0,3 1 1 0 0,2 2-1 0 0,2 2 0 0 0,2 0 1 0 0,-34 76-1 0 0,55-105 58 0 0,1 0 1 0 0,1 1-1 0 0,1 0 0 0 0,1 0 1 0 0,1 1-1 0 0,-2 22 0 0 0,5-30 81 0 0,1-1-1 0 0,0 0 0 0 0,1 1 0 0 0,1-1 0 0 0,0 0 0 0 0,0 0 0 0 0,1 0 0 0 0,1 0 0 0 0,0 0 0 0 0,0-1 0 0 0,11 18 0 0 0,0-4-76 0 0,1-1 0 0 0,2 0-1 0 0,0-1 1 0 0,2-1 0 0 0,0-1-1 0 0,1-1 1 0 0,1-1 0 0 0,1-1 0 0 0,1-1-1 0 0,0-1 1 0 0,1 0 0 0 0,1-3-1 0 0,0 0 1 0 0,1-1 0 0 0,38 11 0 0 0,-24-12-153 0 0,0-1 0 0 0,1-2 0 0 0,1-1 1 0 0,-1-3-1 0 0,1-1 0 0 0,-1-3 0 0 0,1-1 1 0 0,0-2-1 0 0,80-16 0 0 0,-44-2-571 0 0,126-49 0 0 0,72-52-672 0 0,-174 75 1187 0 0,243-112 146 0 0,-303 137 459 0 0,-1-1 1 0 0,-1-1 0 0 0,-2-3 0 0 0,0-1-1 0 0,-2-2 1 0 0,-1-2 0 0 0,-2-1-1 0 0,-1-1 1 0 0,-1-2 0 0 0,-2-1 0 0 0,43-72-1 0 0,-66 96-58 0 0,0 0 0 0 0,-1-1 0 0 0,0 0 0 0 0,-1-1-1 0 0,0 1 1 0 0,-1-1 0 0 0,-1 0 0 0 0,-1 0 0 0 0,0 0 0 0 0,0-23-1 0 0,-3 26-55 0 0,0 1-1 0 0,0-1 0 0 0,-1 1 1 0 0,-1-1-1 0 0,0 1 1 0 0,-1 0-1 0 0,0 0 0 0 0,0 0 1 0 0,-1 1-1 0 0,-1-1 0 0 0,0 1 1 0 0,0 0-1 0 0,-1 1 0 0 0,-10-12 1 0 0,0 4-74 0 0,0 1 0 0 0,-1 0 0 0 0,-1 2 0 0 0,0 0 1 0 0,-1 1-1 0 0,-1 1 0 0 0,0 1 0 0 0,0 1 0 0 0,-1 1 0 0 0,0 0 0 0 0,-1 2 0 0 0,0 1 1 0 0,0 1-1 0 0,0 0 0 0 0,-31-1 0 0 0,12 4-99 0 0,0 1 0 0 0,1 2 0 0 0,-1 2 0 0 0,1 2 1 0 0,0 2-1 0 0,0 1 0 0 0,-77 27 0 0 0,56-10-337 0 0,0 2 1 0 0,3 2-1 0 0,-111 75 1 0 0,34 2-5755 0 0,56-33-683 0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35.92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60 189 7834 0 0,'-5'-1'657'0'0,"1"1"0"0"0,0 0-1 0 0,-1-1 1 0 0,1 0 0 0 0,0 0 0 0 0,0 0 0 0 0,0 0 0 0 0,0-1 0 0 0,-7-2 0 0 0,10 3-521 0 0,1 1 0 0 0,-1-1 0 0 0,0 1 0 0 0,1-1 0 0 0,-1 1 0 0 0,0-1 0 0 0,1 0 0 0 0,-1 1 0 0 0,1-1 0 0 0,-1 0 0 0 0,1 1 0 0 0,-1-1 0 0 0,1 0 0 0 0,-1 1 0 0 0,1-1 0 0 0,0 0 0 0 0,0 0 0 0 0,-1 0 0 0 0,1 1 0 0 0,0-3 0 0 0,0 2-22 0 0,0-1 0 0 0,1 1 0 0 0,-1 0 0 0 0,0-1-1 0 0,1 1 1 0 0,-1 0 0 0 0,1 0 0 0 0,0-1 0 0 0,-1 1 0 0 0,1 0-1 0 0,0 0 1 0 0,0 0 0 0 0,0 0 0 0 0,0 0 0 0 0,0 0-1 0 0,0 0 1 0 0,1-1 0 0 0,22-17 44 0 0,1 2 0 0 0,0 0 0 0 0,1 2 0 0 0,1 1 0 0 0,0 1 0 0 0,1 1 0 0 0,46-13 0 0 0,-69 23-153 0 0,0 1 1 0 0,-1 0-1 0 0,1 0 0 0 0,0 1 0 0 0,-1-1 0 0 0,1 1 0 0 0,0 0 0 0 0,0 0 0 0 0,-1 0 0 0 0,1 1 0 0 0,0 0 0 0 0,0 0 1 0 0,-1 0-1 0 0,1 0 0 0 0,-1 1 0 0 0,1 0 0 0 0,-1 0 0 0 0,0 0 0 0 0,5 3 0 0 0,-6-2-25 0 0,0 0 0 0 0,0 0-1 0 0,0 0 1 0 0,0 1 0 0 0,-1-1 0 0 0,1 1-1 0 0,-1 0 1 0 0,0-1 0 0 0,0 1-1 0 0,0 0 1 0 0,-1 0 0 0 0,1 1 0 0 0,-1-1-1 0 0,0 0 1 0 0,0 0 0 0 0,-1 1 0 0 0,1-1-1 0 0,-1 0 1 0 0,0 1 0 0 0,0-1 0 0 0,-1 5-1 0 0,0 8 8 0 0,-2 1 0 0 0,0-1-1 0 0,-1 0 1 0 0,-1 0 0 0 0,0-1-1 0 0,-8 17 1 0 0,-53 94 520 0 0,44-89 316 0 0,-30 74-1 0 0,51-111-802 0 0,0 1-1 0 0,0-1 0 0 0,1 0 0 0 0,-1 1 1 0 0,1-1-1 0 0,-1 0 0 0 0,1 1 0 0 0,0-1 1 0 0,-1 1-1 0 0,1-1 0 0 0,0 1 0 0 0,0-1 1 0 0,0 0-1 0 0,0 1 0 0 0,0-1 0 0 0,0 1 1 0 0,1-1-1 0 0,-1 1 0 0 0,0-1 0 0 0,1 0 0 0 0,-1 1 1 0 0,1-1-1 0 0,-1 0 0 0 0,1 1 0 0 0,0-1 1 0 0,0 0-1 0 0,-1 0 0 0 0,3 2 0 0 0,-1-1 1 0 0,1-1 0 0 0,0-1 1 0 0,-1 1-1 0 0,1 0 0 0 0,-1-1 0 0 0,1 1 0 0 0,0-1 0 0 0,0 0 0 0 0,-1 0 0 0 0,1 0 0 0 0,0 0 0 0 0,-1 0 0 0 0,1 0 0 0 0,5-2 0 0 0,23-6 13 0 0,-1-1-1 0 0,50-21 1 0 0,20-7-807 0 0,-34 20-1808 0 0,-35 10-4647 0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36.32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117 6 9674 0 0,'-3'-1'286'0'0,"0"0"0"0"0,0 0 1 0 0,0 0-1 0 0,0 0 0 0 0,0 1 0 0 0,0-1 0 0 0,0 1 1 0 0,0 0-1 0 0,0 0 0 0 0,0 0 0 0 0,0 1 0 0 0,0-1 1 0 0,0 1-1 0 0,0-1 0 0 0,0 1 0 0 0,0 0 0 0 0,0 0 0 0 0,0 1 1 0 0,0-1-1 0 0,1 0 0 0 0,-1 1 0 0 0,1 0 0 0 0,-1-1 1 0 0,1 1-1 0 0,-1 0 0 0 0,1 0 0 0 0,0 1 0 0 0,0-1 1 0 0,0 0-1 0 0,0 1 0 0 0,0-1 0 0 0,1 1 0 0 0,-1 0 0 0 0,1-1 1 0 0,0 1-1 0 0,-2 5 0 0 0,-2 9-202 0 0,0 0 0 0 0,1 0 0 0 0,1 0 0 0 0,1 1-1 0 0,1-1 1 0 0,0 1 0 0 0,1 0 0 0 0,1-1 0 0 0,3 22 0 0 0,-1-18-7 0 0,2 0 0 0 0,0 1-1 0 0,1-2 1 0 0,1 1 0 0 0,1-1 0 0 0,1 0 0 0 0,12 20 0 0 0,-17-34-88 0 0,-1 0 1 0 0,1 0-1 0 0,1-1 1 0 0,-1 0-1 0 0,1 0 1 0 0,0 0 0 0 0,0 0-1 0 0,0-1 1 0 0,1 0-1 0 0,-1 0 1 0 0,1 0-1 0 0,0-1 1 0 0,0 0 0 0 0,0 0-1 0 0,1 0 1 0 0,12 2-1 0 0,-14-4 5 0 0,0 0 0 0 0,0-1 0 0 0,1 0 0 0 0,-1 0 0 0 0,0 0 0 0 0,0-1 0 0 0,0 0 0 0 0,1 0 1 0 0,-1 0-1 0 0,0 0 0 0 0,0-1 0 0 0,-1 0 0 0 0,1 0 0 0 0,0 0 0 0 0,0-1 0 0 0,-1 0 0 0 0,0 1 0 0 0,1-2 0 0 0,-1 1 0 0 0,0 0 0 0 0,-1-1 0 0 0,7-7 0 0 0,-5 6 46 0 0,-1-1 0 0 0,0 0 0 0 0,0 0 0 0 0,0 0-1 0 0,0-1 1 0 0,-1 1 0 0 0,0-1 0 0 0,-1 0 0 0 0,1 0 0 0 0,-1 0 0 0 0,-1 0 0 0 0,1-1 0 0 0,-1-7 0 0 0,0 4 11 0 0,-1 0-1 0 0,-1 1 1 0 0,0-1 0 0 0,0 0 0 0 0,-1 0 0 0 0,-1 0 0 0 0,0 1 0 0 0,-5-13 0 0 0,1 7-27 0 0,-1-1 0 0 0,0 1 1 0 0,-2 0-1 0 0,0 1 0 0 0,0 0 0 0 0,-1 0 0 0 0,-1 1 0 0 0,-1 1 1 0 0,0 0-1 0 0,-18-13 0 0 0,-24-10-141 0 0,51 33-181 0 0,0 1 0 0 0,0 0 1 0 0,0 1-1 0 0,0-1 0 0 0,-1 1 0 0 0,1 0 1 0 0,0 0-1 0 0,-1 0 0 0 0,1 0 1 0 0,0 1-1 0 0,-1-1 0 0 0,-6 2 0 0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36.90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1 102 11058 0 0,'0'0'122'0'0,"0"0"0"0"0,0 1 0 0 0,1-1 0 0 0,-1 0 0 0 0,0 1 0 0 0,1-1 0 0 0,-1 0 0 0 0,0 0 0 0 0,0 1-1 0 0,1-1 1 0 0,-1 0 0 0 0,1 0 0 0 0,-1 0 0 0 0,0 0 0 0 0,1 1 0 0 0,-1-1 0 0 0,0 0 0 0 0,1 0 0 0 0,-1 0 0 0 0,1 0-1 0 0,-1 0 1 0 0,0 0 0 0 0,1 0 0 0 0,-1 0 0 0 0,1 0 0 0 0,-1 0 0 0 0,0 0 0 0 0,1 0 0 0 0,-1 0 0 0 0,0-1 0 0 0,1 1-1 0 0,-1 0 1 0 0,1 0 0 0 0,-1 0 0 0 0,0 0 0 0 0,1-1 0 0 0,-1 1 0 0 0,0 0 0 0 0,1 0 0 0 0,-1-1 0 0 0,0 1 0 0 0,0 0-1 0 0,1-1 1 0 0,-1 1 0 0 0,0 0 0 0 0,0-1 0 0 0,0 1 0 0 0,1 0 0 0 0,-1-1 0 0 0,0 1 0 0 0,0 0 0 0 0,0-1 0 0 0,0 1-1 0 0,0-1 1 0 0,0 1 0 0 0,0 0 0 0 0,0-1 0 0 0,0 1 0 0 0,0-1 0 0 0,0 1 0 0 0,0 0 0 0 0,0-1 0 0 0,0 1 0 0 0,0 0-1 0 0,0-1 1 0 0,0 1 0 0 0,0-1 0 0 0,4 5 116 0 0,0 0-1 0 0,0 0 1 0 0,0 1-1 0 0,0-1 1 0 0,0 1-1 0 0,-1 0 0 0 0,0 0 1 0 0,0 1-1 0 0,2 5 1 0 0,17 56 640 0 0,-19-54-834 0 0,1 0-1 0 0,0 0 0 0 0,1 0 1 0 0,1-1-1 0 0,0 0 1 0 0,9 15-1 0 0,-15-26-52 0 0,0-1 1 0 0,1 0-1 0 0,-1 0 0 0 0,0 1 0 0 0,0-1 1 0 0,0 0-1 0 0,1 0 0 0 0,-1 1 1 0 0,0-1-1 0 0,0 0 0 0 0,1 0 1 0 0,-1 0-1 0 0,0 1 0 0 0,0-1 0 0 0,1 0 1 0 0,-1 0-1 0 0,0 0 0 0 0,1 0 1 0 0,-1 0-1 0 0,0 0 0 0 0,0 0 1 0 0,1 1-1 0 0,-1-1 0 0 0,0 0 0 0 0,1 0 1 0 0,-1 0-1 0 0,0 0 0 0 0,1 0 1 0 0,-1-1-1 0 0,0 1 0 0 0,1 0 1 0 0,-1 0-1 0 0,0 0 0 0 0,1 0 1 0 0,-1 0-1 0 0,10-12-301 0 0,3-25-219 0 0,-11 30 406 0 0,8-22-148 0 0,2-9-25 0 0,25-49 0 0 0,-33 77 280 0 0,1 1 1 0 0,0 0-1 0 0,1 1 1 0 0,0-1-1 0 0,0 1 1 0 0,1 0-1 0 0,0 1 1 0 0,1 0-1 0 0,0 0 1 0 0,12-9-1 0 0,-17 14 32 0 0,-1 1 0 0 0,0 0 0 0 0,0-1 0 0 0,1 1 0 0 0,-1 0 0 0 0,1 0 0 0 0,-1 1 0 0 0,1-1 0 0 0,-1 0 0 0 0,1 1 0 0 0,0 0 0 0 0,-1-1 0 0 0,1 1 0 0 0,0 0 0 0 0,-1 1 0 0 0,1-1 0 0 0,-1 0 0 0 0,1 1 0 0 0,3 0 0 0 0,-3 1 39 0 0,1-1-1 0 0,-1 1 0 0 0,0 0 0 0 0,0 0 0 0 0,0 0 0 0 0,-1 1 1 0 0,1-1-1 0 0,0 0 0 0 0,-1 1 0 0 0,0 0 0 0 0,1 0 0 0 0,2 4 1 0 0,1 4 73 0 0,-1 0 0 0 0,0 0 0 0 0,0 1 0 0 0,-1 0 0 0 0,0-1 0 0 0,-1 1 0 0 0,2 14 0 0 0,-5-21-195 0 0,1 0 1 0 0,0 0-1 0 0,0 0 0 0 0,0 0 1 0 0,1 0-1 0 0,3 7 1 0 0,-5-12 50 0 0,0 1 1 0 0,1 0-1 0 0,-1-1 1 0 0,1 1-1 0 0,-1-1 1 0 0,1 1 0 0 0,-1-1-1 0 0,1 0 1 0 0,-1 1-1 0 0,1-1 1 0 0,-1 1-1 0 0,1-1 1 0 0,-1 0-1 0 0,1 1 1 0 0,-1-1 0 0 0,1 0-1 0 0,0 0 1 0 0,-1 0-1 0 0,1 1 1 0 0,0-1-1 0 0,-1 0 1 0 0,2 0-1 0 0,-1 0 1 0 0,1-1-1 0 0,-1 1 0 0 0,1-1 1 0 0,-1 1-1 0 0,1-1 1 0 0,-1 1-1 0 0,0-1 0 0 0,1 0 1 0 0,-1 0-1 0 0,0 1 0 0 0,0-1 1 0 0,1 0-1 0 0,-1 0 0 0 0,1-2 1 0 0,5-4-184 0 0,-1-1 0 0 0,0 0 0 0 0,0-1 0 0 0,0 1 0 0 0,-1-1 1 0 0,7-18-1 0 0,-9 19 255 0 0,1 0 1 0 0,0-1-1 0 0,1 1 0 0 0,-1 1 1 0 0,2-1-1 0 0,-1 1 1 0 0,1-1-1 0 0,9-8 0 0 0,-14 15-32 0 0,0 1-1 0 0,0-1 0 0 0,-1 1 0 0 0,1-1 0 0 0,0 1 1 0 0,0 0-1 0 0,0-1 0 0 0,0 1 0 0 0,0 0 1 0 0,-1-1-1 0 0,1 1 0 0 0,0 0 0 0 0,0 0 0 0 0,0 0 1 0 0,0 0-1 0 0,0 0 0 0 0,0 0 0 0 0,0 0 0 0 0,0 0 1 0 0,0 0-1 0 0,0 1 0 0 0,-1-1 0 0 0,1 0 1 0 0,0 0-1 0 0,0 1 0 0 0,0-1 0 0 0,0 1 0 0 0,-1-1 1 0 0,1 1-1 0 0,0-1 0 0 0,0 1 0 0 0,-1-1 0 0 0,1 1 1 0 0,0 0-1 0 0,-1-1 0 0 0,1 1 0 0 0,-1 0 0 0 0,1-1 1 0 0,-1 1-1 0 0,1 0 0 0 0,-1 0 0 0 0,1 0 1 0 0,0 1-1 0 0,3 7 325 0 0,1 1 0 0 0,-1 0 0 0 0,3 12-1 0 0,-1-3-99 0 0,-3-14-561 0 0,-1 1 0 0 0,1-1 0 0 0,1 0 0 0 0,-1 0 0 0 0,0 0 0 0 0,1 0 0 0 0,0-1 0 0 0,0 1 0 0 0,1-1 0 0 0,-1 0 0 0 0,1 0-1 0 0,0-1 1 0 0,0 1 0 0 0,10 4 0 0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37.19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94 53 4145 0 0,'28'-52'16867'0'0,"-33"66"-16493"0"0,0 0 0 0 0,0 1 0 0 0,2 0 0 0 0,-1 0-1 0 0,2 0 1 0 0,0 0 0 0 0,1 29 0 0 0,-3 11-104 0 0,-65 443-1082 0 0,68-492 608 0 0,-5 23-756 0 0,6-28 775 0 0,-1 0 0 0 0,1 0 1 0 0,0 0-1 0 0,0 0 0 0 0,-1 0 0 0 0,1 0 0 0 0,-1 0 1 0 0,1 0-1 0 0,-1 0 0 0 0,1-1 0 0 0,-1 1 1 0 0,0 0-1 0 0,1 0 0 0 0,-1 0 0 0 0,0-1 1 0 0,0 1-1 0 0,0 0 0 0 0,1-1 0 0 0,-1 1 0 0 0,0-1 1 0 0,-2 1-1 0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37.41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0 432 4033 0 0,'1'-23'-153'0'0,"14"-159"1640"0"0,-11 157-172 0 0,1 1-1 0 0,0 0 1 0 0,2 0 0 0 0,1 0 0 0 0,14-28 0 0 0,-21 48-986 0 0,1 0 0 0 0,1 0 0 0 0,-1 1 0 0 0,0-1 0 0 0,1 0 0 0 0,0 1 0 0 0,0 0 0 0 0,0-1 0 0 0,0 1 0 0 0,0 0-1 0 0,1 1 1 0 0,-1-1 0 0 0,8-4 0 0 0,-8 7-195 0 0,-1-1-1 0 0,1 0 1 0 0,-1 1 0 0 0,0 0-1 0 0,1-1 1 0 0,-1 1-1 0 0,1 0 1 0 0,-1 0-1 0 0,1 0 1 0 0,-1 1-1 0 0,0-1 1 0 0,1 1 0 0 0,-1-1-1 0 0,0 1 1 0 0,1 0-1 0 0,-1 0 1 0 0,0 0-1 0 0,0 0 1 0 0,1 0-1 0 0,-1 0 1 0 0,0 1 0 0 0,0-1-1 0 0,0 1 1 0 0,-1-1-1 0 0,1 1 1 0 0,2 2-1 0 0,12 14 167 0 0,-1 0 0 0 0,-1 2-1 0 0,0 0 1 0 0,-2 0 0 0 0,15 30 0 0 0,24 40-289 0 0,-30-60-137 0 0,2-1 1 0 0,50 48-1 0 0,-15-24-2600 0 0,-50-43-780 0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37.60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23 93 13827 0 0,'-21'14'2139'0'0,"19"-8"535"0"0,16-1-651 0 0,-4-4-1715 0 0,0-1-1 0 0,0 0 1 0 0,-1-1 0 0 0,1 0 0 0 0,0-1-1 0 0,-1 0 1 0 0,1 0 0 0 0,11-5-1 0 0,75-35-165 0 0,-56 24-55 0 0,24-11-426 0 0,-33 14-74 0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40.04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519 0 14283 0 0,'-9'5'105'0'0,"1"0"1"0"0,1 1-1 0 0,-1 0 1 0 0,1 0-1 0 0,0 0 1 0 0,1 1-1 0 0,-1 0 1 0 0,1 0-1 0 0,1 1 0 0 0,-1 0 1 0 0,1 0-1 0 0,1 0 1 0 0,-1 1-1 0 0,2-1 1 0 0,-1 1-1 0 0,-3 14 0 0 0,-5 32 1188 0 0,-9 104 0 0 0,11-71-1213 0 0,-102 542 150 0 0,111-627-229 0 0,-60 284 339 0 0,-47 250 360 0 0,75-371-224 0 0,-21 163 278 0 0,52-317-697 0 0,2 1 0 0 0,0-1 0 0 0,0 1 0 0 0,1-1 0 0 0,1 1 0 0 0,0-1 0 0 0,5 18 0 0 0,-5-26-45 0 0,-1 0 0 0 0,1 0 0 0 0,0 0 0 0 0,0 0 0 0 0,0 0 0 0 0,1 0 0 0 0,-1-1 0 0 0,1 1 0 0 0,0-1 0 0 0,0 1 0 0 0,0-1 0 0 0,1 0 0 0 0,-1 0 0 0 0,1-1 0 0 0,-1 1 0 0 0,1-1 0 0 0,0 0 0 0 0,0 0 0 0 0,0 0 0 0 0,0 0 0 0 0,0-1 0 0 0,1 1 0 0 0,7 0 0 0 0,27 4 42 0 0,-1-3-1 0 0,1-1 1 0 0,75-6-1 0 0,116-29-93 0 0,-77 8-51 0 0,-81 16 50 0 0,386-41-57 0 0,15 28 66 0 0,128-8 75 0 0,523-83-133 0 0,-923 90 84 0 0,906-64 78 0 0,-628 55-72 0 0,85-4 0 0 0,505-23-467 0 0,147 82-411 0 0,-409 36 1126 0 0,-5 50 1 0 0,-396-20 74 0 0,-231-48-190 0 0,171 33 153 0 0,340 85 404 0 0,-206-17-739 0 0,35 10-30 0 0,-135-18-168 0 0,-113-35 183 0 0,-35-12 171 0 0,-105-38-183 0 0,335 123 92 0 0,-97-23 33 0 0,68 22-26 0 0,-379-153-23 0 0,301 100 0 0 0,-238-80 24 0 0,169 34 0 0 0,126-3 47 0 0,-342-58-65 0 0,614 44 133 0 0,-292-33-278 0 0,-205-10 94 0 0,697-19-27 0 0,-559 4 72 0 0,-91 2 0 0 0,193-24 64 0 0,-269 9-407 0 0,218-36-1016 0 0,-299 38 1510 0 0,0 3 1 0 0,1 3-1 0 0,79 3 1 0 0,-157 5-214 0 0,0 0 1 0 0,0 0 0 0 0,-2-2-858 0 0,2 2 858 0 0,0-1 0 0 0,0 1-1 0 0,0 0 1 0 0,0 0 0 0 0,0 0 0 0 0,0 0-1 0 0,0-1 1 0 0,0 1 0 0 0,0 0 0 0 0,0 0-1 0 0,0 0 1 0 0,0-1 0 0 0,0 1 0 0 0,0 0-1 0 0,0 0 1 0 0,0 0 0 0 0,1 0 0 0 0,-1 0-1 0 0,0-1 1 0 0,0 1 0 0 0,2-1-858 0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41.02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18 0 2761 0 0,'-17'30'17420'0'0,"18"-30"-16996"0"0,21 6 2538 0 0,23 17-5085 0 0,-38-19 3166 0 0,13 5-998 0 0,1 0-1 0 0,0-2 0 0 0,28 7 0 0 0,-28-9-43 0 0,-1 2 0 0 0,1 0 1 0 0,29 15-1 0 0,-48-21 2 0 0,0 0-1 0 0,0 0 1 0 0,-1 0-1 0 0,1 0 1 0 0,0 1 0 0 0,-1-1-1 0 0,1 1 1 0 0,-1-1 0 0 0,1 1-1 0 0,-1-1 1 0 0,0 1 0 0 0,1 0-1 0 0,-1 0 1 0 0,0 0 0 0 0,0 0-1 0 0,-1-1 1 0 0,1 1 0 0 0,0 0-1 0 0,-1 1 1 0 0,1 1 0 0 0,0 0 18 0 0,-1-1 1 0 0,0 1-1 0 0,-1 0 1 0 0,1-1-1 0 0,-1 1 1 0 0,1 0-1 0 0,-1-1 1 0 0,0 1-1 0 0,-1-1 1 0 0,-2 7-1 0 0,-5 6 99 0 0,0 0-1 0 0,-1-1 0 0 0,-23 26 0 0 0,25-32-99 0 0,-81 87-24 0 0,53-60-958 0 0,-37 48 0 0 0,59-66-156 0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42.7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47 29 5985 0 0,'-47'-28'15122'0'0,"66"38"-13481"0"0,49 31-982 0 0,72 55 0 0 0,-70-46-2686 0 0,1-2-4275 0 0,-54-38-473 0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43.05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369 19 9218 0 0,'-8'-18'10888'0'0,"1"27"-8869"0"0,-46 73-962 0 0,-123 144 1 0 0,73-101-1212 0 0,81-93-2599 0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43.37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 0 7370 0 0,'-7'7'7107'0'0,"5"10"-4083"0"0,3 16-1213 0 0,-1-30-1351 0 0,1 15 126 0 0,13 181 2874 0 0,16 99-3790 0 0,-30-298 320 0 0,6 28-229 0 0,0-15-759 0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43.82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3 348 2040 0 0,'-1'-48'501'0'0,"0"23"760"0"0,1-1-1 0 0,1 0 1 0 0,1 0-1 0 0,7-33 0 0 0,-7 51-999 0 0,0 1-1 0 0,1 0 0 0 0,0-1 0 0 0,0 1 1 0 0,0 0-1 0 0,1 1 0 0 0,0-1 0 0 0,1 1 1 0 0,-1 0-1 0 0,1 0 0 0 0,0 0 0 0 0,1 0 1 0 0,-1 1-1 0 0,1 0 0 0 0,0 0 1 0 0,1 1-1 0 0,-1-1 0 0 0,14-5 0 0 0,-14 7-85 0 0,1 0 0 0 0,-1 1 0 0 0,1 0-1 0 0,-1 0 1 0 0,1 0 0 0 0,0 1 0 0 0,-1 0 0 0 0,1 1-1 0 0,0-1 1 0 0,0 1 0 0 0,0 1 0 0 0,0-1 0 0 0,0 1-1 0 0,-1 0 1 0 0,1 1 0 0 0,9 3 0 0 0,-11-3-127 0 0,0 0-1 0 0,0 0 1 0 0,-1 1 0 0 0,1-1 0 0 0,-1 1 0 0 0,0 0 0 0 0,0 1-1 0 0,0-1 1 0 0,0 1 0 0 0,-1 0 0 0 0,1 0 0 0 0,-1 0 0 0 0,0 0-1 0 0,0 0 1 0 0,0 1 0 0 0,-1-1 0 0 0,0 1 0 0 0,0 0 0 0 0,0 0-1 0 0,0 0 1 0 0,-1 0 0 0 0,2 6 0 0 0,-2 1-58 0 0,0 0 0 0 0,-1 0 0 0 0,0 0 1 0 0,-1-1-1 0 0,0 1 0 0 0,-1 0 0 0 0,0 0 0 0 0,-1-1 1 0 0,0 1-1 0 0,-1-1 0 0 0,0 0 0 0 0,-1 0 0 0 0,-1 0 0 0 0,-9 15 1 0 0,-11 12-25 0 0,-1-1 0 0 0,-45 47 1 0 0,54-64 219 0 0,-5 5 245 0 0,14-17-27 0 0,1 0 1 0 0,0 1-1 0 0,1 0 1 0 0,0 0-1 0 0,0 0 1 0 0,-8 18 0 0 0,15-26-350 0 0,0 0 1 0 0,0-1 0 0 0,1 1 0 0 0,-1 0 0 0 0,0-1 0 0 0,0 1 0 0 0,1-1 0 0 0,-1 1-1 0 0,0 0 1 0 0,1-1 0 0 0,-1 1 0 0 0,1-1 0 0 0,-1 1 0 0 0,1-1 0 0 0,-1 1 0 0 0,1-1-1 0 0,-1 1 1 0 0,1-1 0 0 0,-1 1 0 0 0,1-1 0 0 0,0 0 0 0 0,-1 1 0 0 0,1-1 0 0 0,0 0-1 0 0,-1 0 1 0 0,2 1 0 0 0,25 11 222 0 0,-17-8-160 0 0,27 15 211 0 0,22 11 163 0 0,77 27 1 0 0,-117-50-523 0 0,0-1-1 0 0,0-1 0 0 0,1-1 1 0 0,-1-1-1 0 0,1-1 1 0 0,0 0-1 0 0,0-2 0 0 0,31-2 1 0 0,-24-4-2079 0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48.13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12 109 10594 0 0,'-3'-6'618'0'0,"1"0"0"0"0,1-1 0 0 0,-1 1 0 0 0,1-1 0 0 0,0 1 0 0 0,0-11-1 0 0,1 14-360 0 0,0 0 0 0 0,0 1-1 0 0,0-1 1 0 0,0 0 0 0 0,0 1-1 0 0,0-1 1 0 0,1 0 0 0 0,-1 1-1 0 0,1-1 1 0 0,0 0 0 0 0,0 1 0 0 0,0-1-1 0 0,0 1 1 0 0,0-1 0 0 0,1 1-1 0 0,-1 0 1 0 0,1 0 0 0 0,2-3-1 0 0,-3 4-160 0 0,0 1 1 0 0,1-1-1 0 0,-1 1 0 0 0,1 0 0 0 0,-1 0 1 0 0,0 0-1 0 0,1 0 0 0 0,-1 0 0 0 0,0 0 1 0 0,1 0-1 0 0,-1 1 0 0 0,1-1 0 0 0,-1 0 1 0 0,0 1-1 0 0,0-1 0 0 0,1 1 0 0 0,-1-1 1 0 0,0 1-1 0 0,0 0 0 0 0,1-1 0 0 0,-1 1 1 0 0,0 0-1 0 0,0 0 0 0 0,0 0 0 0 0,0 0 1 0 0,1 1-1 0 0,28 31 100 0 0,-29-32-135 0 0,34 47 178 0 0,-2 1 1 0 0,36 73-1 0 0,-47-77-144 0 0,3-2-1 0 0,1-1 1 0 0,2-1-1 0 0,42 46 0 0 0,7-2-1823 0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48.56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37 244 456 0 0,'-3'-3'418'0'0,"1"1"-1"0"0,-1-1 1 0 0,1 1-1 0 0,-1-1 1 0 0,1 0-1 0 0,0 0 0 0 0,0 0 1 0 0,0-1-1 0 0,0 1 1 0 0,1 0-1 0 0,-1-1 1 0 0,1 1-1 0 0,0-1 1 0 0,-1-6-1 0 0,0 1 469 0 0,0 0-1 0 0,1 0 0 0 0,0-1 1 0 0,1-15-1 0 0,1 18-515 0 0,0 0 1 0 0,0 0-1 0 0,1 1 0 0 0,0-1 1 0 0,1 1-1 0 0,-1 0 1 0 0,1 0-1 0 0,1-1 0 0 0,-1 2 1 0 0,1-1-1 0 0,0 0 0 0 0,0 1 1 0 0,9-9-1 0 0,-10 11-228 0 0,0 0 0 0 0,0 0 0 0 0,0 0 0 0 0,1 0 0 0 0,-1 1 0 0 0,1 0 0 0 0,0 0 0 0 0,-1 0 0 0 0,1 0 0 0 0,0 0 0 0 0,0 1 0 0 0,0 0 0 0 0,0 0 1 0 0,0 0-1 0 0,1 0 0 0 0,-1 0 0 0 0,0 1 0 0 0,0 0 0 0 0,1 0 0 0 0,-1 0 0 0 0,0 1 0 0 0,0-1 0 0 0,5 2 0 0 0,-5 0-98 0 0,0 0 1 0 0,0 0-1 0 0,0 1 1 0 0,0-1-1 0 0,-1 1 1 0 0,1 0-1 0 0,-1 0 0 0 0,0 1 1 0 0,1-1-1 0 0,-2 0 1 0 0,1 1-1 0 0,0 0 1 0 0,-1 0-1 0 0,1 0 1 0 0,-1 0-1 0 0,0 0 1 0 0,2 7-1 0 0,2 6 26 0 0,0 1 0 0 0,5 34-1 0 0,-7-18 59 0 0,-1 0 0 0 0,-2 0 0 0 0,-6 59 0 0 0,2 44 665 0 0,2-136-773 0 0,1 1-1 0 0,0 0 1 0 0,0 0 0 0 0,0-1 0 0 0,1 1 0 0 0,-1 0 0 0 0,0-1-1 0 0,1 1 1 0 0,-1 0 0 0 0,1-1 0 0 0,-1 1 0 0 0,1-1 0 0 0,0 1-1 0 0,0-1 1 0 0,0 1 0 0 0,0-1 0 0 0,0 1 0 0 0,0-1 0 0 0,0 0-1 0 0,2 2 1 0 0,-2-3-4 0 0,0 0-1 0 0,0 1 0 0 0,0-1 1 0 0,1 0-1 0 0,-1 1 1 0 0,0-1-1 0 0,0 0 0 0 0,1 0 1 0 0,-1 0-1 0 0,0 0 0 0 0,0-1 1 0 0,1 1-1 0 0,-1 0 1 0 0,0 0-1 0 0,0-1 0 0 0,0 1 1 0 0,1-1-1 0 0,-1 1 1 0 0,0-1-1 0 0,2-1 0 0 0,7-4 75 0 0,0-2 0 0 0,0 1 0 0 0,-1-1 0 0 0,10-12 0 0 0,-13 15-42 0 0,43-50 72 0 0,-36 39-253 0 0,0 0 0 0 0,2 1 0 0 0,0 0 0 0 0,0 2 1 0 0,26-18-1 0 0,-39 30-113 0 0,1 0-1 0 0,-1 0 1 0 0,1 0 0 0 0,-1 0-1 0 0,1 0 1 0 0,0 1 0 0 0,0-1-1 0 0,-1 1 1 0 0,1 0 0 0 0,0 0-1 0 0,-1 0 1 0 0,5 0 0 0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48.8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32 117 2761 0 0,'-1'0'334'0'0,"0"0"0"0"0,0 0 1 0 0,0 0-1 0 0,0-1 1 0 0,0 1-1 0 0,1 0 0 0 0,-1-1 1 0 0,0 1-1 0 0,0-1 1 0 0,0 1-1 0 0,-4-4 1672 0 0,5 3-1671 0 0,-1 0-1 0 0,0 0 1 0 0,1 1-1 0 0,-1-1 1 0 0,0-2-1 0 0,-9-30 3916 0 0,9 29-3852 0 0,1 0 0 0 0,-1 0 0 0 0,1 0 0 0 0,0-1 0 0 0,0 1 0 0 0,0 0 0 0 0,1 0 0 0 0,-1 0 0 0 0,1 0 0 0 0,0-1 0 0 0,0 1 0 0 0,1 0 0 0 0,2-5 0 0 0,-4 8-389 0 0,1 1 1 0 0,-1-1-1 0 0,0 1 1 0 0,1-1-1 0 0,-1 1 1 0 0,1 0-1 0 0,-1-1 1 0 0,1 1-1 0 0,-1 0 1 0 0,1-1-1 0 0,-1 1 1 0 0,1 0-1 0 0,-1-1 1 0 0,1 1-1 0 0,0 0 1 0 0,-1 0-1 0 0,1 0 1 0 0,-1 0-1 0 0,1 0 1 0 0,0 0-1 0 0,-1-1 1 0 0,1 1-1 0 0,-1 0 1 0 0,1 1-1 0 0,0-1 1 0 0,-1 0-1 0 0,1 0 1 0 0,-1 0-1 0 0,1 0 1 0 0,-1 0-1 0 0,1 1 1 0 0,0-1-1 0 0,0 0 1 0 0,11 9-3486 0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49.00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3 145 2288 0 0,'-2'29'11722'0'0,"4"-33"-10250"0"0,-1 3-1284 0 0,51-97 6239 0 0,-8 35-7215 0 0,-36 55-165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51.06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0 390 10594 0 0,'25'-31'1430'0'0,"105"-94"2865"0"0,-10 12-1494 0 0,-51 45-1736 0 0,-60 60-975 0 0,0 0-1 0 0,1 1 1 0 0,0 1 0 0 0,0 0-1 0 0,0 0 1 0 0,13-5-1 0 0,-22 11-73 0 0,0 0 0 0 0,0 0-1 0 0,0 0 1 0 0,0 0-1 0 0,0 0 1 0 0,0 0 0 0 0,1 0-1 0 0,-1 1 1 0 0,0-1-1 0 0,0 0 1 0 0,0 0-1 0 0,0 1 1 0 0,0-1 0 0 0,0 1-1 0 0,0-1 1 0 0,0 1-1 0 0,0 0 1 0 0,0-1 0 0 0,-1 1-1 0 0,1 0 1 0 0,0-1-1 0 0,0 1 1 0 0,-1 0-1 0 0,1 0 1 0 0,0 0 0 0 0,-1 0-1 0 0,1 0 1 0 0,0 0-1 0 0,-1 0 1 0 0,0 0 0 0 0,1 0-1 0 0,-1 0 1 0 0,1 1-1 0 0,14 46 98 0 0,-12-37-2 0 0,10 31-19 0 0,1-1 0 0 0,2-1 0 0 0,2-1-1 0 0,2 0 1 0 0,1-2 0 0 0,2 0 0 0 0,2-1 0 0 0,31 35 0 0 0,-49-64-172 0 0,1 0-1 0 0,0-1 1 0 0,0 0 0 0 0,0 0 0 0 0,1-1-1 0 0,0 0 1 0 0,0 0 0 0 0,0-1 0 0 0,15 4-1 0 0,-9-2-1022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51.26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1 137 6913 0 0,'1'-3'6914'0'0,"4"-6"-3319"0"0,29-50-2794 0 0,-26 49-1346 0 0,-1 1 0 0 0,1 0 1 0 0,1 0-1 0 0,9-7 0 0 0,-3 3-415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51.47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37 20 10138 0 0,'-4'-17'8053'0'0,"2"16"-7687"0"0,-12 3 1444 0 0,-2 1-4751 0 0,16-5 2899 0 0,-1-2-18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51.81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 84 6913 0 0,'-2'-2'279'0'0,"1"0"0"0"0,1 0 0 0 0,-1-1 0 0 0,0 1 0 0 0,0 0 0 0 0,1 0-1 0 0,-1-1 1 0 0,1 1 0 0 0,0 0 0 0 0,0 0 0 0 0,0-1 0 0 0,0 1-1 0 0,0 0 1 0 0,0-1 0 0 0,1 1 0 0 0,-1 0 0 0 0,1 0 0 0 0,-1-1 0 0 0,1 1-1 0 0,0 0 1 0 0,0 0 0 0 0,0 0 0 0 0,0 0 0 0 0,0 0 0 0 0,0 0-1 0 0,3-3 1 0 0,-3 3-122 0 0,1 1 0 0 0,-1-1-1 0 0,0 1 1 0 0,0-1 0 0 0,1 1 0 0 0,-1 0-1 0 0,1 0 1 0 0,-1-1 0 0 0,1 1 0 0 0,-1 0-1 0 0,1 0 1 0 0,0 0 0 0 0,-1 1-1 0 0,1-1 1 0 0,0 0 0 0 0,0 1 0 0 0,0-1-1 0 0,-1 1 1 0 0,1-1 0 0 0,0 1-1 0 0,0 0 1 0 0,0 0 0 0 0,0 0 0 0 0,0 0-1 0 0,0 0 1 0 0,0 0 0 0 0,0 1 0 0 0,-1-1-1 0 0,1 1 1 0 0,0-1 0 0 0,0 1-1 0 0,0 0 1 0 0,2 1 0 0 0,3 3-35 0 0,0 0 1 0 0,-1 1 0 0 0,1 0-1 0 0,-1 0 1 0 0,0 1-1 0 0,0-1 1 0 0,-1 1 0 0 0,0 1-1 0 0,6 11 1 0 0,4 11 6 0 0,14 39 1 0 0,1 2 43 0 0,-26-62-78 0 0,0-1 1 0 0,1 0 0 0 0,1 0 0 0 0,-1 0 0 0 0,1-1 0 0 0,9 9 0 0 0,-14-14-70 0 0,1-1 0 0 0,-1 1 1 0 0,1-1-1 0 0,-1 0 0 0 0,1 0 0 0 0,0 0 1 0 0,0 0-1 0 0,-1 0 0 0 0,1 0 0 0 0,0 0 1 0 0,0 0-1 0 0,0-1 0 0 0,0 1 0 0 0,0-1 1 0 0,0 1-1 0 0,0-1 0 0 0,0 0 0 0 0,0 0 1 0 0,0 0-1 0 0,0 0 0 0 0,0 0 0 0 0,0-1 1 0 0,0 1-1 0 0,0-1 0 0 0,0 1 0 0 0,0-1 1 0 0,0 1-1 0 0,0-1 0 0 0,0 0 0 0 0,0 0 1 0 0,0 0-1 0 0,-1 0 0 0 0,1 0 0 0 0,0-1 1 0 0,1 0-1 0 0,9-11 82 0 0,-1 1-1 0 0,0-1 1 0 0,-1-1 0 0 0,0 1-1 0 0,12-24 1 0 0,-11 17-655 0 0,2 1-1 0 0,16-20 0 0 0,-24 33-554 0 0,1-1 1 0 0,1 1-1 0 0,-1 1 0 0 0,1-1 0 0 0,9-5 0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52.27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35 340 10594 0 0,'-27'-23'1632'0'0,"20"9"680"0"0,7 13-2211 0 0,0 1-1 0 0,0-1 1 0 0,0 1-1 0 0,0-1 1 0 0,0 1 0 0 0,1-1-1 0 0,-1 1 1 0 0,0-1-1 0 0,0 1 1 0 0,1 0-1 0 0,-1-1 1 0 0,0 1-1 0 0,1 0 1 0 0,-1-1-1 0 0,1 1 1 0 0,-1 0 0 0 0,0-1-1 0 0,1 1 1 0 0,-1 0-1 0 0,1 0 1 0 0,-1-1-1 0 0,1 1 1 0 0,-1 0-1 0 0,0 0 1 0 0,1 0 0 0 0,-1 0-1 0 0,1 0 1 0 0,-1-1-1 0 0,1 1 1 0 0,-1 0-1 0 0,2 0 1 0 0,2 0 79 0 0,1 0 1 0 0,0 0-1 0 0,-1 1 0 0 0,1-1 1 0 0,0 1-1 0 0,-1 0 1 0 0,1 0-1 0 0,-1 0 1 0 0,1 1-1 0 0,-1 0 0 0 0,0-1 1 0 0,0 2-1 0 0,6 2 1 0 0,52 39 477 0 0,-58-41-570 0 0,22 21 335 0 0,42 47-1 0 0,-50-49-320 0 0,1-2 0 0 0,0 0 1 0 0,2-1-1 0 0,42 30 0 0 0,-56-45-86 0 0,-1 0 1 0 0,2-1-1 0 0,-1 0 0 0 0,0 0 0 0 0,1 0 0 0 0,-1-1 0 0 0,1 0 0 0 0,0-1 1 0 0,0 0-1 0 0,-1 0 0 0 0,1 0 0 0 0,0-1 0 0 0,0 0 0 0 0,0-1 1 0 0,0 0-1 0 0,0 0 0 0 0,-1-1 0 0 0,1 0 0 0 0,0 0 0 0 0,-1 0 0 0 0,13-7 1 0 0,-15 7 8 0 0,0 0 1 0 0,-1-1 0 0 0,1 0 0 0 0,0 0 0 0 0,-1 0 0 0 0,0 0-1 0 0,1-1 1 0 0,-1 1 0 0 0,-1-1 0 0 0,1 0 0 0 0,0-1-1 0 0,-1 1 1 0 0,0 0 0 0 0,0-1 0 0 0,0 0 0 0 0,-1 0 0 0 0,0 0-1 0 0,0 0 1 0 0,0 0 0 0 0,0 0 0 0 0,-1 0 0 0 0,0-1 0 0 0,0 1-1 0 0,0-1 1 0 0,-1 1 0 0 0,1 0 0 0 0,-1-1 0 0 0,-1 1 0 0 0,1-1-1 0 0,-2-7 1 0 0,-4-13 37 0 0,-2-1 0 0 0,0 1 0 0 0,-1 0 0 0 0,-25-45 0 0 0,16 33-65 0 0,-50-139-675 0 0,50 127-534 0 0,14 44-809 0 0,3 17-483 0 0,1 1 1064 0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52.74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 1641 10594 0 0,'-1'0'28'0'0,"1"0"0"0"0,0 0-1 0 0,-1 0 1 0 0,1-1-1 0 0,0 1 1 0 0,-1 0 0 0 0,1 0-1 0 0,0-1 1 0 0,0 1 0 0 0,-1 0-1 0 0,1 0 1 0 0,0-1 0 0 0,0 1-1 0 0,0 0 1 0 0,0-1 0 0 0,-1 1-1 0 0,1 0 1 0 0,0-1-1 0 0,0 1 1 0 0,0 0 0 0 0,0-1-1 0 0,0 1 1 0 0,0 0 0 0 0,0-1-1 0 0,0 1 1 0 0,0-1 0 0 0,0 1-1 0 0,0 0 1 0 0,0-1-1 0 0,0 1 1 0 0,0 0 0 0 0,0-1-1 0 0,0 1 1 0 0,0 0 0 0 0,1-1-1 0 0,-1 1 1 0 0,0 0 0 0 0,0-1-1 0 0,0 1 1 0 0,0 0-1 0 0,1-1 1 0 0,-1 1 0 0 0,0 0-1 0 0,0 0 1 0 0,1-1 0 0 0,-1 1-1 0 0,0 0 1 0 0,1-1 0 0 0,17-20 23 0 0,-11 14 96 0 0,54-62 2164 0 0,119-104 0 0 0,87-43 971 0 0,-166 137-2377 0 0,137-93 376 0 0,80-66-602 0 0,-228 159-623 0 0,316-302 217 0 0,-382 355-277 0 0,2 1 0 0 0,1 0 1 0 0,37-25-1 0 0,-51 41-287 0 0,0 1 1 0 0,0 1 0 0 0,1 0-1 0 0,1 0 1 0 0,-1 2 0 0 0,1 0 0 0 0,0 0-1 0 0,0 1 1 0 0,0 1 0 0 0,18-1-1 0 0,1 3-6966 0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54.10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15 209 10138 0 0,'-3'-10'554'0'0,"0"-1"0"0"0,1 1 0 0 0,0 0-1 0 0,0-1 1 0 0,1 1 0 0 0,0-1 0 0 0,1 1-1 0 0,0-1 1 0 0,1 1 0 0 0,0-1 0 0 0,4-18 0 0 0,-4 26-426 0 0,0 0 1 0 0,0-1-1 0 0,0 1 1 0 0,0 0-1 0 0,0 0 1 0 0,1 0-1 0 0,-1 0 1 0 0,1 0-1 0 0,0 0 1 0 0,0 0-1 0 0,0 0 1 0 0,0 1-1 0 0,1-1 1 0 0,-1 1 0 0 0,1-1-1 0 0,-1 1 1 0 0,1 0-1 0 0,0 0 1 0 0,0 0-1 0 0,0 1 1 0 0,0-1-1 0 0,0 1 1 0 0,0-1-1 0 0,6 0 1 0 0,-5 1-74 0 0,1 1 1 0 0,-1-1 0 0 0,1 2-1 0 0,-1-1 1 0 0,0 0 0 0 0,1 1-1 0 0,-1 0 1 0 0,0 0 0 0 0,1 0-1 0 0,-1 0 1 0 0,0 1-1 0 0,0-1 1 0 0,0 1 0 0 0,0 0-1 0 0,0 0 1 0 0,-1 1 0 0 0,1-1-1 0 0,6 6 1 0 0,0 2-104 0 0,-1 0 0 0 0,1 0 0 0 0,-2 1 0 0 0,1 0 0 0 0,-1 0 0 0 0,-1 1 0 0 0,0 0 0 0 0,5 13 0 0 0,5 16-271 0 0,12 51-1 0 0,10 21 600 0 0,-39-111-227 0 0,1 0 0 0 0,-1-1 0 0 0,1 1-1 0 0,0 0 1 0 0,0-1 0 0 0,-1 1 0 0 0,1-1 0 0 0,0 0 0 0 0,0 1-1 0 0,1-1 1 0 0,-1 1 0 0 0,0-1 0 0 0,0 0 0 0 0,1 0 0 0 0,-1 0-1 0 0,0 0 1 0 0,1 0 0 0 0,-1 0 0 0 0,1 0 0 0 0,0 0 0 0 0,2 0-1 0 0,-1-1-44 0 0,-1 0 0 0 0,0 0 0 0 0,0-1-1 0 0,0 1 1 0 0,0-1 0 0 0,0 1 0 0 0,0-1-1 0 0,0 0 1 0 0,-1 0 0 0 0,1 0 0 0 0,0 0-1 0 0,0 0 1 0 0,-1 0 0 0 0,1 0 0 0 0,0-1-1 0 0,-1 1 1 0 0,1-1 0 0 0,1-1 0 0 0,15-17-953 0 0,-1 0 1 0 0,-1 0 0 0 0,21-37-1 0 0,34-76-3656 0 0,-24 41 1084 0 0,-34 69-111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54.36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90 161 5065 0 0,'0'-1'89'0'0,"0"0"0"0"0,0 1 1 0 0,0-1-1 0 0,0 1 0 0 0,-1-1 0 0 0,1 1 0 0 0,0-1 0 0 0,0 1 1 0 0,-1-1-1 0 0,1 1 0 0 0,0 0 0 0 0,-1-1 0 0 0,1 1 0 0 0,-1-1 1 0 0,1 1-1 0 0,0 0 0 0 0,-1-1 0 0 0,1 1 0 0 0,-1 0 0 0 0,1-1 1 0 0,-1 1-1 0 0,1 0 0 0 0,-1 0 0 0 0,1-1 0 0 0,-1 1 0 0 0,1 0 0 0 0,-1 0 1 0 0,1 0-1 0 0,-1 0 0 0 0,1 0 0 0 0,-1 0 0 0 0,0 0 0 0 0,1 0 1 0 0,-1 0-1 0 0,1 0 0 0 0,-1 0 0 0 0,1 0 0 0 0,-1 0 0 0 0,1 0 1 0 0,-1 1-1 0 0,1-1 0 0 0,-1 0 0 0 0,1 0 0 0 0,-1 1 0 0 0,1-1 1 0 0,-1 0-1 0 0,1 1 0 0 0,-1-1 0 0 0,1 0 0 0 0,-1 1 0 0 0,0 0 211 0 0,0 1 0 0 0,-1-1 0 0 0,1 0 0 0 0,0 0 0 0 0,0 1 0 0 0,1-1 0 0 0,-1 0 0 0 0,0 1 0 0 0,0-1 0 0 0,1 1 0 0 0,-1-1 0 0 0,0 1 0 0 0,1 0-1 0 0,0-1 1 0 0,-1 1 0 0 0,1 0 0 0 0,0 2 0 0 0,1 2 9 0 0,-1 0 0 0 0,2-1-1 0 0,-1 1 1 0 0,1 0 0 0 0,0 0 0 0 0,0-1-1 0 0,0 1 1 0 0,1-1 0 0 0,0 1-1 0 0,0-1 1 0 0,0 0 0 0 0,1 0 0 0 0,0-1-1 0 0,0 1 1 0 0,0-1 0 0 0,0 0-1 0 0,1 0 1 0 0,-1 0 0 0 0,1 0 0 0 0,0-1-1 0 0,0 0 1 0 0,7 3 0 0 0,-8-4-275 0 0,0 0 0 0 0,0-1 0 0 0,1 0 0 0 0,-1 1 1 0 0,0-2-1 0 0,0 1 0 0 0,1 0 0 0 0,-1-1 0 0 0,0 0 0 0 0,1 0 1 0 0,-1 0-1 0 0,0 0 0 0 0,1-1 0 0 0,-1 0 0 0 0,0 0 0 0 0,0 0 1 0 0,0 0-1 0 0,0-1 0 0 0,1 1 0 0 0,-2-1 0 0 0,1 0 0 0 0,0 0 0 0 0,0-1 1 0 0,-1 1-1 0 0,1-1 0 0 0,-1 0 0 0 0,0 0 0 0 0,0 0 0 0 0,0 0 1 0 0,0 0-1 0 0,2-5 0 0 0,-2 5-21 0 0,-1-1-1 0 0,1 0 1 0 0,-1 1-1 0 0,0-1 1 0 0,-1 0 0 0 0,1 0-1 0 0,-1 0 1 0 0,0-1 0 0 0,1 1-1 0 0,-2 0 1 0 0,1 0-1 0 0,-1 0 1 0 0,1-1 0 0 0,-1 1-1 0 0,0 0 1 0 0,-2-9-1 0 0,1 6 14 0 0,-1 1 0 0 0,0-1 0 0 0,-1 1 0 0 0,1-1 0 0 0,-1 1 0 0 0,-1 0 0 0 0,1 0 0 0 0,-1 0-1 0 0,-8-9 1 0 0,2 4-33 0 0,-1 0 0 0 0,0 0 0 0 0,-1 1 0 0 0,0 1 0 0 0,-1 0 0 0 0,1 1 0 0 0,-2 0-1 0 0,-25-11 1 0 0,30 16-189 0 0,1 0-1 0 0,-1 0 1 0 0,0 1-1 0 0,0 1 1 0 0,0-1-1 0 0,-16 1 1 0 0,-7 8-3916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54.9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0 395 5529 0 0,'0'1'189'0'0,"0"0"0"0"0,0 0 0 0 0,0 0 0 0 0,0 0-1 0 0,1 0 1 0 0,-1 0 0 0 0,0 0 0 0 0,0 0 0 0 0,1 0-1 0 0,-1 0 1 0 0,1 0 0 0 0,-1 0 0 0 0,1-1 0 0 0,-1 1 0 0 0,1 0-1 0 0,-1 0 1 0 0,1 0 0 0 0,0 0 0 0 0,0-1 0 0 0,-1 1 0 0 0,1 0-1 0 0,0-1 1 0 0,0 1 0 0 0,0-1 0 0 0,0 1 0 0 0,0-1 0 0 0,-1 1-1 0 0,1-1 1 0 0,2 1 0 0 0,35 19 2577 0 0,-34-19-2252 0 0,26 17 2161 0 0,16 5 116 0 0,-46-23-2842 0 0,1-1 0 0 0,-1 1 0 0 0,1 0 0 0 0,-1-1 0 0 0,1 1 0 0 0,-1 0 0 0 0,1-1 0 0 0,-1 1 0 0 0,1-1 0 0 0,-1 1 0 0 0,0-1 0 0 0,1 1 0 0 0,-1-1 0 0 0,0 1 0 0 0,0-1 0 0 0,1 1 0 0 0,-1-1 0 0 0,0 0 0 0 0,0 1 0 0 0,0-1 1 0 0,1 1-1 0 0,-1-1 0 0 0,0 0 0 0 0,0 1 0 0 0,0-1 0 0 0,0 1 0 0 0,0-1 0 0 0,-1 0 0 0 0,1 0 0 0 0,1-26-790 0 0,-1 25 675 0 0,0-33-708 0 0,6-47 0 0 0,-5 72 956 0 0,1 0 0 0 0,0 1 0 0 0,1-1-1 0 0,0 1 1 0 0,0-1 0 0 0,1 1 0 0 0,0 0 0 0 0,0 0-1 0 0,11-14 1 0 0,-14 21 32 0 0,0 0 1 0 0,1 0-1 0 0,-1 1 0 0 0,1-1 0 0 0,0 1 0 0 0,-1-1 1 0 0,1 1-1 0 0,0 0 0 0 0,0-1 0 0 0,0 1 0 0 0,0 0 1 0 0,0 0-1 0 0,0 0 0 0 0,0 1 0 0 0,0-1 0 0 0,0 0 1 0 0,0 1-1 0 0,1 0 0 0 0,-1-1 0 0 0,0 1 0 0 0,0 0 1 0 0,0 0-1 0 0,1 0 0 0 0,-1 0 0 0 0,0 1 0 0 0,0-1 1 0 0,0 1-1 0 0,4 0 0 0 0,3 3 218 0 0,1 1 0 0 0,-1 0 0 0 0,0 0 0 0 0,0 1 0 0 0,10 8 0 0 0,-13-9-260 0 0,1 0 0 0 0,-1 0 0 0 0,1-1 0 0 0,0 0 0 0 0,1 0 0 0 0,-1 0 0 0 0,12 3 0 0 0,-19-7-69 0 0,1 0 1 0 0,0 0-1 0 0,-1 1 0 0 0,1-1 0 0 0,0 0 1 0 0,-1 0-1 0 0,1 0 0 0 0,0 0 1 0 0,0 0-1 0 0,-1 0 0 0 0,1 0 0 0 0,0 0 1 0 0,0 0-1 0 0,-1 0 0 0 0,1 0 0 0 0,0 0 1 0 0,-1-1-1 0 0,1 1 0 0 0,0 0 1 0 0,-1 0-1 0 0,1-1 0 0 0,0 1 0 0 0,-1-1 1 0 0,1 1-1 0 0,-1 0 0 0 0,1-1 0 0 0,0 1 1 0 0,-1-1-1 0 0,1 1 0 0 0,-1-1 0 0 0,0 0 1 0 0,1 1-1 0 0,-1-1 0 0 0,1 0 1 0 0,-1 1-1 0 0,0-1 0 0 0,1 0 0 0 0,-1 0 1 0 0,-2-32 160 0 0,-1 12-189 0 0,3 15 40 0 0,0-89-423 0 0,0 85 376 0 0,1 0 0 0 0,1 1-1 0 0,0-1 1 0 0,0 1 0 0 0,1-1 0 0 0,0 1-1 0 0,7-15 1 0 0,-10 24 52 0 0,1-1 0 0 0,-1 0 0 0 0,1 1 0 0 0,-1-1-1 0 0,1 0 1 0 0,-1 1 0 0 0,1-1 0 0 0,0 0 0 0 0,-1 1 0 0 0,1-1 0 0 0,0 1 0 0 0,-1-1 0 0 0,1 1 0 0 0,0-1-1 0 0,0 1 1 0 0,0 0 0 0 0,0 0 0 0 0,-1-1 0 0 0,1 1 0 0 0,0 0 0 0 0,0 0 0 0 0,0 0 0 0 0,0 0-1 0 0,0 0 1 0 0,-1 0 0 0 0,1 0 0 0 0,0 0 0 0 0,0 0 0 0 0,0 0 0 0 0,0 0 0 0 0,0 0 0 0 0,0 1-1 0 0,-1-1 1 0 0,1 0 0 0 0,0 1 0 0 0,0-1 0 0 0,1 2 0 0 0,35 25-105 0 0,-14-9-207 0 0,-15-14-257 0 0,0 0-1 0 0,1-1 1 0 0,16 4 0 0 0,-9-4-2031 0 0,-1-1 0 0 0,1 0-1 0 0,17 0 1 0 0,-23-3 2511 0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55.30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22 11979 0 0,'0'-1'275'0'0,"0"0"1"0"0,1 1-1 0 0,-1-1 1 0 0,0 0 0 0 0,0 0-1 0 0,1 0 1 0 0,-1 0-1 0 0,0 0 1 0 0,1 1-1 0 0,-1-1 1 0 0,1 0 0 0 0,-1 0-1 0 0,1 1 1 0 0,-1-1-1 0 0,1 0 1 0 0,0 1 0 0 0,-1-1-1 0 0,1 0 1 0 0,0 1-1 0 0,-1-1 1 0 0,1 1 0 0 0,1-1-1 0 0,-1 0-186 0 0,0 0 0 0 0,0 1 0 0 0,0 0 0 0 0,0-1 0 0 0,0 1 0 0 0,1-1 0 0 0,-1 1-1 0 0,0 0 1 0 0,0 0 0 0 0,0 0 0 0 0,0 0 0 0 0,0-1 0 0 0,0 1 0 0 0,0 1 0 0 0,1-1 0 0 0,-1 0 0 0 0,0 0 0 0 0,0 0-1 0 0,0 1 1 0 0,0-1 0 0 0,0 0 0 0 0,0 1 0 0 0,0-1 0 0 0,0 1 0 0 0,0-1 0 0 0,0 1 0 0 0,0 0 0 0 0,0-1 0 0 0,1 2-1 0 0,5 10 86 0 0,0 1 0 0 0,-1 1 0 0 0,0-1 0 0 0,-1 1 0 0 0,0 0 0 0 0,5 28-1 0 0,-1-4-25 0 0,-8-36-167 0 0,18 64 370 0 0,45 108 0 0 0,-52-150-591 0 0,0-2 0 0 0,29 40-1 0 0,-29-47-633 0 0,1 0 0 0 0,0-1-1 0 0,1-1 1 0 0,26 20 0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55.55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4145 0 0,'44'18'10039'0'0,"6"0"-5240"0"0,-13-5-3077 0 0,46 23 0 0 0,-36-10-1476 0 0,-2 1 0 0 0,82 67-1 0 0,-45-16-8558 0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55.76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0 261 6913 0 0,'2'-3'320'0'0,"-1"0"-1"0"0,0 0 0 0 0,1 0 0 0 0,-1 0 1 0 0,1 0-1 0 0,0 0 0 0 0,0 1 0 0 0,0-1 0 0 0,0 1 1 0 0,5-4-1 0 0,2-4 876 0 0,-6 5-1107 0 0,25-28 1488 0 0,-2-2 0 0 0,-2 0 0 0 0,23-44 0 0 0,-33 49-1576 0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3:25.1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0 1376 0 0,'-4'14'128'0'0,"0"-2"-128"0"0,2 0 0 0 0,2-3 0 0 0,0-4-80 0 0,1-1-40 0 0,0 1-8 0 0,1 4 0 0 0,0 5 128 0 0,1 0 0 0 0,-1 0 72 0 0,-1-3-72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3:25.5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67 15 5985 0 0,'-19'-2'99'0'0,"12"1"1067"0"0,0 0 0 0 0,0-1-1 0 0,0 0 1 0 0,-12-4 0 0 0,85 13-260 0 0,695 159 2849 0 0,-489-109-1927 0 0,7 2-2286 0 0,-267-55-618 0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3:26.5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1819 8290 0 0,'-2'9'137'0'0,"0"0"1"0"0,1 0 0 0 0,0 0-1 0 0,1 0 1 0 0,0 1 0 0 0,1-1-1 0 0,0 0 1 0 0,0 0 0 0 0,1 0-1 0 0,0 0 1 0 0,0 0 0 0 0,5 10-1 0 0,-7-18-139 0 0,0 0 0 0 0,1-1 0 0 0,-1 1 0 0 0,0 0 0 0 0,0 0 0 0 0,1-1 0 0 0,-1 1 0 0 0,1 0 0 0 0,-1-1 0 0 0,0 1 0 0 0,1-1 0 0 0,-1 1 0 0 0,1 0 0 0 0,-1-1 0 0 0,1 1 0 0 0,0-1 0 0 0,-1 1 0 0 0,1-1 0 0 0,0 0 0 0 0,-1 1-1 0 0,2 0 1 0 0,4-13 203 0 0,-4-28 604 0 0,-2 38-723 0 0,-4-219 1904 0 0,1-101-1204 0 0,7 241-473 0 0,28-161-1 0 0,-4 117-279 0 0,6 1 1 0 0,96-232-1 0 0,-111 311 132 0 0,2 1-1 0 0,3 0 1 0 0,1 2-1 0 0,2 1 1 0 0,36-42-1 0 0,-53 71-37 0 0,2 0-1 0 0,0 0 0 0 0,0 1 1 0 0,1 1-1 0 0,0 0 1 0 0,1 1-1 0 0,0 0 0 0 0,0 1 1 0 0,1 0-1 0 0,0 2 1 0 0,1 0-1 0 0,-1 0 0 0 0,1 1 1 0 0,0 1-1 0 0,0 1 1 0 0,1 0-1 0 0,-1 2 0 0 0,32-1 1 0 0,-33 3-67 0 0,0 1 0 0 0,0 1-1 0 0,0 0 1 0 0,-1 1 0 0 0,0 0 0 0 0,1 1 0 0 0,-2 1 0 0 0,1 0 0 0 0,-1 1-1 0 0,0 1 1 0 0,17 12 0 0 0,10 11-47 0 0,-1 3 0 0 0,35 39 0 0 0,11 9 30 0 0,-42-43-40 0 0,-2 2 0 0 0,-2 1 1 0 0,-2 2-1 0 0,46 70 0 0 0,-65-84 1 0 0,-1 0-1 0 0,-1 1 1 0 0,-2 1-1 0 0,-1 0 1 0 0,-1 1-1 0 0,-2 0 1 0 0,-2 1-1 0 0,8 58 1 0 0,-12-43 2 0 0,-3 1 0 0 0,-1 0 1 0 0,-3 0-1 0 0,-1 0 0 0 0,-3-1 0 0 0,-22 79 0 0 0,12-74 24 0 0,-2-1 0 0 0,-3-1 0 0 0,-1-1 0 0 0,-3-1 0 0 0,-54 76 0 0 0,-185 262 1721 0 0,253-369-6691 0 0,4-3-1744 0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3:27.5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75 88 10594 0 0,'-48'-87'1897'0'0,"53"100"-1718"0"0,0 0 0 0 0,-1 0 0 0 0,0 0-1 0 0,-1 1 1 0 0,0-1 0 0 0,1 26 0 0 0,-2-17 45 0 0,14 109 282 0 0,-6 0 1 0 0,-6 1 0 0 0,-6 0-1 0 0,-21 144 1 0 0,-11 28 1472 0 0,7 449 1 0 0,36-489-1705 0 0,0 157 19 0 0,-14-199-132 0 0,11 485 883 0 0,29-352-485 0 0,3 46-414 0 0,11 134 92 0 0,17 403 636 0 0,-67-869-744 0 0,-1-39-119 0 0,2 0-1 0 0,1 0 0 0 0,1 0 1 0 0,1 0-1 0 0,15 57 0 0 0,-16-82-19 0 0,0-1 0 0 0,0 1 0 0 0,0-1 0 0 0,1 1 0 0 0,-1-1 0 0 0,1 0 0 0 0,3 4 0 0 0,-5-7-85 0 0,0 0-1 0 0,0 0 1 0 0,0-1-1 0 0,0 1 1 0 0,0 0-1 0 0,0 0 1 0 0,0 0 0 0 0,0-1-1 0 0,0 1 1 0 0,0-1-1 0 0,0 1 1 0 0,0-1-1 0 0,0 1 1 0 0,0-1-1 0 0,1 1 1 0 0,-1-1-1 0 0,0 0 1 0 0,0 0-1 0 0,0 0 1 0 0,1 0-1 0 0,-1 0 1 0 0,0 0-1 0 0,0 0 1 0 0,1 0-1 0 0,-1 0 1 0 0,0 0-1 0 0,0-1 1 0 0,0 1-1 0 0,1-1 1 0 0,-1 1-1 0 0,0 0 1 0 0,2-2-1 0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3:28.4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 73 5065 0 0,'-2'-23'-263'0'0,"2"20"244"0"0,0 0 0 0 0,0 1 0 0 0,0-1 0 0 0,0 1 0 0 0,0-1 0 0 0,-1 1 0 0 0,1-1 0 0 0,-1 1 0 0 0,0-1 0 0 0,0 1 1 0 0,0 0-1 0 0,-2-4 0 0 0,-24-7 9849 0 0,31 46-9125 0 0,-3-29-383 0 0,30 419 1100 0 0,3 31 123 0 0,-7 197-55 0 0,-27-601-1452 0 0,-6 256 567 0 0,3 131 53 0 0,2-136 944 0 0,3 86-890 0 0,48-4-455 0 0,-7-96-106 0 0,-40-160-123 0 0,-5-99-33 0 0,2 1 0 0 0,1 0 0 0 0,2-1 0 0 0,0 1 0 0 0,9 29-1 0 0,-5-37-175 0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3:29.6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 10594 0 0,'0'-1'20'0'0,"0"1"0"0"0,0 0 0 0 0,0 0-1 0 0,0-1 1 0 0,0 1 0 0 0,0 0 0 0 0,0 0 0 0 0,0-1 0 0 0,0 1-1 0 0,0 0 1 0 0,0 0 0 0 0,0-1 0 0 0,0 1 0 0 0,0 0-1 0 0,0 0 1 0 0,0-1 0 0 0,0 1 0 0 0,1 0 0 0 0,-1 0-1 0 0,0 0 1 0 0,0-1 0 0 0,0 1 0 0 0,0 0 0 0 0,0 0-1 0 0,1 0 1 0 0,-1 0 0 0 0,0-1 0 0 0,0 1 0 0 0,1 0 0 0 0,-1 0-1 0 0,0 0 1 0 0,0 0 0 0 0,0 0 0 0 0,1 0 0 0 0,-1 0-1 0 0,0 0 1 0 0,0-1 0 0 0,1 1 0 0 0,-1 0 0 0 0,0 0-1 0 0,0 0 1 0 0,1 0 0 0 0,-1 0 0 0 0,0 0 0 0 0,0 1-1 0 0,1-1 1 0 0,-1 0 0 0 0,0 0 0 0 0,0 0 0 0 0,1 0-1 0 0,-1 0 1 0 0,0 0 0 0 0,0 0 0 0 0,1 0 0 0 0,-1 1 0 0 0,0-1-1 0 0,0 0 1 0 0,0 0 0 0 0,0 0 0 0 0,1 0 0 0 0,-1 1-1 0 0,0-1 1 0 0,0 0 0 0 0,0 0 0 0 0,1 1 0 0 0,10 11-235 0 0,-7 2 73 0 0,-1 1 1 0 0,-1-1 0 0 0,0 1 0 0 0,-1 0 0 0 0,-1 25 0 0 0,1 21 39 0 0,14 298 2935 0 0,1 0 118 0 0,-15-346-2974 0 0,17 120 151 0 0,-15-118-823 0 0,1 0 0 0 0,1-1 0 0 0,10 25 0 0 0,-2-21-4022 0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3:30.0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 12899 0 0,'0'0'34'0'0,"0"0"1"0"0,0 0 0 0 0,0 0-1 0 0,0 0 1 0 0,1 0 0 0 0,-1 0 0 0 0,0 0-1 0 0,0 0 1 0 0,0 0 0 0 0,1 0-1 0 0,-1 0 1 0 0,0 0 0 0 0,0 0-1 0 0,0 0 1 0 0,1 0 0 0 0,-1 0-1 0 0,0 0 1 0 0,0 0 0 0 0,0-1-1 0 0,0 1 1 0 0,1 0 0 0 0,-1 0-1 0 0,0 0 1 0 0,0 0 0 0 0,0 0-1 0 0,0 0 1 0 0,0-1 0 0 0,1 1-1 0 0,-1 0 1 0 0,0 0 0 0 0,0 0-1 0 0,0 0 1 0 0,0 0 0 0 0,0-1 0 0 0,0 1-1 0 0,0 0 1 0 0,0 0 0 0 0,0 0-1 0 0,0-1 1 0 0,0 1 0 0 0,0 0-1 0 0,0 0 1 0 0,1 0 0 0 0,-2-1-1 0 0,1 1 1 0 0,0 0 0 0 0,0 0-1 0 0,0 0 1 0 0,0-1 0 0 0,0 1-1 0 0,0 0 1 0 0,0 0 0 0 0,0 0-1 0 0,0 0 1 0 0,0-1 0 0 0,0 1-1 0 0,0 0 1 0 0,0 0 0 0 0,-1 0-1 0 0,1 0 1 0 0,0-1 0 0 0,0 1 0 0 0,0 0-1 0 0,19 1-306 0 0,-9 5 264 0 0,0 0-1 0 0,0 1 1 0 0,0 0 0 0 0,-1 1-1 0 0,0 0 1 0 0,0 0 0 0 0,-1 1-1 0 0,0 0 1 0 0,9 15 0 0 0,2 0 8 0 0,169 182 544 0 0,-163-183-538 0 0,-12-12-252 0 0,-1 1 0 0 0,0 0 0 0 0,-1 0 0 0 0,0 1 1 0 0,16 27-1 0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3:30.3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39 393 12899 0 0,'-6'-1'238'0'0,"4"1"-124"0"0,-1-1 1 0 0,1 0-1 0 0,-1 1 1 0 0,1-1-1 0 0,-1 0 1 0 0,1 0-1 0 0,0 0 1 0 0,0 0-1 0 0,-1-1 1 0 0,-2-2-1 0 0,4 3-100 0 0,1 0-1 0 0,-1-1 1 0 0,1 1-1 0 0,-1 0 1 0 0,1-1-1 0 0,0 1 1 0 0,0 0-1 0 0,0-1 1 0 0,0 1-1 0 0,0 0 1 0 0,0-1-1 0 0,0 1 1 0 0,0 0-1 0 0,0-1 1 0 0,1 1-1 0 0,-1 0 1 0 0,1-1-1 0 0,-1 1 1 0 0,1 0-1 0 0,-1 0 1 0 0,1-1-1 0 0,0 1 1 0 0,-1 0-1 0 0,2-1 1 0 0,6-12-44 0 0,1 1 0 0 0,0 0 0 0 0,0 0 0 0 0,2 1 0 0 0,-1 0 0 0 0,14-10 0 0 0,77-59-147 0 0,126-60 39 0 0,-226 140 136 0 0,40-22-186 0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3:30.7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 87 7370 0 0,'-5'-11'97'0'0,"0"1"1"0"0,1-1-1 0 0,0 0 1 0 0,1 0-1 0 0,-4-21 1 0 0,6 46 4961 0 0,-4 10-3355 0 0,-1 15-765 0 0,4-11-696 0 0,1 0 1 0 0,1 0-1 0 0,2 0 1 0 0,8 47-1 0 0,-7-63-111 0 0,-1 0-1 0 0,1-1 1 0 0,1 1-1 0 0,0-1 1 0 0,1 0 0 0 0,0 0-1 0 0,1-1 1 0 0,0 0-1 0 0,0 0 1 0 0,1 0-1 0 0,1 0 1 0 0,0-1-1 0 0,14 13 1 0 0,-17-19-35 0 0,-1 0 1 0 0,1 0-1 0 0,0 0 1 0 0,-1-1-1 0 0,1 0 1 0 0,0 0-1 0 0,0 0 1 0 0,1-1-1 0 0,-1 0 1 0 0,0 0-1 0 0,1 0 1 0 0,-1 0-1 0 0,0-1 1 0 0,1 0-1 0 0,-1 0 1 0 0,0 0-1 0 0,1-1 1 0 0,-1 0-1 0 0,0 0 1 0 0,1 0-1 0 0,-1-1 1 0 0,0 0-1 0 0,0 0 1 0 0,0 0-1 0 0,9-6 0 0 0,-6 4 7 0 0,0-1 0 0 0,-1 0-1 0 0,0-1 1 0 0,0 0 0 0 0,0 0-1 0 0,0-1 1 0 0,-1 0-1 0 0,0 0 1 0 0,-1 0 0 0 0,0 0-1 0 0,0-1 1 0 0,0 0 0 0 0,-1 0-1 0 0,6-15 1 0 0,4-39 64 0 0,-11 45-245 0 0,1 0-1 0 0,1 0 1 0 0,10-26 0 0 0,-1 18-134 0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5:12.0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1272 54 2761 0 0,'0'-1'206'0'0,"1"0"-115"0"0,-17 4 1122 0 0,-1 0 1 0 0,1 0-1 0 0,1 1 0 0 0,-19 8 1 0 0,-13 3 959 0 0,24-11-1255 0 0,0-1 0 0 0,0-1 1 0 0,0 0-1 0 0,0-2 0 0 0,-45-6 0 0 0,35 3-358 0 0,1 1 1 0 0,-36 3 0 0 0,-238 26 1008 0 0,280-23-1498 0 0,0 0 1 0 0,0 2-1 0 0,0 1 1 0 0,1 1-1 0 0,0 1 1 0 0,0 1-1 0 0,1 1 1 0 0,-34 21-1 0 0,42-21-65 0 0,1 0-1 0 0,0 1 1 0 0,0 0 0 0 0,1 2-1 0 0,1 0 1 0 0,0 0-1 0 0,1 1 1 0 0,0 0-1 0 0,1 1 1 0 0,1 1 0 0 0,1 0-1 0 0,-10 24 1 0 0,4-3-68 0 0,2 1 0 0 0,1 1 1 0 0,3 0-1 0 0,1 0 0 0 0,2 1 1 0 0,-2 69-1 0 0,8-87 32 0 0,2 1-1 0 0,0 0 1 0 0,1 0 0 0 0,1-1 0 0 0,2 1-1 0 0,0-1 1 0 0,2-1 0 0 0,0 1-1 0 0,1-1 1 0 0,1-1 0 0 0,2 1 0 0 0,25 36-1 0 0,-25-43-62 0 0,1 0 0 0 0,0-1 1 0 0,1-1-1 0 0,1 0 0 0 0,0-1 0 0 0,0 0 0 0 0,1-1 0 0 0,28 14 0 0 0,-20-14-56 0 0,0-2 1 0 0,1 0-1 0 0,0-1 0 0 0,0-2 1 0 0,48 7-1 0 0,-22-7-9 0 0,128 13-171 0 0,-143-18 211 0 0,1-1 0 0 0,70-10 1 0 0,-44-3 39 0 0,-1-3 0 0 0,0-2 1 0 0,-1-4-1 0 0,-2-2 1 0 0,0-2-1 0 0,-2-3 0 0 0,-1-3 1 0 0,-1-2-1 0 0,52-42 1 0 0,-92 64 125 0 0,-1 0 0 0 0,0 0 0 0 0,-1-1 0 0 0,-1-1 0 0 0,16-21 0 0 0,-22 26 23 0 0,0-1-1 0 0,-1 0 1 0 0,0 0 0 0 0,-1 0-1 0 0,0-1 1 0 0,-1 0 0 0 0,0 1-1 0 0,0-1 1 0 0,-1 0-1 0 0,1-13 1 0 0,10-249 1951 0 0,-13 252-1896 0 0,-1 1-1 0 0,-1-1 1 0 0,-1 0 0 0 0,-1 0-1 0 0,-12-38 1 0 0,-2 8 374 0 0,-27-51 0 0 0,41 94-501 0 0,0 0 1 0 0,-1 1 0 0 0,0 0 0 0 0,-1 0 0 0 0,1 0 0 0 0,-1 0-1 0 0,-1 1 1 0 0,-6-5 0 0 0,-61-40-298 0 0,50 35 21 0 0,9 8 185 0 0,1 1 0 0 0,-1 0 0 0 0,0 1-1 0 0,0 0 1 0 0,-1 2 0 0 0,-20-5-1 0 0,-6 2 258 0 0,-49-2-1 0 0,70 9-36 0 0,0 2-1 0 0,0 0 1 0 0,1 2-1 0 0,0 0 1 0 0,0 1-1 0 0,0 1 1 0 0,-29 13 0 0 0,-42 11-162 0 0,38-16-840 0 0,0 3-1 0 0,-58 26 1 0 0,80-28-5974 0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5:13.8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2530 5935 6913 0 0,'-4'-26'3029'0'0,"-1"7"-2683"0"0,-1 0 1 0 0,-1 0-1 0 0,0 1 0 0 0,-1 0 0 0 0,-1 0 0 0 0,-1 1 1 0 0,-12-17-1 0 0,-93-108-984 0 0,53 70 1299 0 0,-140-154 2132 0 0,-1 0-1264 0 0,-87-139 91 0 0,-54-133 2 0 0,203 282-1429 0 0,-365-669-49 0 0,434 731-78 0 0,7-2 0 0 0,6-4-1 0 0,7-2 1 0 0,-32-183 0 0 0,-75-678 310 0 0,150 949-371 0 0,-64-745 590 0 0,58 612-2089 0 0,14 191-490 0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5:14.5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134 193 3225 0 0,'-2'-24'931'0'0,"1"0"1"0"0,1 1 0 0 0,1-1-1 0 0,8-43 1 0 0,-6 50 467 0 0,-20 67 3296 0 0,2-8-4170 0 0,-90 281-267 0 0,104-320-254 0 0,0 0 8 0 0,0 0 0 0 0,0-1 0 0 0,0 1 0 0 0,0 0 0 0 0,1 0-1 0 0,0-1 1 0 0,-1 1 0 0 0,1 0 0 0 0,0 0 0 0 0,0 0-1 0 0,1-1 1 0 0,-1 1 0 0 0,2 5 0 0 0,-2-8-10 0 0,1 0 1 0 0,-1 0-1 0 0,0 0 0 0 0,1 0 1 0 0,-1 0-1 0 0,1 0 1 0 0,-1 0-1 0 0,1 0 0 0 0,-1 0 1 0 0,0 0-1 0 0,1 0 0 0 0,-1-1 1 0 0,1 1-1 0 0,-1 0 1 0 0,0 0-1 0 0,1 0 0 0 0,-1-1 1 0 0,0 1-1 0 0,1 0 0 0 0,-1 0 1 0 0,0-1-1 0 0,1 1 1 0 0,-1 0-1 0 0,0-1 0 0 0,0 1 1 0 0,1-1-1 0 0,-1 1 0 0 0,0 0 1 0 0,0-1-1 0 0,0 1 1 0 0,1 0-1 0 0,-1-1 0 0 0,0 1 1 0 0,0-2-1 0 0,9-15-300 0 0,11-36 535 0 0,24-107-1 0 0,-11 35 985 0 0,-30 115-890 0 0,1 0 0 0 0,0 0 0 0 0,0 1 0 0 0,1 0 1 0 0,8-13-1 0 0,-11 19-200 0 0,1-1-1 0 0,-1 1 1 0 0,1 0 0 0 0,0 0 0 0 0,0 0 0 0 0,0 1 0 0 0,0-1 0 0 0,0 1-1 0 0,1-1 1 0 0,-1 1 0 0 0,1 0 0 0 0,-1 0 0 0 0,1 1 0 0 0,0-1 0 0 0,0 1 0 0 0,7-2-1 0 0,-8 3-70 0 0,0 0 0 0 0,0 1 0 0 0,0-1 0 0 0,0 0 0 0 0,0 1 0 0 0,-1 0 0 0 0,1 0 0 0 0,0 0 0 0 0,0 0 0 0 0,0 0 0 0 0,-1 1 0 0 0,1-1-1 0 0,-1 1 1 0 0,1 0 0 0 0,-1-1 0 0 0,0 1 0 0 0,4 4 0 0 0,36 42 333 0 0,-33-35-291 0 0,1 0-155 0 0,5 7-135 0 0,0-1 0 0 0,1-1 0 0 0,1 0 0 0 0,1-1 0 0 0,0-1 1 0 0,27 19-1 0 0,-15-19-7267 0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5:16.4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8 2160 0 0,'4'1'193'0'0,"-3"-1"-193"0"0,0 0 0 0 0,0-1 0 0 0,1 1 0 0 0,-1 0 0 0 0,0 0 0 0 0,0-1 0 0 0,2 0 0 0 0,1-1 0 0 0,-2 1 0 0 0,1 0 0 0 0,-1 1 0 0 0,-2-1 0 0 0,2 1 0 0 0,-4 0 0 0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5:16.7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170 65 1376 0 0,'0'-1'84'0'0,"14"-30"2504"0"0,-13 29-2242 0 0,0 0-1 0 0,-1 1 1 0 0,1-1 0 0 0,-1 0-1 0 0,1 0 1 0 0,-1 0-1 0 0,0 1 1 0 0,1-1 0 0 0,-1 0-1 0 0,0 0 1 0 0,0 0 0 0 0,0 0-1 0 0,0 1 1 0 0,-1-1-1 0 0,0-3 1 0 0,1 5-226 0 0,-1 0 1 0 0,1 0-1 0 0,-1 0 1 0 0,1-1-1 0 0,-1 1 0 0 0,1 0 1 0 0,-1 0-1 0 0,1 0 0 0 0,-1 0 1 0 0,1 0-1 0 0,-1 0 0 0 0,1 0 1 0 0,-1 0-1 0 0,1 0 1 0 0,-1 0-1 0 0,1 1 0 0 0,-1-1 1 0 0,1 0-1 0 0,-1 0 0 0 0,1 0 1 0 0,-1 1-1 0 0,1-1 0 0 0,0 0 1 0 0,-1 0-1 0 0,1 1 1 0 0,-1-1-1 0 0,1 0 0 0 0,0 1 1 0 0,-1 0-1 0 0,-16 13 1164 0 0,15-12-943 0 0,-20 17 143 0 0,1 1 1 0 0,2 1-1 0 0,0 1 1 0 0,1 1-1 0 0,1 0 1 0 0,-16 30-1 0 0,32-52-480 0 0,1 0 0 0 0,-1 0 0 0 0,1 0 0 0 0,-1 1 0 0 0,1-1 0 0 0,-1 0 0 0 0,1 0 1 0 0,0 0-1 0 0,0 0 0 0 0,0 1 0 0 0,0-1 0 0 0,0 0 0 0 0,0 0 0 0 0,0 1 0 0 0,0-1 0 0 0,0 0 0 0 0,0 0 0 0 0,1 0 0 0 0,-1 0 0 0 0,0 1 0 0 0,1-1 0 0 0,-1 0 0 0 0,1 0 0 0 0,0 1 0 0 0,1 0-41 0 0,0 0 0 0 0,0 0-1 0 0,0 0 1 0 0,0 0 0 0 0,0 0 0 0 0,0-1-1 0 0,1 1 1 0 0,-1-1 0 0 0,1 0 0 0 0,3 2-1 0 0,9 2-249 0 0,0 0 0 0 0,0-2 0 0 0,19 3-1 0 0,-22-4 161 0 0,9 2-103 0 0,2-1-196 0 0,41 14-1 0 0,-58-16 405 0 0,-1 1 0 0 0,0 0 0 0 0,1 1 0 0 0,-1 0-1 0 0,0-1 1 0 0,0 2 0 0 0,-1-1 0 0 0,1 0 0 0 0,-1 1 0 0 0,1 0 0 0 0,-1 0 0 0 0,6 9 0 0 0,-8-10 76 0 0,-1 0 0 0 0,1 0 0 0 0,-1 1 1 0 0,0-1-1 0 0,0 0 0 0 0,0 1 0 0 0,-1-1 0 0 0,1 1 0 0 0,-1 0 1 0 0,0-1-1 0 0,0 1 0 0 0,0-1 0 0 0,0 1 0 0 0,-1-1 0 0 0,0 1 0 0 0,1-1 1 0 0,-1 1-1 0 0,0-1 0 0 0,-1 0 0 0 0,1 1 0 0 0,-1-1 0 0 0,1 0 1 0 0,-1 0-1 0 0,0 0 0 0 0,-2 3 0 0 0,-8 10 155 0 0,1-1-1 0 0,-2 0 1 0 0,-17 16 0 0 0,26-27-198 0 0,-52 49-2145 0 0,38-36-3442 0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5:17.6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1 301 7834 0 0,'43'-28'1078'0'0,"-35"24"-651"0"0,0-1 0 0 0,0 1 0 0 0,-1-2 0 0 0,1 1 0 0 0,6-8 0 0 0,-12 11-351 0 0,0 0-1 0 0,0-1 1 0 0,-1 0 0 0 0,1 1 0 0 0,0-1 0 0 0,-1 0 0 0 0,0 0 0 0 0,1 0-1 0 0,-1 0 1 0 0,0 0 0 0 0,-1 0 0 0 0,1-1 0 0 0,0 1 0 0 0,-1 0-1 0 0,0 0 1 0 0,0 0 0 0 0,0-1 0 0 0,-1-4 0 0 0,0-1 136 0 0,0 0 1 0 0,-1 0-1 0 0,-1 0 1 0 0,-4-11-1 0 0,6 17-151 0 0,0 1 0 0 0,0-1 0 0 0,0 1 0 0 0,0-1 0 0 0,-1 1-1 0 0,1 0 1 0 0,-1 0 0 0 0,1 0 0 0 0,-1-1 0 0 0,0 2 0 0 0,0-1 0 0 0,0 0 0 0 0,0 0 0 0 0,0 1 0 0 0,0-1 0 0 0,0 1 0 0 0,-1-1-1 0 0,1 1 1 0 0,-4-1 0 0 0,6 2-30 0 0,0 0 1 0 0,-1 0-1 0 0,1 0 0 0 0,-1 0 0 0 0,1 0 0 0 0,-1 0 0 0 0,1 0 0 0 0,-1 0 0 0 0,1 0 1 0 0,-1 0-1 0 0,1 0 0 0 0,-1 0 0 0 0,1 1 0 0 0,-1-1 0 0 0,1 0 0 0 0,0 0 0 0 0,-1 1 1 0 0,1-1-1 0 0,-1 0 0 0 0,1 0 0 0 0,0 1 0 0 0,-1-1 0 0 0,1 1 0 0 0,0-1 0 0 0,-1 0 1 0 0,1 1-1 0 0,0-1 0 0 0,0 1 0 0 0,-1 0 0 0 0,-5 20 254 0 0,4 21-334 0 0,2-34-11 0 0,1 0 0 0 0,0 0 1 0 0,0-1-1 0 0,0 1 0 0 0,1 0 0 0 0,0-1 0 0 0,1 1 1 0 0,0-1-1 0 0,0 0 0 0 0,0 0 0 0 0,5 7 1 0 0,-4-9 36 0 0,1 1 1 0 0,-1-1-1 0 0,1-1 1 0 0,0 1 0 0 0,0-1-1 0 0,0 0 1 0 0,0 0-1 0 0,1 0 1 0 0,0-1 0 0 0,0 0-1 0 0,0 0 1 0 0,0-1-1 0 0,9 4 1 0 0,-9-4-47 0 0,0-1 1 0 0,1 1-1 0 0,-1-1 0 0 0,0 0 1 0 0,0 0-1 0 0,1-1 0 0 0,-1 0 1 0 0,0 0-1 0 0,1 0 1 0 0,-1-1-1 0 0,0 0 0 0 0,0 0 1 0 0,1-1-1 0 0,-1 1 0 0 0,8-5 1 0 0,-7 3 102 0 0,-1-1 0 0 0,1 0 1 0 0,-1-1-1 0 0,0 1 0 0 0,0-1 1 0 0,-1-1-1 0 0,0 1 0 0 0,1-1 1 0 0,-2 0-1 0 0,1 0 0 0 0,-1 0 0 0 0,6-11 1 0 0,14-43 365 0 0,-20 48-330 0 0,0 1 0 0 0,1-1 0 0 0,0 1 0 0 0,9-15 1 0 0,-13 25-22 0 0,-1 0 0 0 0,0 1 0 0 0,1-1 0 0 0,-1 0 0 0 0,1 1 0 0 0,-1-1 0 0 0,0 1 0 0 0,1-1 0 0 0,0 1 0 0 0,-1-1 0 0 0,1 1 0 0 0,-1-1 0 0 0,1 1 0 0 0,-1-1 0 0 0,1 1 0 0 0,0 0 0 0 0,-1-1 0 0 0,1 1 1 0 0,0 0-1 0 0,0 0 0 0 0,-1-1 0 0 0,1 1 0 0 0,0 0 0 0 0,-1 0 0 0 0,1 0 0 0 0,0 0 0 0 0,0 0 0 0 0,-1 0 0 0 0,1 0 0 0 0,0 0 0 0 0,0 0 0 0 0,-1 1 0 0 0,1-1 0 0 0,0 0 0 0 0,-1 0 0 0 0,1 1 0 0 0,0-1 0 0 0,-1 0 0 0 0,1 1 1 0 0,0-1-1 0 0,-1 1 0 0 0,1-1 0 0 0,-1 0 0 0 0,1 1 0 0 0,-1 0 0 0 0,1-1 0 0 0,-1 1 0 0 0,1-1 0 0 0,-1 1 0 0 0,1-1 0 0 0,0 2 0 0 0,4 7 249 0 0,0-1-1 0 0,0 1 1 0 0,5 13 0 0 0,0 1-44 0 0,-6-18-243 0 0,-1 0-1 0 0,0-1 1 0 0,1 1-1 0 0,0-1 1 0 0,0 0-1 0 0,0 0 1 0 0,1 0 0 0 0,-1-1-1 0 0,1 0 1 0 0,0 0-1 0 0,0 0 1 0 0,0 0-1 0 0,10 3 1 0 0,-12-5 13 0 0,1 0 0 0 0,-1-1 0 0 0,0 1 0 0 0,1-1 1 0 0,-1 0-1 0 0,1 0 0 0 0,-1 0 0 0 0,1-1 0 0 0,-1 1 0 0 0,0-1 0 0 0,1 0 0 0 0,-1 1 1 0 0,0-2-1 0 0,1 1 0 0 0,-1 0 0 0 0,0-1 0 0 0,0 1 0 0 0,0-1 0 0 0,0 0 0 0 0,0 0 1 0 0,-1 0-1 0 0,1 0 0 0 0,4-5 0 0 0,-3 2 33 0 0,0-1-1 0 0,-1 1 1 0 0,1-1-1 0 0,-1 0 1 0 0,0-1-1 0 0,0 1 1 0 0,-1 0-1 0 0,0-1 1 0 0,0 1-1 0 0,0-1 1 0 0,-1 0-1 0 0,1-9 1 0 0,-2 10-40 0 0,1-1 1 0 0,0 1-1 0 0,1-1 1 0 0,-1 1-1 0 0,1-1 0 0 0,0 1 1 0 0,1 0-1 0 0,0 0 1 0 0,0 0-1 0 0,0 0 1 0 0,0 1-1 0 0,6-7 1 0 0,-8 11-11 0 0,0 0 0 0 0,0 0 0 0 0,0 0 0 0 0,1 1 0 0 0,-1-1 0 0 0,0 0 0 0 0,0 1 0 0 0,0-1 0 0 0,0 1 0 0 0,1-1 0 0 0,-1 1 0 0 0,0 0 0 0 0,1-1 0 0 0,-1 1 0 0 0,0 0 0 0 0,1 0 0 0 0,-1 0 0 0 0,0 0 0 0 0,1 0 0 0 0,-1 0 0 0 0,0 0 0 0 0,0 1 0 0 0,1-1 0 0 0,-1 0 0 0 0,0 1 0 0 0,0-1 0 0 0,1 1 0 0 0,-1-1 0 0 0,0 1 0 0 0,0 0 0 0 0,0-1 0 0 0,0 1 0 0 0,0 0 0 0 0,0 0 0 0 0,0 0 0 0 0,0 0 0 0 0,0 0 0 0 0,1 1 0 0 0,6 7 104 0 0,-1-1 0 0 0,0 2-1 0 0,9 15 1 0 0,-5-9-75 0 0,-8-12-228 0 0,0 0 1 0 0,0 0-1 0 0,0-1 0 0 0,1 1 1 0 0,-1-1-1 0 0,1 1 1 0 0,0-1-1 0 0,0 0 0 0 0,0-1 1 0 0,1 1-1 0 0,-1-1 1 0 0,0 0-1 0 0,1 0 1 0 0,0 0-1 0 0,-1 0 0 0 0,8 1 1 0 0,-9-3-49 0 0,1 0-1 0 0,-1 0 1 0 0,0 0 0 0 0,0-1 0 0 0,0 1 0 0 0,0-1 0 0 0,1 0-1 0 0,-1 0 1 0 0,0 0 0 0 0,0 0 0 0 0,-1 0 0 0 0,1-1-1 0 0,0 1 1 0 0,0-1 0 0 0,-1 0 0 0 0,1 0 0 0 0,-1 0-1 0 0,1 0 1 0 0,-1 0 0 0 0,0 0 0 0 0,0-1 0 0 0,0 1-1 0 0,0-1 1 0 0,0 1 0 0 0,0-1 0 0 0,1-4 0 0 0,9-23 646 0 0,5-10 2305 0 0,-17 38-2449 0 0,1 0 1 0 0,0 0-1 0 0,0 1 1 0 0,0-1-1 0 0,1 0 1 0 0,-1 1-1 0 0,0-1 1 0 0,1 1-1 0 0,-1 0 1 0 0,1-1 0 0 0,-1 1-1 0 0,1 0 1 0 0,-1 0-1 0 0,1 0 1 0 0,3-2-1 0 0,-4 3-233 0 0,0 0 0 0 0,0 1 0 0 0,0-1 0 0 0,0 0-1 0 0,0 0 1 0 0,0 1 0 0 0,0-1 0 0 0,0 0 0 0 0,0 1 0 0 0,0-1-1 0 0,0 1 1 0 0,0-1 0 0 0,0 1 0 0 0,0 0 0 0 0,0-1 0 0 0,-1 1-1 0 0,1 0 1 0 0,0 0 0 0 0,-1-1 0 0 0,1 1 0 0 0,0 0 0 0 0,-1 0-1 0 0,1 0 1 0 0,-1 0 0 0 0,1 0 0 0 0,-1 0 0 0 0,0 0 0 0 0,1 1-1 0 0,13 35 793 0 0,-12-31-765 0 0,2 9-1209 0 0,1-1 0 0 0,1-1 0 0 0,0 1 1 0 0,1-1-1 0 0,13 20 0 0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5:17.9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 14283 0 0,'4'-3'1400'0'0,"0"2"-1248"0"0,-3 1-152 0 0,1-1 0 0 0,3 1-1904 0 0,-2 0 1200 0 0,3 2-104 0 0,-1 2-25 0 0,1 3-7 0 0,0 0 0 0 0,2 6 696 0 0,-4 1 144 0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5:18.38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6 5985 0 0,'-17'-5'8713'0'0,"18"5"-8602"0"0,6 30 6148 0 0,-4-19-7343 0 0,2 5 1212 0 0,0 0 0 0 0,15 28 0 0 0,-3-14-2172 0 0,33 44-1 0 0,-35-53 2009 0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5:18.7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178 77 5985 0 0,'0'-3'220'0'0,"1"0"0"0"0,-1 0-1 0 0,0-1 1 0 0,0 1 0 0 0,0 0-1 0 0,-1 0 1 0 0,1-1 0 0 0,-1 1-1 0 0,1 0 1 0 0,-1 0 0 0 0,0 0 0 0 0,0 0-1 0 0,-1 0 1 0 0,1 0 0 0 0,-1 0-1 0 0,1 0 1 0 0,-1 0 0 0 0,0 1-1 0 0,-3-4 1 0 0,3 4-34 0 0,0 1-1 0 0,0 0 1 0 0,0 0 0 0 0,0-1-1 0 0,0 1 1 0 0,0 1-1 0 0,0-1 1 0 0,0 0 0 0 0,0 0-1 0 0,-1 1 1 0 0,1 0-1 0 0,0-1 1 0 0,-1 1 0 0 0,1 0-1 0 0,0 0 1 0 0,0 0 0 0 0,-1 0-1 0 0,1 0 1 0 0,0 1-1 0 0,0-1 1 0 0,-1 1 0 0 0,1 0-1 0 0,0-1 1 0 0,0 1 0 0 0,0 0-1 0 0,0 0 1 0 0,0 0-1 0 0,-3 3 1 0 0,-3 1-46 0 0,1 0 0 0 0,0 1 0 0 0,0 0-1 0 0,0 1 1 0 0,1 0 0 0 0,0 0 0 0 0,0 0 0 0 0,1 0 0 0 0,0 1-1 0 0,0 0 1 0 0,-4 11 0 0 0,6-15-81 0 0,1 1 1 0 0,0-1-1 0 0,0 1 0 0 0,1-1 1 0 0,-1 1-1 0 0,1 0 0 0 0,0-1 0 0 0,1 1 1 0 0,-1 0-1 0 0,1 0 0 0 0,0 0 1 0 0,0 0-1 0 0,0-1 0 0 0,1 1 1 0 0,-1 0-1 0 0,1 0 0 0 0,0 0 1 0 0,1-1-1 0 0,-1 1 0 0 0,1-1 0 0 0,0 1 1 0 0,5 7-1 0 0,-4-8-181 0 0,1-1-1 0 0,-1 0 1 0 0,1 0 0 0 0,0 0-1 0 0,0 0 1 0 0,0 0 0 0 0,0-1-1 0 0,0 0 1 0 0,1 0 0 0 0,-1 0 0 0 0,1 0-1 0 0,-1-1 1 0 0,1 0 0 0 0,5 1-1 0 0,3 0-756 0 0,0 0-1 0 0,-1-1 1 0 0,1-1-1 0 0,15-1 1 0 0,-4-1-4531 0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5:19.0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32 47 920 0 0,'0'0'87'0'0,"0"-1"-1"0"0,0 1 0 0 0,0-1 1 0 0,0 1-1 0 0,0 0 1 0 0,0-1-1 0 0,0 1 1 0 0,-1-1-1 0 0,1 1 0 0 0,0-1 1 0 0,0 1-1 0 0,0 0 1 0 0,0-1-1 0 0,-1 1 1 0 0,1-1-1 0 0,0 1 0 0 0,0 0 1 0 0,-1-1-1 0 0,1 1 1 0 0,0 0-1 0 0,-1-1 0 0 0,1 1 1 0 0,0 0-1 0 0,-1 0 1 0 0,1-1-1 0 0,0 1 1 0 0,-1 0-1 0 0,1 0 0 0 0,-1 0 1 0 0,1-1-1 0 0,-1 1 1 0 0,1 0-1 0 0,0 0 0 0 0,-1 0 1 0 0,1 0-1 0 0,-1 0 1 0 0,1 0-1 0 0,-1 0 1 0 0,1 0-1 0 0,-1 0 0 0 0,1 0 1 0 0,0 0-1 0 0,-1 0 1 0 0,1 0-1 0 0,-1 0 1 0 0,1 0-1 0 0,-1 1 0 0 0,1-1 1 0 0,0 0-1 0 0,-1 0 1 0 0,1 1-1 0 0,-1-1 0 0 0,1 0 1 0 0,0 0-1 0 0,-1 1 1 0 0,1-1-1 0 0,0 0 1 0 0,0 1-1 0 0,-1-1 0 0 0,1 0 1 0 0,0 1-1 0 0,-1 0 1 0 0,0 1 444 0 0,-1 0 0 0 0,1 0 0 0 0,0 0 0 0 0,0 0 0 0 0,0 0-1 0 0,0 0 1 0 0,0 0 0 0 0,0 0 0 0 0,1 1 0 0 0,-2 3 0 0 0,3-2-226 0 0,-1 1 1 0 0,1-1-1 0 0,0 0 0 0 0,0 0 0 0 0,1 0 0 0 0,-1 0 0 0 0,1 0 0 0 0,0 0 0 0 0,0 0 0 0 0,0-1 1 0 0,1 1-1 0 0,-1 0 0 0 0,1-1 0 0 0,0 0 0 0 0,0 0 0 0 0,0 0 0 0 0,0 0 0 0 0,6 4 1 0 0,-5-4-194 0 0,0 0 0 0 0,0 0 0 0 0,0-1 0 0 0,1 1 0 0 0,0-1 0 0 0,-1 0 0 0 0,1 0 0 0 0,0-1 0 0 0,0 1 1 0 0,0-1-1 0 0,0 0 0 0 0,0 0 0 0 0,0-1 0 0 0,0 0 0 0 0,8 0 0 0 0,-12 0-99 0 0,0-1 1 0 0,0 0-1 0 0,0 1 0 0 0,0-1 0 0 0,-1 0 0 0 0,1 1 1 0 0,0-1-1 0 0,0 0 0 0 0,0 0 0 0 0,-1 0 0 0 0,1 0 1 0 0,0 0-1 0 0,-1 0 0 0 0,1 0 0 0 0,-1 0 0 0 0,1 0 1 0 0,-1 0-1 0 0,0 0 0 0 0,1 0 0 0 0,-1 0 0 0 0,0 0 0 0 0,0 0 1 0 0,0 0-1 0 0,0 0 0 0 0,0 0 0 0 0,0-1 0 0 0,0 1 1 0 0,0 0-1 0 0,0-2 0 0 0,-5-34 103 0 0,2 29-67 0 0,1 0 0 0 0,-1 1 0 0 0,-1-1-1 0 0,1 1 1 0 0,-2 0 0 0 0,1 0 0 0 0,0 0-1 0 0,-11-11 1 0 0,13 16-155 0 0,1 0-1 0 0,-1 0 1 0 0,1 1 0 0 0,-1-1 0 0 0,0 0-1 0 0,1 1 1 0 0,-1-1 0 0 0,0 1-1 0 0,0 0 1 0 0,0-1 0 0 0,0 1-1 0 0,-1 0 1 0 0,1 0 0 0 0,0 1-1 0 0,0-1 1 0 0,-1 0 0 0 0,1 1 0 0 0,0-1-1 0 0,-1 1 1 0 0,1 0 0 0 0,0 0-1 0 0,-1 0 1 0 0,1 0 0 0 0,0 0-1 0 0,-1 0 1 0 0,1 1 0 0 0,0-1-1 0 0,-1 1 1 0 0,1 0 0 0 0,0 0 0 0 0,0-1-1 0 0,-1 1 1 0 0,1 1 0 0 0,-3 1-1 0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5:19.4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74 4145 0 0,'2'-3'420'0'0,"1"0"1"0"0,0 0-1 0 0,0 1 1 0 0,0-1-1 0 0,0 1 1 0 0,0-1-1 0 0,1 1 1 0 0,-1 0-1 0 0,0 0 1 0 0,1 1-1 0 0,0-1 0 0 0,-1 1 1 0 0,1-1-1 0 0,0 1 1 0 0,8-1-1 0 0,-10 2-208 0 0,0 0 0 0 0,0 0 0 0 0,0 0-1 0 0,0 1 1 0 0,0-1 0 0 0,0 1 0 0 0,0-1-1 0 0,1 1 1 0 0,-2 0 0 0 0,1-1 0 0 0,0 1 0 0 0,0 0-1 0 0,0 0 1 0 0,0 0 0 0 0,0 1 0 0 0,-1-1-1 0 0,1 0 1 0 0,-1 1 0 0 0,1-1 0 0 0,-1 1-1 0 0,1 0 1 0 0,-1-1 0 0 0,0 1 0 0 0,0 0-1 0 0,0 0 1 0 0,0 0 0 0 0,0-1 0 0 0,0 1 0 0 0,0 0-1 0 0,0 4 1 0 0,6 27 230 0 0,-6-27-353 0 0,0-1-1 0 0,0 1 0 0 0,0 0 1 0 0,0 0-1 0 0,1-1 1 0 0,0 1-1 0 0,0-1 0 0 0,1 1 1 0 0,0-1-1 0 0,0 0 1 0 0,5 7-1 0 0,-9-15-88 0 0,1-1 0 0 0,0 0 0 0 0,0 0 0 0 0,0 0 0 0 0,0 0 0 0 0,0 0 0 0 0,1 0 0 0 0,0 0 0 0 0,2-6 0 0 0,-3 9 0 0 0,4-15-76 0 0,1 0-1 0 0,13-28 1 0 0,-16 39 65 0 0,1-1 0 0 0,0 1 1 0 0,0 0-1 0 0,1 0 0 0 0,-1 0 0 0 0,1 0 0 0 0,0 0 0 0 0,0 1 1 0 0,1 0-1 0 0,9-8 0 0 0,-13 12 44 0 0,-1 0 0 0 0,1-1 0 0 0,0 1 1 0 0,0 0-1 0 0,0 0 0 0 0,-1 0 0 0 0,1 0 0 0 0,0-1 0 0 0,0 1 1 0 0,0 0-1 0 0,-1 1 0 0 0,1-1 0 0 0,0 0 0 0 0,0 0 0 0 0,-1 0 1 0 0,1 0-1 0 0,0 1 0 0 0,0-1 0 0 0,-1 0 0 0 0,1 1 0 0 0,0-1 1 0 0,0 0-1 0 0,-1 1 0 0 0,1-1 0 0 0,-1 1 0 0 0,1-1 0 0 0,0 1 1 0 0,-1-1-1 0 0,1 1 0 0 0,-1 0 0 0 0,1-1 0 0 0,-1 1 0 0 0,1 1 1 0 0,17 30-538 0 0,-10-16-111 0 0,1-5-368 0 0,0 0-231 0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5:20.4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126 399 456 0 0,'-1'-22'36'0'0,"1"17"605"0"0,0 0 0 0 0,0 0 0 0 0,0 0 0 0 0,-1-1 0 0 0,1 1 0 0 0,-1 0 0 0 0,-1 0-1 0 0,1 0 1 0 0,-1 0 0 0 0,0 0 0 0 0,-4-7 0 0 0,5 11-486 0 0,0 1-1 0 0,0-1 1 0 0,0 1 0 0 0,0 0-1 0 0,0-1 1 0 0,0 1 0 0 0,0 0-1 0 0,0 0 1 0 0,0 0 0 0 0,0 0-1 0 0,0-1 1 0 0,0 2-1 0 0,0-1 1 0 0,0 0 0 0 0,0 0-1 0 0,0 0 1 0 0,0 0 0 0 0,0 1-1 0 0,-1-1 1 0 0,1 0 0 0 0,0 1-1 0 0,1-1 1 0 0,-1 1 0 0 0,0-1-1 0 0,0 1 1 0 0,0 0-1 0 0,0-1 1 0 0,0 1 0 0 0,0 0-1 0 0,1 0 1 0 0,-1-1 0 0 0,0 2-1 0 0,-2 0 56 0 0,2 0 0 0 0,-1-1 0 0 0,0 1 0 0 0,0 0-1 0 0,0 0 1 0 0,1 0 0 0 0,-1 0 0 0 0,1 0 0 0 0,0 1 0 0 0,0-1-1 0 0,-1 0 1 0 0,0 5 0 0 0,7-8 197 0 0,1 0-1 0 0,-1-1 1 0 0,0 0-1 0 0,1 0 1 0 0,7-5-1 0 0,-11 7-352 0 0,0-1-1 0 0,-1 1 1 0 0,1 0-1 0 0,0-1 0 0 0,-1 1 1 0 0,1 0-1 0 0,0 0 1 0 0,-1 0-1 0 0,1 0 0 0 0,0 0 1 0 0,-1 1-1 0 0,1-1 1 0 0,0 0-1 0 0,2 2 0 0 0,-3-2-71 0 0,-43-1 1284 0 0,40 1-1242 0 0,0 0 1 0 0,0-1-1 0 0,1 1 1 0 0,-1 1-1 0 0,0-1 1 0 0,0 0 0 0 0,1 0-1 0 0,-1 1 1 0 0,0-1-1 0 0,1 1 1 0 0,-1-1-1 0 0,0 1 1 0 0,1 0-1 0 0,-1-1 1 0 0,1 1 0 0 0,-1 0-1 0 0,1 0 1 0 0,0 0-1 0 0,-3 2 1 0 0,1 1-1 0 0,0 0-1 0 0,0-1 1 0 0,0 1 0 0 0,0 0-1 0 0,0 1 1 0 0,-3 8 0 0 0,1-2-42 0 0,1 1 0 0 0,0 0 0 0 0,1 0 1 0 0,-4 24-1 0 0,7-34-3 0 0,0 0-1 0 0,-1 0 1 0 0,1 0 0 0 0,0 1 0 0 0,0-1-1 0 0,1 0 1 0 0,-1 0 0 0 0,0 0 0 0 0,1 0-1 0 0,-1 0 1 0 0,1 0 0 0 0,0 0 0 0 0,0 0 0 0 0,0 0-1 0 0,0 0 1 0 0,0 0 0 0 0,1 2 0 0 0,-1-3-45 0 0,0 0 1 0 0,1 0 0 0 0,-1 0 0 0 0,0 0 0 0 0,1-1 0 0 0,-1 1 0 0 0,0 0 0 0 0,1 0-1 0 0,-1-1 1 0 0,1 1 0 0 0,-1-1 0 0 0,1 1 0 0 0,-1-1 0 0 0,1 0 0 0 0,-1 0 0 0 0,1 0-1 0 0,0 0 1 0 0,1 0 0 0 0,2 0-105 0 0,-1-1-1 0 0,1 0 1 0 0,-1 0-1 0 0,1 0 0 0 0,-1-1 1 0 0,1 1-1 0 0,-1-1 1 0 0,0 0-1 0 0,0-1 0 0 0,0 1 1 0 0,0-1-1 0 0,0 1 1 0 0,0-1-1 0 0,4-5 1 0 0,-1-1 8 0 0,0 0 0 0 0,-1-1 1 0 0,1 0-1 0 0,-2 0 0 0 0,0 0 1 0 0,0-1-1 0 0,-1 0 0 0 0,0 0 1 0 0,0 0-1 0 0,-2-1 0 0 0,1 1 1 0 0,-1-1-1 0 0,-1 1 0 0 0,0-1 1 0 0,-1 0-1 0 0,-1-12 0 0 0,-2-15 719 0 0,-1 1 0 0 0,-2-1-1 0 0,-17-54 1 0 0,21 83-257 0 0,-9-28 820 0 0,10 36-992 0 0,1 1-1 0 0,-1-1 1 0 0,0 0 0 0 0,0 0 0 0 0,0 0 0 0 0,0 1-1 0 0,0-1 1 0 0,0 0 0 0 0,0 1 0 0 0,-1-1 0 0 0,1 1-1 0 0,0-1 1 0 0,-1 1 0 0 0,-2-2 0 0 0,3 3-76 0 0,0 0 1 0 0,0 0-1 0 0,0 0 1 0 0,1 0-1 0 0,-1 0 1 0 0,0 0 0 0 0,0 0-1 0 0,0 1 1 0 0,1-1-1 0 0,-1 0 1 0 0,0 0-1 0 0,0 1 1 0 0,1-1-1 0 0,-1 1 1 0 0,0-1-1 0 0,0 0 1 0 0,1 1-1 0 0,-1-1 1 0 0,1 1-1 0 0,-1 0 1 0 0,0-1-1 0 0,1 1 1 0 0,-1 0-1 0 0,1-1 1 0 0,0 1-1 0 0,-1 0 1 0 0,1-1-1 0 0,-1 1 1 0 0,1 0-1 0 0,0 0 1 0 0,0-1 0 0 0,-1 1-1 0 0,1 0 1 0 0,0 0-1 0 0,0 1 1 0 0,-8 32 315 0 0,7-33-335 0 0,-2 20-19 0 0,1-1 0 0 0,1 1 0 0 0,1 0 0 0 0,0-1 0 0 0,2 1 0 0 0,0-1 0 0 0,2 1-1 0 0,0-1 1 0 0,1 0 0 0 0,1 0 0 0 0,1-1 0 0 0,9 21 0 0 0,-4-17-2449 0 0,1 0 1 0 0,28 38 0 0 0,-24-37-3969 0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5:20.7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0 220 2304 0 0,'5'-16'783'0'0,"0"0"0"0"0,-2 0 0 0 0,0 0-1 0 0,2-34 1 0 0,-2 17 234 0 0,-2 10 45 0 0,-2 17-460 0 0,1 1 1 0 0,0 0-1 0 0,1-1 1 0 0,-1 1 0 0 0,1 0-1 0 0,0 0 1 0 0,3-7-1 0 0,3 43 3509 0 0,-4-19-3535 0 0,-1-4-269 0 0,1 10 264 0 0,2 1 1 0 0,0-1-1 0 0,9 18 0 0 0,-13-32-585 0 0,1 0-1 0 0,0 0 1 0 0,0 0 0 0 0,1 0-1 0 0,-1 0 1 0 0,1-1 0 0 0,0 1 0 0 0,-1-1-1 0 0,2 0 1 0 0,-1 0 0 0 0,0 0-1 0 0,1 0 1 0 0,-1 0 0 0 0,1-1-1 0 0,0 0 1 0 0,0 1 0 0 0,0-2 0 0 0,8 4-1 0 0,-11-5-34 0 0,0 0 0 0 0,0 0 0 0 0,0 0 0 0 0,0-1 0 0 0,0 1 0 0 0,0 0-1 0 0,0-1 1 0 0,0 1 0 0 0,0-1 0 0 0,0 1 0 0 0,0-1 0 0 0,-1 1 0 0 0,1-1 0 0 0,0 0-1 0 0,0 1 1 0 0,0-1 0 0 0,-1 0 0 0 0,1 1 0 0 0,0-1 0 0 0,-1 0 0 0 0,1 0-1 0 0,-1 0 1 0 0,1 0 0 0 0,-1 0 0 0 0,1-1 0 0 0,16-34-272 0 0,-11 21 303 0 0,3-4 155 0 0,-7 14-43 0 0,0-1 0 0 0,1 1 1 0 0,0 0-1 0 0,0 0 1 0 0,0 0-1 0 0,0 0 1 0 0,1 0-1 0 0,0 1 0 0 0,0-1 1 0 0,0 1-1 0 0,5-4 1 0 0,-8 8-86 0 0,0 0 0 0 0,-1-1 0 0 0,1 1 1 0 0,0 0-1 0 0,-1 0 0 0 0,1 0 0 0 0,-1 0 1 0 0,1 0-1 0 0,0 1 0 0 0,-1-1 0 0 0,1 0 1 0 0,-1 0-1 0 0,1 0 0 0 0,-1 0 0 0 0,1 1 1 0 0,0-1-1 0 0,-1 0 0 0 0,1 0 0 0 0,-1 1 1 0 0,1-1-1 0 0,-1 1 0 0 0,1-1 0 0 0,-1 0 1 0 0,0 1-1 0 0,1-1 0 0 0,-1 1 0 0 0,1-1 1 0 0,-1 1-1 0 0,0-1 0 0 0,1 1 0 0 0,-1-1 1 0 0,0 1-1 0 0,0-1 0 0 0,1 1 0 0 0,-1 0 1 0 0,0-1-1 0 0,0 1 0 0 0,0 0 0 0 0,11 32-632 0 0,-9-23 183 0 0,4 3-1207 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5:21.0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55 1 4897 0 0,'-12'22'6379'0'0,"3"-7"-5147"0"0,1 1 0 0 0,-9 21 0 0 0,15-33-1149 0 0,1-1 0 0 0,0 1 1 0 0,0-1-1 0 0,0 1 0 0 0,0-1 0 0 0,1 1 0 0 0,-1 0 0 0 0,1 0 0 0 0,0-1 0 0 0,0 1 0 0 0,0 0 0 0 0,1 0 0 0 0,-1-1 0 0 0,1 1 0 0 0,0 0 0 0 0,0-1 0 0 0,3 7 1 0 0,-3-7-100 0 0,1-1 0 0 0,0 0 1 0 0,0 1-1 0 0,0-1 0 0 0,1 0 1 0 0,-1 0-1 0 0,0-1 1 0 0,1 1-1 0 0,0 0 0 0 0,-1-1 1 0 0,1 1-1 0 0,0-1 0 0 0,-1 0 1 0 0,1 0-1 0 0,0 0 1 0 0,0-1-1 0 0,0 1 0 0 0,0 0 1 0 0,6-1-1 0 0,-2 1-375 0 0,1-1 0 0 0,0-1 0 0 0,-1 1 0 0 0,1-1 0 0 0,-1-1 0 0 0,14-3 0 0 0,-5-1-688 0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5:21.2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19 166 1376 0 0,'4'-34'898'0'0,"-1"14"1489"0"0,-2 1 0 0 0,1 0 0 0 0,-2-1 1 0 0,-8-33 2924 0 0,8 53-5266 0 0,-6 10 1303 0 0,-4 13-518 0 0,8-8-692 0 0,1 0 0 0 0,0 0 0 0 0,1-1 0 0 0,0 1 0 0 0,2 0 0 0 0,-1-1 0 0 0,2 1-1 0 0,0-1 1 0 0,1 1 0 0 0,0-1 0 0 0,8 17 0 0 0,2 1-935 0 0,1-1-1 0 0,1-1 1 0 0,37 50-1 0 0,-39-61-241 0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5:21.40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3 123 5529 0 0,'0'-1'102'0'0,"-1"0"1"0"0,1 0-1 0 0,0 0 0 0 0,-1 0 0 0 0,1 0 1 0 0,0 0-1 0 0,0-1 0 0 0,0 1 0 0 0,0 0 0 0 0,0 0 1 0 0,0 0-1 0 0,0 0 0 0 0,0 0 0 0 0,0 0 1 0 0,1 0-1 0 0,-1 0 0 0 0,0 0 0 0 0,1 0 0 0 0,-1 0 1 0 0,0 0-1 0 0,1 0 0 0 0,0 0 0 0 0,-1 0 1 0 0,1 0-1 0 0,-1 0 0 0 0,1 0 0 0 0,0 0 0 0 0,0 1 1 0 0,0-1-1 0 0,-1 0 0 0 0,1 1 0 0 0,1-2 1 0 0,30-23 1390 0 0,-12 16-1829 0 0,1 0 1 0 0,-1 2 0 0 0,1 1 0 0 0,0 0 0 0 0,22-2-1 0 0,23-6-310 0 0,-49 9 646 0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5:21.6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52 0 2304 0 0,'-7'14'773'0'0,"-1"0"290"0"0,1 1-1 0 0,0 0 1 0 0,1 1-1 0 0,0 0 1 0 0,-2 17-1 0 0,7-29-874 0 0,0 0-1 0 0,1 0 1 0 0,0 0-1 0 0,0 1 1 0 0,0-1-1 0 0,0 0 1 0 0,1 0-1 0 0,0 0 1 0 0,0 0-1 0 0,0 0 1 0 0,0 0-1 0 0,0 0 1 0 0,1 0-1 0 0,0 0 1 0 0,-1-1-1 0 0,2 1 1 0 0,-1-1-1 0 0,0 1 1 0 0,1-1-1 0 0,-1 0 1 0 0,1 0-1 0 0,0 0 1 0 0,0 0-1 0 0,0 0 1 0 0,6 3-1 0 0,-3-2 54 0 0,0 0-1 0 0,1-1 1 0 0,-1 0 0 0 0,1 0 0 0 0,13 4-1 0 0,-17-6-169 0 0,0 0 0 0 0,0-1 1 0 0,0 1-1 0 0,0-1 0 0 0,0 0 0 0 0,0 1 0 0 0,0-2 0 0 0,0 1 0 0 0,0 0 0 0 0,0 0 0 0 0,0-1 0 0 0,0 0 0 0 0,0 0 0 0 0,0 0 0 0 0,0 0 1 0 0,4-2-1 0 0,-6 3-31 0 0,0-1-1 0 0,-1 0 1 0 0,1-1 0 0 0,0 1 0 0 0,0 0 0 0 0,0 0 0 0 0,-1 0 0 0 0,1 0 0 0 0,-1-1 0 0 0,1 1-1 0 0,-1 0 1 0 0,1 0 0 0 0,-1-1 0 0 0,0 1 0 0 0,1 0 0 0 0,-1-1 0 0 0,0 1 0 0 0,0-1 0 0 0,0 1-1 0 0,0 0 1 0 0,0-1 0 0 0,-1 0 0 0 0,-6-40 861 0 0,3 20-252 0 0,3-43 421 0 0,1 62-1073 0 0,0-1 0 0 0,1 0 0 0 0,-1 1 0 0 0,1-1 1 0 0,0 0-1 0 0,0 1 0 0 0,1-1 0 0 0,-1 1 1 0 0,1-1-1 0 0,-1 1 0 0 0,1 0 0 0 0,0 0 1 0 0,0 0-1 0 0,6-6 0 0 0,-3 6-1254 0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5:22.1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2 109 7834 0 0,'-1'-1'78'0'0,"1"1"1"0"0,0 0 0 0 0,0-1-1 0 0,0 1 1 0 0,0 0 0 0 0,0-1-1 0 0,0 1 1 0 0,0-1 0 0 0,-1 1-1 0 0,1 0 1 0 0,0-1 0 0 0,0 1-1 0 0,0 0 1 0 0,0-1 0 0 0,1 1-1 0 0,-1-1 1 0 0,0 1 0 0 0,0 0-1 0 0,0-1 1 0 0,0 1 0 0 0,0 0-1 0 0,0-1 1 0 0,1 1 0 0 0,-1 0 0 0 0,0-1-1 0 0,0 1 1 0 0,0 0 0 0 0,1-1-1 0 0,-1 1 1 0 0,0 0 0 0 0,1 0-1 0 0,-1-1 1 0 0,0 1 0 0 0,1 0-1 0 0,15-2 2597 0 0,17 12 1011 0 0,-23-1-3152 0 0,1 1 0 0 0,-2 0 0 0 0,1 0 0 0 0,-1 1 0 0 0,-1 0 0 0 0,0 1 1 0 0,7 14-1 0 0,11 13 50 0 0,-15-22-396 0 0,-7-12 246 0 0,-4-22 9 0 0,0 3-358 0 0,0 1 0 0 0,2-1 0 0 0,-1 1 0 0 0,2-1-1 0 0,0 1 1 0 0,7-19 0 0 0,1 2-1250 0 0,24-46 0 0 0,-19 48-6438 0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5:24.0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270 242 6913 0 0,'-18'-10'1781'0'0,"10"8"-1355"0"0,0 0 0 0 0,0 0 1 0 0,0 1-1 0 0,0 0 0 0 0,0 0 0 0 0,0 1 1 0 0,0 0-1 0 0,0 1 0 0 0,0 0 0 0 0,0 0 1 0 0,0 0-1 0 0,0 1 0 0 0,0 0 0 0 0,0 1 1 0 0,1 0-1 0 0,-1 0 0 0 0,1 0 0 0 0,-10 7 0 0 0,10-5-358 0 0,0 0 0 0 0,1 0-1 0 0,-1 1 1 0 0,1-1-1 0 0,0 2 1 0 0,0-1-1 0 0,1 1 1 0 0,0-1-1 0 0,0 1 1 0 0,1 1-1 0 0,-1-1 1 0 0,2 1-1 0 0,-1 0 1 0 0,1 0-1 0 0,0 0 1 0 0,1 0-1 0 0,-3 14 1 0 0,4-20-82 0 0,0 1 0 0 0,1-1 0 0 0,-1 1 0 0 0,1 0 0 0 0,0-1 0 0 0,0 1 0 0 0,0 0 0 0 0,0 0 0 0 0,0-1 0 0 0,1 1 0 0 0,-1 0 0 0 0,1-1 0 0 0,-1 1 0 0 0,1-1 0 0 0,0 1 0 0 0,0-1 0 0 0,0 1 0 0 0,1-1 0 0 0,-1 1 0 0 0,1-1 0 0 0,-1 0 0 0 0,1 0 0 0 0,0 0 0 0 0,-1 0 0 0 0,1 0 0 0 0,0 0 0 0 0,0 0 0 0 0,1-1 0 0 0,-1 1 0 0 0,0-1 0 0 0,1 1 0 0 0,-1-1 0 0 0,0 0 0 0 0,1 0 0 0 0,-1 0 0 0 0,1 0 0 0 0,0-1 0 0 0,-1 1 0 0 0,1-1 0 0 0,4 1 1 0 0,2-1-67 0 0,1 1-1 0 0,0-2 1 0 0,-1 1 0 0 0,1-2 0 0 0,0 1 0 0 0,-1-1 0 0 0,0-1 0 0 0,1 1 0 0 0,-1-2 0 0 0,10-4 0 0 0,2-3-26 0 0,-1 0-1 0 0,0-2 1 0 0,-1 0-1 0 0,0-2 1 0 0,-1 0-1 0 0,-1 0 1 0 0,-1-2-1 0 0,0 0 0 0 0,21-31 1 0 0,-28 37 225 0 0,-2-1-1 0 0,0 0 1 0 0,0-1 0 0 0,-1 0-1 0 0,0 0 1 0 0,-1 0 0 0 0,-1-1-1 0 0,0 1 1 0 0,-1-1 0 0 0,-1 0-1 0 0,0 0 1 0 0,0 0 0 0 0,-2 0-1 0 0,1-1 1 0 0,-2 1 0 0 0,-4-27-1 0 0,-1 25 412 0 0,0 14 603 0 0,5 2-1078 0 0,0 1 1 0 0,1 0-1 0 0,-1 0 0 0 0,0 0 0 0 0,1 0 0 0 0,-1 0 1 0 0,1 1-1 0 0,-1-1 0 0 0,1 0 0 0 0,0 0 1 0 0,-1 0-1 0 0,1 0 0 0 0,0 0 0 0 0,0 1 1 0 0,0-1-1 0 0,0 0 0 0 0,0 0 0 0 0,0 0 0 0 0,0 2 1 0 0,1 7-87 0 0,0 0 0 0 0,0 0 1 0 0,1 0-1 0 0,0 0 0 0 0,1 0 1 0 0,1-1-1 0 0,-1 1 0 0 0,1-1 1 0 0,6 9-1 0 0,9 16-22 0 0,26 32 0 0 0,-10-15-16 0 0,-29-41-54 0 0,1 1 1 0 0,1-1-1 0 0,0 0 0 0 0,0-1 0 0 0,1 1 0 0 0,11 8 0 0 0,-19-17 86 0 0,1 0 0 0 0,0 1 0 0 0,0-1 0 0 0,0 0-1 0 0,0 0 1 0 0,0 0 0 0 0,0-1 0 0 0,0 1 0 0 0,0 0 0 0 0,0-1-1 0 0,1 1 1 0 0,-1-1 0 0 0,0 0 0 0 0,0 0 0 0 0,0 0-1 0 0,1 0 1 0 0,2 0 0 0 0,-2-1 35 0 0,-1-1-1 0 0,1 1 1 0 0,-1 0 0 0 0,1-1-1 0 0,-1 1 1 0 0,0-1-1 0 0,1 1 1 0 0,-1-1 0 0 0,0 0-1 0 0,0 0 1 0 0,0 0-1 0 0,-1 0 1 0 0,1-1 0 0 0,0 1-1 0 0,-1 0 1 0 0,0-1-1 0 0,3-4 1 0 0,18-44-4 0 0,-14 31-24 0 0,1 0 0 0 0,19-32 0 0 0,-25 48 37 0 0,0 0-1 0 0,0 0 1 0 0,0 0 0 0 0,0 0 0 0 0,1 1-1 0 0,-1 0 1 0 0,1-1 0 0 0,0 1 0 0 0,0 0-1 0 0,0 1 1 0 0,1-1 0 0 0,-1 1 0 0 0,0-1-1 0 0,1 2 1 0 0,0-1 0 0 0,9-2 0 0 0,-12 3 21 0 0,0 1 1 0 0,0 0 0 0 0,0 0 0 0 0,0 0-1 0 0,1 1 1 0 0,-1-1 0 0 0,0 0 0 0 0,0 1-1 0 0,0-1 1 0 0,0 1 0 0 0,0 0-1 0 0,0-1 1 0 0,0 1 0 0 0,0 0 0 0 0,-1 0-1 0 0,1 1 1 0 0,0-1 0 0 0,0 0 0 0 0,-1 0-1 0 0,1 1 1 0 0,-1-1 0 0 0,1 1 0 0 0,-1 0-1 0 0,2 1 1 0 0,3 7 286 0 0,0 0 0 0 0,0 0-1 0 0,6 17 1 0 0,-8-19-180 0 0,-1 0 0 0 0,1 0 1 0 0,1-1-1 0 0,8 13 0 0 0,-11-17-195 0 0,0-1-1 0 0,0 0 0 0 0,0 0 0 0 0,0 0 0 0 0,1 0 1 0 0,-1 0-1 0 0,0-1 0 0 0,1 1 0 0 0,0 0 0 0 0,-1-1 1 0 0,1 0-1 0 0,0 0 0 0 0,0 0 0 0 0,0 0 0 0 0,0 0 0 0 0,-1-1 1 0 0,1 1-1 0 0,0-1 0 0 0,4 0 0 0 0,-4 0 13 0 0,-1-1-1 0 0,0 0 0 0 0,1 1 1 0 0,-1-1-1 0 0,0-1 0 0 0,0 1 1 0 0,0 0-1 0 0,0 0 0 0 0,0-1 1 0 0,0 1-1 0 0,0-1 0 0 0,0 1 1 0 0,-1-1-1 0 0,1 0 0 0 0,-1 0 1 0 0,1 0-1 0 0,-1 0 0 0 0,0 0 1 0 0,1 0-1 0 0,-1 0 1 0 0,0 0-1 0 0,-1-1 0 0 0,1 1 1 0 0,1-3-1 0 0,5-18 95 0 0,-1 5 122 0 0,0 1 0 0 0,15-30 0 0 0,-19 43-148 0 0,0 1 1 0 0,0 0 0 0 0,0 0 0 0 0,0 0 0 0 0,0 0 0 0 0,0 0 0 0 0,1 0 0 0 0,0 1 0 0 0,-1-1-1 0 0,1 1 1 0 0,0 0 0 0 0,0 0 0 0 0,0 0 0 0 0,1 0 0 0 0,-1 0 0 0 0,0 1 0 0 0,1-1 0 0 0,-1 1-1 0 0,1 0 1 0 0,4-1 0 0 0,-6 2 57 0 0,0 0 1 0 0,0 0-1 0 0,0 1 1 0 0,0-1-1 0 0,0 0 0 0 0,0 1 1 0 0,0-1-1 0 0,0 1 0 0 0,-1 0 1 0 0,1-1-1 0 0,0 1 0 0 0,0 0 1 0 0,0 0-1 0 0,-1 0 0 0 0,4 3 1 0 0,24 26 632 0 0,-25-25-851 0 0,0-1 0 0 0,0 1 1 0 0,0-1-1 0 0,1 0 0 0 0,-1 0 0 0 0,1 0 1 0 0,6 3-1 0 0,31 5-2618 0 0,-28-10 1176 0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5:24.3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34 10594 0 0,'-2'-1'229'0'0,"0"0"0"0"0,1 0 0 0 0,-1 0 0 0 0,1 0 0 0 0,-1 0 0 0 0,1 0 1 0 0,0-1-1 0 0,-1 1 0 0 0,1 0 0 0 0,0-1 0 0 0,-2-2 0 0 0,3 3-168 0 0,0 1 1 0 0,0-1-1 0 0,0 1 0 0 0,0-1 1 0 0,0 0-1 0 0,0 1 1 0 0,0-1-1 0 0,0 0 0 0 0,1 1 1 0 0,-1-1-1 0 0,0 1 1 0 0,0-1-1 0 0,0 1 1 0 0,1-1-1 0 0,-1 0 0 0 0,0 1 1 0 0,1-1-1 0 0,-1 1 1 0 0,1-1-1 0 0,-1 1 1 0 0,1 0-1 0 0,-1-1 0 0 0,0 1 1 0 0,1-1-1 0 0,0 1 1 0 0,-1 0-1 0 0,1-1 0 0 0,-1 1 1 0 0,1 0-1 0 0,-1 0 1 0 0,1 0-1 0 0,0-1 1 0 0,-1 1-1 0 0,1 0 0 0 0,-1 0 1 0 0,1 0-1 0 0,0 0 1 0 0,0 0-1 0 0,1 0-343 0 0,0 0 0 0 0,0 0 0 0 0,-1 0 0 0 0,1 0 0 0 0,0 0 0 0 0,0 1 0 0 0,0-1 0 0 0,-1 1 0 0 0,1-1 0 0 0,0 1 0 0 0,-1 0 0 0 0,1-1 0 0 0,0 1 1 0 0,-1 0-1 0 0,1 0 0 0 0,-1 0 0 0 0,1 0 0 0 0,-1 1 0 0 0,0-1 0 0 0,1 0 0 0 0,-1 1 0 0 0,0-1 0 0 0,0 0 0 0 0,0 1 0 0 0,0 0 0 0 0,0-1 0 0 0,1 3 0 0 0,2 5-335 0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5:24.6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 10594 0 0,'1'-1'238'0'0,"1"0"0"0"0,-1 1 0 0 0,0-1 0 0 0,0 0 0 0 0,1 1 0 0 0,-1-1 0 0 0,1 0 0 0 0,-1 1 0 0 0,0 0 0 0 0,1-1 0 0 0,-1 1 0 0 0,1 0 0 0 0,-1 0 0 0 0,1 0 0 0 0,-1 0 0 0 0,1 0 0 0 0,-1 0-1 0 0,1 0 1 0 0,-1 0 0 0 0,1 0 0 0 0,-1 1 0 0 0,0-1 0 0 0,1 1 0 0 0,-1-1 0 0 0,1 1 0 0 0,-1 0 0 0 0,0-1 0 0 0,1 1 0 0 0,-1 0 0 0 0,0 0 0 0 0,0 0 0 0 0,0 0 0 0 0,2 2 0 0 0,1 0 63 0 0,1 1-1 0 0,-1 1 1 0 0,0-1 0 0 0,0 1 0 0 0,-1-1 0 0 0,1 1-1 0 0,3 7 1 0 0,25 62 35 0 0,-17-38-492 0 0,35 61 0 0 0,-16-34-2022 0 0,-29-50 925 0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5:24.8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99 6449 0 0,'2'-3'233'0'0,"-1"-1"-1"0"0,1 1 0 0 0,1-1 1 0 0,-1 1-1 0 0,0 0 1 0 0,1 0-1 0 0,-1 0 0 0 0,1 0 1 0 0,0 0-1 0 0,0 1 0 0 0,5-4 1 0 0,41-24 2223 0 0,-37 23-1778 0 0,-6 4-304 0 0,1-1-1 0 0,0 2 1 0 0,-1-1-1 0 0,1 1 1 0 0,0 0-1 0 0,1 0 1 0 0,-1 1-1 0 0,0 0 1 0 0,0 0 0 0 0,8 1-1 0 0,-13-1-300 0 0,0 1 1 0 0,1 1-1 0 0,-1-1 0 0 0,0 0 0 0 0,0 0 0 0 0,0 1 1 0 0,0-1-1 0 0,0 1 0 0 0,0 0 0 0 0,0 0 0 0 0,0 0 1 0 0,0 0-1 0 0,0 0 0 0 0,0 0 0 0 0,0 0 0 0 0,-1 0 1 0 0,1 1-1 0 0,0-1 0 0 0,-1 1 0 0 0,1-1 0 0 0,-1 1 1 0 0,1 0-1 0 0,-1 0 0 0 0,0-1 0 0 0,0 1 0 0 0,0 0 1 0 0,0 0-1 0 0,0 0 0 0 0,0 0 0 0 0,-1 0 0 0 0,1 0 1 0 0,-1 0-1 0 0,1 1 0 0 0,-1-1 0 0 0,0 0 0 0 0,0 0 1 0 0,0 4-1 0 0,-1 0-12 0 0,0 1-1 0 0,0-1 1 0 0,-1 0 0 0 0,0 1 0 0 0,0-1 0 0 0,-1 0 0 0 0,1 0 0 0 0,-1 0-1 0 0,-1-1 1 0 0,1 1 0 0 0,-1-1 0 0 0,0 0 0 0 0,0 0 0 0 0,0 0 0 0 0,-1 0-1 0 0,-7 5 1 0 0,-2 2-317 0 0,-1 0 0 0 0,0-1 0 0 0,0-1-1 0 0,-27 13 1 0 0,30-18-1623 0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6:20.2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819 63 5529 0 0,'-3'1'15'0'0,"1"0"0"0"0,-1-1 0 0 0,1 1 0 0 0,-1 0 0 0 0,0 0-1 0 0,1 0 1 0 0,0 0 0 0 0,-1 1 0 0 0,1-1 0 0 0,0 1 0 0 0,0 0 0 0 0,-1-1 0 0 0,1 1-1 0 0,1 0 1 0 0,-1 0 0 0 0,0 0 0 0 0,0 0 0 0 0,1 1 0 0 0,-1-1 0 0 0,1 0 0 0 0,0 1-1 0 0,0-1 1 0 0,-2 4 0 0 0,2-4 9 0 0,1 0 0 0 0,-1-1 0 0 0,0 1 1 0 0,1 0-1 0 0,-1 0 0 0 0,1 0 0 0 0,-1-1 0 0 0,1 1 0 0 0,0 0 0 0 0,0 0 0 0 0,0 0 0 0 0,0 0 0 0 0,0 0 0 0 0,0 0 1 0 0,1 0-1 0 0,-1-1 0 0 0,1 1 0 0 0,-1 0 0 0 0,1 0 0 0 0,0 0 0 0 0,-1-1 0 0 0,1 1 0 0 0,0 0 0 0 0,0-1 0 0 0,0 1 1 0 0,0-1-1 0 0,1 1 0 0 0,-1-1 0 0 0,0 0 0 0 0,1 1 0 0 0,-1-1 0 0 0,1 0 0 0 0,-1 0 0 0 0,1 0 0 0 0,2 1 0 0 0,8 3 83 0 0,0-1-1 0 0,1-1 1 0 0,0 0-1 0 0,-1 0 0 0 0,1-1 1 0 0,0-1-1 0 0,26-1 1 0 0,94-14 38 0 0,-118 12-139 0 0,372-63 245 0 0,149-19 869 0 0,-410 70-976 0 0,0 6-1 0 0,160 11 1 0 0,-193 6 338 0 0,114 25 0 0 0,-204-34-363 0 0,0 1 0 0 0,0-1 0 0 0,0 1 0 0 0,0 0 0 0 0,0 0 0 0 0,-1 0 0 0 0,1 1 0 0 0,0-1 0 0 0,0 1 0 0 0,-1-1 0 0 0,1 1 0 0 0,-1 0-1 0 0,0 0 1 0 0,1 0 0 0 0,-1 0 0 0 0,0 0 0 0 0,3 4 0 0 0,-4-3-38 0 0,0 0-1 0 0,0 1 1 0 0,0-1-1 0 0,0 0 1 0 0,-1 1 0 0 0,1-1-1 0 0,-1 0 1 0 0,0 1-1 0 0,0-1 1 0 0,0 1-1 0 0,0-1 1 0 0,0 0 0 0 0,-1 1-1 0 0,0-1 1 0 0,-1 4-1 0 0,-7 33 42 0 0,2 1-1 0 0,1 0 1 0 0,2-1-1 0 0,2 1 1 0 0,1 1-1 0 0,3-1 1 0 0,9 60 0 0 0,101 567 188 0 0,19 101-400 0 0,-15-98 42 0 0,35 153-163 0 0,6 29 1018 0 0,-126-667 621 0 0,66 493 987 0 0,-86-547-2048 0 0,-6 0 0 0 0,-6 0 0 0 0,-20 154 0 0 0,20-278-346 0 0,-13 70 624 0 0,13-72-620 0 0,-1-1-1 0 0,0 1 1 0 0,0-1-1 0 0,0 0 1 0 0,-1 1 0 0 0,0-1-1 0 0,0 0 1 0 0,0-1-1 0 0,0 1 1 0 0,-1 0-1 0 0,-5 4 1 0 0,4-7-25 0 0,0-1 0 0 0,0 1 0 0 0,0-1 0 0 0,0 0 0 0 0,-1 0 0 0 0,1 0 0 0 0,-1-1 0 0 0,1 0 0 0 0,0 0 0 0 0,-1 0 0 0 0,-6-2 0 0 0,0 1 0 0 0,-226-17-608 0 0,106 6 100 0 0,-154 6-1 0 0,-405 66-582 0 0,40-1 1481 0 0,528-53-19 0 0,-377 37 808 0 0,438-33-1503 0 0,0 3 0 0 0,1 3 0 0 0,1 2 0 0 0,1 3-1 0 0,-111 56 1 0 0,115-46-179 0 0,-208 106-794 0 0,175-91-1704 0 0,73-37-2296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6:21.1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52 5 8290 0 0,'0'-4'829'0'0,"4"10"-676"0"0,5 12-164 0 0,1 13 209 0 0,-1 0 1 0 0,-2 1-1 0 0,-2 0 1 0 0,4 49 0 0 0,-8 133 824 0 0,-3-151-1060 0 0,-29 621 221 0 0,7-240 131 0 0,7-73 118 0 0,-15 566 486 0 0,46-38-925 0 0,-7-630-52 0 0,19 474-86 0 0,-9-526 843 0 0,2 151 914 0 0,-20-337-1520 0 0,2-6 301 0 0,-1 0 0 0 0,-1 0 0 0 0,-2 0 1 0 0,0 0-1 0 0,-2 0 0 0 0,-1 0 0 0 0,-11 29 0 0 0,16-51-342 0 0,-4 6-182 0 0,1 0 1 0 0,1 1-1 0 0,-1-1 0 0 0,1 1 1 0 0,1 0-1 0 0,0 0 0 0 0,-1 19 1 0 0,4-24-1608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22.9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42 8754 0 0,'0'-3'86'0'0,"0"-1"-1"0"0,0 1 1 0 0,1-1-1 0 0,-1 1 1 0 0,1-1 0 0 0,0 1-1 0 0,0-1 1 0 0,2-3 0 0 0,-3 7-85 0 0,0 0 0 0 0,0-1 0 0 0,1 1 1 0 0,-1-1-1 0 0,0 1 0 0 0,0-1 0 0 0,1 1 1 0 0,-1 0-1 0 0,0-1 0 0 0,1 1 0 0 0,-1 0 1 0 0,1-1-1 0 0,-1 1 0 0 0,0 0 0 0 0,1 0 1 0 0,-1-1-1 0 0,1 1 0 0 0,-1 0 0 0 0,1 0 1 0 0,-1 0-1 0 0,0 0 0 0 0,1 0 0 0 0,-1-1 1 0 0,1 1-1 0 0,0 0 0 0 0,0 1 74 0 0,0-1-1 0 0,1 1 0 0 0,-1-1 1 0 0,0 1-1 0 0,0-1 1 0 0,0 1-1 0 0,0-1 0 0 0,0 1 1 0 0,0 0-1 0 0,0 0 1 0 0,0 0-1 0 0,0-1 0 0 0,-1 1 1 0 0,1 0-1 0 0,1 2 1 0 0,2 3 255 0 0,0 0 1 0 0,0 1-1 0 0,-1-1 1 0 0,0 1-1 0 0,0 0 1 0 0,-1 0-1 0 0,0 0 1 0 0,3 14-1 0 0,5 65 1265 0 0,-8-58-1151 0 0,14 627 3753 0 0,-16-340-3576 0 0,25 200-423 0 0,-8-360-140 0 0,49 198-1 0 0,-65-350-57 0 0,93 420 0 0 0,-75-313 0 0 0,7 210 0 0 0,-25-267-126 0 0,-3 112-1105 0 0,0-146 356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23.6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193 156 5065 0 0,'-57'13'571'0'0,"-79"14"2324"0"0,155-19 2407 0 0,16 2-5060 0 0,22-4 335 0 0,-1-3-1 0 0,82-4 1 0 0,114-22 352 0 0,-139 10-619 0 0,130-17 278 0 0,34-3 48 0 0,-160 22-425 0 0,373-26 241 0 0,54 18-222 0 0,152-6 177 0 0,249-6-12 0 0,-1 51-42 0 0,-893-17-639 0 0,-1 1 0 0 0,0 2 0 0 0,0 3 0 0 0,-1 2 0 0 0,74 26 0 0 0,-88-19-1174 0 0,-22-9-3552 0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24.6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24 125 3225 0 0,'-8'-25'940'0'0,"4"11"3006"0"0,0-1-1 0 0,-2-24 1 0 0,4 7-1344 0 0,11 61-258 0 0,55 265-1255 0 0,-48-234-1281 0 0,23 96 526 0 0,-33-127-1187 0 0,-2 1 1 0 0,-2-1 0 0 0,-1 45-1 0 0,-1-62-1179 0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25.1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69 7834 0 0,'0'0'117'0'0,"-1"0"1"0"0,0 0 0 0 0,1-1-1 0 0,-1 1 1 0 0,1 0-1 0 0,-1 0 1 0 0,1 0 0 0 0,-1-1-1 0 0,1 1 1 0 0,-1 0-1 0 0,1-1 1 0 0,-1 1 0 0 0,1 0-1 0 0,-1-1 1 0 0,1 1-1 0 0,-1-1 1 0 0,1 1 0 0 0,0 0-1 0 0,-1-1 1 0 0,1 1 0 0 0,0-1-1 0 0,0 1 1 0 0,-1-1-1 0 0,1 1 1 0 0,0-1 0 0 0,0 0-1 0 0,-1 1 1 0 0,1-1-1 0 0,0 1 1 0 0,0-1 0 0 0,0 1-1 0 0,0-1 1 0 0,0 0 0 0 0,0 1-1 0 0,0-1 1 0 0,0 1-1 0 0,0-1 1 0 0,0 1 0 0 0,1-1-1 0 0,-1 0 1 0 0,0 1-1 0 0,0-1 1 0 0,0 1 0 0 0,1-1-1 0 0,-1 1 1 0 0,0-1 0 0 0,0 1-1 0 0,1-1 1 0 0,-1 1-1 0 0,1-1 1 0 0,-1 1 0 0 0,0 0-1 0 0,1-1 1 0 0,-1 1-1 0 0,1 0 1 0 0,0-1 0 0 0,1-2 216 0 0,1 1 0 0 0,0-1 1 0 0,0 1-1 0 0,0-1 1 0 0,1 1-1 0 0,5-3 0 0 0,11-1-68 0 0,0 1 1 0 0,0 0-1 0 0,1 2 0 0 0,-1 0 0 0 0,1 1 0 0 0,38 2 0 0 0,-29 2 51 0 0,0 1 0 0 0,0 2-1 0 0,-1 1 1 0 0,32 10-1 0 0,-52-13-337 0 0,-2 1-1 0 0,1-1 1 0 0,0 1-1 0 0,-1 1 1 0 0,0-1-1 0 0,0 1 1 0 0,0 0-1 0 0,0 1 1 0 0,-1 0-1 0 0,0 0 1 0 0,0 0-1 0 0,-1 1 1 0 0,1 0-1 0 0,-1 0 0 0 0,-1 0 1 0 0,0 0-1 0 0,0 1 1 0 0,0 0-1 0 0,-1 0 1 0 0,0 0-1 0 0,0 0 1 0 0,-1 0-1 0 0,0 1 1 0 0,1 13-1 0 0,-2-8-10 0 0,0 0 0 0 0,0 0 1 0 0,-2 0-1 0 0,0 1 0 0 0,0-1 0 0 0,-1 0 0 0 0,-1-1 0 0 0,0 1 0 0 0,-1 0 0 0 0,-1-1 1 0 0,0 0-1 0 0,-1 0 0 0 0,0 0 0 0 0,-11 16 0 0 0,4-11 35 0 0,-1-1-1 0 0,-1 0 1 0 0,-1-1-1 0 0,0 0 1 0 0,-1-2 0 0 0,-1 0-1 0 0,0 0 1 0 0,-1-2-1 0 0,-25 13 1 0 0,23-15-880 0 0,0-1 0 0 0,-39 10 1 0 0,40-16-4492 0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25.5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260 0 2761 0 0,'-33'4'1921'0'0,"12"-2"343"0"0,0 0 0 0 0,-39 11 0 0 0,55-11-1957 0 0,-1 0 0 0 0,1 0 0 0 0,0 0 0 0 0,0 1 0 0 0,0-1 0 0 0,0 1 0 0 0,0 1 0 0 0,1-1 0 0 0,-1 1 0 0 0,1-1 0 0 0,0 1 0 0 0,0 1 0 0 0,1-1 0 0 0,-1 0 0 0 0,-4 9 0 0 0,0 1-191 0 0,1 1 0 0 0,1 0 0 0 0,0 0 0 0 0,1 0-1 0 0,1 1 1 0 0,0 0 0 0 0,1 0 0 0 0,1 0 0 0 0,1 0 0 0 0,0 0-1 0 0,1 0 1 0 0,0 1 0 0 0,2-1 0 0 0,5 31 0 0 0,-5-42-81 0 0,0 0 0 0 0,0 0 0 0 0,0 0 0 0 0,1 0 1 0 0,-1 0-1 0 0,1 0 0 0 0,1-1 0 0 0,-1 1 0 0 0,0-1 0 0 0,1 0 1 0 0,0 0-1 0 0,0 0 0 0 0,0-1 0 0 0,0 1 0 0 0,7 2 0 0 0,-4-2 81 0 0,0-1-1 0 0,0 0 0 0 0,1 0 0 0 0,-1 0 0 0 0,1-1 0 0 0,0-1 1 0 0,-1 1-1 0 0,1-1 0 0 0,13 0 0 0 0,0-2 149 0 0,1 0 0 0 0,-1-2-1 0 0,0 0 1 0 0,0-2 0 0 0,0 0 0 0 0,37-15 0 0 0,-29 8-534 0 0,-1 0 1 0 0,-1-2-1 0 0,0-1 1 0 0,48-37 0 0 0,-50 31-825 0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28.1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92 328 3225 0 0,'-92'30'2073'0'0,"124"-19"1467"0"0,5-10-3083 0 0,-1-2 0 0 0,0-2-1 0 0,50-9 1 0 0,-5 1 16 0 0,185-19-1193 0 0,415-37 1666 0 0,-318 31-425 0 0,91-5-203 0 0,-222 27-344 0 0,35-1 161 0 0,-104 10 1128 0 0,162 1-603 0 0,235 29-580 0 0,-307-26 249 0 0,-60-3-162 0 0,-18 0 496 0 0,192-31 0 0 0,-185 15-725 0 0,-15 7 62 0 0,138-20 0 0 0,-225 22 0 0 0,116-2 0 0 0,12 0 0 0 0,-22 6 344 0 0,-175 7-302 0 0,-4-2-1409 0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29.0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68 6449 0 0,'0'-6'471'0'0,"0"1"0"0"0,0-1 0 0 0,0 1 0 0 0,1-1-1 0 0,2-9 1 0 0,-3 14-287 0 0,0 0 1 0 0,0 0-1 0 0,0 0 0 0 0,0 0 0 0 0,1 0 0 0 0,-1 0 1 0 0,0 0-1 0 0,1 0 0 0 0,-1 0 0 0 0,1 0 0 0 0,-1 0 0 0 0,1 0 1 0 0,0 0-1 0 0,-1 0 0 0 0,1 0 0 0 0,0 0 0 0 0,0 1 0 0 0,0-1 1 0 0,-1 0-1 0 0,1 1 0 0 0,0-1 0 0 0,0 0 0 0 0,0 1 1 0 0,0-1-1 0 0,0 1 0 0 0,0-1 0 0 0,0 1 0 0 0,0 0 0 0 0,0 0 1 0 0,0-1-1 0 0,1 1 0 0 0,-1 0 0 0 0,0 0 0 0 0,0 0 0 0 0,0 0 1 0 0,1 0-1 0 0,0 1-44 0 0,0 0 1 0 0,-1 0-1 0 0,1 0 1 0 0,-1 0-1 0 0,1 0 1 0 0,-1 1-1 0 0,1-1 1 0 0,-1 0-1 0 0,0 1 1 0 0,0-1-1 0 0,1 1 1 0 0,-1-1-1 0 0,0 1 1 0 0,0 0-1 0 0,-1-1 1 0 0,1 1-1 0 0,0 0 1 0 0,0 0-1 0 0,-1 0 1 0 0,1 2-1 0 0,8 40 616 0 0,-9-43-717 0 0,5 49 625 0 0,-3 79 0 0 0,2 36-884 0 0,-2-147-193 0 0,1 0 0 0 0,0 0 0 0 0,1-1 0 0 0,2 0 0 0 0,-1 0 0 0 0,2 0 0 0 0,8 16 0 0 0,-3-14-1774 0 0,0-4-3590 0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29.3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24 153 7370 0 0,'-1'0'229'0'0,"0"0"0"0"0,0 1 0 0 0,0-1 0 0 0,0 0 0 0 0,0 1 0 0 0,0-1 0 0 0,0 1 0 0 0,1 0 1 0 0,-1-1-1 0 0,0 1 0 0 0,0 0 0 0 0,0-1 0 0 0,1 1 0 0 0,-1 0 0 0 0,0 0 0 0 0,1-1 0 0 0,-1 1 1 0 0,1 0-1 0 0,-1 0 0 0 0,1 0 0 0 0,0 0 0 0 0,-1 0 0 0 0,1 0 0 0 0,0 0 0 0 0,-1 0 1 0 0,1 1-1 0 0,-5 28 1614 0 0,5-13-1707 0 0,0-1 0 0 0,2 1 0 0 0,0 0 0 0 0,0-1 0 0 0,9 29 0 0 0,-9-39-168 0 0,-1-1 1 0 0,1 0-1 0 0,0 0 0 0 0,0 0 0 0 0,0 0 0 0 0,1 0 1 0 0,-1-1-1 0 0,1 1 0 0 0,1-1 0 0 0,-1 0 0 0 0,0 1 0 0 0,1-2 1 0 0,0 1-1 0 0,0 0 0 0 0,0-1 0 0 0,0 1 0 0 0,1-1 1 0 0,0-1-1 0 0,-1 1 0 0 0,1 0 0 0 0,8 2 0 0 0,-10-4 51 0 0,0-1 0 0 0,1 1 0 0 0,-1-1-1 0 0,0 0 1 0 0,1 0 0 0 0,-1 0-1 0 0,0 0 1 0 0,0-1 0 0 0,1 1 0 0 0,-1-1-1 0 0,0 0 1 0 0,0 0 0 0 0,0 0 0 0 0,1 0-1 0 0,-1 0 1 0 0,5-4 0 0 0,-4 2 88 0 0,1-1 0 0 0,-1 1-1 0 0,0-1 1 0 0,0 0 0 0 0,0-1 0 0 0,-1 1 0 0 0,0 0 0 0 0,1-1 0 0 0,2-6 0 0 0,0-1 159 0 0,0-1 1 0 0,-1 0 0 0 0,-1 0-1 0 0,0 0 1 0 0,-1 0 0 0 0,0-1-1 0 0,1-17 1 0 0,-4 18-64 0 0,0 0-1 0 0,-1-1 1 0 0,0 1 0 0 0,-1 0-1 0 0,0 0 1 0 0,-1 0-1 0 0,-1 0 1 0 0,0 0 0 0 0,-11-21-1 0 0,13 28-248 0 0,-1 0-1 0 0,-1 0 1 0 0,1 1-1 0 0,-1-1 1 0 0,0 1-1 0 0,0 0 1 0 0,0 0-1 0 0,-1 0 1 0 0,0 0-1 0 0,0 1 1 0 0,0 0-1 0 0,-1 0 1 0 0,1 0-1 0 0,-1 1 1 0 0,0 0-1 0 0,0 0 1 0 0,0 0-1 0 0,0 1 1 0 0,-1 0-1 0 0,1 0 0 0 0,-9-1 1 0 0,-2 3-1856 0 0,1 4-4721 0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29.7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37 6913 0 0,'1'2'379'0'0,"-1"1"-1"0"0,1-1 1 0 0,-1 0-1 0 0,1 1 1 0 0,-1-1-1 0 0,0 1 1 0 0,0-1-1 0 0,0 1 0 0 0,-1-1 1 0 0,1 0-1 0 0,-1 4 1 0 0,0-2 137 0 0,0 8-37 0 0,0 0 1 0 0,0 0-1 0 0,2 0 1 0 0,-1 0-1 0 0,2 0 1 0 0,-1 0 0 0 0,2 0-1 0 0,3 12 1 0 0,-5-19-510 0 0,1-1 1 0 0,0 0-1 0 0,1 0 1 0 0,-1 0-1 0 0,0 0 1 0 0,1 0-1 0 0,0 0 0 0 0,0-1 1 0 0,0 1-1 0 0,1-1 1 0 0,-1 0-1 0 0,1 0 1 0 0,-1 0-1 0 0,1-1 1 0 0,0 1-1 0 0,0-1 1 0 0,0 0-1 0 0,0 0 1 0 0,1 0-1 0 0,-1-1 1 0 0,1 1-1 0 0,-1-1 1 0 0,1 0-1 0 0,5 0 1 0 0,-5 0 22 0 0,1-1 1 0 0,-1 1 0 0 0,0-1 0 0 0,1 0-1 0 0,-1-1 1 0 0,1 1 0 0 0,-1-1-1 0 0,0 0 1 0 0,1-1 0 0 0,-1 1 0 0 0,0-1-1 0 0,0 0 1 0 0,0 0 0 0 0,0-1 0 0 0,0 1-1 0 0,-1-1 1 0 0,8-6 0 0 0,-8 6 163 0 0,-1 0 1 0 0,0-1-1 0 0,0 1 1 0 0,0-1-1 0 0,-1 1 1 0 0,1-1-1 0 0,-1 0 1 0 0,0 0-1 0 0,0 0 1 0 0,0 0 0 0 0,-1 0-1 0 0,0-1 1 0 0,1 1-1 0 0,-1-1 1 0 0,-1 1-1 0 0,1-1 1 0 0,-1 1-1 0 0,1-1 1 0 0,-1 1-1 0 0,-1-1 1 0 0,0-6-1 0 0,-1 2 132 0 0,0-1 0 0 0,0 1 0 0 0,-1 0 0 0 0,0 0 0 0 0,-1 0-1 0 0,0 0 1 0 0,0 1 0 0 0,-9-13 0 0 0,-9-5-1942 0 0,-4 4-3547 0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30.0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78 11522 0 0,'2'0'471'0'0,"0"0"0"0"0,1 1-1 0 0,-1 0 1 0 0,0-1 0 0 0,0 1-1 0 0,0 0 1 0 0,0 0-1 0 0,0 0 1 0 0,0 0 0 0 0,0 0-1 0 0,-1 1 1 0 0,1-1-1 0 0,0 1 1 0 0,-1-1 0 0 0,1 1-1 0 0,-1-1 1 0 0,3 4-1 0 0,22 35 1577 0 0,-21-31-1908 0 0,3 4-109 0 0,5 9 29 0 0,1-1-1 0 0,1 0 1 0 0,18 20 0 0 0,-30-37-54 0 0,1 0 1 0 0,0 0 0 0 0,0 0 0 0 0,1 0-1 0 0,-1-1 1 0 0,1 0 0 0 0,-1 0 0 0 0,1 0 0 0 0,0 0-1 0 0,0-1 1 0 0,1 0 0 0 0,-1 0 0 0 0,0 0-1 0 0,1 0 1 0 0,-1-1 0 0 0,1 0 0 0 0,-1-1 0 0 0,1 1-1 0 0,0-1 1 0 0,5 0 0 0 0,-8-1 13 0 0,0 0 1 0 0,0 0 0 0 0,0 0-1 0 0,0 0 1 0 0,-1 0-1 0 0,1-1 1 0 0,0 1-1 0 0,-1-1 1 0 0,1 0-1 0 0,-1 0 1 0 0,0 0 0 0 0,1 0-1 0 0,-1 0 1 0 0,0 0-1 0 0,0-1 1 0 0,0 1-1 0 0,-1-1 1 0 0,1 1 0 0 0,-1-1-1 0 0,2-3 1 0 0,4-9 193 0 0,-1-1 0 0 0,7-26 1 0 0,-5 15-89 0 0,2-1-122 0 0,0-4-893 0 0,29-60-1 0 0,-27 71-6989 0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30.6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17 215 4609 0 0,'-4'-12'596'0'0,"1"0"0"0"0,0-1 0 0 0,1 1 0 0 0,0-1 1 0 0,1 0-1 0 0,0 1 0 0 0,1-1 0 0 0,0 0 0 0 0,4-19 0 0 0,-3 24-83 0 0,1 0 0 0 0,0 1 0 0 0,0-1 0 0 0,5-9 0 0 0,-7 16-330 0 0,1-1 1 0 0,0 0 0 0 0,0 0-1 0 0,0 1 1 0 0,0-1 0 0 0,1 0-1 0 0,-1 1 1 0 0,0-1 0 0 0,1 1 0 0 0,1-2-1 0 0,-2 3-89 0 0,-1-1 0 0 0,1 1 0 0 0,0 0-1 0 0,-1 0 1 0 0,1-1 0 0 0,0 1 0 0 0,-1 0 0 0 0,1 0-1 0 0,0 0 1 0 0,-1 0 0 0 0,1 0 0 0 0,0 0 0 0 0,-1 0-1 0 0,1 0 1 0 0,0 0 0 0 0,-1 0 0 0 0,1 0 0 0 0,0 0-1 0 0,-1 1 1 0 0,1-1 0 0 0,0 0 0 0 0,-1 0 0 0 0,1 1-1 0 0,-1-1 1 0 0,1 0 0 0 0,-1 1 0 0 0,1-1 0 0 0,0 1-1 0 0,0 0 1 0 0,2 4 77 0 0,1 0-1 0 0,-1 0 0 0 0,-1 0 1 0 0,1 0-1 0 0,-1 1 0 0 0,0-1 1 0 0,0 1-1 0 0,0 0 0 0 0,-1 0 1 0 0,0 0-1 0 0,0-1 0 0 0,0 9 1 0 0,3 7 73 0 0,11 74 172 0 0,-9-53-320 0 0,1 0 1 0 0,2-1 0 0 0,18 48 0 0 0,-23-77-139 0 0,1-1 1 0 0,0 0 0 0 0,1 0 0 0 0,0-1 0 0 0,1 1 0 0 0,0-1 0 0 0,0-1-1 0 0,1 0 1 0 0,0 0 0 0 0,1 0 0 0 0,0-1 0 0 0,1 0 0 0 0,-1-1 0 0 0,1 0 0 0 0,19 9-1 0 0,-25-14-39 0 0,0 0-1 0 0,1 0 0 0 0,-1 0 0 0 0,0-1 0 0 0,1 0 0 0 0,-1 0 0 0 0,1 0 0 0 0,0-1 1 0 0,-1 1-1 0 0,1-1 0 0 0,-1 0 0 0 0,1-1 0 0 0,0 1 0 0 0,-1-1 0 0 0,1 0 0 0 0,-1 0 0 0 0,6-2 1 0 0,-6 1-258 0 0,1 0 0 0 0,-1 0-1 0 0,0-1 1 0 0,0 1 0 0 0,-1-1 0 0 0,1 0 0 0 0,-1 0 0 0 0,1 0 0 0 0,-1 0 0 0 0,0-1 0 0 0,3-3 0 0 0,3-8-5225 0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30.8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10 109 14283 0 0,'-1'1'44'0'0,"1"-1"-1"0"0,-1 0 1 0 0,1 0-1 0 0,-1 1 1 0 0,1-1 0 0 0,0 0-1 0 0,-1 0 1 0 0,1 1-1 0 0,-1-1 1 0 0,1 1 0 0 0,-1-1-1 0 0,1 0 1 0 0,0 1-1 0 0,-1-1 1 0 0,1 1 0 0 0,0-1-1 0 0,-1 1 1 0 0,1-1 0 0 0,0 1-1 0 0,0-1 1 0 0,0 1-1 0 0,-1-1 1 0 0,1 1 0 0 0,0-1-1 0 0,0 1 1 0 0,0 0-1 0 0,14-1 703 0 0,23-12 1540 0 0,0-7-1236 0 0,57-37-1 0 0,-63 35-2615 0 0,-10 8-5288 0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31.2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1 297 7834 0 0,'0'-1'54'0'0,"0"0"0"0"0,0 1 0 0 0,0-1 0 0 0,0 0 0 0 0,0 0 0 0 0,0 1 0 0 0,1-1-1 0 0,-1 0 1 0 0,0 0 0 0 0,0 1 0 0 0,1-1 0 0 0,-1 0 0 0 0,0 1 0 0 0,1-1 0 0 0,-1 0 0 0 0,0 1 0 0 0,1-1 0 0 0,-1 0 0 0 0,1 1 0 0 0,0-1 0 0 0,-1 1 0 0 0,1-1 0 0 0,-1 1 0 0 0,1-1 0 0 0,0 1 0 0 0,-1 0 0 0 0,1-1 0 0 0,1 0 0 0 0,25-14 2003 0 0,-21 12-1485 0 0,132-63 6038 0 0,2 15-3542 0 0,155-25-2121 0 0,-162 44-2573 0 0,-48 3-4607 0 0,-72 24 4458 0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31.4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5065 0 0,'17'3'8264'0'0,"10"-3"-5372"0"0,-20-1-2553 0 0,1 1-1 0 0,0 0 1 0 0,0 0 0 0 0,-1 1-1 0 0,1 0 1 0 0,0 1 0 0 0,-1 0 0 0 0,1 0-1 0 0,-1 0 1 0 0,0 1 0 0 0,0 0 0 0 0,0 0-1 0 0,0 1 1 0 0,0 0 0 0 0,-1 0-1 0 0,0 1 1 0 0,7 5 0 0 0,-7-5-330 0 0,-1 1 0 0 0,0 0 0 0 0,0 0-1 0 0,0 0 1 0 0,0 1 0 0 0,-1 0 0 0 0,0-1 0 0 0,-1 2 0 0 0,1-1 0 0 0,-1 0 0 0 0,-1 1-1 0 0,1-1 1 0 0,-1 1 0 0 0,-1 0 0 0 0,1-1 0 0 0,-2 1 0 0 0,1 0 0 0 0,-1 0 0 0 0,0 0 0 0 0,0 0-1 0 0,-1 0 1 0 0,0 0 0 0 0,0 0 0 0 0,-1-1 0 0 0,-5 13 0 0 0,0-2-816 0 0,-1-1 1 0 0,-1-1-1 0 0,-20 30 1 0 0,13-25-6234 0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32.3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0 158 9218 0 0,'6'1'799'0'0,"-1"0"0"0"0,1 0 0 0 0,0 1 0 0 0,-1 0 1 0 0,0 0-1 0 0,0 0 0 0 0,1 1 0 0 0,-1-1 0 0 0,0 1 0 0 0,-1 1 0 0 0,1-1 0 0 0,5 6 0 0 0,72 67 464 0 0,-59-54-1186 0 0,0 0 0 0 0,33 24 1 0 0,-33-32-65 0 0,0-1 0 0 0,1-1 1 0 0,35 13-1 0 0,-44-20 11 0 0,-1 0 1 0 0,1-2-1 0 0,0 0 1 0 0,0 0-1 0 0,0-1 1 0 0,0-1-1 0 0,22-1 1 0 0,-35 0 10 0 0,-1 0 0 0 0,1 0 0 0 0,0-1 0 0 0,0 1 0 0 0,-1 0-1 0 0,1-1 1 0 0,0 0 0 0 0,-1 1 0 0 0,1-1 0 0 0,-1 0 0 0 0,1 0 0 0 0,-1 0 0 0 0,1 0 0 0 0,-1 0 0 0 0,1 0 0 0 0,-1 0 0 0 0,0 0 0 0 0,0 0 0 0 0,1-1 0 0 0,-1 1-1 0 0,0-1 1 0 0,0 1 0 0 0,0-1 0 0 0,-1 1 0 0 0,1-1 0 0 0,0 1 0 0 0,0-1 0 0 0,-1 0 0 0 0,1 0 0 0 0,-1 1 0 0 0,0-1 0 0 0,0 0 0 0 0,1-2 0 0 0,-1-8 93 0 0,0 1 1 0 0,-1 0 0 0 0,0-1 0 0 0,-4-15 0 0 0,0-6-42 0 0,2-6 74 0 0,1 0-1 0 0,6-52 1 0 0,-1 67-1077 0 0,1 0 0 0 0,11-38 0 0 0,-9 43-6660 0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32.7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10594 0 0,'0'0'819'0'0,"6"19"739"0"0,65 245 6897 0 0,-43-177-10339 0 0,3-2-4746 0 0,-25-69 1048 0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33.1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132 1 3681 0 0,'-5'3'259'0'0,"1"0"0"0"0,0 1 0 0 0,0-1 0 0 0,0 1 0 0 0,0 0 0 0 0,0 0 0 0 0,1 0 0 0 0,0 1 0 0 0,0-1 0 0 0,0 1 0 0 0,0 0 0 0 0,-3 9 0 0 0,-4 10-79 0 0,-8 33-1 0 0,16-51 0 0 0,-9 30-12 0 0,1-6-278 0 0,2-1 1 0 0,1 1 0 0 0,1 0 0 0 0,-3 45 0 0 0,12-60 299 0 0,5-21 427 0 0,7-23 288 0 0,-9 5-719 0 0,-2-1-1 0 0,0 0 1 0 0,-1 0-1 0 0,-2-1 1 0 0,-1-31 0 0 0,-1 29 851 0 0,1 0 0 0 0,2 1 1 0 0,9-50-1 0 0,-11 76-901 0 0,1 0 0 0 0,-1 0 0 0 0,1 0-1 0 0,-1 0 1 0 0,1 1 0 0 0,-1-1 0 0 0,1 0-1 0 0,-1 0 1 0 0,1 0 0 0 0,0 0-1 0 0,0 1 1 0 0,-1-1 0 0 0,1 0 0 0 0,0 1-1 0 0,0-1 1 0 0,0 1 0 0 0,0-1 0 0 0,0 1-1 0 0,0-1 1 0 0,0 1 0 0 0,0 0 0 0 0,0-1-1 0 0,0 1 1 0 0,0 0 0 0 0,0 0 0 0 0,0-1-1 0 0,0 1 1 0 0,0 0 0 0 0,0 0-1 0 0,0 0 1 0 0,0 1 0 0 0,0-1 0 0 0,0 0-1 0 0,0 0 1 0 0,0 1 0 0 0,0-1 0 0 0,0 0-1 0 0,0 1 1 0 0,0-1 0 0 0,1 1 0 0 0,9 3 575 0 0,0 1 0 0 0,19 11 0 0 0,-16-8-532 0 0,23 14-182 0 0,-15-6-240 0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49.2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15 11522 0 0,'6'-15'3244'0'0,"0"22"-1705"0"0,0 28-975 0 0,-5-29-469 0 0,6 42 59 0 0,2 0 0 0 0,3 0 0 0 0,1-2 1 0 0,22 52-1 0 0,-27-82-118 0 0,0 0 1 0 0,1-1 0 0 0,0 0-1 0 0,1 0 1 0 0,1-1-1 0 0,16 16 1 0 0,-18-22 101 0 0,-1 0 1 0 0,1-1-1 0 0,0 0 1 0 0,1-1 0 0 0,0 0-1 0 0,0 0 1 0 0,0-1-1 0 0,0-1 1 0 0,1 0-1 0 0,20 5 1 0 0,-26-7-69 0 0,0-2 0 0 0,0 1-1 0 0,1-1 1 0 0,-1 0 0 0 0,0 0 0 0 0,0 0 0 0 0,0-1 0 0 0,0 1-1 0 0,0-1 1 0 0,0 0 0 0 0,0-1 0 0 0,0 0 0 0 0,7-3 0 0 0,-4 1-48 0 0,0 0 0 0 0,-1-1 0 0 0,1-1 0 0 0,-1 1 0 0 0,0-1 0 0 0,-1 0 0 0 0,8-9-1 0 0,-3 1-624 0 0,0 0-1 0 0,-1 0 1 0 0,-1-1-1 0 0,0-1 0 0 0,-2 0 1 0 0,1 0-1 0 0,6-23 0 0 0,-13 37 362 0 0,4-20-2303 0 0,-5 21 2382 0 0,0 0-1 0 0,0 1 0 0 0,0-1 1 0 0,0 0-1 0 0,0 0 1 0 0,0 1-1 0 0,0-1 1 0 0,0 0-1 0 0,0 0 0 0 0,0 1 1 0 0,0-1-1 0 0,0 0 1 0 0,0 0-1 0 0,-1 1 0 0 0,1-1 1 0 0,0 0-1 0 0,-1 0 1 0 0,1 1-1 0 0,0-1 0 0 0,-1 0 1 0 0,1 1-1 0 0,-1-1 1 0 0,0 0-1 0 0,-5-1 24 0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49.4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6 227 11058 0 0,'0'0'62'0'0,"-1"-1"0"0"0,1 1 0 0 0,0 0-1 0 0,-1 0 1 0 0,1 0 0 0 0,0-1 0 0 0,0 1-1 0 0,-1 0 1 0 0,1 0 0 0 0,0-1-1 0 0,0 1 1 0 0,-1 0 0 0 0,1-1 0 0 0,0 1-1 0 0,0 0 1 0 0,0 0 0 0 0,-1-1 0 0 0,1 1-1 0 0,0-1 1 0 0,0 1 0 0 0,0 0 0 0 0,0-1-1 0 0,0 1 1 0 0,0 0 0 0 0,0-1 0 0 0,0 1-1 0 0,0 0 1 0 0,0-1 0 0 0,0 1-1 0 0,0-1 1 0 0,0 1 0 0 0,0 0 0 0 0,0-1-1 0 0,0 1 1 0 0,0-1 0 0 0,12-15 1549 0 0,24-15 809 0 0,-30 27-1847 0 0,35-27 518 0 0,57-34-1 0 0,-22 28-3600 0 0,-57 30 439 0 0,-1 1 1 0 0,26-5-1 0 0,-11 4-455 0 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49.8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0 133 8754 0 0,'22'-2'2795'0'0,"-1"0"1"0"0,42-12 0 0 0,18-2-233 0 0,156-4 229 0 0,119 17-3449 0 0,-299 3-306 0 0,1-2 0 0 0,0-3-1 0 0,-1-2 1 0 0,0-3 0 0 0,106-32-1 0 0,-137 33-260 0 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50.0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 1 7370 0 0,'-3'1'293'0'0,"-1"1"0"0"0,0 0 0 0 0,0 0 0 0 0,1 0 1 0 0,-1 1-1 0 0,1-1 0 0 0,-6 6 0 0 0,9-8-170 0 0,0 1 0 0 0,-1-1 0 0 0,1 0-1 0 0,0 1 1 0 0,-1-1 0 0 0,1 1 0 0 0,0-1 0 0 0,-1 1-1 0 0,1-1 1 0 0,0 1 0 0 0,0-1 0 0 0,0 1 0 0 0,0-1 0 0 0,-1 1-1 0 0,1-1 1 0 0,0 1 0 0 0,0 0 0 0 0,0-1 0 0 0,0 1-1 0 0,0-1 1 0 0,0 1 0 0 0,0-1 0 0 0,1 1 0 0 0,-1 0-1 0 0,1 0 56 0 0,-1 0-1 0 0,1 0 0 0 0,0 0 0 0 0,0 0 0 0 0,0 0 1 0 0,0-1-1 0 0,0 1 0 0 0,0 0 0 0 0,0-1 1 0 0,0 1-1 0 0,0-1 0 0 0,0 1 0 0 0,0-1 0 0 0,0 1 1 0 0,1-1-1 0 0,1 1 0 0 0,51 13 2439 0 0,-31-10-2220 0 0,0 2-1 0 0,-1 1 1 0 0,1 0-1 0 0,-1 2 1 0 0,-1 1-1 0 0,0 0 0 0 0,36 25 1 0 0,-49-30-370 0 0,-1 1 0 0 0,0 0-1 0 0,-1 1 1 0 0,1-1 0 0 0,-1 1 0 0 0,-1 1 0 0 0,1-1-1 0 0,-1 1 1 0 0,0 0 0 0 0,-1 0 0 0 0,4 9 0 0 0,-7-12 2 0 0,1 0 1 0 0,-1 0 0 0 0,0-1-1 0 0,-1 1 1 0 0,1 0-1 0 0,-1 0 1 0 0,0 0-1 0 0,0 0 1 0 0,0 0 0 0 0,-1 0-1 0 0,0 0 1 0 0,0 0-1 0 0,0 0 1 0 0,-1 0 0 0 0,1 0-1 0 0,-1-1 1 0 0,0 1-1 0 0,-1-1 1 0 0,1 1 0 0 0,-1-1-1 0 0,-6 8 1 0 0,4-6-38 0 0,0 0 0 0 0,-1-1 1 0 0,1 1-1 0 0,-1-1 0 0 0,-8 5 1 0 0,-4 2-300 0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34.6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83 118 5985 0 0,'-3'-14'510'0'0,"0"0"-1"0"0,-12-27 0 0 0,14 38-227 0 0,0 0-1 0 0,0 0 0 0 0,-1 0 0 0 0,1 0 0 0 0,-1 0 1 0 0,0 1-1 0 0,0-1 0 0 0,0 0 0 0 0,0 1 0 0 0,0-1 1 0 0,-1 1-1 0 0,1 0 0 0 0,-1 0 0 0 0,0 0 0 0 0,1 0 1 0 0,-1 0-1 0 0,0 1 0 0 0,-6-3 0 0 0,9 4-204 0 0,-1 0 0 0 0,1 0 0 0 0,-1 1 0 0 0,0-1 0 0 0,1 0 0 0 0,-1 0 0 0 0,1 1 0 0 0,-1-1 0 0 0,1 0 0 0 0,-1 1 0 0 0,1-1 0 0 0,0 0 0 0 0,-1 1 0 0 0,1-1 0 0 0,-1 1 0 0 0,1-1 0 0 0,0 1 0 0 0,-1-1 0 0 0,1 1 0 0 0,0-1 0 0 0,-1 1 0 0 0,1-1 0 0 0,0 1 0 0 0,0-1 0 0 0,0 1 0 0 0,-1-1 0 0 0,1 1 0 0 0,0 0 0 0 0,0-1 1 0 0,0 1-1 0 0,0 0 0 0 0,-3 21 470 0 0,3-21-492 0 0,-2 47 392 0 0,3-1 0 0 0,1 0 0 0 0,11 61-1 0 0,39 140-211 0 0,-34-170-149 0 0,52 220 9 0 0,81 396-97 0 0,-19 297 3761 0 0,-104-811-3450 0 0,-5-43-1539 0 0,-21-101-565 0 0,-1-11-1463 0 0,0-9-2720 0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35.4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14 315 5065 0 0,'-2'2'417'0'0,"0"1"0"0"0,1-1-1 0 0,0 0 1 0 0,-1 1 0 0 0,1-1 0 0 0,0 1-1 0 0,0-1 1 0 0,0 1 0 0 0,-1 4 0 0 0,3-6-299 0 0,-1 0 0 0 0,0 0 0 0 0,0 0 0 0 0,1-1 0 0 0,-1 1 1 0 0,1 0-1 0 0,-1 0 0 0 0,1-1 0 0 0,-1 1 0 0 0,1 0 0 0 0,-1-1 0 0 0,1 1 0 0 0,-1 0 1 0 0,1-1-1 0 0,0 1 0 0 0,-1-1 0 0 0,1 1 0 0 0,0-1 0 0 0,0 1 0 0 0,-1-1 1 0 0,1 1-1 0 0,0-1 0 0 0,0 0 0 0 0,0 0 0 0 0,0 1 0 0 0,-1-1 0 0 0,1 0 0 0 0,0 0 1 0 0,0 0-1 0 0,0 0 0 0 0,0 0 0 0 0,0 0 0 0 0,0 0 0 0 0,-1 0 0 0 0,2 0 1 0 0,22 0 319 0 0,-1-1 1 0 0,0-1 0 0 0,40-9-1 0 0,19-2-465 0 0,-1 10-192 0 0,84 7 1 0 0,0 0 109 0 0,189-11 912 0 0,204-1 931 0 0,-245 9-1049 0 0,561-7 1009 0 0,-3-55-1113 0 0,-823 55-581 0 0,592-67 0 0 0,-165 24 232 0 0,-238 16-14 0 0,-25 2 12 0 0,-19 5-17 0 0,149-10 191 0 0,-309 35-440 0 0,12-1-291 0 0,0 2 0 0 0,0 2 0 0 0,69 13 1 0 0,-109-14-465 0 0,0-1-188 0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36.8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226 279 3681 0 0,'-33'2'1282'0'0,"0"2"0"0"0,0 0 0 0 0,-35 11 0 0 0,9 2 6902 0 0,79-11-7422 0 0,34 2-1732 0 0,60-4 40 0 0,142-13 1 0 0,11-1 956 0 0,-3 5 140 0 0,-36 0-86 0 0,352-33 393 0 0,-430 21-240 0 0,126-10 234 0 0,125-19-273 0 0,-292 30-126 0 0,142-25-57 0 0,78-11-13 0 0,799-6-241 0 0,-607 44 4000 0 0,-510 17-2703 0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37.6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93 161 4753 0 0,'-6'6'312'0'0,"-2"2"-73"0"0,9-14 165 0 0,6-14 716 0 0,-6 13-259 0 0,0 0-1 0 0,0 0 1 0 0,-1-1 0 0 0,0 1-1 0 0,0 0 1 0 0,-1 0 0 0 0,0 0 0 0 0,-4-12-1 0 0,0-11 1238 0 0,5 28-1894 0 0,0-1 0 0 0,0 1 0 0 0,-1-1 0 0 0,1 1 1 0 0,-1-1-1 0 0,0 1 0 0 0,0-1 0 0 0,0 1 1 0 0,0 0-1 0 0,0-1 0 0 0,0 1 0 0 0,-1 0 1 0 0,1 0-1 0 0,-1 0 0 0 0,-2-2 0 0 0,4 3-167 0 0,-1 1-1 0 0,1 0 1 0 0,-1-1-1 0 0,1 1 1 0 0,-1 0 0 0 0,1 0-1 0 0,-1-1 1 0 0,0 1-1 0 0,1 0 1 0 0,-1 0-1 0 0,1 0 1 0 0,-1 0 0 0 0,0 0-1 0 0,1 0 1 0 0,-1 0-1 0 0,1 0 1 0 0,-1 0-1 0 0,0 0 1 0 0,1 0-1 0 0,-1 0 1 0 0,0 0 0 0 0,1 0-1 0 0,-2 1 1 0 0,1 0-56 0 0,-1 0 0 0 0,1 0 1 0 0,-1 0-1 0 0,1 0 0 0 0,-1 1 1 0 0,1-1-1 0 0,0 1 0 0 0,0-1 0 0 0,-1 0 1 0 0,1 1-1 0 0,-1 3 0 0 0,-3 5-166 0 0,1 0 0 0 0,0 0 0 0 0,0 1-1 0 0,1-1 1 0 0,1 1 0 0 0,-1 0 0 0 0,2 0-1 0 0,0 0 1 0 0,0 0 0 0 0,1 0 0 0 0,0 0-1 0 0,1 0 1 0 0,4 20 0 0 0,-1-9-275 0 0,1-2 0 0 0,2 1 1 0 0,0-1-1 0 0,1 0 0 0 0,0 0 0 0 0,14 21 0 0 0,-11-23 17 0 0,1 0-1 0 0,1-1 0 0 0,0-1 0 0 0,18 16 0 0 0,-25-26 270 0 0,0 0-1 0 0,1 0 1 0 0,0-1-1 0 0,0 0 1 0 0,0-1-1 0 0,0 1 1 0 0,1-1-1 0 0,-1-1 1 0 0,1 0-1 0 0,0 0 1 0 0,1 0-1 0 0,15 2 1 0 0,-21-4 206 0 0,0-1-1 0 0,-1 0 1 0 0,1 0 0 0 0,0 0 0 0 0,0-1 0 0 0,0 1-1 0 0,0-1 1 0 0,-1 1 0 0 0,1-1 0 0 0,0 0 0 0 0,0 0-1 0 0,-1 0 1 0 0,1 0 0 0 0,-1-1 0 0 0,1 1 0 0 0,-1-1-1 0 0,5-3 1 0 0,-4 1 218 0 0,0 1-1 0 0,0-1 1 0 0,0 0-1 0 0,0-1 0 0 0,0 1 1 0 0,-1 0-1 0 0,0-1 1 0 0,0 1-1 0 0,3-9 1 0 0,-1-4 736 0 0,0 0 1 0 0,-2 0-1 0 0,1-1 0 0 0,-2-31 1 0 0,-1 28-517 0 0,-2 1 0 0 0,0-1 0 0 0,-2 1 0 0 0,0-1 0 0 0,-14-38 1 0 0,13 46-594 0 0,-1-1 0 0 0,0 1 0 0 0,-1 0 0 0 0,0 0 0 0 0,-1 1 0 0 0,-1 0 0 0 0,0 0 0 0 0,0 1 0 0 0,-14-12 0 0 0,-1 6-4742 0 0,-1 6-1591 0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40.7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50 1124 1840 0 0,'-15'4'5051'0'0,"13"-3"-4745"0"0,1-1 0 0 0,0 1 0 0 0,0 0 0 0 0,-1-1 0 0 0,1 0 0 0 0,0 1 0 0 0,-1-1 0 0 0,1 0 0 0 0,-1 0 0 0 0,1 1 0 0 0,-1-1 0 0 0,1 0 0 0 0,0-1 0 0 0,-1 1 0 0 0,1 0 0 0 0,-1 0 0 0 0,1 0 0 0 0,0-1 0 0 0,-2 0 0 0 0,2 0-207 0 0,0 0 0 0 0,1 0 1 0 0,-1 0-1 0 0,1 0 0 0 0,-1 0 1 0 0,1 0-1 0 0,0 0 0 0 0,-1 0 0 0 0,1 0 1 0 0,0 0-1 0 0,0 0 0 0 0,0 0 1 0 0,0 0-1 0 0,0 0 0 0 0,0 0 0 0 0,0 0 1 0 0,0 0-1 0 0,0 0 0 0 0,0 0 1 0 0,1 0-1 0 0,0-2 0 0 0,8-28-90 0 0,-7 24 85 0 0,42-138-428 0 0,53-163 977 0 0,-77 254-105 0 0,51-96 0 0 0,-55 121-349 0 0,2 2 0 0 0,0 0 0 0 0,2 1 1 0 0,43-43-1 0 0,-48 55-54 0 0,2 0-1 0 0,-1 2 1 0 0,2 0-1 0 0,0 0 1 0 0,27-11-1 0 0,-38 19-137 0 0,1 1 0 0 0,-1 0 0 0 0,1 0 0 0 0,0 1 0 0 0,0 0 0 0 0,0 0 0 0 0,0 1 0 0 0,0 0 0 0 0,0 0 0 0 0,0 1 0 0 0,0 0 0 0 0,0 1 0 0 0,0 0-1 0 0,0 0 1 0 0,0 0 0 0 0,0 1 0 0 0,9 4 0 0 0,-10-3-47 0 0,-1 1 0 0 0,0 0 0 0 0,-1 0 0 0 0,1 1 0 0 0,-1 0 0 0 0,0 0-1 0 0,0 0 1 0 0,0 1 0 0 0,-1-1 0 0 0,0 1 0 0 0,0 0 0 0 0,3 7 0 0 0,7 15-210 0 0,16 43 1 0 0,-19-42 200 0 0,14 28 16 0 0,2-1 0 0 0,2-2 0 0 0,3 0 0 0 0,48 61 0 0 0,253 347-37 0 0,-124-167 395 0 0,-154-212-64 0 0,-26-37 203 0 0,44 51-1 0 0,-63-85-403 0 0,0-1 0 0 0,1 0 0 0 0,1-1 0 0 0,0 0-1 0 0,0 0 1 0 0,1-2 0 0 0,0 1 0 0 0,28 12 0 0 0,-35-19-176 0 0,0 0 1 0 0,1-1 0 0 0,-1 0 0 0 0,1 0-1 0 0,-1 0 1 0 0,1 0 0 0 0,-1-1-1 0 0,1 0 1 0 0,-1-1 0 0 0,1 0 0 0 0,-1 0-1 0 0,1 0 1 0 0,-1 0 0 0 0,1-1-1 0 0,-1 0 1 0 0,0-1 0 0 0,0 1 0 0 0,0-1-1 0 0,0 0 1 0 0,-1-1 0 0 0,1 1-1 0 0,-1-1 1 0 0,8-8 0 0 0,1 0-1 0 0,-1-1 1 0 0,0-1 0 0 0,-1 0-1 0 0,-1-1 1 0 0,0 0-1 0 0,-1-1 1 0 0,9-19-1 0 0,3-12-87 0 0,-3-2-1 0 0,-1 1 0 0 0,12-63 0 0 0,21-157-822 0 0,-31 150 794 0 0,-14 87 210 0 0,52-265 2015 0 0,-39 221-206 0 0,54-137 0 0 0,-58 178-1615 0 0,1 1 0 0 0,1 1 0 0 0,2 0 0 0 0,42-52 0 0 0,-53 73-124 0 0,1 1-1 0 0,0 1 1 0 0,1 0-1 0 0,0 0 1 0 0,0 1-1 0 0,0 0 1 0 0,1 1-1 0 0,1 0 1 0 0,-1 0-1 0 0,1 1 1 0 0,0 1 0 0 0,0 0-1 0 0,1 1 1 0 0,0 0-1 0 0,-1 1 1 0 0,25-3-1 0 0,-32 7-46 0 0,0-1 0 0 0,0 1-1 0 0,1-1 1 0 0,-1 2 0 0 0,0-1-1 0 0,0 0 1 0 0,0 1-1 0 0,0 0 1 0 0,0 0 0 0 0,0 1-1 0 0,-1-1 1 0 0,1 1 0 0 0,-1 0-1 0 0,1 0 1 0 0,-1 1 0 0 0,0-1-1 0 0,0 1 1 0 0,5 7 0 0 0,7 8-77 0 0,-2 1 0 0 0,22 39 1 0 0,-22-35 55 0 0,9 16-108 0 0,-3 2 0 0 0,-1 0-1 0 0,-2 2 1 0 0,12 44 0 0 0,32 184-249 0 0,2 5-23 0 0,-45-227 178 0 0,2 0 0 0 0,3-1 0 0 0,42 67-1 0 0,15 33-461 0 0,-62-111 413 0 0,35 70 81 0 0,-47-99 69 0 0,0 0 1 0 0,0 0-1 0 0,0-1 1 0 0,1 0-1 0 0,1 0 1 0 0,-1 0 0 0 0,1-1-1 0 0,15 10 1 0 0,-18-14 128 0 0,-1-1 1 0 0,0-1-1 0 0,1 1 1 0 0,-1-1-1 0 0,1 0 1 0 0,0 0-1 0 0,-1 0 0 0 0,1 0 1 0 0,0-1-1 0 0,-1 0 1 0 0,1 0-1 0 0,0 0 1 0 0,0-1-1 0 0,-1 1 1 0 0,1-1-1 0 0,0 0 1 0 0,-1-1-1 0 0,1 1 1 0 0,-1-1-1 0 0,0 0 1 0 0,1 0-1 0 0,-1 0 0 0 0,6-4 1 0 0,10-8 286 0 0,-1 1 0 0 0,0-2-1 0 0,22-23 1 0 0,-29 26-206 0 0,19-19 166 0 0,-2-1 1 0 0,-1-1-1 0 0,-2-1 0 0 0,-2-2 0 0 0,-1-1 0 0 0,33-70 0 0 0,78-251 466 0 0,-102 263-481 0 0,-8 24-36 0 0,3-14 809 0 0,67-141 0 0 0,-78 196-909 0 0,-2 1-77 0 0,2 0-1 0 0,1 1 1 0 0,37-48-1 0 0,-52 74-26 0 0,-1-1 0 0 0,1 1 0 0 0,0 0-1 0 0,0 0 1 0 0,0 0 0 0 0,1 0 0 0 0,-1 1-1 0 0,0-1 1 0 0,1 0 0 0 0,-1 1 0 0 0,1 0-1 0 0,-1 0 1 0 0,1 0 0 0 0,0 0 0 0 0,-1 0-1 0 0,1 0 1 0 0,0 0 0 0 0,0 1-1 0 0,0 0 1 0 0,-1-1 0 0 0,1 1 0 0 0,0 0-1 0 0,0 1 1 0 0,0-1 0 0 0,3 1 0 0 0,-1 1 32 0 0,0 0 0 0 0,0 1 0 0 0,0 0 1 0 0,0 0-1 0 0,-1 0 0 0 0,1 0 0 0 0,-1 1 0 0 0,0 0 1 0 0,0 0-1 0 0,0 0 0 0 0,5 8 0 0 0,42 60 66 0 0,-4 2 0 0 0,64 135 0 0 0,-101-189 167 0 0,1 3-26 0 0,1-2 0 0 0,1 1 1 0 0,1-2-1 0 0,1 0 0 0 0,25 27 0 0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42.3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96 30 3817 0 0,'-34'8'2290'0'0,"23"-6"-1045"0"0,1 0-1 0 0,0 1 1 0 0,-20 8-1 0 0,54-1 518 0 0,15-9-1974 0 0,-1 0 1 0 0,1-3 0 0 0,59-9-1 0 0,-9 0-305 0 0,208-27-1372 0 0,-253 33-1593 0 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42.8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16 9218 0 0,'0'0'157'0'0,"0"-1"0"0"0,0 0 0 0 0,0 1 0 0 0,0-1 1 0 0,0 0-1 0 0,0 1 0 0 0,1-1 0 0 0,-1 0 0 0 0,0 1 0 0 0,0-1 0 0 0,1 1 0 0 0,-1-1 0 0 0,1 0 0 0 0,-1 1 1 0 0,0-1-1 0 0,1 1 0 0 0,-1-1 0 0 0,1 1 0 0 0,-1-1 0 0 0,1 1 0 0 0,0 0 0 0 0,-1-1 0 0 0,1 1 1 0 0,-1-1-1 0 0,1 1 0 0 0,0 0 0 0 0,-1 0 0 0 0,1-1 0 0 0,0 1 0 0 0,-1 0 0 0 0,1 0 0 0 0,0 0 0 0 0,-1 0 1 0 0,1 0-1 0 0,0 0 0 0 0,-1 0 0 0 0,1 0 0 0 0,0 0 0 0 0,0 0 0 0 0,1 0 43 0 0,-1 0-1 0 0,0 1 1 0 0,0-1-1 0 0,1 0 1 0 0,-1 0-1 0 0,0 1 0 0 0,1-1 1 0 0,-1 1-1 0 0,0-1 1 0 0,0 1-1 0 0,0-1 1 0 0,0 1-1 0 0,0 0 1 0 0,1 0-1 0 0,-1-1 1 0 0,0 1-1 0 0,-1 0 1 0 0,1 0-1 0 0,0 0 0 0 0,1 2 1 0 0,1 3-67 0 0,-1 1 1 0 0,0 0-1 0 0,0 1 1 0 0,-1-1-1 0 0,0 0 1 0 0,0 0-1 0 0,-1 11 1 0 0,-5 58-217 0 0,2-33-343 0 0,2-27 445 0 0,0-3-838 0 0,0 1-1 0 0,1 0 1 0 0,3 21 0 0 0,-2-32 587 0 0,-1 0 0 0 0,1-1 0 0 0,-1 1 0 0 0,1 0 0 0 0,0-1 0 0 0,0 1 0 0 0,0 0 0 0 0,0-1 0 0 0,1 1 0 0 0,-1-1-1 0 0,1 0 1 0 0,-1 1 0 0 0,1-1 0 0 0,0 0 0 0 0,0 0 0 0 0,0 0 0 0 0,0 0 0 0 0,0 0 0 0 0,1-1 0 0 0,-1 1 0 0 0,1-1 0 0 0,-1 1 0 0 0,3 0-1 0 0,11 2 181 0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43.4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0 156 6449 0 0,'1'18'1041'0'0,"1"1"0"0"0,0-1-1 0 0,2 0 1 0 0,6 23-1 0 0,-8-33-999 0 0,1 1 0 0 0,0 0 0 0 0,1-1 0 0 0,-1 0 0 0 0,1 0 0 0 0,1 0 0 0 0,0 0 0 0 0,0-1 0 0 0,0 0 0 0 0,1 0 0 0 0,12 11 0 0 0,-16-16-28 0 0,0 0 0 0 0,0 0 0 0 0,0-1-1 0 0,0 1 1 0 0,1-1 0 0 0,-1 0 0 0 0,0 0 0 0 0,1 0 0 0 0,-1 0 0 0 0,1 0-1 0 0,0 0 1 0 0,-1 0 0 0 0,1-1 0 0 0,0 0 0 0 0,-1 1 0 0 0,1-1 0 0 0,0 0-1 0 0,-1 0 1 0 0,1 0 0 0 0,0-1 0 0 0,-1 1 0 0 0,1-1 0 0 0,0 1 0 0 0,-1-1-1 0 0,1 0 1 0 0,-1 0 0 0 0,1 0 0 0 0,-1 0 0 0 0,0-1 0 0 0,1 1 0 0 0,-1-1-1 0 0,0 1 1 0 0,0-1 0 0 0,0 0 0 0 0,0 0 0 0 0,0 0 0 0 0,2-2 0 0 0,-2 0 190 0 0,1 0 1 0 0,-1 0-1 0 0,0 0 0 0 0,0 0 1 0 0,0-1-1 0 0,0 1 1 0 0,-1-1-1 0 0,0 1 1 0 0,0-1-1 0 0,0 1 1 0 0,0-1-1 0 0,-1 0 1 0 0,0 1-1 0 0,0-1 1 0 0,0 0-1 0 0,0 1 1 0 0,-1-1-1 0 0,0 0 1 0 0,0 1-1 0 0,0-1 1 0 0,-2-4-1 0 0,-1 1-136 0 0,1 1-1 0 0,-2-1 1 0 0,1 1 0 0 0,-1 0 0 0 0,0 0-1 0 0,0 0 1 0 0,-1 1 0 0 0,0-1 0 0 0,0 2-1 0 0,0-1 1 0 0,-1 0 0 0 0,-13-7 0 0 0,13 9-955 0 0,-1 0 1 0 0,1 1-1 0 0,-1 0 1 0 0,1 0 0 0 0,-1 1-1 0 0,0 0 1 0 0,0 0 0 0 0,-11-1-1 0 0,25-21-7936 0 0,37-3 10365 0 0,-29 22-431 0 0,-1 1-1 0 0,1 0 1 0 0,0 1 0 0 0,0 1-1 0 0,0 0 1 0 0,15 0-1 0 0,-22 2-789 0 0,0 0-1 0 0,-1 0 1 0 0,1 0-1 0 0,0 1 1 0 0,0 0-1 0 0,-1 0 0 0 0,1 1 1 0 0,-1 0-1 0 0,1 0 1 0 0,-1 1-1 0 0,0-1 1 0 0,0 1-1 0 0,0 1 0 0 0,10 6 1 0 0,-14-7-325 0 0,1 1 1 0 0,-1-1-1 0 0,1 1 1 0 0,-1 0-1 0 0,0 0 0 0 0,0 0 1 0 0,-1 0-1 0 0,1 0 1 0 0,-1 1-1 0 0,0-1 0 0 0,0 0 1 0 0,-1 1-1 0 0,1-1 1 0 0,-1 0-1 0 0,0 1 1 0 0,0-1-1 0 0,0 1 0 0 0,-1-1 1 0 0,0 5-1 0 0,0-4-140 0 0,0 0 0 0 0,1-1 0 0 0,-1 1 0 0 0,1 0 0 0 0,0-1 0 0 0,1 1 0 0 0,-1 0 0 0 0,1-1 0 0 0,0 1 0 0 0,0-1-1 0 0,1 1 1 0 0,-1-1 0 0 0,1 1 0 0 0,0-1 0 0 0,0 0 0 0 0,3 5 0 0 0,-4-8 156 0 0,0 0 1 0 0,0 0-1 0 0,-1 0 0 0 0,1 0 1 0 0,0 0-1 0 0,0-1 0 0 0,0 1 1 0 0,0 0-1 0 0,0-1 0 0 0,0 1 1 0 0,0 0-1 0 0,0-1 0 0 0,0 1 1 0 0,0-1-1 0 0,0 0 0 0 0,1 1 1 0 0,-1-1-1 0 0,0 0 0 0 0,0 0 1 0 0,0 0-1 0 0,0 0 0 0 0,1 0 1 0 0,-1 0-1 0 0,0 0 0 0 0,0 0 1 0 0,2 0-1 0 0,-1-1 95 0 0,0 0 0 0 0,0 0-1 0 0,0-1 1 0 0,0 1 0 0 0,0 0 0 0 0,0-1-1 0 0,-1 1 1 0 0,1-1 0 0 0,0 0 0 0 0,-1 1-1 0 0,1-1 1 0 0,1-3 0 0 0,3-4 409 0 0,0-1-1 0 0,-1 0 1 0 0,0-1 0 0 0,4-11-1 0 0,-4 6-38 0 0,-1 1 0 0 0,0-1-1 0 0,-1 0 1 0 0,1-19 0 0 0,-4 30-423 0 0,1 1 1 0 0,-1-1-1 0 0,0 1 1 0 0,0-1-1 0 0,0 0 1 0 0,-1 1-1 0 0,0-1 1 0 0,0 1-1 0 0,0 0 1 0 0,0-1-1 0 0,-1 1 1 0 0,1 0-1 0 0,-1-1 1 0 0,0 1-1 0 0,-1 0 1 0 0,1 1-1 0 0,-1-1 1 0 0,0 0-1 0 0,-4-5 1 0 0,5 8-195 0 0,-1 0-1 0 0,1-1 1 0 0,0 1 0 0 0,0 0-1 0 0,0 0 1 0 0,-1 1-1 0 0,1-1 1 0 0,-1 0 0 0 0,1 1-1 0 0,0-1 1 0 0,-1 1 0 0 0,1 0-1 0 0,-1 0 1 0 0,1 0 0 0 0,-1 0-1 0 0,1 0 1 0 0,-4 2-1 0 0,-15 2-6346 0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44.0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43 6913 0 0,'38'-7'2265'0'0,"139"-19"6183"0"0,-56 19-8026 0 0,-26 5-5399 0 0,-80 3 60 0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44.2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0 8754 0 0,'-3'0'5494'0'0,"13"18"-2757"0"0,-3-4-1630 0 0,-1 0-1 0 0,9 29 1 0 0,1 30-1184 0 0,-1-7-2265 0 0,-6-33-4150 0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45.0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6449 0 0,'36'4'4163'0'0,"98"-4"288"0"0,-22 1-5682 0 0,-86-2-3783 0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45.5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3681 0 0,'0'7'20286'0'0,"3"10"-21659"0"0,9 116 1458 0 0,-11-96-573 0 0,2-1-1 0 0,14 64 1 0 0,-10-71-482 0 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46.1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27 264 4145 0 0,'-17'-19'7312'0'0,"17"19"-7134"0"0,-9 13 5243 0 0,8 1-5295 0 0,2-9-160 0 0,-1 1-1 0 0,1-1 1 0 0,0 1-1 0 0,1-1 1 0 0,-1 0-1 0 0,1 0 1 0 0,0 0-1 0 0,1 0 1 0 0,-1 0-1 0 0,1 0 1 0 0,0-1-1 0 0,0 1 1 0 0,0-1 0 0 0,0 0-1 0 0,1 0 1 0 0,0 0-1 0 0,0 0 1 0 0,0-1-1 0 0,0 1 1 0 0,1-1-1 0 0,-1 0 1 0 0,1-1-1 0 0,0 1 1 0 0,0-1-1 0 0,0 0 1 0 0,0 0-1 0 0,0 0 1 0 0,0-1-1 0 0,1 1 1 0 0,-1-1-1 0 0,0-1 1 0 0,1 1-1 0 0,-1-1 1 0 0,1 0-1 0 0,-1 0 1 0 0,0-1-1 0 0,1 1 1 0 0,-1-1-1 0 0,0 0 1 0 0,1-1-1 0 0,-1 1 1 0 0,9-5-1 0 0,-9 4 38 0 0,0 0 1 0 0,0 0-1 0 0,-1-1 0 0 0,1 1 0 0 0,-1-1 0 0 0,0 0 0 0 0,1-1 0 0 0,-1 1 0 0 0,-1-1 0 0 0,1 1 0 0 0,0-1 0 0 0,-1 0 1 0 0,0 0-1 0 0,0-1 0 0 0,0 1 0 0 0,3-8 0 0 0,-5 9 18 0 0,0-1 0 0 0,0 0 0 0 0,0 1 0 0 0,-1-1 0 0 0,1 0 0 0 0,-1 1 0 0 0,0-1 0 0 0,0 0 0 0 0,-1 0 0 0 0,1 1 0 0 0,-1-1 0 0 0,0 0 1 0 0,0 1-1 0 0,0-1 0 0 0,0 1 0 0 0,0-1 0 0 0,-1 1 0 0 0,0 0 0 0 0,1-1 0 0 0,-1 1 0 0 0,-1 0 0 0 0,1 0 0 0 0,0 0 0 0 0,-3-2 0 0 0,-26-20-9 0 0,27 23-27 0 0,0-1 1 0 0,0 1 0 0 0,0-1-1 0 0,1 0 1 0 0,-1 0-1 0 0,1 0 1 0 0,0-1-1 0 0,0 1 1 0 0,0-1-1 0 0,0 0 1 0 0,0 1 0 0 0,-1-6-1 0 0,4 8-2 0 0,0 0-1 0 0,0 0 1 0 0,0 0 0 0 0,0 0-1 0 0,1 0 1 0 0,-1 0 0 0 0,1-1-1 0 0,-1 1 1 0 0,0 0 0 0 0,1 0-1 0 0,0 0 1 0 0,-1 0-1 0 0,1 0 1 0 0,0 0 0 0 0,-1 1-1 0 0,1-1 1 0 0,0 0 0 0 0,0 0-1 0 0,0 0 1 0 0,0 1 0 0 0,0-1-1 0 0,0 0 1 0 0,0 1-1 0 0,0-1 1 0 0,0 1 0 0 0,0-1-1 0 0,1 1 1 0 0,33-14-309 0 0,-33 13 335 0 0,21-5 254 0 0,1 0 0 0 0,-1 1 0 0 0,1 1 0 0 0,0 2 0 0 0,-1 0 0 0 0,42 3 0 0 0,-62-1-317 0 0,0 0-1 0 0,0 1 1 0 0,-1-1 0 0 0,1 1 0 0 0,0-1 0 0 0,-1 1 0 0 0,1 0 0 0 0,0 0 0 0 0,-1 0 0 0 0,1 0 0 0 0,-1 0 0 0 0,1 1 0 0 0,-1-1-1 0 0,0 1 1 0 0,0 0 0 0 0,1-1 0 0 0,-1 1 0 0 0,0 0 0 0 0,-1 0 0 0 0,1 1 0 0 0,0-1 0 0 0,0 0 0 0 0,-1 0 0 0 0,0 1-1 0 0,2 2 1 0 0,-2 1-91 0 0,1 0 0 0 0,-1 0 0 0 0,0 1 0 0 0,-1-1 0 0 0,1 0 0 0 0,-1 1 0 0 0,-1-1 0 0 0,1 1 0 0 0,-3 10 0 0 0,2-15 180 0 0,0 0 0 0 0,1 0 1 0 0,0 0-1 0 0,-1-1 0 0 0,1 1 0 0 0,0 0 0 0 0,0 0 1 0 0,0 0-1 0 0,0 0 0 0 0,0 0 0 0 0,0 0 0 0 0,1 0 0 0 0,-1 0 1 0 0,1 0-1 0 0,-1 0 0 0 0,1 0 0 0 0,0 0 0 0 0,-1-1 1 0 0,1 1-1 0 0,0 0 0 0 0,0-1 0 0 0,1 1 0 0 0,-1 0 0 0 0,0-1 1 0 0,0 0-1 0 0,1 1 0 0 0,-1-1 0 0 0,1 0 0 0 0,-1 1 0 0 0,1-1 1 0 0,0 0-1 0 0,-1 0 0 0 0,1 0 0 0 0,0 0 0 0 0,0-1 1 0 0,0 1-1 0 0,-1-1 0 0 0,1 1 0 0 0,0-1 0 0 0,0 1 0 0 0,0-1 1 0 0,0 0-1 0 0,0 0 0 0 0,0 0 0 0 0,4 0 0 0 0,0-1 95 0 0,0 1 0 0 0,0-1-1 0 0,0-1 1 0 0,1 1-1 0 0,-1-1 1 0 0,0 0 0 0 0,-1 0-1 0 0,1-1 1 0 0,0 0-1 0 0,-1 0 1 0 0,1 0 0 0 0,-1 0-1 0 0,8-8 1 0 0,-10 8-25 0 0,0 0 0 0 0,0 0 0 0 0,0 0-1 0 0,0-1 1 0 0,-1 0 0 0 0,1 1 0 0 0,-1-1 0 0 0,0 0 0 0 0,0 0 0 0 0,-1 0 0 0 0,1 0 0 0 0,-1 0 0 0 0,0 0-1 0 0,0-1 1 0 0,0 1 0 0 0,0 0 0 0 0,-1-1 0 0 0,0 1 0 0 0,0-1 0 0 0,0 1 0 0 0,0 0 0 0 0,-1-1 0 0 0,0 1 0 0 0,0 0-1 0 0,0 0 1 0 0,0-1 0 0 0,-1 1 0 0 0,1 0 0 0 0,-1 0 0 0 0,0 0 0 0 0,0 1 0 0 0,-1-1 0 0 0,1 0 0 0 0,-1 1 0 0 0,-4-5-1 0 0,1 0-266 0 0,-1 1 0 0 0,-1 0 0 0 0,0 1-1 0 0,1-1 1 0 0,-2 1 0 0 0,1 1 0 0 0,-1 0-1 0 0,0 0 1 0 0,0 0 0 0 0,0 1 0 0 0,-1 1-1 0 0,1-1 1 0 0,-1 2 0 0 0,-16-4 0 0 0,9 6-853 0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47.6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107 6 9218 0 0,'16'-5'6708'0'0,"-19"32"-5715"0"0,3-26-1006 0 0,-39 175 1447 0 0,18-87-1562 0 0,-11 104 0 0 0,31-124-779 0 0,2-55-285 0 0,0 1 0 0 0,-1-1 0 0 0,-1 1 0 0 0,-5 25 0 0 0,5-38 1154 0 0,1 0 1 0 0,-1 0-1 0 0,0 0 1 0 0,0 0-1 0 0,0 0 1 0 0,0 0-1 0 0,0-1 1 0 0,0 1-1 0 0,0 0 0 0 0,-1-1 1 0 0,-1 3-1 0 0,-5 1 26 0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47.9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82 5985 0 0,'1'-4'293'0'0,"0"0"-1"0"0,0 0 0 0 0,0 0 1 0 0,0 0-1 0 0,1 0 1 0 0,0 0-1 0 0,0 0 0 0 0,0 1 1 0 0,0-1-1 0 0,0 1 1 0 0,1 0-1 0 0,-1-1 0 0 0,1 1 1 0 0,0 0-1 0 0,0 0 0 0 0,0 1 1 0 0,1-1-1 0 0,-1 1 1 0 0,1 0-1 0 0,-1-1 0 0 0,1 2 1 0 0,0-1-1 0 0,-1 0 1 0 0,1 1-1 0 0,0-1 0 0 0,0 1 1 0 0,0 0-1 0 0,0 1 1 0 0,1-1-1 0 0,-1 1 0 0 0,0-1 1 0 0,0 1-1 0 0,0 1 0 0 0,0-1 1 0 0,0 0-1 0 0,0 1 1 0 0,1 0-1 0 0,-1 0 0 0 0,4 2 1 0 0,-4-1-197 0 0,0 0 1 0 0,0 0 0 0 0,0 1 0 0 0,0-1-1 0 0,0 1 1 0 0,0 0 0 0 0,6 7 0 0 0,13 19 275 0 0,-2 1 0 0 0,-1 1 0 0 0,-1 0 0 0 0,21 50 0 0 0,10 16-617 0 0,-23-54-188 0 0,-4-7-1428 0 0,-10-11-3690 0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48.1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15 126 8290 0 0,'-15'-9'3232'0'0,"35"-3"778"0"0,-12 8-4167 0 0,102-47 2447 0 0,-35 20-6532 0 0,-67 27 3263 0 0,29-11-4375 0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48.5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122 40 3681 0 0,'-17'-17'2434'0'0,"8"7"1964"0"0,6 8-3298 0 0,0 0 0 0 0,1 0-1 0 0,-1 0 1 0 0,-4-2-1 0 0,-8 4 2638 0 0,-2 14-3287 0 0,12-7-459 0 0,-1 1 0 0 0,1 0 0 0 0,1 0 0 0 0,-1 1 1 0 0,1 0-1 0 0,1-1 0 0 0,0 1 0 0 0,0 1 0 0 0,1-1 1 0 0,0 0-1 0 0,0 0 0 0 0,1 1 0 0 0,0-1 0 0 0,1 1 0 0 0,0-1 1 0 0,1 1-1 0 0,0-1 0 0 0,0 1 0 0 0,1-1 0 0 0,4 14 1 0 0,-3-14 28 0 0,0-1 0 0 0,0 1 0 0 0,1-1 0 0 0,0 0 0 0 0,0 0 0 0 0,1 0 0 0 0,0-1 0 0 0,1 0 0 0 0,0 0 0 0 0,0 0 0 0 0,0 0 0 0 0,1-1 0 0 0,-1 0 0 0 0,2-1 0 0 0,-1 0 0 0 0,1 0 0 0 0,-1 0 0 0 0,1-1 1 0 0,1 0-1 0 0,-1 0 0 0 0,14 3 0 0 0,-9-4-59 0 0,-1-1 0 0 0,1-1-1 0 0,-1 0 1 0 0,1 0 0 0 0,-1-2 0 0 0,1 1 0 0 0,-1-2 0 0 0,1 1 0 0 0,-1-2 0 0 0,0 0 0 0 0,1 0 0 0 0,-2-1-1 0 0,1 0 1 0 0,0-1 0 0 0,-1-1 0 0 0,0 0 0 0 0,0 0 0 0 0,0-1 0 0 0,-1 0 0 0 0,0-1 0 0 0,16-16 0 0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51.2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8 190 10594 0 0,'-1'-1'77'0'0,"0"0"0"0"0,1 0 0 0 0,-1 0 0 0 0,0 0 0 0 0,1 0 0 0 0,-1 0 0 0 0,1 0-1 0 0,-1 0 1 0 0,1 0 0 0 0,-1 0 0 0 0,1 0 0 0 0,0-1 0 0 0,0 1 0 0 0,-1 0 0 0 0,1 0 0 0 0,0-1 0 0 0,0 1-1 0 0,0 0 1 0 0,0 0 0 0 0,0 0 0 0 0,1-1 0 0 0,-1 1 0 0 0,0 0 0 0 0,1 0 0 0 0,0-2 0 0 0,0-1 216 0 0,0 0 1 0 0,0 1-1 0 0,0-1 1 0 0,1 0-1 0 0,0 1 1 0 0,-1-1-1 0 0,4-3 1 0 0,-4 6-203 0 0,1-1-1 0 0,-1 1 1 0 0,0 0 0 0 0,1 0-1 0 0,-1 1 1 0 0,1-1 0 0 0,-1 0 0 0 0,1 0-1 0 0,0 1 1 0 0,-1-1 0 0 0,1 1-1 0 0,0-1 1 0 0,-1 1 0 0 0,1 0 0 0 0,0 0-1 0 0,-1 0 1 0 0,1-1 0 0 0,0 2 0 0 0,-1-1-1 0 0,1 0 1 0 0,0 0 0 0 0,-1 0-1 0 0,1 1 1 0 0,0-1 0 0 0,-1 1 0 0 0,1 0-1 0 0,0-1 1 0 0,-1 1 0 0 0,1 0-1 0 0,-1 0 1 0 0,0 0 0 0 0,1 0 0 0 0,-1 0-1 0 0,0 0 1 0 0,1 0 0 0 0,0 2 0 0 0,8 6 126 0 0,0 0 0 0 0,-1 1 0 0 0,12 15 0 0 0,-16-18-148 0 0,28 35 109 0 0,-3-2-114 0 0,58 57 1 0 0,-78-87-64 0 0,0-1 1 0 0,1 0 0 0 0,0 0-1 0 0,1-2 1 0 0,0 1 0 0 0,0-1 0 0 0,1-1-1 0 0,-1 0 1 0 0,1-1 0 0 0,22 6 0 0 0,-33-11 48 0 0,-1 0 0 0 0,1 0 0 0 0,0 1 0 0 0,-1-1 0 0 0,1 0 0 0 0,0-1 0 0 0,-1 1 0 0 0,1 0 0 0 0,-1 0 0 0 0,1-1 0 0 0,0 1 0 0 0,-1-1 0 0 0,1 1 0 0 0,-1-1 0 0 0,1 0 0 0 0,-1 1 0 0 0,1-1 0 0 0,-1 0 0 0 0,0 0 0 0 0,1 0 0 0 0,-1 0 0 0 0,0 0 0 0 0,0-1 0 0 0,0 1 0 0 0,0 0 0 0 0,0 0 0 0 0,0-1 0 0 0,0 1 0 0 0,0-1 0 0 0,0 1 0 0 0,-1-1 0 0 0,1 1 0 0 0,-1-1 0 0 0,1 1 0 0 0,-1-1 0 0 0,1 1 0 0 0,-1-3 0 0 0,2-9 205 0 0,0 0 1 0 0,0 1-1 0 0,-2-25 1 0 0,1 21-274 0 0,1-52 158 0 0,12-79 0 0 0,7 56-6873 0 0,-14 68-150 0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51.7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31 6913 0 0,'4'-31'10190'0'0,"-5"52"-9281"0"0,0 46-541 0 0,2 1 0 0 0,4 0 0 0 0,3-1 0 0 0,30 126 0 0 0,-24-132-569 0 0,4 9-906 0 0,-3 2 0 0 0,9 114 0 0 0,-25-154-1089 0 0,0-20 849 0 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52.2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146 156 1824 0 0,'0'-1'35'0'0,"0"0"0"0"0,0 0 0 0 0,-1-1 0 0 0,1 1 0 0 0,0 0 0 0 0,-1 0 0 0 0,1 0-1 0 0,-1 0 1 0 0,1 0 0 0 0,-1 0 0 0 0,1 0 0 0 0,-1 0 0 0 0,0 1 0 0 0,1-1 0 0 0,-1 0-1 0 0,0 0 1 0 0,0 0 0 0 0,0 1 0 0 0,0-1 0 0 0,1 0 0 0 0,-1 1 0 0 0,0-1 0 0 0,0 1-1 0 0,0-1 1 0 0,-2 0 0 0 0,1 2 78 0 0,1-1-1 0 0,0 1 0 0 0,0-1 1 0 0,-1 1-1 0 0,1 0 1 0 0,0 0-1 0 0,0-1 1 0 0,0 1-1 0 0,0 0 0 0 0,-1 0 1 0 0,2 0-1 0 0,-1 0 1 0 0,0 0-1 0 0,0 1 1 0 0,0-1-1 0 0,0 0 0 0 0,1 0 1 0 0,-1 0-1 0 0,0 3 1 0 0,-23 55 2895 0 0,22-49-2870 0 0,-1-1 1 0 0,0 0-1 0 0,-1 0 1 0 0,0 0-1 0 0,0 0 1 0 0,-1-1-1 0 0,0 1 0 0 0,-9 9 1 0 0,13-16-81 0 0,-1-1 0 0 0,1 1 1 0 0,-1-1-1 0 0,1 0 0 0 0,-1 1 0 0 0,0-1 0 0 0,0 0 1 0 0,1 0-1 0 0,-1 0 0 0 0,0 0 0 0 0,0 0 1 0 0,0-1-1 0 0,0 1 0 0 0,-4 0 0 0 0,6-1-16 0 0,-1 0 0 0 0,1 0-1 0 0,0 0 1 0 0,-1 0 0 0 0,1 0 0 0 0,-1 0-1 0 0,1-1 1 0 0,0 1 0 0 0,-1 0 0 0 0,1 0-1 0 0,0 0 1 0 0,-1 0 0 0 0,1-1 0 0 0,0 1-1 0 0,-1 0 1 0 0,1-1 0 0 0,0 1 0 0 0,0 0-1 0 0,-1 0 1 0 0,1-1 0 0 0,0 1 0 0 0,0 0-1 0 0,0-1 1 0 0,-1 1 0 0 0,1 0 0 0 0,0-1-1 0 0,0 0 1 0 0,0-19 1541 0 0,9-11-381 0 0,1 0 1 0 0,27-55-1 0 0,-6 17 240 0 0,-26 56-1266 0 0,-3 6 182 0 0,0 0-1 0 0,1 1 1 0 0,0 0-1 0 0,0 0 1 0 0,1 0-1 0 0,4-7 1 0 0,-7 12-300 0 0,0 0 0 0 0,0 0 0 0 0,0 0 1 0 0,0 0-1 0 0,1 0 0 0 0,-1 1 0 0 0,0-1 0 0 0,0 0 0 0 0,1 1 1 0 0,-1-1-1 0 0,1 0 0 0 0,-1 1 0 0 0,0 0 0 0 0,1-1 1 0 0,-1 1-1 0 0,1 0 0 0 0,-1 0 0 0 0,1-1 0 0 0,-1 1 0 0 0,1 1 1 0 0,-1-1-1 0 0,1 0 0 0 0,-1 0 0 0 0,1 0 0 0 0,-1 1 0 0 0,1-1 1 0 0,-1 1-1 0 0,0-1 0 0 0,1 1 0 0 0,-1 0 0 0 0,0-1 0 0 0,1 1 1 0 0,1 2-1 0 0,6 3-16 0 0,0 2 0 0 0,-1-1 0 0 0,0 1 0 0 0,-1 0 0 0 0,1 1 1 0 0,-2 0-1 0 0,1 0 0 0 0,-1 0 0 0 0,9 20 0 0 0,-7-14-48 0 0,1 0-1 0 0,0-1 1 0 0,13 15 0 0 0,19 10-2499 0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08.6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497 261 4609 0 0,'-163'-6'2678'0'0,"93"1"-213"0"0,0 4 0 0 0,-79 8 0 0 0,111 0-153 0 0,32-4-555 0 0,25-2-1187 0 0,54-8-333 0 0,123-28 0 0 0,-97 15 111 0 0,930-142 1497 0 0,-1018 160-1844 0 0,455-38-31 0 0,-384 40-196 0 0,-30 2-4783 0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09.4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 9674 0 0,'0'-1'133'0'0,"0"1"1"0"0,0 0-1 0 0,0-1 0 0 0,0 1 0 0 0,0 0 1 0 0,0-1-1 0 0,-1 1 0 0 0,1 0 1 0 0,0-1-1 0 0,0 1 0 0 0,0-1 0 0 0,0 1 1 0 0,0 0-1 0 0,1-1 0 0 0,-1 1 1 0 0,0-1-1 0 0,0 1 0 0 0,0 0 0 0 0,3-4 1600 0 0,-3 3-1600 0 0,1 1 1 0 0,-1 0-1 0 0,0 0 0 0 0,1-1 0 0 0,10 13 792 0 0,9 27-757 0 0,61 244 2933 0 0,-55-178-2545 0 0,12 51 553 0 0,-7 2 1 0 0,14 199-1 0 0,-40-65-8653 0 0,-5-287 6929 0 0,0-1-1 0 0,0 1 0 0 0,-1-1 1 0 0,0 0-1 0 0,0 1 0 0 0,0-1 1 0 0,-3 8-1 0 0,-3-4 460 0 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09.80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65 120 7834 0 0,'-43'-4'2201'0'0,"21"-2"6669"0"0,166-28-5965 0 0,62-11-1889 0 0,-81 29-1312 0 0,0 5 0 0 0,216 8 0 0 0,-265 5-1835 0 0,-57-2 872 0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10.0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 1 5985 0 0,'-18'5'3531'0'0,"29"-3"-310"0"0,17 1-1674 0 0,1 2-1 0 0,-1 1 0 0 0,0 1 0 0 0,45 17 1 0 0,105 57-1125 0 0,-90-38-5395 0 0,-62-30-1863 0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10.2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333 1 12443 0 0,'0'0'957'0'0,"-14"5"3422"0"0,-5 14-3224 0 0,13-14-713 0 0,-25 26 57 0 0,2 1-1 0 0,1 2 1 0 0,1 0-1 0 0,2 2 1 0 0,1 1 0 0 0,-18 40-1 0 0,21-32-1963 0 0,2 2 1 0 0,-23 80-1 0 0,37-103 1101 0 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10.8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17 9674 0 0,'0'-1'97'0'0,"-1"1"-1"0"0,1 0 1 0 0,-1-1 0 0 0,1 1-1 0 0,0-1 1 0 0,-1 1-1 0 0,1-1 1 0 0,0 0 0 0 0,0 1-1 0 0,0-1 1 0 0,-1 1 0 0 0,1-1-1 0 0,0 1 1 0 0,0-1 0 0 0,0 0-1 0 0,0 1 1 0 0,0-1-1 0 0,0 1 1 0 0,0-1 0 0 0,0 0-1 0 0,0 0 1 0 0,10-2 3896 0 0,-8 3-3710 0 0,0 0 1 0 0,0 1 0 0 0,0-1 0 0 0,0 1-1 0 0,-1 0 1 0 0,1-1 0 0 0,0 1-1 0 0,0 0 1 0 0,0 0 0 0 0,-1 0-1 0 0,1 0 1 0 0,-1 1 0 0 0,3 1-1 0 0,0 3-82 0 0,0 0 0 0 0,0 1 0 0 0,0-1 0 0 0,-1 1-1 0 0,0 0 1 0 0,0 0 0 0 0,-1 1 0 0 0,0-1 0 0 0,0 0 0 0 0,0 9 0 0 0,2 14 15 0 0,-1 33 1 0 0,-3-59-197 0 0,-7 299 272 0 0,0 18-248 0 0,9-266-32 0 0,3 0 1 0 0,2-1-1 0 0,27 99 1 0 0,21 11 112 0 0,13 46-1050 0 0,-64-195-4402 0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11.3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294 0 10138 0 0,'-6'5'8424'0'0,"-4"13"-8058"0"0,9-16 63 0 0,-196 387 2467 0 0,182-359-3034 0 0,-29 64 532 0 0,24-31-3535 0 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11.7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179 0 8290 0 0,'0'1'105'0'0,"0"0"1"0"0,0 0-1 0 0,0 0 1 0 0,0 0-1 0 0,1 0 1 0 0,-1-1-1 0 0,0 1 1 0 0,0 0-1 0 0,1 0 0 0 0,-1 0 1 0 0,0 0-1 0 0,1 0 1 0 0,-1-1-1 0 0,1 1 1 0 0,-1 0-1 0 0,1 0 1 0 0,-1-1-1 0 0,1 1 1 0 0,-1 0-1 0 0,2 0 1 0 0,18 19 1482 0 0,-13-13-886 0 0,19 22 2243 0 0,41 60 1 0 0,13 40-518 0 0,25 37-1108 0 0,-102-163-1328 0 0,44 68 101 0 0,-43-64-129 0 0,0 1-1 0 0,-1 0 1 0 0,1 0 0 0 0,-1 0 0 0 0,-1 0-1 0 0,0 1 1 0 0,2 13 0 0 0,-4-21-15 0 0,1-1 0 0 0,-1 0 0 0 0,0 1 0 0 0,0-1 0 0 0,0 0 0 0 0,0 0 0 0 0,0 1 0 0 0,1-1 0 0 0,-1 1 0 0 0,0-1 0 0 0,0 0 0 0 0,0 1 0 0 0,0-1 0 0 0,0 0 0 0 0,0 1 0 0 0,0-1 0 0 0,0 0 0 0 0,0 1 0 0 0,0-1 0 0 0,0 0 0 0 0,-1 1 0 0 0,1-1 0 0 0,0 0 0 0 0,0 1 0 0 0,0-1 0 0 0,0 0 1 0 0,0 1-1 0 0,-1-1 0 0 0,1 0 0 0 0,0 0 0 0 0,0 1 0 0 0,-1-1 0 0 0,1 0 0 0 0,0 0 0 0 0,0 1 0 0 0,-1-1 0 0 0,1 0 0 0 0,0 0 0 0 0,-1 0 0 0 0,1 1 0 0 0,0-1 0 0 0,-1 0 0 0 0,1 0 0 0 0,0 0 0 0 0,-1 0 0 0 0,1 0 0 0 0,0 0 0 0 0,-1 0 0 0 0,1 0 0 0 0,0 0 0 0 0,-1 0 0 0 0,1 0 0 0 0,0 0 0 0 0,-1 0 0 0 0,1 0 0 0 0,0 0 0 0 0,-1 0 0 0 0,1 0 0 0 0,0 0 0 0 0,-1 0 0 0 0,1-1 1 0 0,-26-17-1047 0 0,5 3 1442 0 0,4 14-151 0 0,1 1-1 0 0,-1 0 1 0 0,0 1-1 0 0,1 1 0 0 0,-1 1 1 0 0,1 1-1 0 0,0 0 1 0 0,-17 6-1 0 0,-26 6 305 0 0,17-7-51 0 0,-1-2 0 0 0,-58 3 0 0 0,21-13-2216 0 0,59 2-5452 0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12.6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263 127 4609 0 0,'-17'-8'627'0'0,"0"0"1"0"0,-1 2-1 0 0,0 0 1 0 0,0 1-1 0 0,-1 1 0 0 0,0 0 1 0 0,1 2-1 0 0,-1 0 1 0 0,0 1-1 0 0,0 1 1 0 0,0 1-1 0 0,-23 3 0 0 0,111-9 3432 0 0,48 4-4155 0 0,-80 1 508 0 0,185-3 367 0 0,375-55-1 0 0,-546 50-2198 0 0,-17 3-2454 0 0,1 0-1887 0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12.7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1 0 12387 0 0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13.0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51 7370 0 0,'-17'10'1161'0'0,"16"-10"-1059"0"0,1 0-1 0 0,0 1 0 0 0,0-1 1 0 0,-1 0-1 0 0,1 1 0 0 0,0-1 1 0 0,0 0-1 0 0,0 1 1 0 0,-1-1-1 0 0,1 0 0 0 0,0 1 1 0 0,0-1-1 0 0,0 1 1 0 0,0-1-1 0 0,0 0 0 0 0,0 1 1 0 0,0-1-1 0 0,0 1 1 0 0,0-1-1 0 0,0 0 0 0 0,0 1 1 0 0,0-1-1 0 0,0 1 0 0 0,0-1 1 0 0,0 0-1 0 0,1 1 1 0 0,0 0 40 0 0,0 1 1 0 0,0-1 0 0 0,0 0 0 0 0,0 0-1 0 0,1 0 1 0 0,-1-1 0 0 0,0 1-1 0 0,1 0 1 0 0,-1 0 0 0 0,0-1 0 0 0,1 1-1 0 0,-1-1 1 0 0,1 1 0 0 0,-1-1-1 0 0,1 0 1 0 0,-1 1 0 0 0,1-1 0 0 0,-1 0-1 0 0,3 0 1 0 0,41 0 1332 0 0,0-2-1 0 0,71-12 1 0 0,-42 4-266 0 0,58-6-17 0 0,152-15-174 0 0,-94 20-3803 0 0,-161 11 1597 0 0,-3 1-169 0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13.4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0 6913 0 0,'-8'15'6910'0'0,"22"3"-5947"0"0,-2 0-1 0 0,0 0 1 0 0,-1 1-1 0 0,-1 1 1 0 0,0 0-1 0 0,7 24 1 0 0,-6-9-517 0 0,-2 1 0 0 0,-1 0 0 0 0,3 39 0 0 0,-5 22-524 0 0,-11 179 0 0 0,0-212-86 0 0,0 4-414 0 0,2-1-1 0 0,11 110 1 0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13.7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20 215 9674 0 0,'-4'3'73'0'0,"-11"8"1981"0"0,27-13-1326 0 0,78-15 1800 0 0,0 3 0 0 0,113-1 1 0 0,-51 5-1142 0 0,95-10-470 0 0,271-28-857 0 0,-437 37-795 0 0,-1-3-1 0 0,-1-4 1 0 0,86-31-1 0 0,-138 38-348 0 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14.1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0 8754 0 0,'-1'1'279'0'0,"0"1"-1"0"0,0-1 1 0 0,1 0 0 0 0,-1 0 0 0 0,0 1-1 0 0,1-1 1 0 0,-1 0 0 0 0,1 1 0 0 0,0-1-1 0 0,-1 1 1 0 0,1-1 0 0 0,0 0 0 0 0,0 1-1 0 0,0-1 1 0 0,0 1 0 0 0,0-1 0 0 0,0 1-1 0 0,0-1 1 0 0,0 1 0 0 0,1-1 0 0 0,-1 0-1 0 0,1 3 1 0 0,17 39 1377 0 0,-3-10-493 0 0,-1 38 70 0 0,-3 0 1 0 0,3 131-1 0 0,-11-127-963 0 0,2 1-1 0 0,23 103 1 0 0,-22-154-489 0 0,12 62-875 0 0,-15-43-2033 0 0,-9-2-3466 0 0,2-31 5905 0 0,-3-2 518 0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14.88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7 3681 0 0,'-3'-7'12164'0'0,"12"33"-11259"0"0,0 0 0 0 0,-2 0 1 0 0,-1 1-1 0 0,-1-1 0 0 0,3 48 0 0 0,1-4-406 0 0,11 106-183 0 0,-8 1 0 0 0,-11 188 1 0 0,0-300-2737 0 0,-1-54 1040 0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15.2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2730 1 6449 0 0,'7'4'12627'0'0,"-17"6"-10320"0"0,-21 8-2557 0 0,-5-7 621 0 0,-1-1 0 0 0,1-2 1 0 0,-70 6-1 0 0,-116-5-299 0 0,149-8-45 0 0,-403-5 214 0 0,-197 8 145 0 0,75 62-257 0 0,392-43 635 0 0,179-22-1258 0 0,-50-6 1 0 0,60 2-1090 0 0,1 0 1 0 0,-1-1-1 0 0,-30-12 1 0 0,16 1-5696 0 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15.7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201 1372 7834 0 0,'0'0'602'0'0,"9"-23"4386"0"0,-4 2-3917 0 0,0 0 0 0 0,-1 0-1 0 0,-2 0 1 0 0,0 0 0 0 0,-1-23-1 0 0,-12-110-388 0 0,6 106-280 0 0,-9-131 76 0 0,-44-322 605 0 0,50 467-1139 0 0,-1 1 0 0 0,-2 0-1 0 0,-1 0 1 0 0,-25-48 0 0 0,-14-3-7122 0 0,38 65 698 0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16.2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3724 31 4609 0 0,'12'-4'1473'0'0,"-1"0"0"0"0,0 0 0 0 0,0-1-1 0 0,8-9 3860 0 0,-54 21-3136 0 0,-71 26-1363 0 0,-1-5 0 0 0,-143 20 0 0 0,-380 21 125 0 0,22 7-944 0 0,353-34 137 0 0,-532 80 292 0 0,-114-52 121 0 0,888-70-923 0 0,1 1 0 0 0,-1 0 0 0 0,-16 4 0 0 0,8 2-2490 0 0,1 4-3468 0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16.5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10 5985 0 0,'0'0'83'0'0,"-1"0"0"0"0,1-1 1 0 0,0 1-1 0 0,0 0 0 0 0,0-1 0 0 0,0 1 0 0 0,0 0 0 0 0,0-1 0 0 0,0 1 0 0 0,0 0 0 0 0,0-1 0 0 0,1 1 0 0 0,-1 0 0 0 0,0 0 1 0 0,0-1-1 0 0,0 1 0 0 0,0 0 0 0 0,0-1 0 0 0,0 1 0 0 0,1 0 0 0 0,-1 0 0 0 0,0-1 0 0 0,0 1 0 0 0,0 0 0 0 0,1 0 0 0 0,-1-1 1 0 0,0 1-1 0 0,0 0 0 0 0,1 0 0 0 0,-1 0 0 0 0,0 0 0 0 0,0-1 0 0 0,1 1 0 0 0,-1 0 0 0 0,0 0 0 0 0,1 0 0 0 0,-1 0 1 0 0,0 0-1 0 0,1 0 0 0 0,-1 0 0 0 0,0 0 0 0 0,1 0 0 0 0,-1 0 0 0 0,0 0 0 0 0,0 0 0 0 0,1 0 0 0 0,-1 0 0 0 0,0 0 0 0 0,1 0 1 0 0,-1 0-1 0 0,0 0 0 0 0,1 0 0 0 0,-1 1 0 0 0,0-1 0 0 0,0 0 0 0 0,1 0 0 0 0,-1 0 0 0 0,0 0 0 0 0,0 1 0 0 0,1-1 0 0 0,-1 0 1 0 0,0 0-1 0 0,0 1 0 0 0,1-1 0 0 0,15 17 2251 0 0,-3 12-1254 0 0,-1 0 0 0 0,-2 1 0 0 0,8 32-1 0 0,13 96 592 0 0,-26-132-1375 0 0,66 455 1347 0 0,47 228-1455 0 0,-6-343-1322 0 0,-100-331 270 0 0,0 4-6268 0 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17.2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898 490 8290 0 0,'-17'-63'548'0'0,"-33"-107"2043"0"0,38 135-1827 0 0,-2 0 0 0 0,-30-53 1 0 0,40 80-599 0 0,-1 1 0 0 0,1 0 0 0 0,-1 1 1 0 0,0-1-1 0 0,-1 1 0 0 0,0 0 0 0 0,0 0 1 0 0,0 1-1 0 0,-1 0 0 0 0,0 0 0 0 0,0 0 0 0 0,0 1 1 0 0,-10-4-1 0 0,8 5 18 0 0,0 0 0 0 0,0 1 0 0 0,0 0 0 0 0,-1 0 0 0 0,1 1 0 0 0,0 1 0 0 0,-1-1 0 0 0,1 2 0 0 0,-1-1 0 0 0,1 1 0 0 0,-14 3 0 0 0,2 1 27 0 0,-1 1 1 0 0,1 0-1 0 0,0 2 0 0 0,1 0 0 0 0,-1 1 1 0 0,2 1-1 0 0,-1 1 0 0 0,2 1 0 0 0,-1 1 1 0 0,2 0-1 0 0,0 1 0 0 0,0 1 0 0 0,-18 22 1 0 0,12-8-168 0 0,1 0 1 0 0,2 1 0 0 0,1 1 0 0 0,1 1-1 0 0,2 1 1 0 0,1 0 0 0 0,-14 48 0 0 0,6-8-52 0 0,3-1 0 0 0,4 2 0 0 0,2 1 0 0 0,4-1 0 0 0,0 138 0 0 0,12-170 0 0 0,2 1-1 0 0,1-1 1 0 0,3 0-1 0 0,23 75 0 0 0,-20-86 2 0 0,2-1 0 0 0,0 0 0 0 0,3-1 0 0 0,0-1 0 0 0,1 0 0 0 0,2-1 0 0 0,23 24 0 0 0,-23-30 4 0 0,2-1 1 0 0,0-1-1 0 0,2-1 1 0 0,0-1 0 0 0,0-1-1 0 0,2-2 1 0 0,0 0-1 0 0,51 20 1 0 0,-43-22 39 0 0,0-2-1 0 0,0-1 1 0 0,1-1-1 0 0,0-3 1 0 0,0 0-1 0 0,0-2 1 0 0,38-2 0 0 0,-45-2-2 0 0,0-2 0 0 0,0-1 0 0 0,0-1 0 0 0,-1-1 0 0 0,0-2 0 0 0,0 0 0 0 0,46-23 0 0 0,-54 22-36 0 0,-1-1 0 0 0,0 0 0 0 0,-1-1 0 0 0,0-1 0 0 0,-1-1 0 0 0,0 0 0 0 0,-1-1 0 0 0,0 0 0 0 0,-2-1 0 0 0,1-1 0 0 0,14-26 0 0 0,-6 0 25 0 0,-1-1-1 0 0,-3 0 1 0 0,-1-2 0 0 0,17-82 0 0 0,15-192 194 0 0,-42 276-172 0 0,4-34-17 0 0,15-180 148 0 0,-24 221-159 0 0,-1 1 0 0 0,-2-1 0 0 0,-1 0 0 0 0,-2 1 0 0 0,-11-39 0 0 0,14 65-35 0 0,-2-1 0 0 0,1 1 0 0 0,-1-1 0 0 0,0 1 0 0 0,-1 0 0 0 0,0 1 0 0 0,-1-1 1 0 0,0 1-1 0 0,0 0 0 0 0,-1 1 0 0 0,1-1 0 0 0,-2 1 0 0 0,1 0 0 0 0,-11-6 0 0 0,2 3-31 0 0,0 1 1 0 0,-1 0-1 0 0,-1 1 0 0 0,1 1 1 0 0,-1 1-1 0 0,-31-7 0 0 0,15 5-282 0 0,-67-7 0 0 0,91 14 52 0 0,0 1-1 0 0,-1 0 0 0 0,1 0 0 0 0,0 1 0 0 0,0 0 0 0 0,0 1 0 0 0,0 1 0 0 0,0-1 0 0 0,0 1 0 0 0,0 1 0 0 0,-11 6 1 0 0,-10 11-6344 0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17.7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20 524 8754 0 0,'-6'-23'586'0'0,"1"-1"0"0"0,2 1-1 0 0,0 0 1 0 0,1-1 0 0 0,1 0 0 0 0,2 1 0 0 0,0-1-1 0 0,1 0 1 0 0,2 1 0 0 0,8-34 0 0 0,-9 52-458 0 0,-1 0 1 0 0,0 0-1 0 0,1 1 1 0 0,0-1-1 0 0,0 1 1 0 0,0-1 0 0 0,1 1-1 0 0,-1 0 1 0 0,1 0-1 0 0,0 1 1 0 0,0-1-1 0 0,1 1 1 0 0,-1 0-1 0 0,1 0 1 0 0,-1 0-1 0 0,1 1 1 0 0,0 0-1 0 0,0 0 1 0 0,0 0-1 0 0,0 0 1 0 0,0 1-1 0 0,1 0 1 0 0,-1 0-1 0 0,0 0 1 0 0,1 1-1 0 0,-1-1 1 0 0,0 1-1 0 0,1 1 1 0 0,-1-1-1 0 0,1 1 1 0 0,-1 0-1 0 0,0 0 1 0 0,0 0-1 0 0,0 1 1 0 0,1 0-1 0 0,-2 0 1 0 0,1 0-1 0 0,0 1 1 0 0,0-1-1 0 0,-1 1 1 0 0,1 0-1 0 0,-1 1 1 0 0,6 5-1 0 0,3 8-100 0 0,-1 0-1 0 0,-1 1 1 0 0,-1 1-1 0 0,-1 0 0 0 0,0 0 1 0 0,8 30-1 0 0,-5-18 47 0 0,24 48 1 0 0,-31-70-69 0 0,0-1 1 0 0,1 0 0 0 0,0 1 0 0 0,0-2 0 0 0,1 1-1 0 0,0-1 1 0 0,0 0 0 0 0,1-1 0 0 0,13 10 0 0 0,-18-14-2 0 0,-1-1 0 0 0,0 0 1 0 0,0 1-1 0 0,0-1 1 0 0,1 0-1 0 0,-1 0 0 0 0,1-1 1 0 0,-1 1-1 0 0,0 0 1 0 0,1-1-1 0 0,-1 1 1 0 0,1-1-1 0 0,0 0 0 0 0,-1 0 1 0 0,1 0-1 0 0,-1 0 1 0 0,1-1-1 0 0,-1 1 1 0 0,1-1-1 0 0,-1 1 0 0 0,4-2 1 0 0,-2 0 16 0 0,-1-1 1 0 0,1 1 0 0 0,-1 0-1 0 0,1-1 1 0 0,-1 0 0 0 0,0 0-1 0 0,-1 0 1 0 0,1 0 0 0 0,0 0-1 0 0,-1-1 1 0 0,4-7 0 0 0,3-7 74 0 0,0-1 1 0 0,-2 0-1 0 0,-1 0 0 0 0,5-23 1 0 0,-11 41-96 0 0,23-119 435 0 0,-17 77-321 0 0,3 0-1 0 0,19-60 1 0 0,-4 53 610 0 0,-22 47-956 0 0,0 0 0 0 0,0 0 0 0 0,1 0 0 0 0,-1 1 0 0 0,1-1 0 0 0,5-4 0 0 0,11 0-5130 0 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18.2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8754 0 0,'12'3'4753'0'0,"31"20"-3225"0"0,-32-13-1182 0 0,0 0 0 0 0,-1 1 0 0 0,0 0 0 0 0,-1 0-1 0 0,0 1 1 0 0,-1 1 0 0 0,0-1 0 0 0,10 26 0 0 0,0 5 333 0 0,18 66 1 0 0,11 61-334 0 0,80 249 693 0 0,-95-311-1073 0 0,36 220 0 0 0,-57-264 30 0 0,40 131 883 0 0,-36-149-781 0 0,-13-29-2736 0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18.5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1 220 11979 0 0,'0'1'77'0'0,"1"0"-1"0"0,0-1 1 0 0,0 1 0 0 0,0 0 0 0 0,-1-1 0 0 0,1 1 0 0 0,0-1 0 0 0,0 1 0 0 0,0-1 0 0 0,0 1 0 0 0,0-1 0 0 0,0 0 0 0 0,0 1 0 0 0,0-1 0 0 0,0 0 0 0 0,0 0 0 0 0,0 0 0 0 0,0 0 0 0 0,0 0-1 0 0,0 0 1 0 0,0 0 0 0 0,0 0 0 0 0,0 0 0 0 0,0 0 0 0 0,0-1 0 0 0,0 1 0 0 0,2-1 0 0 0,36-10 427 0 0,-33 9-304 0 0,67-21 766 0 0,-33 8-206 0 0,1 3 1 0 0,1 1-1 0 0,0 2 0 0 0,71-7 0 0 0,126 24 356 0 0,-12 0-1085 0 0,-191-9-18 0 0,0-2-1 0 0,-1-1 0 0 0,1-2 0 0 0,47-15 0 0 0,-37 6-146 0 0,64-32-1 0 0,-47 14-2575 0 0,-43 20-3785 0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19.6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0 7834 0 0,'-8'6'7857'0'0,"7"-5"-7619"0"0,3 16 2785 0 0,16 26-3526 0 0,-10-25 1491 0 0,31 103-641 0 0,-5 2-1 0 0,-6 0 0 0 0,14 142 0 0 0,-37-200-941 0 0,-5-59 149 0 0,-1-1 0 0 0,1 0 0 0 0,-1 0 0 0 0,0 1-1 0 0,0-1 1 0 0,-1 0 0 0 0,1 0 0 0 0,-1 0 0 0 0,0 0-1 0 0,-3 5 1 0 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19.9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59 5985 0 0,'0'-1'111'0'0,"-13"-28"4382"0"0,13 28-4212 0 0,-1 0 0 0 0,1 0 0 0 0,-1 0 0 0 0,1 0 0 0 0,0 0 0 0 0,-1 0 0 0 0,1 0 0 0 0,0 0 0 0 0,0 0 0 0 0,0 0 0 0 0,0 0 0 0 0,0 0 0 0 0,0 0 0 0 0,0 0 0 0 0,0 0 0 0 0,0 0 0 0 0,0 0 0 0 0,1 0 0 0 0,-1 0 0 0 0,0 0 0 0 0,1 0 0 0 0,-1 0 0 0 0,1 0 0 0 0,-1 0 0 0 0,2-1-1 0 0,-1 1-144 0 0,0 1 0 0 0,1 0 0 0 0,-1 0-1 0 0,0 0 1 0 0,0 0 0 0 0,1 0-1 0 0,-1 0 1 0 0,0 0 0 0 0,1 0 0 0 0,-1 0-1 0 0,0 0 1 0 0,0 1 0 0 0,1-1-1 0 0,-1 0 1 0 0,0 1 0 0 0,0-1-1 0 0,0 1 1 0 0,0 0 0 0 0,3 1 0 0 0,22 16 556 0 0,-24-17-580 0 0,34 31 344 0 0,-2 1 0 0 0,61 76 0 0 0,-30-32-305 0 0,-40-49-776 0 0,8 9 1418 0 0,48 44 0 0 0,-67-70-1353 0 0,-1-1 1 0 0,26 15-1 0 0,-30-20-619 0 0,1-1 1 0 0,-1 0-1 0 0,0 0 0 0 0,1-1 0 0 0,16 3 0 0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20.1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10 214 7370 0 0,'-10'-1'6065'0'0,"21"-14"-3125"0"0,22-18-1008 0 0,120-112-5825 0 0,-133 125 3882 0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20.4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106 2 8754 0 0,'-18'-1'3096'0'0,"13"1"-2384"0"0,0-1 1 0 0,0 1-1 0 0,1 1 0 0 0,-1-1 0 0 0,0 1 1 0 0,-6 1-1 0 0,9-2-580 0 0,1 1 1 0 0,-1 0-1 0 0,0 0 0 0 0,1 0 1 0 0,-1 0-1 0 0,0 0 1 0 0,1 0-1 0 0,-1 1 1 0 0,1-1-1 0 0,0 0 0 0 0,-1 1 1 0 0,1-1-1 0 0,0 1 1 0 0,0 0-1 0 0,0-1 0 0 0,0 1 1 0 0,0 0-1 0 0,0-1 1 0 0,-1 5-1 0 0,-3 10 112 0 0,1 0 0 0 0,0 1 0 0 0,1 0 0 0 0,1-1 0 0 0,1 1 0 0 0,0 0 0 0 0,3 31 0 0 0,-1-36-148 0 0,1 0 0 0 0,0 0 0 0 0,0 0 0 0 0,1-1 0 0 0,1 1 0 0 0,0-1 0 0 0,0 0 0 0 0,1 0 0 0 0,1 0 0 0 0,0-1 0 0 0,13 18 0 0 0,-16-24-66 0 0,1 0 1 0 0,-1 0 0 0 0,1 0 0 0 0,0-1 0 0 0,1 0 0 0 0,-1 1-1 0 0,0-1 1 0 0,1-1 0 0 0,0 1 0 0 0,0-1 0 0 0,0 0 0 0 0,0 0-1 0 0,0 0 1 0 0,0 0 0 0 0,0-1 0 0 0,0 0 0 0 0,1 0 0 0 0,-1-1-1 0 0,0 1 1 0 0,1-1 0 0 0,-1 0 0 0 0,1-1 0 0 0,-1 1 0 0 0,0-1-1 0 0,1 0 1 0 0,4-2 0 0 0,1-1-6 0 0,-1-1 0 0 0,1 1 0 0 0,-1-2 0 0 0,0 0 0 0 0,-1 0 0 0 0,1-1 0 0 0,-1 0 0 0 0,0 0 0 0 0,-1-1 0 0 0,0 0 0 0 0,9-12 0 0 0,17-22-589 0 0,-18 21-27 0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24.5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80 10594 0 0,'0'-5'570'0'0,"-1"0"0"0"0,1 0-1 0 0,0 0 1 0 0,0 1-1 0 0,0-1 1 0 0,1 0 0 0 0,0 0-1 0 0,0 1 1 0 0,0-1-1 0 0,0 0 1 0 0,1 1 0 0 0,0-1-1 0 0,0 1 1 0 0,0 0 0 0 0,3-5-1 0 0,-5 9-511 0 0,1 0 0 0 0,-1 0 0 0 0,1 0 0 0 0,0 0 0 0 0,-1 0 1 0 0,1 0-1 0 0,-1 0 0 0 0,1 0 0 0 0,-1 0 0 0 0,1 0 0 0 0,-1 1 0 0 0,1-1 0 0 0,-1 0 0 0 0,1 0 0 0 0,-1 1 0 0 0,1-1 0 0 0,-1 0 0 0 0,1 1 0 0 0,-1-1 0 0 0,1 0 0 0 0,-1 1 0 0 0,0-1 0 0 0,1 0 1 0 0,-1 1-1 0 0,0-1 0 0 0,1 1 0 0 0,-1-1 0 0 0,0 1 0 0 0,0-1 0 0 0,1 1 0 0 0,-1-1 0 0 0,0 1 0 0 0,0-1 0 0 0,0 1 0 0 0,0-1 0 0 0,1 1 0 0 0,-1 1 0 0 0,7 21 297 0 0,1 21-250 0 0,-3 1 1 0 0,1 80-1 0 0,1 24 43 0 0,7-49-933 0 0,-4-34-838 0 0,2 92-1 0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24.9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0 207 3225 0 0,'1'-8'136'0'0,"1"-23"1293"0"0,8-33-1 0 0,-8 56-1136 0 0,-1 1 1 0 0,1 0-1 0 0,1 0 0 0 0,-1 0 1 0 0,1 0-1 0 0,0 1 0 0 0,1-1 1 0 0,0 1-1 0 0,0 0 1 0 0,7-10-1 0 0,-9 14-167 0 0,0 1-1 0 0,0-1 1 0 0,0 0-1 0 0,0 1 1 0 0,0-1-1 0 0,1 1 1 0 0,-1-1-1 0 0,0 1 1 0 0,1 0 0 0 0,-1 0-1 0 0,1 0 1 0 0,-1 0-1 0 0,1 1 1 0 0,-1-1-1 0 0,1 1 1 0 0,0-1-1 0 0,-1 1 1 0 0,1 0 0 0 0,0 0-1 0 0,3 1 1 0 0,-2 0 37 0 0,0 0 1 0 0,1 0-1 0 0,-1 1 1 0 0,0-1-1 0 0,0 1 1 0 0,0 0 0 0 0,0 1-1 0 0,0-1 1 0 0,0 1-1 0 0,0 0 1 0 0,3 3-1 0 0,1 2-27 0 0,0 0 0 0 0,0 1 0 0 0,-1 0 0 0 0,0 1 0 0 0,0 0 0 0 0,-1 0 0 0 0,0 0 0 0 0,5 16 0 0 0,-7-18-129 0 0,-1 1 0 0 0,-1-1 0 0 0,0 1 0 0 0,0 0-1 0 0,0 0 1 0 0,-1 0 0 0 0,0 0 0 0 0,-1 0 0 0 0,0 0 0 0 0,-1 0 0 0 0,0 0-1 0 0,0 0 1 0 0,-1 0 0 0 0,0 0 0 0 0,0-1 0 0 0,-1 1 0 0 0,0-1 0 0 0,-1 1-1 0 0,0-1 1 0 0,0 0 0 0 0,-1 0 0 0 0,0-1 0 0 0,0 1 0 0 0,0-1-1 0 0,-9 8 1 0 0,-32 29 445 0 0,30-30-219 0 0,2 0 1 0 0,-19 22 0 0 0,33-35-216 0 0,-1-1 1 0 0,0 1 0 0 0,1 0 0 0 0,-1-1 0 0 0,1 1 0 0 0,0-1 0 0 0,-1 1 0 0 0,1 0-1 0 0,-1 0 1 0 0,1-1 0 0 0,0 1 0 0 0,-1 0 0 0 0,1 0 0 0 0,0-1 0 0 0,0 1 0 0 0,0 0-1 0 0,0 0 1 0 0,0-1 0 0 0,0 1 0 0 0,0 0 0 0 0,0 0 0 0 0,0 0 0 0 0,0-1 0 0 0,0 1-1 0 0,0 0 1 0 0,0 0 0 0 0,1 0 0 0 0,-1-1 0 0 0,0 1 0 0 0,1 0 0 0 0,-1 0 0 0 0,2 0 43 0 0,-1 0 0 0 0,1 1 0 0 0,-1-1-1 0 0,1-1 1 0 0,0 1 0 0 0,-1 0 0 0 0,1 0 0 0 0,0-1 0 0 0,-1 1 0 0 0,1 0 0 0 0,0-1 0 0 0,0 0 0 0 0,2 1 0 0 0,10 0 422 0 0,0 0-1 0 0,24-2 0 0 0,-35 0-418 0 0,50-3 636 0 0,-35 1-773 0 0,0 1 0 0 0,1 1 0 0 0,0 1 0 0 0,-1 1-1 0 0,1 0 1 0 0,-1 1 0 0 0,25 6 0 0 0,-33-4-1050 0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25.5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67 4 7370 0 0,'0'0'35'0'0,"0"0"0"0"0,0 0 0 0 0,0 0 0 0 0,0 0 0 0 0,0-1 1 0 0,0 1-1 0 0,0 0 0 0 0,0 0 0 0 0,0 0 0 0 0,1 0 1 0 0,-1 0-1 0 0,0-1 0 0 0,0 1 0 0 0,0 0 0 0 0,0 0 0 0 0,0 0 1 0 0,0 0-1 0 0,0 0 0 0 0,1 0 0 0 0,-1-1 0 0 0,0 1 1 0 0,0 0-1 0 0,0 0 0 0 0,0 0 0 0 0,1 0 0 0 0,-1 0 0 0 0,0 0 1 0 0,0 0-1 0 0,0 0 0 0 0,0 0 0 0 0,1 0 0 0 0,-1 0 1 0 0,0 0-1 0 0,0 0 0 0 0,0 0 0 0 0,0 0 0 0 0,1 0 0 0 0,-1 0 1 0 0,0 0-1 0 0,0 0 0 0 0,0 0 0 0 0,0 0 0 0 0,1 0 1 0 0,-1 0-1 0 0,0 0 0 0 0,0 0 0 0 0,0 0 0 0 0,0 1 0 0 0,0-1 1 0 0,1 0-1 0 0,-1 0 0 0 0,0 0 0 0 0,0 0 0 0 0,0 0 1 0 0,0 0-1 0 0,0 1 0 0 0,0-1 0 0 0,1 0 0 0 0,-3 15 1123 0 0,-8 21-225 0 0,-3-3-663 0 0,1 0 0 0 0,2 1 1 0 0,1 0-1 0 0,-8 63 0 0 0,16-88-225 0 0,1 1-1 0 0,0-1 1 0 0,0 0 0 0 0,1 1-1 0 0,0-1 1 0 0,1 0-1 0 0,0 0 1 0 0,0 0-1 0 0,1 0 1 0 0,0 0-1 0 0,1-1 1 0 0,0 1-1 0 0,0-1 1 0 0,1 0-1 0 0,-1 0 1 0 0,2 0 0 0 0,-1-1-1 0 0,1 0 1 0 0,1 0-1 0 0,-1 0 1 0 0,1-1-1 0 0,0 0 1 0 0,12 7-1 0 0,-10-7 158 0 0,1 0 1 0 0,0-1-1 0 0,0 0 0 0 0,1-1 0 0 0,16 5 0 0 0,-24-9-150 0 0,0 1 0 0 0,-1-1 0 0 0,1 1 0 0 0,0-1-1 0 0,-1 0 1 0 0,1 0 0 0 0,0 0 0 0 0,0 0 0 0 0,-1-1 0 0 0,1 1 0 0 0,0-1 0 0 0,4-1 0 0 0,-6 1-25 0 0,0 0 1 0 0,1 1-1 0 0,-1-1 1 0 0,0 0-1 0 0,0-1 1 0 0,0 1-1 0 0,1 0 1 0 0,-1 0-1 0 0,0 0 1 0 0,-1-1-1 0 0,1 1 1 0 0,0 0-1 0 0,0-1 1 0 0,0 1-1 0 0,-1-1 1 0 0,1 1-1 0 0,-1-1 1 0 0,1 1-1 0 0,-1-1 1 0 0,0 1-1 0 0,0-1 1 0 0,1 1-1 0 0,-1-4 1 0 0,-1 0-56 0 0,1-1 1 0 0,-1 1 0 0 0,0-1 0 0 0,0 1 0 0 0,0 0 0 0 0,-1 0 0 0 0,0-1 0 0 0,0 1 0 0 0,0 0 0 0 0,-1 1 0 0 0,1-1 0 0 0,-1 0 0 0 0,0 1 0 0 0,-5-6-1 0 0,5 7 2 0 0,0-1-1 0 0,0 1 0 0 0,0-1 0 0 0,1 0 0 0 0,-1 0 0 0 0,1 0 0 0 0,0-1 0 0 0,0 1 0 0 0,1 0 0 0 0,-1-1 0 0 0,1 1 0 0 0,0-1 0 0 0,0 0 0 0 0,1 1 0 0 0,-1-1 0 0 0,1 0 0 0 0,0 1 0 0 0,0-1 0 0 0,1 0 0 0 0,0-5 0 0 0,1 3 50 0 0,0 1 0 0 0,1 1-1 0 0,0-1 1 0 0,0 0-1 0 0,0 1 1 0 0,0-1 0 0 0,1 1-1 0 0,0 0 1 0 0,0 0-1 0 0,1 0 1 0 0,-1 1 0 0 0,1 0-1 0 0,0-1 1 0 0,0 2-1 0 0,0-1 1 0 0,1 1 0 0 0,-1-1-1 0 0,1 2 1 0 0,0-1-1 0 0,6-2 1 0 0,-8 4-3 0 0,0 0 0 0 0,0 0 0 0 0,0 0 0 0 0,0 1 0 0 0,0-1 0 0 0,0 1 0 0 0,0 0 0 0 0,0 0 0 0 0,0 0 0 0 0,0 1 0 0 0,0-1 0 0 0,0 1 0 0 0,0 0 0 0 0,0 0 0 0 0,-1 1 0 0 0,1-1-1 0 0,0 1 1 0 0,-1 0 0 0 0,1 0 0 0 0,-1 0 0 0 0,0 0 0 0 0,1 0 0 0 0,-1 1 0 0 0,0 0 0 0 0,0-1 0 0 0,-1 1 0 0 0,1 0 0 0 0,0 1 0 0 0,-1-1 0 0 0,0 0 0 0 0,0 1 0 0 0,3 6 0 0 0,1 2 415 0 0,-1 1 0 0 0,0 0 0 0 0,-1 0 0 0 0,-1 0 0 0 0,0 1 0 0 0,1 15-1 0 0,0 82 550 0 0,-4-87-1137 0 0,-1-22-112 0 0,1 0-1 0 0,0 0 1 0 0,0 0-1 0 0,1 0 0 0 0,-1 0 1 0 0,0 0-1 0 0,1-1 1 0 0,-1 1-1 0 0,1 0 1 0 0,-1 0-1 0 0,1 0 0 0 0,0-1 1 0 0,1 3-1 0 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26.1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25 8754 0 0,'0'-1'47'0'0,"0"0"0"0"0,0 0 0 0 0,0 0 1 0 0,1 0-1 0 0,-1 0 0 0 0,0 0 0 0 0,0 0 0 0 0,1 0 1 0 0,-1 0-1 0 0,0 0 0 0 0,1 0 0 0 0,-1 0 0 0 0,1 0 1 0 0,-1 1-1 0 0,1-1 0 0 0,1-2 0 0 0,-1 3 234 0 0,0-1 0 0 0,0 0 0 0 0,0 1 0 0 0,0-1 0 0 0,0 0 0 0 0,1 1 0 0 0,-1-1 0 0 0,0 1-1 0 0,0 0 1 0 0,1-1 0 0 0,-1 1 0 0 0,0 0 0 0 0,0 0 0 0 0,1 0 0 0 0,-1 0 0 0 0,0 0 0 0 0,1 0 0 0 0,1 0 0 0 0,-1 0-2 0 0,-1 1 1 0 0,1-1 0 0 0,-1 0-1 0 0,0 1 1 0 0,1-1 0 0 0,-1 1-1 0 0,1-1 1 0 0,-1 1 0 0 0,0 0-1 0 0,1-1 1 0 0,-1 1 0 0 0,0 0-1 0 0,0 0 1 0 0,1 0 0 0 0,-1 0-1 0 0,0 0 1 0 0,0 0 0 0 0,0 0-1 0 0,0 1 1 0 0,-1-1 0 0 0,1 0-1 0 0,0 0 1 0 0,0 1 0 0 0,-1-1-1 0 0,1 1 1 0 0,-1-1 0 0 0,1 0-1 0 0,-1 1 1 0 0,1 2 0 0 0,-3 50 579 0 0,1 35-896 0 0,32 270-576 0 0,-31-328-1542 0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26.4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64 1840 0 0,'12'-9'398'0'0,"1"2"1"0"0,0-1-1 0 0,0 2 0 0 0,0 0 0 0 0,1 0 0 0 0,0 1 0 0 0,0 1 0 0 0,0 0 0 0 0,1 1 0 0 0,-1 1 0 0 0,27-1 0 0 0,-38 3-211 0 0,0 0 0 0 0,0 0 0 0 0,0 1 0 0 0,0-1 0 0 0,-1 1 0 0 0,1 0 0 0 0,0 0 0 0 0,0 0-1 0 0,-1 0 1 0 0,1 0 0 0 0,-1 1 0 0 0,1-1 0 0 0,-1 1 0 0 0,0-1 0 0 0,1 1 0 0 0,-1 0 0 0 0,0 0-1 0 0,0 0 1 0 0,0 0 0 0 0,2 4 0 0 0,-2-2-6 0 0,0 0 0 0 0,-1 0 0 0 0,1 0 0 0 0,-1 0 1 0 0,0 0-1 0 0,0 1 0 0 0,0-1 0 0 0,-1 0 0 0 0,1 1 0 0 0,-1-1 0 0 0,0 1 0 0 0,-1 4 0 0 0,-1 6 14 0 0,-1 1 0 0 0,0 0 0 0 0,-2-1 0 0 0,1 0 0 0 0,-2 0 0 0 0,-8 17-1 0 0,-12 12-49 0 0,18-33 574 0 0,1 0 1 0 0,1 0 0 0 0,0 1 0 0 0,-8 23 0 0 0,14-34-620 0 0,-1 0 0 0 0,1 0 1 0 0,0-1-1 0 0,0 1 0 0 0,0 0 0 0 0,0 0 0 0 0,0 0 1 0 0,0-1-1 0 0,0 1 0 0 0,0 0 0 0 0,0 0 1 0 0,0 0-1 0 0,0-1 0 0 0,0 1 0 0 0,0 0 0 0 0,1 0 1 0 0,-1 0-1 0 0,0-1 0 0 0,1 1 0 0 0,-1 0 1 0 0,1-1-1 0 0,-1 1 0 0 0,0 0 0 0 0,1-1 0 0 0,0 1 1 0 0,0 0-1 0 0,0 0-26 0 0,0 0 1 0 0,1 0-1 0 0,-1-1 1 0 0,1 1-1 0 0,-1-1 0 0 0,1 1 1 0 0,0-1-1 0 0,-1 0 1 0 0,1 1-1 0 0,-1-1 0 0 0,1 0 1 0 0,2 0-1 0 0,7-1-227 0 0,-1 0-1 0 0,1 0 1 0 0,12-5-1 0 0,-15 4-19 0 0,8-2-561 0 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27.2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111 3 9218 0 0,'-1'0'138'0'0,"1"-1"-1"0"0,-1 1 1 0 0,0-1 0 0 0,1 1-1 0 0,-1 0 1 0 0,0 0 0 0 0,0 0-1 0 0,1-1 1 0 0,-1 1 0 0 0,0 0-1 0 0,0 0 1 0 0,0 0-1 0 0,1 0 1 0 0,-1 0 0 0 0,0 0-1 0 0,0 0 1 0 0,1 0 0 0 0,-1 1-1 0 0,0-1 1 0 0,0 0 0 0 0,1 0-1 0 0,-1 1 1 0 0,0-1 0 0 0,0 0-1 0 0,1 1 1 0 0,-1-1 0 0 0,0 1-1 0 0,1-1 1 0 0,-1 1 0 0 0,1-1-1 0 0,-1 1 1 0 0,0 0 0 0 0,-17 18 1063 0 0,8-3-1100 0 0,1 1 1 0 0,1-1 0 0 0,0 1-1 0 0,1 0 1 0 0,1 1 0 0 0,1 0-1 0 0,1 0 1 0 0,0 0-1 0 0,1 0 1 0 0,1 1 0 0 0,0-1-1 0 0,2 1 1 0 0,0 0-1 0 0,1-1 1 0 0,1 1 0 0 0,1-1-1 0 0,0 0 1 0 0,2 0-1 0 0,0 0 1 0 0,1 0 0 0 0,0-1-1 0 0,2 0 1 0 0,0 0 0 0 0,1-1-1 0 0,14 21 1 0 0,-21-34-68 0 0,0 0 1 0 0,0-1 0 0 0,1 1-1 0 0,-1 0 1 0 0,1-1-1 0 0,0 1 1 0 0,-1-1 0 0 0,1 0-1 0 0,0 0 1 0 0,0 0-1 0 0,1 0 1 0 0,-1-1-1 0 0,0 1 1 0 0,1-1 0 0 0,-1 0-1 0 0,1 0 1 0 0,-1 0-1 0 0,1-1 1 0 0,3 1 0 0 0,-5-1 8 0 0,0 0 0 0 0,0 0 0 0 0,0-1 0 0 0,1 1 1 0 0,-1-1-1 0 0,0 1 0 0 0,0-1 0 0 0,0 0 1 0 0,0 0-1 0 0,0 0 0 0 0,0 0 0 0 0,-1 0 0 0 0,1 0 1 0 0,0-1-1 0 0,0 1 0 0 0,-1-1 0 0 0,1 1 0 0 0,-1-1 1 0 0,1 0-1 0 0,-1 1 0 0 0,0-1 0 0 0,0 0 0 0 0,0 0 1 0 0,0 0-1 0 0,0 0 0 0 0,0 0 0 0 0,0 0 1 0 0,-1 0-1 0 0,1 0 0 0 0,-1 0 0 0 0,1 0 0 0 0,-1-4 1 0 0,1-2-81 0 0,0 1 1 0 0,0-1 0 0 0,-1 0-1 0 0,-1 1 1 0 0,1-1-1 0 0,-1 1 1 0 0,0-1 0 0 0,-4-12-1 0 0,-3-2-290 0 0,-15-32-1 0 0,-4-11 41 0 0,26 63 292 0 0,0 0-1 0 0,1 0 1 0 0,-1 0 0 0 0,1-1-1 0 0,-1 1 1 0 0,1 0 0 0 0,0-1-1 0 0,0 1 1 0 0,0 0 0 0 0,0-1 0 0 0,0 1-1 0 0,0 0 1 0 0,1 0 0 0 0,-1-1-1 0 0,1 1 1 0 0,0 0 0 0 0,0 0-1 0 0,0 0 1 0 0,0 0 0 0 0,0 0 0 0 0,0 0-1 0 0,2-2 1 0 0,-1 1 14 0 0,1 0 1 0 0,0 1-1 0 0,0-1 1 0 0,0 1-1 0 0,0 0 0 0 0,0 0 1 0 0,1 0-1 0 0,-1 0 1 0 0,0 1-1 0 0,1 0 1 0 0,0-1-1 0 0,5 0 0 0 0,-2 0 18 0 0,1 1-1 0 0,0 0 1 0 0,-1 0-1 0 0,1 0 1 0 0,0 1-1 0 0,0 0 1 0 0,-1 1-1 0 0,1 0 0 0 0,0 0 1 0 0,-1 1-1 0 0,1 0 1 0 0,-1 0-1 0 0,9 4 1 0 0,-11-4 100 0 0,0 1-1 0 0,0 1 1 0 0,0-1 0 0 0,-1 1 0 0 0,1-1-1 0 0,-1 1 1 0 0,0 1 0 0 0,0-1 0 0 0,0 0-1 0 0,-1 1 1 0 0,1 0 0 0 0,-1 0 0 0 0,0 0-1 0 0,-1 0 1 0 0,1 1 0 0 0,-1-1 0 0 0,0 1-1 0 0,2 8 1 0 0,-2 2 10 0 0,0 1 0 0 0,-1 0 0 0 0,-1 0 0 0 0,-4 32 0 0 0,1 33-1320 0 0,4-70-760 0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28.5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68 60 2304 0 0,'-16'2'207'0'0,"9"-2"1207"0"0,0 1 1 0 0,0 0-1 0 0,0 1 1 0 0,0-1 0 0 0,-10 5-1 0 0,40 2 910 0 0,203-9 16 0 0,-114-3-2087 0 0,826 2 75 0 0,-177-24-2080 0 0,-272 11-363 0 0,-108 7 2219 0 0,-242 1-133 0 0,386-7-1332 0 0,-296 11-879 0 0,-212 2 1824 0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28.9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18 9218 0 0,'-1'-17'5486'0'0,"22"28"-772"0"0,-11-5-5901 0 0,3 2 1312 0 0,0 2 0 0 0,0 0 0 0 0,-1 0 0 0 0,0 1 0 0 0,-1 0 0 0 0,0 1 0 0 0,-1 1 0 0 0,0 0 0 0 0,-1 0 0 0 0,0 1 0 0 0,8 19 0 0 0,-10-20-104 0 0,-2 0-1 0 0,0 1 0 0 0,0-1 0 0 0,-2 1 0 0 0,1 0 0 0 0,-2 0 0 0 0,0 0 0 0 0,0 1 0 0 0,-2-1 0 0 0,0 0 0 0 0,0 1 0 0 0,-1-1 0 0 0,-3 15 0 0 0,2-22-85 0 0,0 0-1 0 0,0-1 0 0 0,0 1 0 0 0,-1-1 0 0 0,0 0 1 0 0,0 1-1 0 0,-1-1 0 0 0,0 0 0 0 0,0-1 1 0 0,0 1-1 0 0,-1-1 0 0 0,1 0 0 0 0,-1 0 1 0 0,0 0-1 0 0,-9 6 0 0 0,-1 0-690 0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29.7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448 1652 6913 0 0,'-6'-4'278'0'0,"-1"1"0"0"0,1-1 0 0 0,0 0 0 0 0,0-1 0 0 0,1 1 0 0 0,-1-1 0 0 0,1 0 0 0 0,0 0-1 0 0,0-1 1 0 0,1 0 0 0 0,-7-10 0 0 0,1-2 414 0 0,2-1 1 0 0,-13-38-1 0 0,21 56-622 0 0,-52-156 3198 0 0,-39-201 1 0 0,45-15-2740 0 0,5 40-296 0 0,41 329-207 0 0,-6-34 130 0 0,0 1-1 0 0,-3 0 1 0 0,-1 1-1 0 0,-22-52 1 0 0,14 64-856 0 0,17 23 576 0 0,1 1 0 0 0,-1-1 0 0 0,1 1 0 0 0,-1 0 1 0 0,0-1-1 0 0,1 1 0 0 0,-1 0 0 0 0,1-1 0 0 0,-1 1 0 0 0,0 0 1 0 0,0 0-1 0 0,1-1 0 0 0,-1 1 0 0 0,0 0 0 0 0,1 0 1 0 0,-1 0-1 0 0,0 0 0 0 0,0 0 0 0 0,1 0 0 0 0,-1 0 0 0 0,0 0 1 0 0,1 0-1 0 0,-1 1 0 0 0,0-1 0 0 0,1 0 0 0 0,-1 0 1 0 0,0 1-1 0 0,1-1 0 0 0,-1 0 0 0 0,0 1 0 0 0,1-1 0 0 0,-1 0 1 0 0,1 1-1 0 0,-1-1 0 0 0,1 1 0 0 0,-1-1 0 0 0,0 2 1 0 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30.1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147 4 3225 0 0,'-5'-4'5202'0'0,"5"4"-5126"0"0,-12 14 2365 0 0,-14 25-1336 0 0,24-36-910 0 0,-4 7-156 0 0,-58 101 375 0 0,59-100-386 0 0,0 1-1 0 0,0-1 0 0 0,1 1 0 0 0,1 0 0 0 0,0 1 0 0 0,1-1 1 0 0,-2 25-1 0 0,24-83 752 0 0,-5-13 302 0 0,-10 38-516 0 0,0-1-1 0 0,1 2 1 0 0,1-1 0 0 0,1 1 0 0 0,21-39 0 0 0,-28 58-495 0 0,0 0 1 0 0,0 0 0 0 0,0 0-1 0 0,1 0 1 0 0,-1 0-1 0 0,0 0 1 0 0,0 0 0 0 0,1 0-1 0 0,-1 0 1 0 0,1 0-1 0 0,-1 1 1 0 0,0-1-1 0 0,1 1 1 0 0,-1-1 0 0 0,1 1-1 0 0,0 0 1 0 0,-1-1-1 0 0,1 1 1 0 0,-1 0 0 0 0,1 0-1 0 0,-1 0 1 0 0,1 0-1 0 0,-1 0 1 0 0,1 0-1 0 0,0 1 1 0 0,-1-1 0 0 0,1 1-1 0 0,-1-1 1 0 0,1 1-1 0 0,-1-1 1 0 0,0 1-1 0 0,1 0 1 0 0,-1-1 0 0 0,1 1-1 0 0,1 2 1 0 0,8 5 33 0 0,0-1 1 0 0,-1 2 0 0 0,13 13-1 0 0,-11-11-17 0 0,-7-7-13 0 0,37 33-5959 0 0,-13-13-720 0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30.98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52 9674 0 0,'2'-3'666'0'0,"36"-30"4100"0"0,-36 31-4517 0 0,-1 0 0 0 0,1 1 0 0 0,0 0 1 0 0,0-1-1 0 0,0 1 0 0 0,0 0 0 0 0,1 0 1 0 0,-1 0-1 0 0,0 0 0 0 0,0 1 0 0 0,1-1 1 0 0,-1 0-1 0 0,0 1 0 0 0,1 0 0 0 0,-1-1 1 0 0,0 1-1 0 0,4 0 0 0 0,-4 1-185 0 0,-1 0 0 0 0,0 0 0 0 0,1 0 0 0 0,-1-1 0 0 0,0 1 0 0 0,0 0 1 0 0,0 0-1 0 0,0 1 0 0 0,0-1 0 0 0,0 0 0 0 0,0 0 0 0 0,0 0 0 0 0,0 1 0 0 0,0-1 0 0 0,-1 0 0 0 0,1 1 0 0 0,-1-1 0 0 0,1 1 0 0 0,-1-1 0 0 0,1 1 0 0 0,-1 1 0 0 0,5 38 342 0 0,-4-34-296 0 0,1 135 96 0 0,-3-80-14 0 0,8 69-1 0 0,-5-112-168 0 0,1-1-1 0 0,1 1 1 0 0,1-1-1 0 0,0 0 1 0 0,1 0-1 0 0,1-1 1 0 0,1 1-1 0 0,10 15 1 0 0,-15-27-8 0 0,1-1 0 0 0,0 1 0 0 0,0-1 0 0 0,1 0 0 0 0,-1 0 0 0 0,1 0 0 0 0,0-1 0 0 0,0 1-1 0 0,0-1 1 0 0,1-1 0 0 0,0 1 0 0 0,-1-1 0 0 0,1 0 0 0 0,1 0 0 0 0,-1-1 0 0 0,0 1 0 0 0,8 0 0 0 0,-9-2 0 0 0,1 0 0 0 0,0-1-1 0 0,0 0 1 0 0,-1 0 0 0 0,1-1 0 0 0,0 1-1 0 0,-1-1 1 0 0,1-1 0 0 0,-1 1-1 0 0,1-1 1 0 0,-1 0 0 0 0,1 0 0 0 0,-1 0-1 0 0,0-1 1 0 0,0 0 0 0 0,0 0 0 0 0,-1 0-1 0 0,1-1 1 0 0,-1 1 0 0 0,6-6 0 0 0,0-1-27 0 0,-1 0 1 0 0,0 0-1 0 0,0-1 1 0 0,-1 0 0 0 0,13-23-1 0 0,-18 28-410 0 0,-1 0-1 0 0,0 0 0 0 0,0 0 0 0 0,0 0 1 0 0,0-8-1 0 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31.2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0 214 8754 0 0,'33'-19'4974'0'0,"-24"15"-4343"0"0,127-72 4180 0 0,22-11-5450 0 0,-148 82-404 0 0,0 1 1 0 0,0 0-1 0 0,1 0 1 0 0,0 1-1 0 0,-1 1 1 0 0,14-2-1 0 0,-6 2-1388 0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31.5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 6449 0 0,'8'-1'4695'0'0,"12"-1"-3086"0"0,3 3 217 0 0,41 6 0 0 0,22 12-2686 0 0,-68-14-266 0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31.8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10 10594 0 0,'57'0'8073'0'0,"4"-2"-4938"0"0,67 0-2332 0 0,-127 2-816 0 0,5 1-231 0 0,0-1 0 0 0,0-1 1 0 0,-1 1-1 0 0,1-1 1 0 0,10-3-1 0 0,-12 3-466 0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32.1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 8 4145 0 0,'-27'-8'16211'0'0,"30"11"-15803"0"0,-2-3-378 0 0,4 5 76 0 0,0 0 0 0 0,1 0 0 0 0,0-1 0 0 0,0 0 0 0 0,0 0 0 0 0,0 0 0 0 0,0-1 0 0 0,1 0 0 0 0,0-1 0 0 0,0 1 0 0 0,7 1 0 0 0,-10-4-327 0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32.5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297 11 3225 0 0,'-19'-4'790'0'0,"0"2"-1"0"0,0 0 1 0 0,-1 1 0 0 0,-37 4 0 0 0,28 0 1750 0 0,0 2-1 0 0,-46 13 0 0 0,73-17-2400 0 0,0-1 0 0 0,0 1-1 0 0,0 0 1 0 0,0 0 0 0 0,0 0-1 0 0,0 0 1 0 0,0 0 0 0 0,0 1-1 0 0,0-1 1 0 0,1 0 0 0 0,-1 1-1 0 0,0 0 1 0 0,-2 2 0 0 0,4-4-115 0 0,0 1-1 0 0,0-1 1 0 0,0 0 0 0 0,0 0 0 0 0,0 1 0 0 0,0-1 0 0 0,-1 0 0 0 0,1 0 0 0 0,0 1 0 0 0,0-1-1 0 0,0 0 1 0 0,0 1 0 0 0,0-1 0 0 0,0 0 0 0 0,0 0 0 0 0,0 1 0 0 0,0-1 0 0 0,1 0 0 0 0,-1 0 0 0 0,0 1-1 0 0,0-1 1 0 0,0 0 0 0 0,0 1 0 0 0,0-1 0 0 0,0 0 0 0 0,0 0 0 0 0,1 0 0 0 0,-1 1 0 0 0,0-1-1 0 0,0 0 1 0 0,0 0 0 0 0,1 0 0 0 0,-1 1 0 0 0,0-1 0 0 0,1 0 0 0 0,19 4 807 0 0,147-17 2589 0 0,-75 3-2846 0 0,50-8-278 0 0,36-3-958 0 0,-116 20-504 0 0,-35 2-2108 0 0,-23-1 1696 0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33.0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18 8754 0 0,'-1'-1'512'0'0,"1"1"-460"0"0,-1 0-1 0 0,1 0 0 0 0,0 0 0 0 0,0 0 1 0 0,0-1-1 0 0,0 1 0 0 0,0 0 0 0 0,0 0 1 0 0,0 0-1 0 0,0 0 0 0 0,0 0 0 0 0,0-1 1 0 0,0 1-1 0 0,0 0 0 0 0,0 0 1 0 0,0 0-1 0 0,0 0 0 0 0,0 0 0 0 0,0-1 1 0 0,0 1-1 0 0,0 0 0 0 0,1-2 667 0 0,-1 2-667 0 0,1 0 0 0 0,-1 0 0 0 0,0 0 1 0 0,0 0-1 0 0,0 0 0 0 0,0 0 0 0 0,0 0 1 0 0,1 0-1 0 0,-1 0 0 0 0,0 0 0 0 0,0 0 1 0 0,0 0-1 0 0,17-6 1882 0 0,20 0 574 0 0,-32 7-2293 0 0,1-1 0 0 0,-1 1 0 0 0,1 0 0 0 0,-1 0 0 0 0,1 1 0 0 0,-1 0 1 0 0,0 0-1 0 0,0 0 0 0 0,0 0 0 0 0,0 1 0 0 0,0 0 0 0 0,0 0 0 0 0,-1 0 0 0 0,1 1 0 0 0,-1-1 0 0 0,0 1 0 0 0,0 0 0 0 0,4 6 0 0 0,7 9-1 0 0,-1 1 0 0 0,-1 1 0 0 0,10 22 0 0 0,7 10 72 0 0,18 18 1066 0 0,-48-70-1317 0 0,0 0 0 0 0,0 0 0 0 0,1 0 0 0 0,-1 0 0 0 0,0 1 0 0 0,0-1 0 0 0,0 0 0 0 0,0 0 0 0 0,0 1 1 0 0,0-1-1 0 0,-1 0 0 0 0,1 0 0 0 0,0 0 0 0 0,-1 1 0 0 0,1-1 0 0 0,-1 0 0 0 0,1 0 0 0 0,-1 0 0 0 0,1 0 0 0 0,-1 0 0 0 0,0 0 0 0 0,1 0 0 0 0,-1 0 0 0 0,0 0 1 0 0,0 0-1 0 0,-1 0 0 0 0,-27 29 102 0 0,24-26-96 0 0,-27 28 43 0 0,-34 44 1 0 0,27-26-7723 0 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9:27.6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6369 0 0,'0'0'0'0'0,"1"0"0"0"0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02.0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50 9674 0 0,'-1'-2'92'0'0,"1"0"0"0"0,0 0-1 0 0,0-1 1 0 0,0 1 0 0 0,0 0 0 0 0,0 0-1 0 0,1 0 1 0 0,-1 0 0 0 0,1 0-1 0 0,-1-1 1 0 0,1 1 0 0 0,0 0 0 0 0,0 0-1 0 0,0 0 1 0 0,0 0 0 0 0,0 1 0 0 0,0-1-1 0 0,0 0 1 0 0,1 0 0 0 0,-1 1 0 0 0,0-1-1 0 0,1 1 1 0 0,3-4 0 0 0,-4 6-57 0 0,0-1 0 0 0,0 0-1 0 0,-1 0 1 0 0,1 1 0 0 0,0-1 0 0 0,0 0 0 0 0,0 1 0 0 0,-1-1-1 0 0,1 1 1 0 0,0-1 0 0 0,-1 1 0 0 0,1-1 0 0 0,0 1 0 0 0,-1-1-1 0 0,1 1 1 0 0,0 0 0 0 0,-1-1 0 0 0,1 1 0 0 0,-1 0 0 0 0,1 0 0 0 0,-1-1-1 0 0,0 1 1 0 0,1 0 0 0 0,-1 0 0 0 0,0 0 0 0 0,0-1 0 0 0,1 1-1 0 0,-1 1 1 0 0,8 27 381 0 0,-8-28-384 0 0,27 203 1763 0 0,-13-79-857 0 0,30 404 2591 0 0,-3-22-1687 0 0,-34-451-1964 0 0,49 300-1781 0 0,-53-344-350 0 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02.7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 56 12443 0 0,'-1'0'54'0'0,"-3"-3"142"0"0,-1-1 0 0 0,1 1 0 0 0,-1-1-1 0 0,1 0 1 0 0,-6-6 0 0 0,10 9-213 0 0,0 1 1 0 0,0 0 0 0 0,0-1-1 0 0,-1 1 1 0 0,1 0-1 0 0,0-1 1 0 0,0 1 0 0 0,0 0-1 0 0,0-1 1 0 0,0 1-1 0 0,-1 0 1 0 0,1-1 0 0 0,0 1-1 0 0,0 0 1 0 0,0-1-1 0 0,0 1 1 0 0,0 0 0 0 0,0-1-1 0 0,0 1 1 0 0,0-1-1 0 0,1 1 1 0 0,-1 0 0 0 0,0-1-1 0 0,0 1 1 0 0,0 0-1 0 0,0-1 1 0 0,0 1 0 0 0,1 0-1 0 0,-1-1 1 0 0,0 1-1 0 0,0 0 1 0 0,1-1 0 0 0,1 0-56 0 0,-1 0 1 0 0,1 0-1 0 0,0 1 1 0 0,-1-1-1 0 0,1 0 1 0 0,0 1 0 0 0,0-1-1 0 0,-1 1 1 0 0,1 0-1 0 0,0-1 1 0 0,3 1-1 0 0,39-1-564 0 0,0 1 0 0 0,51 8 0 0 0,15 0 1048 0 0,155-12 2618 0 0,-47-2-1562 0 0,642 0 61 0 0,-530 1-985 0 0,65 7-67 0 0,215-7-178 0 0,276 9 581 0 0,-804-2-695 0 0,32 1-138 0 0,136 21 0 0 0,-179-15-2857 0 0,-51-8-3205 0 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03.5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4488 0 18892 0 0,'-1'0'103'0'0,"0"1"-1"0"0,1-1 1 0 0,-1 1-1 0 0,1-1 1 0 0,-1 1-1 0 0,1-1 1 0 0,-1 1-1 0 0,1 0 1 0 0,-1-1-1 0 0,1 1 1 0 0,0 0-1 0 0,-1-1 1 0 0,1 1-1 0 0,0 0 1 0 0,-1-1-1 0 0,1 1 1 0 0,0 0-1 0 0,0 0 1 0 0,0-1-1 0 0,0 1 1 0 0,0 0-1 0 0,0-1 1 0 0,0 1-1 0 0,0 1 1 0 0,-4 28-393 0 0,4-26 335 0 0,-6 130-1795 0 0,13 174 1 0 0,-7-292 1738 0 0,9 229 721 0 0,33 352 2115 0 0,-17-434-2676 0 0,96 573 296 0 0,-120-727-439 0 0,29 119 239 0 0,-26-117-177 0 0,0 1 0 0 0,1-1 0 0 0,0 0 0 0 0,0 0 0 0 0,1 0 0 0 0,1-1 1 0 0,0 0-1 0 0,13 14 0 0 0,-14-19-36 0 0,0 0 0 0 0,0-1 0 0 0,1 0 0 0 0,-1 0 0 0 0,1-1 0 0 0,0 0 0 0 0,0 0 0 0 0,10 2 0 0 0,21 10-291 0 0,-50-20 149 0 0,0 1-1 0 0,-1 0 1 0 0,1 1-1 0 0,-1 0 1 0 0,0 1-1 0 0,0 0 1 0 0,-19 1-1 0 0,-104 6 191 0 0,107-3-132 0 0,-539 12-915 0 0,432-13 864 0 0,-406-39 497 0 0,197 6-195 0 0,-289 30-199 0 0,129 6 0 0 0,-67-21 64 0 0,258 6 94 0 0,-129-4 53 0 0,253 2-227 0 0,12 1 1047 0 0,137 9-906 0 0,29 1-166 0 0,-1 1 0 0 0,1 1 0 0 0,-1 0 0 0 0,1 0 0 0 0,0 1 0 0 0,-17 4 1 0 0,10 7-3353 0 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04.2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17972 0 0,'18'15'1825'0'0,"-14"-12"-1899"0"0,1 1 1 0 0,-1-1-1 0 0,0 1 1 0 0,-1 0-1 0 0,1 0 1 0 0,0 1-1 0 0,-1-1 1 0 0,0 1-1 0 0,0-1 1 0 0,2 7-1 0 0,8 29 90 0 0,-1 2 0 0 0,-2-1-1 0 0,5 57 1 0 0,-5-36 559 0 0,31 319 1811 0 0,-27 3-1771 0 0,10 128-582 0 0,4 163 386 0 0,-23-480-178 0 0,-4-151-166 0 0,14 204 943 0 0,-11-229-647 0 0,-4-18-422 0 0,0-1 0 0 0,0 0 0 0 0,0 1 0 0 0,0-1 0 0 0,0 1 0 0 0,0-1 0 0 0,0 1 0 0 0,0-1 0 0 0,0 1 0 0 0,0-1 0 0 0,0 0-1 0 0,1 1 1 0 0,-1-1 0 0 0,0 1 0 0 0,0-1 0 0 0,0 0 0 0 0,1 1 0 0 0,-1-1 0 0 0,0 0 0 0 0,1 1 0 0 0,-1-1 0 0 0,0 0 0 0 0,1 1 0 0 0,-1-1 0 0 0,0 0 0 0 0,1 0-1 0 0,-1 1 1 0 0,0-1 0 0 0,1 0 0 0 0,-1 0 0 0 0,1 0 0 0 0,-1 0 0 0 0,0 1 0 0 0,2-1 0 0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05.9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0 102 1376 0 0,'3'-25'718'0'0,"3"-4"3391"0"0,-6 26-3250 0 0,1-1 0 0 0,0 0 1 0 0,1 0-1 0 0,-1 1 0 0 0,1-1 1 0 0,-1 1-1 0 0,1-1 0 0 0,0 1 0 0 0,0 0 1 0 0,1 0-1 0 0,4-6 0 0 0,-6 9-752 0 0,0 0-1 0 0,0 0 0 0 0,-1 0 1 0 0,1 0-1 0 0,0 0 0 0 0,0 0 1 0 0,0 0-1 0 0,0 0 0 0 0,0 0 1 0 0,-1 0-1 0 0,1 0 0 0 0,0 0 1 0 0,0 1-1 0 0,0-1 0 0 0,-1 0 1 0 0,1 1-1 0 0,0-1 0 0 0,0 0 1 0 0,-1 1-1 0 0,1-1 1 0 0,0 1-1 0 0,-1-1 0 0 0,1 1 1 0 0,0 0-1 0 0,-1-1 0 0 0,1 1 1 0 0,-1 0-1 0 0,1-1 0 0 0,-1 1 1 0 0,1 0-1 0 0,-1-1 0 0 0,0 1 1 0 0,1 1-1 0 0,16 26 658 0 0,-5 4-484 0 0,-2 0 1 0 0,0 0 0 0 0,-3 1-1 0 0,0 0 1 0 0,2 47-1 0 0,6 26-180 0 0,-4-54-177 0 0,21 67 0 0 0,-5-48-2977 0 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06.2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86 3969 0 0,'1'-4'308'0'0,"1"-1"0"0"0,-1 1 1 0 0,1 0-1 0 0,0 0 0 0 0,0 0 1 0 0,1 0-1 0 0,-1 0 0 0 0,1 1 1 0 0,0-1-1 0 0,0 1 0 0 0,0-1 0 0 0,0 1 1 0 0,1 0-1 0 0,-1 0 0 0 0,1 1 1 0 0,0-1-1 0 0,0 1 0 0 0,0 0 1 0 0,0 0-1 0 0,5-2 0 0 0,-3 1 144 0 0,-1 1-1 0 0,1 0 1 0 0,0 0-1 0 0,0 1 1 0 0,-1-1-1 0 0,1 1 1 0 0,0 1-1 0 0,0-1 1 0 0,0 1-1 0 0,0 0 1 0 0,0 0-1 0 0,0 1 1 0 0,0 0-1 0 0,11 3 1 0 0,-11-2-350 0 0,0 1 1 0 0,-1 0 0 0 0,0 0-1 0 0,0 1 1 0 0,0 0 0 0 0,0 0-1 0 0,0 0 1 0 0,-1 0 0 0 0,0 1-1 0 0,1-1 1 0 0,-2 1 0 0 0,1 0-1 0 0,-1 1 1 0 0,1-1 0 0 0,-2 0-1 0 0,1 1 1 0 0,0 0-1 0 0,-1 0 1 0 0,0 0 0 0 0,-1 0-1 0 0,1 0 1 0 0,-1 0 0 0 0,0 0-1 0 0,-1 0 1 0 0,1 0 0 0 0,-2 10-1 0 0,1-3-116 0 0,-1 0-1 0 0,0 0 0 0 0,-1 0 0 0 0,-1 0 0 0 0,0-1 0 0 0,-1 1 1 0 0,0-1-1 0 0,0 0 0 0 0,-2 0 0 0 0,1 0 0 0 0,-14 19 1 0 0,13-24 52 0 0,1 0 0 0 0,-1 0 1 0 0,0-1-1 0 0,-1 0 1 0 0,-10 9-1 0 0,16-14-115 0 0,-1 0 0 0 0,1 0 1 0 0,0-1-1 0 0,0 1 0 0 0,-1 0 0 0 0,1 0 1 0 0,-1-1-1 0 0,1 1 0 0 0,0 0 0 0 0,-1-1 0 0 0,1 0 1 0 0,-1 1-1 0 0,1-1 0 0 0,-1 0 0 0 0,1 0 1 0 0,-1 0-1 0 0,0 0 0 0 0,1 0 0 0 0,-1 0 0 0 0,1 0 1 0 0,-1 0-1 0 0,1 0 0 0 0,-1-1 0 0 0,1 1 1 0 0,-1-1-1 0 0,1 1 0 0 0,0-1 0 0 0,-1 0 0 0 0,1 0 1 0 0,0 1-1 0 0,-1-1 0 0 0,1 0 0 0 0,0 0 1 0 0,0 0-1 0 0,0 0 0 0 0,0 0 0 0 0,0-1 0 0 0,0 1 1 0 0,-2-3-1 0 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06.8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 6449 0 0,'2'-1'261'0'0,"0"0"-1"0"0,0-1 0 0 0,1 1 1 0 0,-1 1-1 0 0,0-1 0 0 0,0 0 1 0 0,1 1-1 0 0,-1-1 0 0 0,0 1 1 0 0,1-1-1 0 0,-1 1 0 0 0,0 0 1 0 0,1 0-1 0 0,-1 0 1 0 0,0 1-1 0 0,1-1 0 0 0,-1 0 1 0 0,0 1-1 0 0,1 0 0 0 0,-1-1 1 0 0,0 1-1 0 0,0 0 0 0 0,1 0 1 0 0,-1 0-1 0 0,0 1 0 0 0,2 1 1 0 0,-1-1 30 0 0,1 1 0 0 0,-1-1 0 0 0,0 1 0 0 0,0 0 0 0 0,-1 0 0 0 0,1 0 0 0 0,-1 0 0 0 0,1 1 0 0 0,-1-1 0 0 0,0 0 0 0 0,0 1 0 0 0,-1 0 0 0 0,1-1 0 0 0,1 7 0 0 0,4 31 456 0 0,-3-1 0 0 0,1 42 0 0 0,2 31-332 0 0,-2-75-265 0 0,1 0-1 0 0,16 51 1 0 0,-18-75-524 0 0,1-1 0 0 0,0 0-1 0 0,1 0 1 0 0,1 0 0 0 0,0-1 0 0 0,1 0 0 0 0,0 0 0 0 0,0-1 0 0 0,19 19 0 0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07.1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3 403 920 0 0,'-1'-8'425'0'0,"0"-1"-1"0"0,1 0 0 0 0,0 0 1 0 0,1 1-1 0 0,-1-1 0 0 0,2 0 0 0 0,-1 1 1 0 0,5-13-1 0 0,-2 3 912 0 0,-3 16-1346 0 0,-1-1 491 0 0,0 1 0 0 0,1-1 1 0 0,-1 1-1 0 0,1-1 0 0 0,-1 1 0 0 0,1-1 0 0 0,0 1 1 0 0,0 0-1 0 0,0-1 0 0 0,3-3 0 0 0,-2 6-271 0 0,-1-1 0 0 0,0 1 0 0 0,0 0 0 0 0,0 0 0 0 0,1 0 0 0 0,-1 0 0 0 0,0 0 0 0 0,0 0 0 0 0,1 1 0 0 0,-1-1 0 0 0,0 0 0 0 0,0 1 0 0 0,0-1 0 0 0,0 1 0 0 0,0-1 0 0 0,0 1 0 0 0,1-1 0 0 0,-1 1 0 0 0,0 0 0 0 0,-1-1 0 0 0,1 1 0 0 0,0 0 0 0 0,0 0 0 0 0,1 1 0 0 0,257 201 4697 0 0,-243-189-4810 0 0,0-2 1 0 0,2 0-1 0 0,-1-1 0 0 0,21 10 0 0 0,-33-19-66 0 0,0 1 0 0 0,0-1 0 0 0,1 0 0 0 0,-1 0 0 0 0,0-1 0 0 0,1 0 0 0 0,-1 0 0 0 0,1 0 0 0 0,-1-1 0 0 0,1 1 0 0 0,0-1 0 0 0,-1 0 0 0 0,1-1 0 0 0,-1 0 0 0 0,1 0 0 0 0,-1 0 0 0 0,1 0 0 0 0,-1-1 0 0 0,0 0 0 0 0,7-3 0 0 0,-10 3-7 0 0,1 0 0 0 0,-1 0 0 0 0,0 0-1 0 0,0 0 1 0 0,0-1 0 0 0,0 1 0 0 0,0-1 0 0 0,0 1 0 0 0,-1-1 0 0 0,1 0 0 0 0,-1 0 0 0 0,0 1 0 0 0,0-1 0 0 0,0 0 0 0 0,0 0 0 0 0,0 0 0 0 0,-1 0 0 0 0,1-5 0 0 0,1-9 128 0 0,-2 0-1 0 0,0-20 0 0 0,-1 9-3 0 0,1 4-43 0 0,7-138 367 0 0,-4 133-627 0 0,1 0 0 0 0,2-1 0 0 0,12-39 0 0 0,-6 42-1696 0 0,2 3-6009 0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07.9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 0 6913 0 0,'-4'103'5623'0'0,"-7"0"-3730"0"0,4-43-3088 0 0,2 1 1 0 0,5 90-1 0 0,5-108 840 0 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26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44 6449 0 0,'-14'-6'8578'0'0,"14"4"-8235"0"0,13-6 3310 0 0,44-4-2998 0 0,-43 10 134 0 0,16-3-183 0 0,58-3-1 0 0,-8 11-4657 0 0,-69-2 2749 0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26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6 5529 0 0,'-3'-1'179'0'0,"0"0"-1"0"0,1 0 1 0 0,-1 0-1 0 0,0 1 1 0 0,1-1-1 0 0,-1 1 1 0 0,0 0 0 0 0,1 0-1 0 0,-1 0 1 0 0,0 0-1 0 0,0 0 1 0 0,1 1-1 0 0,-1-1 1 0 0,0 1-1 0 0,1 0 1 0 0,-1 0-1 0 0,0-1 1 0 0,1 2-1 0 0,-1-1 1 0 0,1 0 0 0 0,0 1-1 0 0,-1-1 1 0 0,1 1-1 0 0,0-1 1 0 0,0 1-1 0 0,0 0 1 0 0,0 0-1 0 0,0 0 1 0 0,1 0-1 0 0,-1 0 1 0 0,-2 5-1 0 0,1-2 137 0 0,0 0 0 0 0,1 0-1 0 0,-1 1 1 0 0,1-1-1 0 0,0 1 1 0 0,1 0-1 0 0,0-1 1 0 0,0 1-1 0 0,0 0 1 0 0,0 0 0 0 0,1 0-1 0 0,0 0 1 0 0,0 0-1 0 0,1 6 1 0 0,25 102 1848 0 0,-15-75-2741 0 0,-2 1 0 0 0,5 57 0 0 0,-12-55-5354 0 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26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31 9674 0 0,'-3'0'7318'0'0,"20"0"-6008"0"0,34-2-1755 0 0,88-13 197 0 0,-35 5-1986 0 0,-83 7 1190 0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27.1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80 7370 0 0,'-26'-47'3110'0'0,"15"14"2892"0"0,8 70-2206 0 0,-1-10-3567 0 0,3 15-268 0 0,2 0 0 0 0,7 50 0 0 0,2-17-4429 0 0,-7-55 2261 0 0,2 16-3706 0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27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30 183 3225 0 0,'-2'0'142'0'0,"1"0"1"0"0,-1-1 0 0 0,1 1 0 0 0,-1-1 0 0 0,1 0-1 0 0,-1 1 1 0 0,1-1 0 0 0,0 0 0 0 0,-1 0 0 0 0,1 0-1 0 0,0 0 1 0 0,-1 0 0 0 0,1 0 0 0 0,0 0-1 0 0,0 0 1 0 0,0-1 0 0 0,0 1 0 0 0,0 0 0 0 0,1 0-1 0 0,-1-1 1 0 0,0 1 0 0 0,0-1 0 0 0,1 1 0 0 0,-1-1-1 0 0,1 1 1 0 0,-1-3 0 0 0,1 2 136 0 0,1 0 0 0 0,-1 0 0 0 0,1 0 0 0 0,0 0 0 0 0,0 0 0 0 0,0 0-1 0 0,-1 0 1 0 0,2 1 0 0 0,-1-1 0 0 0,0 0 0 0 0,0 0 0 0 0,0 1 0 0 0,1-1 0 0 0,-1 1 0 0 0,1 0 0 0 0,0-1 0 0 0,-1 1 0 0 0,1 0 0 0 0,3-2 0 0 0,11-7 513 0 0,-1 1 0 0 0,1 1 0 0 0,1 0-1 0 0,19-6 1 0 0,-28 12-807 0 0,-1 0-1 0 0,1 0 0 0 0,-1 0 1 0 0,1 1-1 0 0,0 0 0 0 0,-1 1 0 0 0,1 0 1 0 0,0 0-1 0 0,-1 1 0 0 0,1 0 1 0 0,0 0-1 0 0,9 3 0 0 0,-2 1 6 0 0</inkml:trace>
  <inkml:trace contextRef="#ctx0" brushRef="#br0" timeOffset="1">85 8 3225 0 0,'-29'-8'15230'0'0,"28"23"-15441"0"0,4 134 2930 0 0,8 0-4738 0 0,-6-112-4802 0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27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 5985 0 0,'1'-5'4343'0'0,"-2"5"-4276"0"0,19-4 2368 0 0,21 1-283 0 0,19-2-792 0 0,12 0-2067 0 0,-58 5-337 0 0,0 0-1 0 0,0 1 1 0 0,20 4 0 0 0,-20-3 564 0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28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0 456 0 0,'1'6'9013'0'0,"1"8"-3901"0"0,7 82-1217 0 0,-8 185-6006 0 0,-2-279 2059 0 0,0 27-1498 0 0</inkml:trace>
  <inkml:trace contextRef="#ctx0" brushRef="#br0" timeOffset="1">1 432 1840 0 0,'4'1'7716'0'0,"18"0"-4287"0"0,49-11 6 0 0,-55 7-3849 0 0,0 0 0 0 0,0 1 0 0 0,0 0 0 0 0,0 2 0 0 0,1 0 0 0 0,17 2 0 0 0,-15 3-625 0 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28.8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0 4609 0 0,'-6'18'1272'0'0,"2"1"0"0"0,-1-1 0 0 0,2 1 0 0 0,1-1 0 0 0,0 1 0 0 0,2 37 1 0 0,0-51-1271 0 0,1 0 0 0 0,1 1 1 0 0,-1-1-1 0 0,1 0 1 0 0,-1 0-1 0 0,2 0 0 0 0,-1-1 1 0 0,0 1-1 0 0,5 5 1 0 0,-1 0-338 0 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29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0 171 5529 0 0,'33'-22'3838'0'0,"45"-20"-2952"0"0,108-40-1 0 0,-164 74-991 0 0,45-7-1 0 0,-53 13 96 0 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29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2 8290 0 0,'-2'-1'181'0'0,"-1"1"1"0"0,1 0-1 0 0,0-1 1 0 0,0 1-1 0 0,-1 0 1 0 0,1 0 0 0 0,0 1-1 0 0,-1-1 1 0 0,1 0-1 0 0,0 1 1 0 0,0-1-1 0 0,-1 1 1 0 0,1 0-1 0 0,0 0 1 0 0,0 0-1 0 0,0 0 1 0 0,0 0-1 0 0,0 0 1 0 0,0 0-1 0 0,-3 3 1 0 0,3-1 20 0 0,1-1 1 0 0,-1 1-1 0 0,0 0 0 0 0,1-1 1 0 0,0 1-1 0 0,-1 0 0 0 0,1 0 1 0 0,0 0-1 0 0,1 0 1 0 0,-1 0-1 0 0,0 0 0 0 0,1 0 1 0 0,-1 5-1 0 0,1 4 70 0 0,1 1 0 0 0,0-1 1 0 0,1 1-1 0 0,0-1 0 0 0,1 0 1 0 0,6 19-1 0 0,8 18-4846 0 0,-7-21-692 0 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29.9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56 7834 0 0,'43'-17'3784'0'0,"31"-11"-2032"0"0,-65 25-2162 0 0,1 1-1 0 0,-1 0 0 0 0,1 0 1 0 0,-1 1-1 0 0,1 1 0 0 0,14 0 1 0 0,-9 1 116 0 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30.3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38 6913 0 0,'-18'-20'1628'0'0,"15"2"2724"0"0,10 46 99 0 0,1 1-4241 0 0,0 43 593 0 0,-1-11-6081 0 0,-4-36-343 0 0</inkml:trace>
  <inkml:trace contextRef="#ctx0" brushRef="#br0" timeOffset="1">0 518 5529 0 0,'1'-3'320'0'0,"0"1"1"0"0,0-1-1 0 0,0 0 0 0 0,0 1 0 0 0,0-1 1 0 0,1 1-1 0 0,-1-1 0 0 0,1 1 0 0 0,0-1 1 0 0,0 1-1 0 0,-1 0 0 0 0,1 0 0 0 0,1 0 1 0 0,-1 0-1 0 0,3-2 0 0 0,39-25 3781 0 0,-35 25-3984 0 0,1 0 0 0 0,-1 0 0 0 0,1 1 0 0 0,0 1 0 0 0,-1 0 0 0 0,1 0 0 0 0,0 1 0 0 0,0 0 0 0 0,14 1-1 0 0,-17 0-719 0 0,0 1 0 0 0,0-1 0 0 0,0 2 0 0 0,0-1 0 0 0,-1 1 0 0 0,1 0 0 0 0,0 0 0 0 0,10 6 0 0 0,-4 0-1243 0 0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30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24 5065 0 0,'-6'-4'-359'0'0,"-24"-15"5231"0"0,29 19-4745 0 0,1 0 0 0 0,0 0 0 0 0,-1 0 1 0 0,1 0-1 0 0,0 0 0 0 0,-1 0 0 0 0,1 0 0 0 0,-1-1 0 0 0,1 1 1 0 0,0 0-1 0 0,-1 0 0 0 0,1 0 0 0 0,-1 1 0 0 0,1-1 0 0 0,0 0 0 0 0,-1 0 1 0 0,1 0-1 0 0,-1 0 0 0 0,1 0 0 0 0,0 0 0 0 0,-1 1 0 0 0,1-1 1 0 0,0 0-1 0 0,-1 0 0 0 0,1 0 0 0 0,-1 1 0 0 0,1 0-6 0 0,-1 0-1 0 0,1 0 1 0 0,0 0-1 0 0,-1 0 1 0 0,1 0-1 0 0,0 0 1 0 0,0 0-1 0 0,0 0 1 0 0,0 0-1 0 0,0 0 1 0 0,0 0-1 0 0,0 0 1 0 0,0 0-1 0 0,0 0 1 0 0,1 2-1 0 0,10 91 2049 0 0,-5-40-2482 0 0,2-1-4114 0 0,-3-28-883 0 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31.0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58 3913 0 0,'-1'-1'3818'0'0,"7"-3"-1189"0"0,21-12 11 0 0,-15 9-2262 0 0,0 1 0 0 0,1 0 0 0 0,19-5 0 0 0,-5 7-804 0 0,-10 3-3146 0 0,-3 2-949 0 0</inkml:trace>
  <inkml:trace contextRef="#ctx0" brushRef="#br0" timeOffset="1">106 0 6449 0 0,'-2'0'261'0'0,"1"1"1"0"0,0-1-1 0 0,0 0 0 0 0,0 1 0 0 0,0-1 0 0 0,0 1 0 0 0,0 0 0 0 0,0-1 0 0 0,0 1 0 0 0,0 0 0 0 0,0-1 0 0 0,0 1 1 0 0,0 0-1 0 0,0 0 0 0 0,0 0 0 0 0,1 0 0 0 0,-1 0 0 0 0,0 0 0 0 0,1 0 0 0 0,-1 0 0 0 0,1 0 0 0 0,-1 0 0 0 0,1 0 1 0 0,0 0-1 0 0,-1 0 0 0 0,1 1 0 0 0,0-1 0 0 0,0 0 0 0 0,-1 2 0 0 0,-3 38 877 0 0,4-36-820 0 0,1 22-481 0 0,4 35-1 0 0,-4-57-149 0 0,2 24-5095 0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31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76 920 0 0,'6'2'5269'0'0,"-6"-2"-5178"0"0,21-6 2516 0 0,21-10-86 0 0,-18 6-1316 0 0,-5 1-844 0 0,1 1 1 0 0,0 0-1 0 0,0 2 1 0 0,33-7-1 0 0,-34 12-466 0 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31.8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1 11058 0 0,'-2'0'186'0'0,"0"0"0"0"0,1 0-1 0 0,-1 0 1 0 0,0 0 0 0 0,1 0 0 0 0,-1 0-1 0 0,1 0 1 0 0,-1 0 0 0 0,0 1-1 0 0,1-1 1 0 0,-1 1 0 0 0,1-1-1 0 0,-1 1 1 0 0,0 0 0 0 0,1-1 0 0 0,0 1-1 0 0,-1 0 1 0 0,1 0 0 0 0,-1 0-1 0 0,1 0 1 0 0,0 0 0 0 0,0 0-1 0 0,0 1 1 0 0,0-1 0 0 0,0 0-1 0 0,0 1 1 0 0,0-1 0 0 0,0 0 0 0 0,0 1-1 0 0,0-1 1 0 0,1 1 0 0 0,-1-1-1 0 0,1 1 1 0 0,-1 0 0 0 0,1-1-1 0 0,-1 3 1 0 0,-2 11 66 0 0,0 0-1 0 0,1 0 1 0 0,1 0-1 0 0,0 0 1 0 0,2 23-1 0 0,1-14-2750 0 0,2-1-1 0 0,10 42 1 0 0,-1-24-1807 0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51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32 1840 0 0,'0'0'89'0'0,"1"-1"0"0"0,-1 1-1 0 0,0 0 1 0 0,0-1 0 0 0,1 1-1 0 0,-1 0 1 0 0,0-1-1 0 0,0 1 1 0 0,1 0 0 0 0,-1-1-1 0 0,0 1 1 0 0,0-1 0 0 0,0 1-1 0 0,0-1 1 0 0,1 1-1 0 0,-1 0 1 0 0,0-1 0 0 0,0 1-1 0 0,0-1 1 0 0,0 1 0 0 0,0-1-1 0 0,0 1 1 0 0,0 0-1 0 0,0-1 1 0 0,0 1 0 0 0,-1-1-1 0 0,1 1 1 0 0,0-1 0 0 0,0 1-1 0 0,0 0 1 0 0,0-1-1 0 0,-1 1 1 0 0,1-1 0 0 0,0 1-1 0 0,0 0 1 0 0,-1-1 0 0 0,1 1-1 0 0,0-1 1 0 0,-19 9 3895 0 0,10-4-4447 0 0,-43 19 3622 0 0,-22 12 387 0 0,67-29-3446 0 0,1 1 0 0 0,0 0 0 0 0,0 0 0 0 0,1 0 0 0 0,-1 1 0 0 0,2 0 0 0 0,-1 0 0 0 0,-5 14 0 0 0,6-13-25 0 0,0-2-14 0 0,0 1-1 0 0,1 0 1 0 0,0 0-1 0 0,0 0 0 0 0,1 0 1 0 0,0 0-1 0 0,0 1 1 0 0,1-1-1 0 0,0 1 1 0 0,1-1-1 0 0,0 1 1 0 0,0-1-1 0 0,0 1 0 0 0,1-1 1 0 0,1 1-1 0 0,0-1 1 0 0,0 0-1 0 0,0 0 1 0 0,1 1-1 0 0,0-2 1 0 0,1 1-1 0 0,0 0 0 0 0,0-1 1 0 0,0 1-1 0 0,1-1 1 0 0,0-1-1 0 0,1 1 1 0 0,-1-1-1 0 0,1 1 0 0 0,12 8 1 0 0,-9-9-48 0 0,0 0-1 0 0,1-1 1 0 0,-1 0-1 0 0,1-1 1 0 0,0 0 0 0 0,0-1-1 0 0,0 0 1 0 0,1 0 0 0 0,-1-1-1 0 0,1-1 1 0 0,0 1 0 0 0,-1-2-1 0 0,1 0 1 0 0,0 0-1 0 0,-1 0 1 0 0,1-2 0 0 0,-1 1-1 0 0,13-4 1 0 0,-17 3-4 0 0,1 0 0 0 0,-1 0-1 0 0,1 0 1 0 0,-1-1 0 0 0,0 0 0 0 0,0 0 0 0 0,0-1-1 0 0,-1 0 1 0 0,1 0 0 0 0,-1 0 0 0 0,0 0 0 0 0,0-1-1 0 0,0 0 1 0 0,-1 0 0 0 0,0 0 0 0 0,0-1 0 0 0,0 1-1 0 0,0-1 1 0 0,-1 0 0 0 0,0 0 0 0 0,0 0 0 0 0,-1 0-1 0 0,0-1 1 0 0,0 1 0 0 0,0-1 0 0 0,-1 0 0 0 0,0 1-1 0 0,0-1 1 0 0,0-10 0 0 0,-2-19 114 0 0,-1 0 0 0 0,-7-37 0 0 0,6 56 11 0 0,-1 1 1 0 0,0 0-1 0 0,-1 0 0 0 0,-1 1 1 0 0,0-1-1 0 0,-15-24 1 0 0,20 38-122 0 0,0 1 1 0 0,0-1 0 0 0,0 0 0 0 0,0 1 0 0 0,0-1 0 0 0,0 1-1 0 0,-1-1 1 0 0,1 1 0 0 0,0 0 0 0 0,-1 0 0 0 0,1-1-1 0 0,-1 1 1 0 0,0 0 0 0 0,1 0 0 0 0,-1 1 0 0 0,0-1 0 0 0,1 0-1 0 0,-1 0 1 0 0,0 1 0 0 0,0-1 0 0 0,0 1 0 0 0,0 0-1 0 0,0-1 1 0 0,1 1 0 0 0,-1 0 0 0 0,0 0 0 0 0,0 0 0 0 0,0 1-1 0 0,0-1 1 0 0,0 0 0 0 0,0 1 0 0 0,0-1 0 0 0,1 1-1 0 0,-3 0 1 0 0,-1 2-243 0 0,0 0 0 0 0,0 0 0 0 0,0 1-1 0 0,1-1 1 0 0,-1 1 0 0 0,1 0 0 0 0,0 0 0 0 0,0 0-1 0 0,1 1 1 0 0,-5 5 0 0 0,-2 6-6341 0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52.2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180 209 3225 0 0,'-12'-6'863'0'0,"-5"-4"50"0"0,0 2 0 0 0,-1 0 0 0 0,0 1 0 0 0,0 1 0 0 0,0 0 1 0 0,-21-2-1 0 0,39 8-842 0 0,-1 0 0 0 0,0 0 0 0 0,1 0 0 0 0,-1 0 0 0 0,0 0 0 0 0,1 0 0 0 0,-1 1 0 0 0,0-1 0 0 0,1 0 0 0 0,-1 0 0 0 0,1 1 0 0 0,-1-1 0 0 0,1 0 1 0 0,-1 1-1 0 0,1-1 0 0 0,-1 0 0 0 0,1 1 0 0 0,-1-1 0 0 0,1 1 0 0 0,-1-1 0 0 0,1 1 0 0 0,-1-1 0 0 0,1 1 0 0 0,0 0 0 0 0,-1-1 0 0 0,1 1 0 0 0,0-1 1 0 0,0 1-1 0 0,0 0 0 0 0,-1-1 0 0 0,1 1 0 0 0,0 0 0 0 0,0-1 0 0 0,0 1 0 0 0,0 0 0 0 0,-1 31 659 0 0,1-18-440 0 0,-2 10-5 0 0,-1 3-79 0 0,2 0 0 0 0,0 1 0 0 0,2-1-1 0 0,4 27 1 0 0,-3-47-200 0 0,-1 0-1 0 0,1 0 1 0 0,0 0-1 0 0,0 0 1 0 0,1 0 0 0 0,0 0-1 0 0,0-1 1 0 0,1 1-1 0 0,0-1 1 0 0,0 0-1 0 0,0 0 1 0 0,1-1-1 0 0,0 1 1 0 0,0-1 0 0 0,0 0-1 0 0,1 0 1 0 0,0-1-1 0 0,0 1 1 0 0,11 5-1 0 0,-4-4 30 0 0,0 0 0 0 0,0-1 0 0 0,0-1 1 0 0,0 0-1 0 0,0-1 0 0 0,1 0 0 0 0,0-1 0 0 0,0 0 0 0 0,26-2 0 0 0,-30 0 70 0 0,-1-1 1 0 0,1 0-1 0 0,-1-1 1 0 0,1 0-1 0 0,-1-1 1 0 0,0 0-1 0 0,0 0 1 0 0,0-1-1 0 0,0 0 0 0 0,-1 0 1 0 0,1-1-1 0 0,-1 0 1 0 0,0-1-1 0 0,13-12 1 0 0,-7 4-37 0 0,-2 0 0 0 0,0-1 1 0 0,0 0-1 0 0,-2 0 1 0 0,0-2-1 0 0,0 1 0 0 0,-2-1 1 0 0,9-24-1 0 0,-13 32-33 0 0,-1-2 0 0 0,-1 1 0 0 0,0 0 0 0 0,0 0 0 0 0,-1-1 0 0 0,0 1 0 0 0,0-1 0 0 0,-2 1 0 0 0,1-1 0 0 0,-1 1 0 0 0,-1-1 0 0 0,0 1 0 0 0,0-1 0 0 0,-1 1 0 0 0,0 0 0 0 0,-7-14 0 0 0,4 13 47 0 0,-1 0 0 0 0,1 0-1 0 0,-2 1 1 0 0,0 0 0 0 0,0 0 0 0 0,-1 1 0 0 0,0 0 0 0 0,0 0-1 0 0,-1 1 1 0 0,-21-14 0 0 0,26 19-189 0 0,-1 0 1 0 0,0 0-1 0 0,0 0 0 0 0,1 1 0 0 0,-1 0 1 0 0,-1 0-1 0 0,1 1 0 0 0,0-1 0 0 0,0 1 1 0 0,-1 1-1 0 0,1-1 0 0 0,0 1 0 0 0,-1 0 1 0 0,1 0-1 0 0,0 1 0 0 0,-1 0 0 0 0,1 0 1 0 0,0 1-1 0 0,0-1 0 0 0,0 1 0 0 0,0 1 0 0 0,0-1 1 0 0,-10 7-1 0 0,-2 4-6061 0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52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 9 4609 0 0,'-1'-1'115'0'0,"-1"0"-1"0"0,0 0 1 0 0,0 0 0 0 0,0 0-1 0 0,1 0 1 0 0,-1 1 0 0 0,0-1-1 0 0,0 1 1 0 0,0-1 0 0 0,0 1-1 0 0,0 0 1 0 0,0 0 0 0 0,0 0-1 0 0,0 0 1 0 0,0 0 0 0 0,0 0-1 0 0,0 0 1 0 0,0 1 0 0 0,0-1-1 0 0,0 1 1 0 0,0-1 0 0 0,0 1-1 0 0,0 0 1 0 0,-1 1 0 0 0,-4 1 113 0 0,0 0 0 0 0,0 1 1 0 0,1 0-1 0 0,0 0 1 0 0,-8 6-1 0 0,2 2 105 0 0,1 1 1 0 0,0 0-1 0 0,1 0 1 0 0,0 1-1 0 0,1 0 0 0 0,0 1 1 0 0,2 0-1 0 0,-10 24 1 0 0,5-5 94 0 0,1 1 0 0 0,-12 69 0 0 0,22-99-412 0 0,0 0 0 0 0,0 0 0 0 0,1 1 1 0 0,-1-1-1 0 0,1 0 0 0 0,1 0 0 0 0,-1 0 1 0 0,1 0-1 0 0,0 0 0 0 0,0 1 0 0 0,0-1 0 0 0,1-1 1 0 0,-1 1-1 0 0,1 0 0 0 0,0 0 0 0 0,1-1 1 0 0,-1 1-1 0 0,1-1 0 0 0,0 1 0 0 0,0-1 0 0 0,1 0 1 0 0,-1 0-1 0 0,1-1 0 0 0,0 1 0 0 0,-1-1 1 0 0,2 0-1 0 0,-1 0 0 0 0,0 0 0 0 0,1 0 0 0 0,-1-1 1 0 0,1 0-1 0 0,0 0 0 0 0,0 0 0 0 0,0 0 1 0 0,0-1-1 0 0,7 1 0 0 0,0 0-3 0 0,-1 0 0 0 0,1-1 1 0 0,0 0-1 0 0,0-1 0 0 0,0-1 0 0 0,0 0 1 0 0,-1 0-1 0 0,1-2 0 0 0,0 1 0 0 0,-1-1 1 0 0,0-1-1 0 0,0 0 0 0 0,0 0 0 0 0,0-1 1 0 0,0-1-1 0 0,-1 0 0 0 0,0 0 0 0 0,18-15 1 0 0,-20 14 0 0 0,0-1 0 0 0,0 1 0 0 0,-1-1 0 0 0,0 0 0 0 0,0-1 0 0 0,-1 1 0 0 0,0-1 0 0 0,-1-1 0 0 0,0 1 0 0 0,-1-1 1 0 0,1 0-1 0 0,-2 0 0 0 0,1 0 0 0 0,-2 0 0 0 0,1-1 0 0 0,-1 1 0 0 0,-1-1 0 0 0,0 0 0 0 0,0 1 0 0 0,-1-1 0 0 0,-2-13 0 0 0,1 16 53 0 0,0 1-1 0 0,-1-1 0 0 0,0 0 0 0 0,-1 1 1 0 0,1 0-1 0 0,-2 0 0 0 0,1 0 0 0 0,-1 0 1 0 0,0 0-1 0 0,0 1 0 0 0,0-1 0 0 0,-1 1 1 0 0,0 0-1 0 0,0 1 0 0 0,-1-1 0 0 0,0 1 0 0 0,0 0 1 0 0,0 1-1 0 0,0-1 0 0 0,-1 1 0 0 0,-13-6 1 0 0,12 7-73 0 0,0 0-1 0 0,0 0 1 0 0,-1 1 0 0 0,0 0 0 0 0,1 1 0 0 0,-1 0 0 0 0,0 0-1 0 0,0 1 1 0 0,0 0 0 0 0,1 0 0 0 0,-1 1 0 0 0,0 0 0 0 0,0 1-1 0 0,1 0 1 0 0,-1 0 0 0 0,1 1 0 0 0,0 0 0 0 0,-16 8 0 0 0,4 1-1373 0 0,1 1-3801 0 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53.3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95 2761 0 0,'-7'-18'136'0'0,"6"16"207"0"0,0 1 0 0 0,1-1 0 0 0,-1 1-1 0 0,0 0 1 0 0,0 0 0 0 0,0-1 0 0 0,0 1-1 0 0,-1 0 1 0 0,1 0 0 0 0,0 0 0 0 0,0 0 0 0 0,-3-1-1 0 0,2 1-137 0 0,1 1-1 0 0,-1 0 1 0 0,0 0-1 0 0,1-1 1 0 0,-1 1-1 0 0,1 0 1 0 0,-1 0-1 0 0,0 0 1 0 0,1 0-1 0 0,-1 1 0 0 0,1-1 1 0 0,-1 0-1 0 0,1 1 1 0 0,-1-1-1 0 0,1 1 1 0 0,-1 0-1 0 0,1-1 1 0 0,-1 1-1 0 0,1 0 1 0 0,-1 0-1 0 0,1 0 1 0 0,0 0-1 0 0,0 0 0 0 0,0 0 1 0 0,-2 2-1 0 0,-6 5-9 0 0,1 1-1 0 0,1 0 1 0 0,-1 1-1 0 0,1-1 0 0 0,1 1 1 0 0,0 1-1 0 0,1-1 1 0 0,0 1-1 0 0,0 0 1 0 0,1 0-1 0 0,0 0 0 0 0,1 1 1 0 0,0 0-1 0 0,-1 20 1 0 0,3-17-180 0 0,0 0 1 0 0,1 0-1 0 0,1 0 1 0 0,0 0-1 0 0,1-1 1 0 0,0 1-1 0 0,2 0 0 0 0,0-1 1 0 0,0 1-1 0 0,1-1 1 0 0,9 17-1 0 0,-10-23-17 0 0,1 1 0 0 0,0-1 0 0 0,1-1 0 0 0,0 1 0 0 0,0-1 0 0 0,1 0 0 0 0,0 0 0 0 0,0 0 0 0 0,0-1 0 0 0,1 0 0 0 0,0-1 0 0 0,0 0 0 0 0,0 0 0 0 0,1-1 0 0 0,-1 0 0 0 0,1 0 0 0 0,0-1 0 0 0,0 0 0 0 0,1-1 0 0 0,-1 0 0 0 0,19 2 0 0 0,-17-4 2 0 0,0 0 0 0 0,-1-1-1 0 0,1 0 1 0 0,-1 0 0 0 0,0-1 0 0 0,1-1-1 0 0,-1 0 1 0 0,0 0 0 0 0,0-1 0 0 0,-1 0-1 0 0,1 0 1 0 0,-1-1 0 0 0,0-1 0 0 0,0 0-1 0 0,0 0 1 0 0,-1 0 0 0 0,0-1 0 0 0,0-1-1 0 0,12-14 1 0 0,-12 11-4 0 0,-1 0 0 0 0,0-1-1 0 0,-1 0 1 0 0,0 0 0 0 0,-1 0 0 0 0,0-1 0 0 0,-1 0 0 0 0,0 0-1 0 0,-1 0 1 0 0,-1 0 0 0 0,0-1 0 0 0,-1 1 0 0 0,0-1-1 0 0,-2-26 1 0 0,-1 24 145 0 0,0 0 0 0 0,0 0 0 0 0,-2 0 0 0 0,0 1 0 0 0,0-1 0 0 0,-2 1 0 0 0,0 0 0 0 0,0 0 0 0 0,-2 1 0 0 0,0 0 0 0 0,0 0 0 0 0,-14-15 0 0 0,19 25-179 0 0,-1 0 0 0 0,1 1 0 0 0,-1-1 0 0 0,0 1 0 0 0,0 0 0 0 0,-1 0-1 0 0,1 0 1 0 0,0 1 0 0 0,-1 0 0 0 0,0 0 0 0 0,0 0 0 0 0,1 0 0 0 0,-1 1 0 0 0,0 0 0 0 0,0 0 0 0 0,0 0 0 0 0,-1 0 0 0 0,1 1 0 0 0,0 0 0 0 0,0 0 0 0 0,0 0 0 0 0,-9 2 0 0 0,-8 4-720 0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53.8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301 7 3681 0 0,'-8'-2'586'0'0,"1"0"0"0"0,-1 1 1 0 0,0 0-1 0 0,0 1 0 0 0,0 0 0 0 0,0 0 1 0 0,0 0-1 0 0,0 1 0 0 0,1 0 0 0 0,-1 1 1 0 0,-12 3-1 0 0,9-1-219 0 0,0 1 0 0 0,0 0 0 0 0,0 1 0 0 0,0 0 1 0 0,1 0-1 0 0,0 1 0 0 0,-12 11 0 0 0,13-10-195 0 0,0 0 1 0 0,1 0-1 0 0,0 1 0 0 0,1 0 1 0 0,0 0-1 0 0,0 1 1 0 0,1 0-1 0 0,1 0 0 0 0,-1 0 1 0 0,2 1-1 0 0,-1 0 0 0 0,2 0 1 0 0,-1 0-1 0 0,1 0 0 0 0,1 1 1 0 0,0-1-1 0 0,0 16 1 0 0,2-15-140 0 0,0 0 0 0 0,1 0 1 0 0,1 0-1 0 0,0 0 1 0 0,0-1-1 0 0,2 1 0 0 0,-1-1 1 0 0,1 1-1 0 0,1-1 0 0 0,0 0 1 0 0,0-1-1 0 0,1 1 1 0 0,1-1-1 0 0,0 0 0 0 0,0-1 1 0 0,1 1-1 0 0,0-1 0 0 0,0-1 1 0 0,1 0-1 0 0,0 0 1 0 0,1-1-1 0 0,0 0 0 0 0,0 0 1 0 0,0-1-1 0 0,1-1 1 0 0,0 0-1 0 0,0 0 0 0 0,0-1 1 0 0,24 5-1 0 0,-27-7-94 0 0,1 0 0 0 0,-1-2-1 0 0,1 1 1 0 0,-1-1 0 0 0,1 0 0 0 0,0 0 0 0 0,-1-1-1 0 0,1 0 1 0 0,-1-1 0 0 0,1 0 0 0 0,-1 0-1 0 0,0-1 1 0 0,0 0 0 0 0,9-5 0 0 0,-12 5-63 0 0,0 0 1 0 0,0 0 0 0 0,-1-1 0 0 0,1 1-1 0 0,-1-1 1 0 0,0 0 0 0 0,0 0-1 0 0,0-1 1 0 0,0 1 0 0 0,-1-1-1 0 0,0 0 1 0 0,0 0 0 0 0,0 0 0 0 0,-1 0-1 0 0,1 0 1 0 0,-1-1 0 0 0,-1 1-1 0 0,1-1 1 0 0,-1 1 0 0 0,0-1 0 0 0,0 1-1 0 0,0-8 1 0 0,-1-17 145 0 0,-2 0 0 0 0,-1 0-1 0 0,-1 0 1 0 0,-1 0 0 0 0,-2 1 0 0 0,-1 0 0 0 0,-1 0 0 0 0,-2 1-1 0 0,-1 0 1 0 0,-17-31 0 0 0,26 54 42 0 0,0 0 0 0 0,0 1 0 0 0,0-1 0 0 0,-1 0 0 0 0,1 1 0 0 0,-1 0 0 0 0,0 0 0 0 0,-9-6 1 0 0,12 9-54 0 0,-1 0 0 0 0,1 0 0 0 0,-1 0 0 0 0,0 0 0 0 0,0 1 1 0 0,0-1-1 0 0,1 1 0 0 0,-1 0 0 0 0,0-1 0 0 0,0 1 1 0 0,0 0-1 0 0,0 0 0 0 0,1 0 0 0 0,-1 0 0 0 0,0 0 1 0 0,0 1-1 0 0,0-1 0 0 0,0 0 0 0 0,0 1 0 0 0,1 0 1 0 0,-1-1-1 0 0,0 1 0 0 0,1 0 0 0 0,-1 0 0 0 0,0 0 0 0 0,1 0 1 0 0,-1 0-1 0 0,1 0 0 0 0,-3 3 0 0 0,-3 3-216 0 0,0 0-1 0 0,0 1 0 0 0,1 0 1 0 0,0 0-1 0 0,-7 14 1 0 0,-2 3-282 0 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54.3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253 65 5529 0 0,'-4'-3'243'0'0,"1"1"1"0"0,-1-1-1 0 0,-1 1 0 0 0,1 0 1 0 0,0 0-1 0 0,0 1 0 0 0,-1-1 1 0 0,1 1-1 0 0,-1 0 0 0 0,1 0 0 0 0,-1 1 1 0 0,1-1-1 0 0,-1 1 0 0 0,0 0 1 0 0,1 0-1 0 0,-1 1 0 0 0,0-1 0 0 0,1 1 1 0 0,-1 0-1 0 0,1 0 0 0 0,-1 1 1 0 0,1-1-1 0 0,0 1 0 0 0,0 0 1 0 0,0 0-1 0 0,-6 4 0 0 0,1-1-30 0 0,1 1-1 0 0,-1 0 1 0 0,1 0 0 0 0,1 1-1 0 0,0 0 1 0 0,0 0 0 0 0,0 1-1 0 0,0 0 1 0 0,1 0 0 0 0,1 0-1 0 0,-6 12 1 0 0,3-3-19 0 0,2 1 0 0 0,0-1 0 0 0,1 1 0 0 0,1 1 0 0 0,1-1 0 0 0,0 1 0 0 0,0 36 0 0 0,3-44-180 0 0,0 0 0 0 0,1 0 0 0 0,0 0 0 0 0,1 0 0 0 0,0-1 1 0 0,1 1-1 0 0,0-1 0 0 0,1 1 0 0 0,0-1 0 0 0,0 0 0 0 0,1 0 0 0 0,0-1 0 0 0,1 1 0 0 0,0-1 0 0 0,7 8 1 0 0,-8-13-20 0 0,-1 0 1 0 0,1 0 0 0 0,0 0 0 0 0,0-1-1 0 0,0 1 1 0 0,1-1 0 0 0,-1-1 0 0 0,1 1 0 0 0,-1-1-1 0 0,1 0 1 0 0,0 0 0 0 0,9 1 0 0 0,-5-1 1 0 0,0-1-1 0 0,1-1 1 0 0,-1 0 0 0 0,0 0 0 0 0,1-1 0 0 0,19-4 0 0 0,-13 1 13 0 0,-1-1 1 0 0,0 0-1 0 0,0-1 1 0 0,-1-1-1 0 0,0-1 1 0 0,0 0-1 0 0,-1-1 0 0 0,27-20 1 0 0,-33 20 7 0 0,0 1 0 0 0,-1-1 0 0 0,0 0 0 0 0,0-1 0 0 0,0 1 0 0 0,-2-1 0 0 0,1-1 0 0 0,-1 1 0 0 0,-1-1 0 0 0,0 0 0 0 0,0 0 1 0 0,-1 0-1 0 0,0-1 0 0 0,-1 1 0 0 0,-1-1 0 0 0,1 1 0 0 0,-2-1 0 0 0,0-11 0 0 0,-1 6 16 0 0,0 1 1 0 0,-1 0-1 0 0,-1 0 0 0 0,0 0 1 0 0,-2 1-1 0 0,1-1 0 0 0,-2 1 1 0 0,0 0-1 0 0,-1 0 0 0 0,0 1 1 0 0,-1 0-1 0 0,-15-20 0 0 0,21 31-165 0 0,0 0 0 0 0,-1 0 0 0 0,0 0-1 0 0,1 0 1 0 0,-1 0 0 0 0,0 0 0 0 0,0 1 0 0 0,-1 0-1 0 0,1-1 1 0 0,0 1 0 0 0,-1 0 0 0 0,0 1-1 0 0,1-1 1 0 0,-8-2 0 0 0,-6 4-5397 0 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54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296 40 5529 0 0,'-2'-3'343'0'0,"0"1"0"0"0,0-1 0 0 0,0 1 0 0 0,-1-1 0 0 0,1 1 0 0 0,-1 0 0 0 0,1 0 0 0 0,-1 0 0 0 0,0 0-1 0 0,0 0 1 0 0,0 0 0 0 0,0 1 0 0 0,0 0 0 0 0,0-1 0 0 0,0 1 0 0 0,-6-1 0 0 0,1 0 59 0 0,1 1 1 0 0,0 0-1 0 0,-1 0 1 0 0,1 1-1 0 0,-1 0 1 0 0,-11 1-1 0 0,11 0-249 0 0,-1 0 0 0 0,1 1 0 0 0,-1 1 0 0 0,1-1 0 0 0,0 1 0 0 0,0 0 0 0 0,0 1 0 0 0,1 0 0 0 0,-1 0 0 0 0,1 1 0 0 0,0 0 0 0 0,0 0 0 0 0,1 1 0 0 0,0 0 0 0 0,0 0-1 0 0,0 0 1 0 0,0 1 0 0 0,1 0 0 0 0,0 0 0 0 0,1 0 0 0 0,-1 0 0 0 0,1 1 0 0 0,1 0 0 0 0,-4 8 0 0 0,3-2-110 0 0,1-1-1 0 0,0 1 1 0 0,1 0-1 0 0,0 0 1 0 0,1 0-1 0 0,1 1 1 0 0,0-1 0 0 0,1 0-1 0 0,0 0 1 0 0,2 0-1 0 0,-1 0 1 0 0,2-1-1 0 0,9 27 1 0 0,-5-21-40 0 0,0-1 1 0 0,2 0 0 0 0,0 0-1 0 0,1-1 1 0 0,1 0-1 0 0,1-1 1 0 0,0-1-1 0 0,1 0 1 0 0,21 18-1 0 0,-28-27-38 0 0,0-1 0 0 0,1 0 0 0 0,-1 0 0 0 0,1-1 1 0 0,0 0-1 0 0,1 0 0 0 0,-1-1 0 0 0,1 0 0 0 0,-1-1 0 0 0,12 2 0 0 0,-13-3-50 0 0,0-1 1 0 0,0 1-1 0 0,-1-2 0 0 0,1 1 0 0 0,0-1 1 0 0,-1 0-1 0 0,1-1 0 0 0,-1 1 1 0 0,1-1-1 0 0,-1 0 0 0 0,0-1 0 0 0,1 0 1 0 0,-2 0-1 0 0,1 0 0 0 0,7-5 1 0 0,-6 3-19 0 0,-1 0 0 0 0,0 0 0 0 0,0 0 0 0 0,-1-1 0 0 0,1 0 0 0 0,-1 0 0 0 0,0 0 1 0 0,-1-1-1 0 0,1 1 0 0 0,-2-1 0 0 0,1 0 0 0 0,-1-1 0 0 0,3-7 0 0 0,-2 4 14 0 0,-2-1 1 0 0,1 1-1 0 0,-2-1 0 0 0,1 0 0 0 0,-2 1 1 0 0,1-1-1 0 0,-4-24 0 0 0,-2 7 244 0 0,-1 0 0 0 0,-1 0 1 0 0,-2 1-1 0 0,-1 0 0 0 0,-1 0 0 0 0,-17-28 0 0 0,24 46-32 0 0,-1 1-1 0 0,-1 0 1 0 0,0 0-1 0 0,0 1 1 0 0,0 0-1 0 0,-13-12 1 0 0,16 17-127 0 0,1 1 1 0 0,-1 0-1 0 0,-1 0 1 0 0,1 0-1 0 0,0 0 1 0 0,0 1 0 0 0,-1-1-1 0 0,1 1 1 0 0,-1 0-1 0 0,1 0 1 0 0,-1 0-1 0 0,1 0 1 0 0,-1 1-1 0 0,0 0 1 0 0,1-1 0 0 0,-1 1-1 0 0,0 0 1 0 0,1 1-1 0 0,-1-1 1 0 0,0 1-1 0 0,-6 1 1 0 0,-38 18-3811 0 0,32-11-987 0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55.4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264 11 5985 0 0,'-5'-1'257'0'0,"1"-1"-1"0"0,-1 1 0 0 0,1 0 1 0 0,-1 0-1 0 0,1 0 0 0 0,-1 1 1 0 0,0 0-1 0 0,1 0 0 0 0,-1 0 0 0 0,0 0 1 0 0,1 1-1 0 0,-1-1 0 0 0,1 1 1 0 0,-9 3-1 0 0,5-1-8 0 0,1 1 0 0 0,-1-1 0 0 0,1 2 0 0 0,0-1 0 0 0,1 1 0 0 0,-1 0 0 0 0,1 0 0 0 0,-6 6 0 0 0,0 2-80 0 0,0 0 0 0 0,2 1-1 0 0,0 0 1 0 0,0 1-1 0 0,1 0 1 0 0,1 0-1 0 0,-10 27 1 0 0,10-14-66 0 0,1 0 1 0 0,2 1 0 0 0,1 0-1 0 0,1-1 1 0 0,1 1-1 0 0,2 0 1 0 0,1 0-1 0 0,1 0 1 0 0,1 0 0 0 0,11 43-1 0 0,-12-65-108 0 0,-1-1-1 0 0,1 1 1 0 0,1 0-1 0 0,-1-1 1 0 0,1 0-1 0 0,0 1 1 0 0,1-1-1 0 0,-1 0 1 0 0,1-1-1 0 0,1 1 1 0 0,-1-1 0 0 0,1 0-1 0 0,0 0 1 0 0,0 0-1 0 0,0 0 1 0 0,11 6-1 0 0,-10-8-76 0 0,-1 0-1 0 0,1-1 1 0 0,-1 0-1 0 0,1 0 1 0 0,0-1-1 0 0,0 0 1 0 0,0 0-1 0 0,0 0 0 0 0,0 0 1 0 0,0-1-1 0 0,0 0 1 0 0,0-1-1 0 0,0 1 1 0 0,0-1-1 0 0,0 0 1 0 0,0 0-1 0 0,0-1 1 0 0,0 0-1 0 0,8-4 1 0 0,1-1 284 0 0,-1-1 1 0 0,-1 0-1 0 0,1-1 1 0 0,-1 0-1 0 0,-1-1 1 0 0,1-1-1 0 0,-2 0 1 0 0,0 0-1 0 0,0-1 1 0 0,-1-1-1 0 0,0 0 1 0 0,-1 0-1 0 0,-1-1 1 0 0,0 0-1 0 0,-1 0 1 0 0,0-1-1 0 0,-1 0 1 0 0,-1 0-1 0 0,0 0 1 0 0,-1-1-1 0 0,-1 1 1 0 0,-1-1-1 0 0,0 0 1 0 0,-1 0-1 0 0,0 0 1 0 0,-2 0-1 0 0,1 0 1 0 0,-2 0-1 0 0,-4-18 1 0 0,2 16 74 0 0,-2 0 0 0 0,0 1 0 0 0,0 0 0 0 0,-2 0 0 0 0,0 1 0 0 0,-1-1 0 0 0,-20-26 0 0 0,24 36-341 0 0,-1 0 0 0 0,0 0 0 0 0,-1 1 0 0 0,1 0 0 0 0,-1 0 0 0 0,0 0-1 0 0,-1 1 1 0 0,1 0 0 0 0,-1 0 0 0 0,0 1 0 0 0,-1 0 0 0 0,1 0 0 0 0,-1 1 0 0 0,1 0 0 0 0,-1 1-1 0 0,0 0 1 0 0,-15-2 0 0 0,1 4-7060 0 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58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63 2304 0 0,'5'0'717'0'0,"0"0"0"0"0,-1-1 0 0 0,1 0 0 0 0,0 0 0 0 0,-1 0 0 0 0,1-1 0 0 0,4-2 0 0 0,33-17 1479 0 0,3-2-2403 0 0,-8 14-1408 0 0,-25 9 1411 0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59.1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48 5529 0 0,'1'0'488'0'0,"1"0"-392"0"0,1 0-96 0 0,-1-1 0 0 0,2 0 368 0 0,-1 0 48 0 0,3-1 17 0 0,4 0-1 0 0,3-2-32 0 0,3-1-8 0 0,3 0 0 0 0,-2-1 0 0 0,-1 0-656 0 0,-1 1-136 0 0,-1 0-24 0 0,-1 2-8 0 0,-3 1 368 0 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59.8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 5985 0 0,'43'-8'5398'0'0,"-10"1"-4096"0"0,-18 5-1217 0 0,-9 1-716 0 0,0-1-1 0 0,0 2 1 0 0,0-1-1 0 0,0 1 1 0 0,0 0-1 0 0,1 0 1 0 0,-1 1-1 0 0,9 2 1 0 0,-4 0 505 0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00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50 3681 0 0,'44'-5'5727'0'0,"21"-17"-3907"0"0,-47 15-2309 0 0,37-9 0 0 0,-46 16 489 0 0,-2 1 0 0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00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36 4145 0 0,'1'0'207'0'0,"-1"1"1"0"0,1 0-1 0 0,0-1 0 0 0,-1 1 1 0 0,1 0-1 0 0,0-1 0 0 0,-1 1 1 0 0,1-1-1 0 0,0 1 0 0 0,0-1 1 0 0,-1 0-1 0 0,1 1 0 0 0,0-1 1 0 0,0 0-1 0 0,0 1 0 0 0,0-1 1 0 0,-1 0-1 0 0,1 0 0 0 0,0 0 1 0 0,0 0-1 0 0,0 0 0 0 0,0 0 1 0 0,0 0-1 0 0,0 0 0 0 0,0 0 1 0 0,27-1 1121 0 0,-14-2-1738 0 0,0 0-1 0 0,1-1 1 0 0,-1 0 0 0 0,16-8-1 0 0,-4 2-188 0 0,-10 3 572 0 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01.3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 5065 0 0,'8'1'820'0'0,"0"-1"-1"0"0,0 1 1 0 0,0-2-1 0 0,-1 1 0 0 0,1-1 1 0 0,14-2-1 0 0,1-1-7 0 0,-18 4-501 0 0,-2-1-527 0 0,-1 0-1 0 0,1 1 1 0 0,-1 0 0 0 0,1-1 0 0 0,-1 1-1 0 0,1 0 1 0 0,-1 0 0 0 0,1 0-1 0 0,-1 0 1 0 0,1 1 0 0 0,-1-1-1 0 0,1 1 1 0 0,-1 0 0 0 0,0-1-1 0 0,1 1 1 0 0,-1 0 0 0 0,0 0-1 0 0,0 1 1 0 0,1-1 0 0 0,-1 0-1 0 0,0 1 1 0 0,0-1 0 0 0,-1 1-1 0 0,4 3 1 0 0,-1 1 101 0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01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 4145 0 0,'16'-1'1789'0'0,"0"-1"-1"0"0,28-6 1 0 0,-32 5-1655 0 0,1 1 0 0 0,-1 0 0 0 0,1 0 0 0 0,0 1-1 0 0,21 2 1 0 0,-19 1-134 0 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02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64 7834 0 0,'5'1'678'0'0,"0"0"0"0"0,0-1 1 0 0,0 1-1 0 0,0-1 0 0 0,0 0 1 0 0,0-1-1 0 0,8-1 0 0 0,0 0 105 0 0,-1-1-1 0 0,1 0 1 0 0,0-1 0 0 0,14-7-1 0 0,23-12-971 0 0,-23 10-2209 0 0,-17 9 1327 0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06.1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31 6449 0 0,'0'-9'6000'0'0,"0"9"-5854"0"0,13-6 2138 0 0,20-1-2029 0 0,-30 7 32 0 0,23-4-479 0 0,0 1 0 0 0,1 2 0 0 0,41 2-1 0 0,-46 1-696 0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06.5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44 6913 0 0,'0'-5'9156'0'0,"33"-7"-6670"0"0,47-11-2560 0 0,-62 21-1289 0 0,-1 0-4785 0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06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40 10138 0 0,'45'-5'3705'0'0,"27"-8"-1919"0"0,-27 5-2471 0 0,63-5 0 0 0,-92 13 669 0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07.3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34 9674 0 0,'14'-1'860'0'0,"0"0"-1"0"0,0-1 1 0 0,0-1 0 0 0,19-7 0 0 0,12-1-1711 0 0,1 5-3396 0 0,-39 6 4126 0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07.6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40 3681 0 0,'-10'1'5898'0'0,"24"-9"-2648"0"0,25-8-1057 0 0,-23 12-2099 0 0,-1 0-1 0 0,1 1 1 0 0,27-2 0 0 0,-30 5-5609 0 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07.9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60 10594 0 0,'0'0'964'0'0,"24"-10"154"0"0,-5 2-757 0 0,71-24-607 0 0,-80 29-422 0 0,0 1 0 0 0,0 0 0 0 0,0 1-1 0 0,10 0 1 0 0,-4 1 268 0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08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26 7834 0 0,'0'0'40'0'0,"-1"0"0"0"0,1 0 0 0 0,0 0 0 0 0,0 0 0 0 0,0 0 0 0 0,0 0-1 0 0,-1 0 1 0 0,1 0 0 0 0,0 0 0 0 0,0 0 0 0 0,0 0 0 0 0,0 0 0 0 0,-1 0 0 0 0,1 0 0 0 0,0 1 0 0 0,0-1 0 0 0,0 0 0 0 0,0 0 0 0 0,0 0 0 0 0,-1 0 0 0 0,1 0 0 0 0,0 0 0 0 0,0 0 0 0 0,0 1 0 0 0,0-1 0 0 0,0 0 0 0 0,0 0 0 0 0,0 0 0 0 0,0 0 0 0 0,0 0 0 0 0,-1 1 0 0 0,1-1 0 0 0,0 0 0 0 0,0 0 0 0 0,0 0 0 0 0,0 0 0 0 0,0 1 0 0 0,0-1 0 0 0,0 0 0 0 0,0 0 0 0 0,0 0 0 0 0,0 0 0 0 0,0 1-1 0 0,0-1 1 0 0,0 0 0 0 0,0 0 0 0 0,1 0 0 0 0,-1 0 0 0 0,0 1 0 0 0,0-1 0 0 0,0 0 0 0 0,0 0 0 0 0,0 0 0 0 0,0 0 0 0 0,0 0 0 0 0,0 1 0 0 0,0-1 0 0 0,1 0 0 0 0,-1 0 0 0 0,15 1 1712 0 0,21-5 622 0 0,-7-6-1452 0 0,-20 6-1017 0 0,0 1 0 0 0,0 0 0 0 0,0 0 0 0 0,0 1-1 0 0,1 1 1 0 0,-1-1 0 0 0,0 1 0 0 0,1 1 0 0 0,13 0-1 0 0,-10 4 83 0 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08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42 8290 0 0,'43'-19'2745'0'0,"3"-1"-1873"0"0,-43 20-1261 0 0,0-1 0 0 0,0 0 0 0 0,0 1 0 0 0,0 0 0 0 0,0 0 1 0 0,0 0-1 0 0,0 0 0 0 0,3 1 0 0 0,1 0-852 0 0,0 4 748 0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09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71 7834 0 0,'0'0'602'0'0,"23"-10"2206"0"0,5-3-1162 0 0,-4 1-754 0 0,34-12-1 0 0,-49 21-1397 0 0,-1 1 0 0 0,0 0 0 0 0,1 0 0 0 0,-1 1 0 0 0,1 0 0 0 0,-1 1-1 0 0,1 0 1 0 0,11 1 0 0 0,-6 1 462 0 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09.3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34 7370 0 0,'1'3'656'0'0,"-1"-2"-528"0"0,0 0-128 0 0,4-1 1600 0 0,-1 2-720 0 0,2-2 8 0 0,2 1-79 0 0,6-1-9 0 0,2 0-8 0 0,2-1 0 0 0,0-2-536 0 0,2-1-112 0 0,1-2-16 0 0,9-3-2816 0 0,-1-1-569 0 0,1 1-104 0 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0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203 103 7834 0 0,'-12'-1'991'0'0,"0"2"0"0"0,1-1 0 0 0,-1 2 1 0 0,1-1-1 0 0,-1 2 0 0 0,1-1 0 0 0,-16 7 1 0 0,21-6-861 0 0,1 0 0 0 0,-1 0 0 0 0,1 0 0 0 0,0 1 0 0 0,0 0 0 0 0,1 0 0 0 0,-1 0 0 0 0,1 0 0 0 0,0 1 0 0 0,0 0 0 0 0,0-1 0 0 0,1 2 0 0 0,-1-1 0 0 0,1 0 0 0 0,-4 11 0 0 0,2-3-119 0 0,1 0-1 0 0,1 0 1 0 0,0 1 0 0 0,1-1 0 0 0,0 1 0 0 0,1 0 0 0 0,0-1 0 0 0,1 1-1 0 0,1 0 1 0 0,0-1 0 0 0,1 1 0 0 0,1 0 0 0 0,0-1 0 0 0,1 0-1 0 0,0 0 1 0 0,1 0 0 0 0,0 0 0 0 0,1-1 0 0 0,0 0 0 0 0,1 0 0 0 0,1 0-1 0 0,0-1 1 0 0,0 0 0 0 0,14 13 0 0 0,-17-20-38 0 0,0 1 0 0 0,0-2 0 0 0,1 1 0 0 0,0 0 0 0 0,-1-1 0 0 0,1 0 0 0 0,0 0-1 0 0,1-1 1 0 0,-1 0 0 0 0,0 0 0 0 0,1 0 0 0 0,-1-1 0 0 0,1 0 0 0 0,0 0 0 0 0,-1 0 0 0 0,1-1 0 0 0,0 0 0 0 0,-1-1 0 0 0,1 1 0 0 0,0-1 0 0 0,-1-1 0 0 0,1 1 0 0 0,-1-1 0 0 0,0 0 0 0 0,1-1 0 0 0,-1 1 0 0 0,0-1-1 0 0,0 0 1 0 0,-1-1 0 0 0,1 1 0 0 0,-1-1 0 0 0,1-1 0 0 0,-1 1 0 0 0,-1 0 0 0 0,1-1 0 0 0,0 0 0 0 0,-1 0 0 0 0,0-1 0 0 0,-1 1 0 0 0,1-1 0 0 0,-1 0 0 0 0,0 0 0 0 0,0 0 0 0 0,2-7 0 0 0,-1-3 222 0 0,0 0 1 0 0,-1 0 0 0 0,-1 0-1 0 0,0-1 1 0 0,-1 1-1 0 0,-1-1 1 0 0,-1 1 0 0 0,0-1-1 0 0,-1 1 1 0 0,-1 0 0 0 0,0 0-1 0 0,-1 0 1 0 0,-1 0-1 0 0,0 0 1 0 0,-2 1 0 0 0,-11-23-1 0 0,10 25-122 0 0,0 0-1 0 0,-1 0 0 0 0,0 0 1 0 0,-1 1-1 0 0,-1 1 1 0 0,0 0-1 0 0,-21-17 0 0 0,22 21-335 0 0,-1 0 0 0 0,0 0 0 0 0,0 1 1 0 0,0 1-1 0 0,-1 0 0 0 0,0 0 0 0 0,0 1 0 0 0,0 1 0 0 0,0 0 0 0 0,-14-2 0 0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1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414 106 4609 0 0,'-8'-4'354'0'0,"-1"0"0"0"0,1 0 0 0 0,-1 1 1 0 0,0 0-1 0 0,0 1 0 0 0,0 0 0 0 0,0 0 0 0 0,0 1 0 0 0,0 0 1 0 0,0 1-1 0 0,0 0 0 0 0,0 0 0 0 0,-1 1 0 0 0,1 0 0 0 0,0 1 0 0 0,-17 5 1 0 0,10-2 138 0 0,1 0 0 0 0,-1 0 0 0 0,2 2 0 0 0,-1 0 1 0 0,1 1-1 0 0,0 0 0 0 0,0 1 0 0 0,-24 20 1 0 0,29-20-423 0 0,1 1 0 0 0,0-1 0 0 0,0 1 1 0 0,1 1-1 0 0,0-1 0 0 0,1 1 0 0 0,0 0 1 0 0,1 1-1 0 0,0-1 0 0 0,0 1 0 0 0,2 0 0 0 0,-1 0 1 0 0,2 1-1 0 0,-3 18 0 0 0,5-23-88 0 0,-1-1-1 0 0,2 1 1 0 0,-1-1-1 0 0,1 1 0 0 0,0 0 1 0 0,0-1-1 0 0,1 1 1 0 0,0-1-1 0 0,0 0 1 0 0,1 0-1 0 0,0 0 0 0 0,0 0 1 0 0,1 0-1 0 0,0-1 1 0 0,0 1-1 0 0,0-1 1 0 0,1 0-1 0 0,0 0 0 0 0,0-1 1 0 0,1 1-1 0 0,-1-1 1 0 0,1 0-1 0 0,0-1 1 0 0,13 8-1 0 0,-10-7-136 0 0,0 0-1 0 0,0-1 1 0 0,0 0 0 0 0,1 0-1 0 0,-1-1 1 0 0,1 0 0 0 0,0-1 0 0 0,0 0-1 0 0,0-1 1 0 0,0 0 0 0 0,1 0-1 0 0,-1-1 1 0 0,0 0 0 0 0,0-1-1 0 0,0 0 1 0 0,0-1 0 0 0,0 0-1 0 0,0-1 1 0 0,0 0 0 0 0,0 0 0 0 0,-1-1-1 0 0,0 0 1 0 0,0-1 0 0 0,0 0-1 0 0,0 0 1 0 0,-1-1 0 0 0,0 0-1 0 0,0-1 1 0 0,0 0 0 0 0,-1 0-1 0 0,0 0 1 0 0,0-1 0 0 0,10-16 0 0 0,-8 9 513 0 0,-1 0 1 0 0,0-1-1 0 0,-1 0 1 0 0,0-1 0 0 0,-2 0-1 0 0,0 0 1 0 0,-1 0-1 0 0,0 0 1 0 0,-2-1-1 0 0,0 1 1 0 0,-1-1 0 0 0,0 0-1 0 0,-4-28 1 0 0,2 37-231 0 0,0 0 1 0 0,-1 0-1 0 0,0 1 1 0 0,0-1 0 0 0,-1 1-1 0 0,0-1 1 0 0,0 1-1 0 0,-1 0 1 0 0,0 0-1 0 0,-1 0 1 0 0,0 1-1 0 0,0 0 1 0 0,0 0 0 0 0,-1 0-1 0 0,0 0 1 0 0,-1 1-1 0 0,1 0 1 0 0,-1 0-1 0 0,0 1 1 0 0,-1 0-1 0 0,1 0 1 0 0,-1 1-1 0 0,0 0 1 0 0,0 0 0 0 0,0 0-1 0 0,-1 1 1 0 0,1 1-1 0 0,-14-3 1 0 0,17 4-423 0 0,0 0 0 0 0,0 1 0 0 0,1 0 0 0 0,-1 0 1 0 0,0 0-1 0 0,-5 1 0 0 0,-8 3-5946 0 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1.5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99 920 0 0,'1'-5'274'0'0,"0"1"0"0"0,0-1 0 0 0,0 1 0 0 0,-1-1 0 0 0,0 1 0 0 0,0-1 0 0 0,0 1 0 0 0,0-1 0 0 0,-1 1 0 0 0,0-1 0 0 0,0 1 0 0 0,-2-7 0 0 0,2 9-67 0 0,1 1 0 0 0,-1-1 0 0 0,0 1 0 0 0,1-1 0 0 0,-1 1 0 0 0,0 0 0 0 0,0 0 0 0 0,0-1 0 0 0,0 1 0 0 0,0 0 0 0 0,0 0 0 0 0,0 0 0 0 0,0 0 0 0 0,0 0 0 0 0,0 0 0 0 0,-1 0 0 0 0,1 0 0 0 0,0 1 0 0 0,-1-1 0 0 0,1 0 0 0 0,-1 1 0 0 0,1-1 0 0 0,-1 1 0 0 0,1 0 0 0 0,-1-1 0 0 0,1 1 0 0 0,-1 0 0 0 0,1 0 0 0 0,-1 0 0 0 0,1 0 0 0 0,-1 0 0 0 0,1 0 0 0 0,-1 0 0 0 0,1 1 0 0 0,-1-1 0 0 0,1 0 0 0 0,-1 1 0 0 0,1 0 0 0 0,-1-1 0 0 0,-2 2 0 0 0,1 1-37 0 0,0-1-1 0 0,0 0 0 0 0,-1 1 1 0 0,1 0-1 0 0,1 0 0 0 0,-1 0 1 0 0,0 0-1 0 0,1 0 0 0 0,0 1 1 0 0,-1-1-1 0 0,1 1 0 0 0,1-1 1 0 0,-1 1-1 0 0,0 0 0 0 0,1 0 1 0 0,0 0-1 0 0,0 0 0 0 0,0 0 1 0 0,0 0-1 0 0,1 0 0 0 0,0 6 1 0 0,-2 8-177 0 0,2 1 0 0 0,0-1 0 0 0,4 25 1 0 0,23 108-143 0 0,-21-128 134 0 0,1 0 1 0 0,1 0-1 0 0,0 0 1 0 0,17 28-1 0 0,-22-46-56 0 0,0 1 1 0 0,1-1-1 0 0,0 0 0 0 0,-1-1 1 0 0,2 1-1 0 0,-1-1 0 0 0,0 0 0 0 0,1 0 1 0 0,0 0-1 0 0,0 0 0 0 0,0-1 0 0 0,0 0 1 0 0,1 0-1 0 0,-1 0 0 0 0,1-1 1 0 0,0 0-1 0 0,0 0 0 0 0,0 0 0 0 0,0-1 1 0 0,0 0-1 0 0,0 0 0 0 0,0 0 0 0 0,0-1 1 0 0,0 0-1 0 0,0 0 0 0 0,0-1 1 0 0,1 1-1 0 0,-1-1 0 0 0,0-1 0 0 0,0 1 1 0 0,-1-1-1 0 0,8-3 0 0 0,-4 2-69 0 0,1-1 0 0 0,-1-1 0 0 0,1 0 0 0 0,-1 0 0 0 0,-1-1 0 0 0,1 0 0 0 0,-1 0-1 0 0,0-1 1 0 0,-1 0 0 0 0,1 0 0 0 0,-1-1 0 0 0,-1 0 0 0 0,0 0 0 0 0,0-1 0 0 0,0 0 0 0 0,-1 0 0 0 0,0 0 0 0 0,5-15-1 0 0,-6 8 328 0 0,-1 1-1 0 0,0-1 0 0 0,0 0 0 0 0,-2 0 0 0 0,0 0 0 0 0,-1 0 1 0 0,-1 0-1 0 0,0 0 0 0 0,-1 0 0 0 0,-4-17 0 0 0,3 22 12 0 0,0-1-1 0 0,-1 1 1 0 0,0 0 0 0 0,-1 0-1 0 0,-1 1 1 0 0,1-1-1 0 0,-1 1 1 0 0,-1 0 0 0 0,0 1-1 0 0,0 0 1 0 0,-1 0-1 0 0,-1 0 1 0 0,1 1 0 0 0,-13-9-1 0 0,10 8-288 0 0,-1 1-1 0 0,-1 1 1 0 0,1 0-1 0 0,-20-8 1 0 0,12 8-471 0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1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11 5985 0 0,'-7'0'422'0'0,"-1"1"0"0"0,1-1-1 0 0,0 1 1 0 0,-1 0 0 0 0,1 1 0 0 0,0 0-1 0 0,-1 0 1 0 0,1 0 0 0 0,0 1-1 0 0,0 0 1 0 0,1 0 0 0 0,-1 1 0 0 0,1 0-1 0 0,0 0 1 0 0,0 1 0 0 0,0-1-1 0 0,0 1 1 0 0,1 1 0 0 0,-7 7 0 0 0,7-5-354 0 0,0 0 1 0 0,0 0 0 0 0,1 0 0 0 0,0 0-1 0 0,0 1 1 0 0,1 0 0 0 0,0 0-1 0 0,1 0 1 0 0,0 0 0 0 0,0 0 0 0 0,1 0-1 0 0,0 1 1 0 0,1-1 0 0 0,0 0 0 0 0,1 12-1 0 0,1-10-59 0 0,0 1 0 0 0,1-1-1 0 0,0 0 1 0 0,0 1-1 0 0,1-2 1 0 0,1 1 0 0 0,0 0-1 0 0,0-1 1 0 0,1 0-1 0 0,1 0 1 0 0,-1-1 0 0 0,11 12-1 0 0,-13-17-93 0 0,0 1 0 0 0,0-1 1 0 0,0 0-1 0 0,1 0 0 0 0,0-1 0 0 0,-1 1 0 0 0,1-1 0 0 0,0 0 0 0 0,1-1 0 0 0,-1 1 0 0 0,0-1 0 0 0,1 0 0 0 0,-1 0 1 0 0,1 0-1 0 0,0-1 0 0 0,0 0 0 0 0,-1 0 0 0 0,1-1 0 0 0,0 0 0 0 0,0 0 0 0 0,0 0 0 0 0,0 0 0 0 0,0-1 1 0 0,-1 0-1 0 0,1 0 0 0 0,7-3 0 0 0,-7 1 10 0 0,0 0-1 0 0,-1-1 1 0 0,1 1 0 0 0,-1-1 0 0 0,0 0-1 0 0,0 0 1 0 0,0-1 0 0 0,-1 0-1 0 0,0 1 1 0 0,1-2 0 0 0,-2 1 0 0 0,1 0-1 0 0,4-10 1 0 0,2-4 389 0 0,0-1 0 0 0,10-35 0 0 0,-14 36-144 0 0,-1 1 0 0 0,-1-1 0 0 0,0 0 1 0 0,0-25-1 0 0,-4 38-150 0 0,1 0 1 0 0,-1-1-1 0 0,-1 1 1 0 0,1-1 0 0 0,-1 1-1 0 0,0 0 1 0 0,0-1-1 0 0,-1 1 1 0 0,0 0-1 0 0,0 0 1 0 0,-1 0-1 0 0,1 0 1 0 0,-1 0-1 0 0,-1 1 1 0 0,1-1 0 0 0,-7-7-1 0 0,7 10-89 0 0,0 1 0 0 0,0-1-1 0 0,0 1 1 0 0,-1 0 0 0 0,1 0 0 0 0,-1 0-1 0 0,1 0 1 0 0,-1 1 0 0 0,0-1 0 0 0,1 1-1 0 0,-1 0 1 0 0,0 0 0 0 0,0 0-1 0 0,0 1 1 0 0,0-1 0 0 0,0 1 0 0 0,0 0-1 0 0,0 0 1 0 0,0 1 0 0 0,0-1 0 0 0,0 1-1 0 0,0 0 1 0 0,-7 2 0 0 0,2 0-243 0 0,-1 1 0 0 0,1 1 0 0 0,-1-1 0 0 0,2 1 0 0 0,-1 1 0 0 0,0 0 0 0 0,1 0 0 0 0,-8 8 0 0 0,-12 14 277 0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2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78 1840 0 0,'-2'-5'-126'0'0,"-1"-3"731"0"0,0 0 0 0 0,-1 0 1 0 0,-1 0-1 0 0,1 0 0 0 0,-11-13 0 0 0,14 20-447 0 0,-1 0 0 0 0,1 0-1 0 0,0 0 1 0 0,0 0 0 0 0,-1 0-1 0 0,1 0 1 0 0,0 0 0 0 0,-1 1-1 0 0,1-1 1 0 0,-1 0 0 0 0,1 1 0 0 0,-1-1-1 0 0,1 1 1 0 0,-1 0 0 0 0,1-1-1 0 0,-1 1 1 0 0,1 0 0 0 0,-1 0-1 0 0,0 0 1 0 0,1 0 0 0 0,-1 0-1 0 0,1 1 1 0 0,-1-1 0 0 0,0 0-1 0 0,1 1 1 0 0,-1-1 0 0 0,1 1 0 0 0,-1-1-1 0 0,1 1 1 0 0,0 0 0 0 0,-1 0-1 0 0,1-1 1 0 0,0 1 0 0 0,-1 0-1 0 0,1 0 1 0 0,0 0 0 0 0,0 1-1 0 0,0-1 1 0 0,0 0 0 0 0,-2 2 0 0 0,-4 6-7 0 0,0-1 0 0 0,1 1 0 0 0,0 0 0 0 0,0 0 0 0 0,1 1 0 0 0,0-1 0 0 0,1 1 0 0 0,0 1 0 0 0,0-1 0 0 0,1 0 0 0 0,1 1 0 0 0,-1 0 0 0 0,2-1 0 0 0,-1 1 0 0 0,1 15 0 0 0,2-3 121 0 0,0 1 0 0 0,1-1 0 0 0,1 0 0 0 0,1 0 0 0 0,2-1 0 0 0,8 27 0 0 0,-7-31-340 0 0,0 0-1 0 0,1-1 0 0 0,1 0 0 0 0,0 0 0 0 0,1-1 1 0 0,1 0-1 0 0,1-1 0 0 0,16 18 0 0 0,-23-28 36 0 0,1 1 0 0 0,-1-1 0 0 0,1-1 0 0 0,0 1 0 0 0,1-1 0 0 0,-1 0 0 0 0,1 0 0 0 0,0-1 0 0 0,-1 0 0 0 0,1 0 0 0 0,1 0 0 0 0,-1-1 0 0 0,0 0 0 0 0,1-1 0 0 0,-1 0 0 0 0,1 0 0 0 0,-1 0-1 0 0,1-1 1 0 0,-1 0 0 0 0,1-1 0 0 0,-1 1 0 0 0,1-2 0 0 0,12-2 0 0 0,-14 2-71 0 0,-1 0-1 0 0,0 0 1 0 0,1 0-1 0 0,-1-1 0 0 0,0 1 1 0 0,0-1-1 0 0,-1-1 1 0 0,1 1-1 0 0,-1 0 1 0 0,1-1-1 0 0,-1 0 1 0 0,0 0-1 0 0,-1-1 1 0 0,1 1-1 0 0,5-9 0 0 0,-6 6 82 0 0,1-1 0 0 0,-1 0-1 0 0,0 1 1 0 0,-1-1-1 0 0,0 0 1 0 0,0 0-1 0 0,-1-1 1 0 0,0 1-1 0 0,0-15 1 0 0,-3-2 406 0 0,0 1-1 0 0,-2 0 1 0 0,0 0 0 0 0,-2 0 0 0 0,-1 0 0 0 0,-12-29-1 0 0,13 38-106 0 0,-1 1 0 0 0,-1-1-1 0 0,0 1 1 0 0,0 1 0 0 0,-2-1-1 0 0,1 2 1 0 0,-13-13 0 0 0,14 17-480 0 0,0 1 0 0 0,0 0 0 0 0,-1 0 0 0 0,0 1 0 0 0,0 0 0 0 0,0 1 0 0 0,-1 0 0 0 0,0 0 1 0 0,0 1-1 0 0,0 0 0 0 0,-15-3 0 0 0,11 5-5356 0 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2.8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1 11058 0 0,'-5'0'290'0'0,"0"0"0"0"0,1 0-1 0 0,-1 0 1 0 0,0 1-1 0 0,0-1 1 0 0,0 1 0 0 0,0 1-1 0 0,0-1 1 0 0,1 1 0 0 0,-1 0-1 0 0,-8 4 1 0 0,10-3-236 0 0,1-1 1 0 0,-1 1-1 0 0,0 0 1 0 0,1-1-1 0 0,0 1 0 0 0,-1 1 1 0 0,1-1-1 0 0,0 0 1 0 0,1 0-1 0 0,-1 1 1 0 0,0-1-1 0 0,1 1 1 0 0,0 0-1 0 0,0-1 0 0 0,0 1 1 0 0,0 5-1 0 0,-3 15 7 0 0,1 0 0 0 0,1 1-1 0 0,2-1 1 0 0,0 1 0 0 0,5 27-1 0 0,-4-39-45 0 0,1-1 0 0 0,1 0 0 0 0,0 1-1 0 0,0-1 1 0 0,1 0 0 0 0,1 0 0 0 0,0-1 0 0 0,1 1-1 0 0,0-1 1 0 0,1-1 0 0 0,13 18 0 0 0,-16-24-41 0 0,0 1 1 0 0,0-1 0 0 0,0 0-1 0 0,0-1 1 0 0,1 1-1 0 0,0-1 1 0 0,0 0 0 0 0,0 0-1 0 0,0 0 1 0 0,0-1-1 0 0,0 0 1 0 0,1 0 0 0 0,-1 0-1 0 0,1 0 1 0 0,-1-1-1 0 0,1 0 1 0 0,0 0 0 0 0,0-1-1 0 0,-1 0 1 0 0,1 0-1 0 0,0 0 1 0 0,0 0 0 0 0,0-1-1 0 0,-1 0 1 0 0,1 0-1 0 0,-1-1 1 0 0,1 0 0 0 0,-1 0-1 0 0,1 0 1 0 0,-1 0-1 0 0,0-1 1 0 0,0 0 0 0 0,0 0-1 0 0,0 0 1 0 0,-1-1-1 0 0,1 0 1 0 0,-1 0 0 0 0,0 0-1 0 0,0 0 1 0 0,0 0-1 0 0,-1-1 1 0 0,0 0 0 0 0,5-9-1 0 0,4-9-111 0 0,-2-1 0 0 0,-1-1 0 0 0,-2 0-1 0 0,0 0 1 0 0,-1-1 0 0 0,-2 0 0 0 0,0 0-1 0 0,0-35 1 0 0,-3 22-4765 0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3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42 4609 0 0,'-3'-3'336'0'0,"1"-1"-1"0"0,-1 1 1 0 0,0 0-1 0 0,0 0 1 0 0,-1 0-1 0 0,1 1 1 0 0,0-1-1 0 0,-1 1 1 0 0,0 0-1 0 0,1 0 1 0 0,-1 0-1 0 0,0 0 1 0 0,0 0-1 0 0,0 1 1 0 0,0 0-1 0 0,0 0 1 0 0,-8-1-1 0 0,10 2-193 0 0,-1 0-1 0 0,0 0 1 0 0,1 0 0 0 0,-1 0-1 0 0,1 0 1 0 0,-1 0-1 0 0,1 1 1 0 0,-1-1-1 0 0,1 1 1 0 0,-1 0-1 0 0,1 0 1 0 0,0 0-1 0 0,-1 0 1 0 0,1 0-1 0 0,0 0 1 0 0,0 1-1 0 0,0-1 1 0 0,0 1-1 0 0,0-1 1 0 0,0 1-1 0 0,0 0 1 0 0,0 0-1 0 0,1 0 1 0 0,-1 0-1 0 0,1 0 1 0 0,-1 0-1 0 0,1 0 1 0 0,0 1-1 0 0,0-1 1 0 0,-1 3-1 0 0,-7 25 48 0 0,1 1 0 0 0,1 0-1 0 0,2 0 1 0 0,1 0 0 0 0,1 1-1 0 0,2-1 1 0 0,5 53 0 0 0,-3-77-188 0 0,-1-1 0 0 0,2 1 0 0 0,-1 0 0 0 0,1-1 1 0 0,0 0-1 0 0,0 1 0 0 0,1-1 0 0 0,-1 0 0 0 0,2 0 0 0 0,-1 0 0 0 0,0-1 0 0 0,1 1 1 0 0,0-1-1 0 0,1 0 0 0 0,4 5 0 0 0,-4-6-6 0 0,1 0 0 0 0,-1 0 0 0 0,1-1 0 0 0,-1 0 0 0 0,1 0 0 0 0,0-1 0 0 0,0 1 0 0 0,1-1 0 0 0,-1-1-1 0 0,0 1 1 0 0,1-1 0 0 0,-1 0 0 0 0,0-1 0 0 0,1 1 0 0 0,9-2 0 0 0,1 1-111 0 0,0-2-1 0 0,0 0 0 0 0,-1-1 1 0 0,1 0-1 0 0,-1-2 1 0 0,1 0-1 0 0,-1 0 0 0 0,22-13 1 0 0,-30 15 122 0 0,-1-1 0 0 0,0-1 0 0 0,0 0 0 0 0,-1 0 1 0 0,1 0-1 0 0,-1 0 0 0 0,0-1 0 0 0,-1 0 0 0 0,1-1 0 0 0,-1 1 0 0 0,0-1 0 0 0,-1 0 0 0 0,0 0 1 0 0,0 0-1 0 0,0-1 0 0 0,-1 1 0 0 0,0-1 0 0 0,-1 0 0 0 0,3-10 0 0 0,-3 6 141 0 0,-1 0 1 0 0,0-1-1 0 0,-1 1 0 0 0,0 0 0 0 0,-1-1 0 0 0,0 1 0 0 0,-1 0 0 0 0,0-1 0 0 0,-1 1 0 0 0,-1 1 0 0 0,1-1 1 0 0,-2 0-1 0 0,0 1 0 0 0,0 0 0 0 0,-12-18 0 0 0,12 22-204 0 0,-1 0 0 0 0,1 1 0 0 0,-1-1 1 0 0,0 1-1 0 0,-1 0 0 0 0,1 1 0 0 0,-1 0 0 0 0,0 0 0 0 0,-1 0 1 0 0,1 1-1 0 0,-1 0 0 0 0,0 0 0 0 0,0 1 0 0 0,0 0 0 0 0,0 0 1 0 0,-1 1-1 0 0,1 0 0 0 0,-1 1 0 0 0,1 0 0 0 0,-1 0 0 0 0,0 1 1 0 0,1 0-1 0 0,-12 1 0 0 0,-15 6-2498 0 0,21-3-2617 0 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3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0 10594 0 0,'-7'3'89'0'0,"0"0"0"0"0,0 1-1 0 0,0 0 1 0 0,1 0 0 0 0,-1 0-1 0 0,1 1 1 0 0,0 0 0 0 0,0 0 0 0 0,1 0-1 0 0,-1 1 1 0 0,1 0 0 0 0,0 0-1 0 0,-5 9 1 0 0,5-5 180 0 0,-1 0 1 0 0,1 1-1 0 0,1 0 1 0 0,0 0-1 0 0,1 0 1 0 0,0 0-1 0 0,0 1 1 0 0,0 15-1 0 0,1-10 17 0 0,2 1 0 0 0,0 0 0 0 0,1-1 0 0 0,0 1 0 0 0,2-1-1 0 0,0 1 1 0 0,1-1 0 0 0,1 0 0 0 0,0 0 0 0 0,1 0 0 0 0,15 27 0 0 0,-17-38-342 0 0,-1-1 1 0 0,1 0-1 0 0,0 0 1 0 0,0 0-1 0 0,0 0 1 0 0,1 0-1 0 0,-1-1 0 0 0,1 0 1 0 0,0 0-1 0 0,0 0 1 0 0,1-1-1 0 0,-1 0 1 0 0,1 0-1 0 0,0 0 1 0 0,0-1-1 0 0,7 3 1 0 0,-9-4 13 0 0,0-1 0 0 0,1 1 1 0 0,-1-1-1 0 0,0 0 1 0 0,1 0-1 0 0,-1 0 0 0 0,0-1 1 0 0,1 1-1 0 0,-1-1 0 0 0,0 0 1 0 0,0 0-1 0 0,0 0 1 0 0,0-1-1 0 0,0 0 0 0 0,0 0 1 0 0,0 0-1 0 0,0 0 1 0 0,-1 0-1 0 0,1-1 0 0 0,-1 1 1 0 0,0-1-1 0 0,0 0 1 0 0,0 0-1 0 0,5-6 0 0 0,-2 0 120 0 0,1-1-1 0 0,-1 1 0 0 0,0-2 0 0 0,-1 1 0 0 0,0 0 1 0 0,-1-1-1 0 0,0 0 0 0 0,-1 0 0 0 0,0 0 0 0 0,-1-1 1 0 0,0 1-1 0 0,-1 0 0 0 0,0-1 0 0 0,0 1 0 0 0,-3-18 0 0 0,1 17 4 0 0,0 0 0 0 0,-1 0 0 0 0,-1 0-1 0 0,0 0 1 0 0,0 0 0 0 0,-1 1-1 0 0,-1-1 1 0 0,0 1 0 0 0,0 0 0 0 0,-1 0-1 0 0,-1 1 1 0 0,0 0 0 0 0,0 0 0 0 0,-12-12-1 0 0,-2 3-509 0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4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 1840 0 0,'1'-1'273'0'0,"-1"1"-1"0"0,1-1 0 0 0,-1 0 0 0 0,1 0 0 0 0,0 1 1 0 0,-1-1-1 0 0,1 0 0 0 0,0 1 0 0 0,0-1 0 0 0,-1 0 1 0 0,1 1-1 0 0,0-1 0 0 0,0 1 0 0 0,0-1 0 0 0,0 1 1 0 0,0 0-1 0 0,-1-1 0 0 0,1 1 0 0 0,2 0 0 0 0,21-10 1521 0 0,26 5-1354 0 0,-3 1-3607 0 0,-36 1 2821 0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4.8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0 3225 0 0,'-7'11'13134'0'0,"9"-5"-15035"0"0,8 52 978 0 0,-5-41-3962 0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5.1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77 3225 0 0,'-18'-6'7673'0'0,"18"5"-7552"0"0,1 1 0 0 0,43-21 4519 0 0,-38 19-5194 0 0,72-30 1534 0 0,-42 21-5610 0 0,-21 7-353 0 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5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 5065 0 0,'-9'9'7022'0'0,"9"-7"-6688"0"0,-1 18 1625 0 0,11 25-3091 0 0,-7-36 1754 0 0,16 61-3219 0 0,-13-45 1590 0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5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48 2761 0 0,'22'-11'7107'0'0,"-4"1"-4902"0"0,44-16-968 0 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6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0 4609 0 0,'-1'1'274'0'0,"1"0"1"0"0,0-1-1 0 0,0 1 0 0 0,-1 0 0 0 0,1-1 1 0 0,0 1-1 0 0,0 0 0 0 0,0-1 0 0 0,0 1 1 0 0,0 0-1 0 0,0 0 0 0 0,0-1 0 0 0,0 1 1 0 0,0 0-1 0 0,0-1 0 0 0,0 1 1 0 0,0 0-1 0 0,0-1 0 0 0,1 1 0 0 0,-1 0 1 0 0,0-1-1 0 0,1 2 0 0 0,9 24 1006 0 0,-5-11-892 0 0,16 57-3971 0 0,-17-52 3215 0 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6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0 148 4609 0 0,'15'-9'1390'0'0,"-1"0"0"0"0,17-14 0 0 0,27-17 56 0 0,-53 37-1535 0 0,0 1 0 0 0,0-1 0 0 0,0 1-1 0 0,0 0 1 0 0,1 0 0 0 0,-1 1-1 0 0,1 0 1 0 0,-1 0 0 0 0,11-1 0 0 0,-10 3 178 0 0,-3 1 3 0 0</inkml:trace>
  <inkml:trace contextRef="#ctx0" brushRef="#br0" timeOffset="1">93 0 456 0 0,'-12'10'6145'0'0,"11"-6"-4992"0"0,1 2-89 0 0,0 2-16 0 0,1 2-8 0 0,1 1-640 0 0,0 2-128 0 0,1 1-23 0 0,4 6-2314 0 0,0 0-463 0 0,-1 0-89 0 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6.9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0 6497 0 0,'-1'3'577'0'0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7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80 2761 0 0,'-45'28'8032'0'0,"55"-26"-4060"0"0,16-3-2951 0 0,-6-2-2057 0 0</inkml:trace>
  <inkml:trace contextRef="#ctx0" brushRef="#br0" timeOffset="1">97 0 8754 0 0,'-1'1'159'0'0,"0"-1"0"0"0,0 1 0 0 0,0-1 0 0 0,-1 1 0 0 0,1 0 0 0 0,0-1 0 0 0,0 1 0 0 0,0 0 0 0 0,0 0 0 0 0,0 0 0 0 0,1 0 0 0 0,-1 0 0 0 0,0 0 0 0 0,0 0 0 0 0,1 0 1 0 0,-1 0-1 0 0,0 0 0 0 0,1 0 0 0 0,-1 1 0 0 0,1-1 0 0 0,0 0 0 0 0,-1 0 0 0 0,1 1 0 0 0,0-1 0 0 0,0 0 0 0 0,-1 0 0 0 0,1 3 0 0 0,-3 45 1396 0 0,2-42-1275 0 0,1 0-351 0 0,0-1 1 0 0,0 1-1 0 0,1-1 0 0 0,0 1 0 0 0,0-1 1 0 0,0 0-1 0 0,1 1 0 0 0,0-1 1 0 0,0 0-1 0 0,0 0 0 0 0,1 0 1 0 0,4 6-1 0 0,0-1 71 0 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7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78 8290 0 0,'1'-1'116'0'0,"-1"0"0"0"0,1 0 1 0 0,0 0-1 0 0,-1 1 0 0 0,1-1 0 0 0,0 0 1 0 0,-1 0-1 0 0,1 0 0 0 0,0 1 1 0 0,0-1-1 0 0,0 0 0 0 0,0 1 0 0 0,0-1 1 0 0,0 1-1 0 0,-1-1 0 0 0,1 1 1 0 0,1 0-1 0 0,-1-1 0 0 0,0 1 0 0 0,2-1 1 0 0,28-12 1170 0 0,-13 7-230 0 0,77-24 307 0 0,-78 25-2334 0 0,0 2-1 0 0,-1 0 1 0 0,32-1-1 0 0,-41 5 923 0 0,-3 0 36 0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8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 1376 0 0,'-38'6'18575'0'0,"39"8"-18987"0"0,31 100-200 0 0,-23-89-6184 0 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8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71 4609 0 0,'0'0'353'0'0,"27"-9"4879"0"0,6-6-3132 0 0,-12 4-1797 0 0,1 2 0 0 0,0 1 0 0 0,26-7 0 0 0,-32 12-5111 0 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8.8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 5065 0 0,'-1'0'211'0'0,"0"0"0"0"0,0 0 0 0 0,0 1 0 0 0,0-1 0 0 0,0 1-1 0 0,0-1 1 0 0,0 1 0 0 0,0 0 0 0 0,0-1 0 0 0,0 1 0 0 0,0 0 0 0 0,0-1 0 0 0,0 1 0 0 0,1 0-1 0 0,-1 0 1 0 0,0 0 0 0 0,1 0 0 0 0,-1 0 0 0 0,0 0 0 0 0,1 0 0 0 0,-1 0 0 0 0,1 0 0 0 0,0 0 0 0 0,-1 0-1 0 0,1 0 1 0 0,0 0 0 0 0,0 0 0 0 0,0 1 0 0 0,-1-1 0 0 0,1 0 0 0 0,0 0 0 0 0,1 0 0 0 0,-1 0-1 0 0,0 0 1 0 0,0 2 0 0 0,1 4 31 0 0,-1-1 0 0 0,1 0-1 0 0,0 1 1 0 0,0-1-1 0 0,3 7 1 0 0,13 23-1122 0 0,-11-23-3841 0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9.2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 8754 0 0,'7'0'923'0'0,"1"-1"0"0"0,0-1 0 0 0,-1 1 0 0 0,1-1 1 0 0,7-4-1 0 0,33-6 9 0 0,-34 11-1320 0 0,0 1-1 0 0,1 0 1 0 0,-1 0 0 0 0,1 2 0 0 0,21 4 0 0 0,-28-4 335 0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9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0 9218 0 0,'-5'7'648'0'0,"-1"1"0"0"0,1-1 0 0 0,1 1 0 0 0,-1 0 0 0 0,1 0 1 0 0,1 1-1 0 0,-1-1 0 0 0,1 1 0 0 0,-3 17 0 0 0,5-22-494 0 0,1 1 0 0 0,0 0-1 0 0,0-1 1 0 0,0 1 0 0 0,0-1 0 0 0,1 1 0 0 0,-1 0 0 0 0,1-1-1 0 0,2 6 1 0 0,-2-7-452 0 0,1 0-1 0 0,-1 0 1 0 0,1 0 0 0 0,-1 0-1 0 0,1 0 1 0 0,0 0 0 0 0,0 0-1 0 0,1-1 1 0 0,-1 1 0 0 0,1-1-1 0 0,-1 0 1 0 0,1 1-1 0 0,4 1 1 0 0,14 9-5304 0 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29.9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1796 112 2304 0 0,'37'-19'2041'0'0,"-35"18"-1931"0"0,-1 0 1 0 0,1 0-1 0 0,0 1 1 0 0,-1-1-1 0 0,1 1 1 0 0,0 0-1 0 0,0-1 1 0 0,-1 1-1 0 0,1 0 1 0 0,0 0-1 0 0,0 0 1 0 0,0 0-1 0 0,-1 0 1 0 0,36-9 15793 0 0,-66-11-15058 0 0,12 16-810 0 0,1 1-1 0 0,0 1 0 0 0,-1 1 1 0 0,1 0-1 0 0,-1 1 0 0 0,1 1 1 0 0,-19 3-1 0 0,-72 9-18 0 0,66-6-1 0 0,-1-2-1 0 0,-81-1 1 0 0,-297-16-16 0 0,281 9 0 0 0,-113-20 0 0 0,101 6 0 0 0,46 6-32 0 0,38 3-88 0 0,-126 0 0 0 0,152 14-199 0 0,38-5 122 0 0,1 0 0 0 0,0-1 0 0 0,0 1 0 0 0,0 0-1 0 0,-1 0 1 0 0,1 0 0 0 0,0 1 0 0 0,1-1-1 0 0,-1 0 1 0 0,0 1 0 0 0,0-1 0 0 0,0 1-1 0 0,1 0 1 0 0,-1 0 0 0 0,-2 3 0 0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30.6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4 5065 0 0,'0'0'147'0'0,"-1"-1"-1"0"0,0 1 1 0 0,0 0-1 0 0,1-1 1 0 0,-1 1-1 0 0,0 0 1 0 0,0-1-1 0 0,1 1 1 0 0,-1 0-1 0 0,0 0 1 0 0,0 0-1 0 0,0 0 1 0 0,1 0 0 0 0,-1 0-1 0 0,0 0 1 0 0,0 0-1 0 0,0 0 1 0 0,1 0-1 0 0,-1 0 1 0 0,0 0-1 0 0,0 1 1 0 0,0-1-1 0 0,1 0 1 0 0,-1 1-1 0 0,0-1 1 0 0,1 0-1 0 0,-1 1 1 0 0,0-1 0 0 0,1 1-1 0 0,-1-1 1 0 0,0 1-1 0 0,1-1 1 0 0,-1 1-1 0 0,1 0 1 0 0,-1-1-1 0 0,1 1 1 0 0,-1 0-1 0 0,1-1 1 0 0,-1 1-1 0 0,1 0 1 0 0,0 0-1 0 0,0-1 1 0 0,-1 1 0 0 0,1 1-1 0 0,-1 2 95 0 0,0-1 1 0 0,0 1-1 0 0,1-1 0 0 0,0 1 1 0 0,-1-1-1 0 0,1 1 0 0 0,1-1 1 0 0,0 7-1 0 0,6 35 8 0 0,-2 0 0 0 0,-1 1 0 0 0,-4 61 0 0 0,-21 139 1068 0 0,8-125-1073 0 0,-16 456-244 0 0,0 1 0 0 0,8-275 464 0 0,-19 156 639 0 0,10-248 930 0 0,29-202-3492 0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31.8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26 5065 0 0,'-140'0'6588'0'0,"241"13"-3671"0"0,226-28-834 0 0,122 4-1136 0 0,-326 19-1075 0 0,1-6 1 0 0,203-21-1 0 0,-326 18 179 0 0,28-1 33 0 0,-15 3 549 0 0,-14-1-594 0 0,1 0 0 0 0,-1 0-1 0 0,0 0 1 0 0,0 0 0 0 0,0 0 0 0 0,0 0 0 0 0,1 0 0 0 0,-1 0 0 0 0,0 0-1 0 0,0 0 1 0 0,0 0 0 0 0,0 0 0 0 0,0 0 0 0 0,1 0 0 0 0,-1 0 0 0 0,0 1-1 0 0,0-1 1 0 0,0 0 0 0 0,0 0 0 0 0,0 0 0 0 0,0 0 0 0 0,1 0 0 0 0,-1 0-1 0 0,0 1 1 0 0,0-1 0 0 0,0 0 0 0 0,0 0 0 0 0,0 0 0 0 0,0 0 0 0 0,0 0-1 0 0,0 1 1 0 0,0-1 0 0 0,0 0 0 0 0,0 0 0 0 0,0 0 0 0 0,0 0 0 0 0,0 1-1 0 0,0-1 1 0 0,0 0 0 0 0,0 0 0 0 0,0 0 0 0 0,0 0 0 0 0,0 1 0 0 0,0-1-1 0 0,0 0 1 0 0,-6 12 725 0 0,4-9-691 0 0,0 0 1 0 0,0 1-1 0 0,0-1 1 0 0,1 1-1 0 0,0-1 1 0 0,-1 1-1 0 0,1 0 0 0 0,0-1 1 0 0,1 1-1 0 0,-1 0 1 0 0,1 0-1 0 0,0 0 1 0 0,0 0-1 0 0,0-1 1 0 0,1 6-1 0 0,2 7 39 0 0,2 0 0 0 0,0 0-1 0 0,9 20 1 0 0,-7-19-96 0 0,-1-1-1 0 0,-1 1 1 0 0,4 19 0 0 0,-3 11-16 0 0,-2-1 0 0 0,-3 89 0 0 0,-23 96 0 0 0,3-37 0 0 0,17-124 0 0 0,3-1 0 0 0,3 0 0 0 0,2-1 0 0 0,24 101 0 0 0,84 667 64 0 0,-89-625 5 0 0,-18-171 174 0 0,2 0 0 0 0,1-1-1 0 0,19 46 1 0 0,-28-83-311 0 0,0 0-2 0 0,-1-1-1 0 0,1 1 1 0 0,-1 0 0 0 0,1-1 0 0 0,0 1 0 0 0,0-1-1 0 0,0 1 1 0 0,0-1 0 0 0,0 1 0 0 0,0-1 0 0 0,0 0-1 0 0,0 1 1 0 0,0-1 0 0 0,1 0 0 0 0,-1 0 0 0 0,2 1-1 0 0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42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42 2761 0 0,'-41'-4'978'0'0,"6"0"4302"0"0,35 4-5162 0 0,-1 0-1 0 0,1 0 1 0 0,-1 0-1 0 0,1 1 1 0 0,0-1-1 0 0,-1 0 0 0 0,1 0 1 0 0,0 1-1 0 0,-1-1 1 0 0,1 0-1 0 0,0 1 1 0 0,-1-1-1 0 0,1 0 1 0 0,0 1-1 0 0,-1-1 0 0 0,1 0 1 0 0,0 1-1 0 0,0-1 1 0 0,0 1-1 0 0,-1-1 1 0 0,1 1-1 0 0,0-1 1 0 0,0 0-1 0 0,0 1 0 0 0,0-1 1 0 0,0 1-1 0 0,0-1 1 0 0,0 1-1 0 0,0-1 1 0 0,0 1-1 0 0,0-1 1 0 0,0 1-1 0 0,0-1 1 0 0,0 0-1 0 0,0 1 0 0 0,1 0 1 0 0,3 25 2241 0 0,-2-16-1199 0 0,-2-9-1080 0 0,0 0 1 0 0,0 0-1 0 0,1-1 1 0 0,-1 1-1 0 0,0 0 1 0 0,0 0-1 0 0,1 0 1 0 0,-1-1-1 0 0,1 1 1 0 0,-1 0-1 0 0,0-1 1 0 0,1 1-1 0 0,-1 0 1 0 0,1-1-1 0 0,0 1 1 0 0,-1-1-1 0 0,1 1 1 0 0,0-1-1 0 0,-1 1 0 0 0,1-1 1 0 0,0 1-1 0 0,-1-1 1 0 0,1 1-1 0 0,0-1 1 0 0,0 0-1 0 0,-1 0 1 0 0,1 1-1 0 0,0-1 1 0 0,0 0-1 0 0,0 0 1 0 0,-1 0-1 0 0,1 0 1 0 0,0 0-1 0 0,0 0 1 0 0,0 0-1 0 0,0 0 1 0 0,-1 0-1 0 0,2-1 1 0 0,43-6 898 0 0,-24 3-584 0 0,279-40 12 0 0,-86 9 14 0 0,-165 29-353 0 0,0 3 0 0 0,71 4 0 0 0,386 21-68 0 0,-432-19 44 0 0,113 20 0 0 0,-31-1-4 0 0,-76-22 29 0 0,-55-1-209 0 0,38 4 0 0 0,-54-2-1064 0 0,-1 0-1 0 0,1 1 0 0 0,-1 0 0 0 0,14 6 0 0 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43.7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43 3225 0 0,'21'-8'5386'0'0,"-2"0"-3700"0"0,16-1-767 0 0,1 3 0 0 0,0 0 0 0 0,0 3 0 0 0,0 1 0 0 0,44 3 0 0 0,-6 4-85 0 0,110 24-1 0 0,-157-22-783 0 0,-1 1 0 0 0,0 1-1 0 0,34 17 1 0 0,8 3 301 0 0,-64-28-324 0 0,0 1 1 0 0,1-1 0 0 0,-1-1-1 0 0,0 1 1 0 0,1 0 0 0 0,-1-1-1 0 0,0 0 1 0 0,1 0-1 0 0,7-2 1 0 0,10-1-4675 0 0,-20 2 3958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44.6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28 3225 0 0,'-6'-28'8861'0'0,"-2"40"-6865"0"0,-11 39-1384 0 0,2 0 1 0 0,1 2 0 0 0,4-1-1 0 0,1 2 1 0 0,-6 105 0 0 0,24 275 621 0 0,2-186-1342 0 0,-4-155 108 0 0,3-1 0 0 0,34 152 0 0 0,-33-187 19 0 0,-3 1 0 0 0,-2 0 0 0 0,-4 74 0 0 0,-2-64 11 0 0,14 125 0 0 0,-2-148 126 0 0,-7-36-95 0 0,-1 1 0 0 0,0-1 0 0 0,-1 0 0 0 0,0 1 0 0 0,0-1 0 0 0,-1 1-1 0 0,0 0 1 0 0,-2 15 0 0 0,-7 27-61 0 0,10-53-536 0 0,0-3-32 0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45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27 1840 0 0,'-2'-26'9761'0'0,"11"35"-7886"0"0,3 33 140 0 0,-6-2-1588 0 0,-2-1 0 0 0,-2 73-1 0 0,-4-82-202 0 0,2 1 0 0 0,1-1 1 0 0,2 1-1 0 0,1-1 0 0 0,1 0 0 0 0,11 37 0 0 0,-11-43-649 0 0,-5-24 369 0 0,0 1 0 0 0,0-1 0 0 0,0 1 0 0 0,0-1 0 0 0,0 1-1 0 0,0-1 1 0 0,0 1 0 0 0,0 0 0 0 0,0-1 0 0 0,0 1 0 0 0,0-1-1 0 0,-1 1 1 0 0,1-1 0 0 0,0 1 0 0 0,0-1 0 0 0,-1 0 0 0 0,1 1-1 0 0,0-1 1 0 0,-1 1 0 0 0,1-1 0 0 0,-1 0 0 0 0,1 1 0 0 0,0-1-1 0 0,-1 1 1 0 0,1-1 0 0 0,-1 0 0 0 0,1 0 0 0 0,-1 1 0 0 0,1-1-1 0 0,-1 0 1 0 0,1 0 0 0 0,-1 0 0 0 0,1 0 0 0 0,-1 1 0 0 0,1-1-1 0 0,-1 0 1 0 0,1 0 0 0 0,-1 0 0 0 0,0 0 0 0 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46.7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6 1376 0 0,'-9'2'2015'0'0,"-17"0"933"0"0,25-2-2780 0 0,1 0 1 0 0,-1 0-1 0 0,1 0 1 0 0,-1 0-1 0 0,1 0 1 0 0,-1 0-1 0 0,1 0 0 0 0,-1 0 1 0 0,0 0-1 0 0,1 0 1 0 0,-1 0-1 0 0,1 0 1 0 0,-1-1-1 0 0,1 1 1 0 0,-1 0-1 0 0,1 0 0 0 0,-1-1 1 0 0,1 1-1 0 0,0 0 1 0 0,-1-1-1 0 0,1 1 1 0 0,-1-1 167 0 0,1 1-167 0 0,-1 0-1 0 0,1-1 1 0 0,0 1-1 0 0,-1-1 1 0 0,1 1-1 0 0,0-1 0 0 0,0 1 1 0 0,-1-1-1 0 0,1 1 1 0 0,0-1-1 0 0,0 0 1 0 0,21 2 1818 0 0,4 1-1671 0 0,0-1 1 0 0,41-3 0 0 0,20 0-326 0 0,455 22 713 0 0,-480-20-679 0 0,1 2 0 0 0,-1 2 0 0 0,0 4 0 0 0,60 15-1 0 0,-82-13 18 0 0,1-2 0 0 0,-1-2 0 0 0,1-1-1 0 0,0-2 1 0 0,0-2 0 0 0,55-5 0 0 0,218-13-10 0 0,-234 18-22 0 0,0 4 1 0 0,77 15 0 0 0,60 13 8 0 0,2-9 1 0 0,310-5-1 0 0,-409-19 83 0 0,129 17-1 0 0,-178-11-114 0 0,1-3 0 0 0,87-8 0 0 0,139-29 55 0 0,-217 27-77 0 0,119 3 1 0 0,24-1-100 0 0,-112-4-11 0 0,114-12-228 0 0,-107 0 401 0 0,-74 12-10 0 0,0 2-1 0 0,49-2 0 0 0,-88 9-23 0 0,8-1-11 0 0,0 0 0 0 0,0 1 0 0 0,0 0 0 0 0,0 1 0 0 0,0 1 0 0 0,0 0 0 0 0,0 0 0 0 0,0 2 0 0 0,-1-1 0 0 0,23 11 0 0 0,-33-13-156 0 0,0 0 1 0 0,1 0-1 0 0,-1-1 0 0 0,0 1 1 0 0,1-1-1 0 0,-1 0 0 0 0,1 1 0 0 0,-1-1 1 0 0,1 0-1 0 0,-1-1 0 0 0,0 1 1 0 0,1 0-1 0 0,-1-1 0 0 0,1 1 0 0 0,-1-1 1 0 0,0 0-1 0 0,0 0 0 0 0,3-1 1 0 0,1 0-738 0 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47.5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1 6913 0 0,'-7'2'3891'0'0,"6"-1"-3800"0"0,1-1 0 0 0,0 0-1 0 0,0 0 1 0 0,0 1 0 0 0,0-1-1 0 0,0 0 1 0 0,0 0 0 0 0,0 0 0 0 0,0 1-1 0 0,0-1 1 0 0,0 0 0 0 0,0 0 0 0 0,0 1-1 0 0,0-1 1 0 0,0 0 0 0 0,0 0 0 0 0,0 0-1 0 0,0 1 1 0 0,1-1 91 0 0,-1 1-92 0 0,10 13 170 0 0,-5-6-361 0 0,-6-3 103 0 0,0-1-1 0 0,-1 0 1 0 0,0 0 0 0 0,0 0 0 0 0,0 0-1 0 0,0 0 1 0 0,-1 0 0 0 0,1 0 0 0 0,-1-1-1 0 0,0 1 1 0 0,0-1 0 0 0,0 0 0 0 0,0 0-1 0 0,-7 4 1 0 0,-23 13-2556 0 0,1-7-5701 0 0,31-12 8409 0 0,-1-2-1 0 0,0 1 0 0 0,1 0 0 0 0,-1 0 0 0 0,1-1 0 0 0,-1 1 0 0 0,0 0 0 0 0,1-1 1 0 0,-1 0-1 0 0,1 1 0 0 0,0-1 0 0 0,-1 0 0 0 0,1 0 0 0 0,-1 0 0 0 0,1 0 0 0 0,0 0 1 0 0,0 0-1 0 0,0 0 0 0 0,-2-1 0 0 0,4 2-162 0 0,-1 0 0 0 0,1 0 0 0 0,-1 0-1 0 0,0 0 1 0 0,1 0 0 0 0,-1 0 0 0 0,1 1 0 0 0,-1-1 0 0 0,1 0 0 0 0,-1 0 0 0 0,0-1 0 0 0,1 1-1 0 0,-1 0 1 0 0,1 0 0 0 0,-1 0 0 0 0,0 0 0 0 0,1 0 0 0 0,-1 0 0 0 0,1-1 0 0 0,-1 1 0 0 0,0 0-1 0 0,1 0 1 0 0,-1 0 0 0 0,0-1 0 0 0,1 1 0 0 0,-1 0 0 0 0,0-1 0 0 0,1 1 0 0 0,-1 0 0 0 0,0-1-1 0 0,0 1 1 0 0,1 0 0 0 0,-1-1 0 0 0,0 1 0 0 0,0 0 0 0 0,0-1 0 0 0,0 1 0 0 0,1-1 0 0 0,-1 1 0 0 0,0 0-1 0 0,0-1 1 0 0,0 1 0 0 0,0-1 0 0 0,0 1 0 0 0,0-1 0 0 0,0 1 0 0 0,0 0 0 0 0,0-1 0 0 0,0 1-1 0 0,0-1 1 0 0,0 1 0 0 0,-1 0 0 0 0,1-1 0 0 0,0 1 0 0 0,0-1 0 0 0,0 1 0 0 0,-1 0 0 0 0,1-1-1 0 0,0 1 1 0 0,0 0 0 0 0,-1-1 0 0 0,1 1 0 0 0,0 0 0 0 0,0-1 0 0 0,-1 1 0 0 0,1 0 0 0 0,0 0-1 0 0,-1-1 1 0 0,-3 12 4149 0 0,-13 15-2719 0 0,16-25-1172 0 0,-28 34 873 0 0,22-27-786 0 0,0 0 0 0 0,1 1 1 0 0,0-1-1 0 0,-10 19 0 0 0,14-24-204 0 0,1 0 0 0 0,0 1-1 0 0,0-1 1 0 0,0 1-1 0 0,1-1 1 0 0,-1 1-1 0 0,1-1 1 0 0,0 1 0 0 0,0 0-1 0 0,0-1 1 0 0,0 1-1 0 0,0-1 1 0 0,1 1-1 0 0,0-1 1 0 0,0 1 0 0 0,0-1-1 0 0,0 1 1 0 0,3 5-1 0 0,7 12-11 0 0,-1 1 0 0 0,-1 0-1 0 0,-2 0 1 0 0,0 1-1 0 0,-1 0 1 0 0,-1 0-1 0 0,-1 1 1 0 0,1 27 0 0 0,-6-18-491 0 0,1-24-38 0 0,-1 1 1 0 0,1 0-1 0 0,1-1 0 0 0,0 1 0 0 0,0 0 0 0 0,4 11 0 0 0,0-9-4548 0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6:32.0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70 212 1376 0 0,'-4'-21'1044'0'0,"1"-1"0"0"0,-1-23-1 0 0,3 27-3 0 0,0 0-1 0 0,-1 0 0 0 0,-10-33 1 0 0,2 34 281 0 0,10 17-1285 0 0,0-1-1 0 0,-1 1 0 0 0,1 0 1 0 0,0 0-1 0 0,-1 0 0 0 0,1 0 1 0 0,0 0-1 0 0,-1 0 0 0 0,1 0 1 0 0,0 0-1 0 0,-1 0 0 0 0,1 0 1 0 0,0 0-1 0 0,-1 0 0 0 0,1 0 1 0 0,-1 0-1 0 0,1 0 0 0 0,0 0 0 0 0,-1 0 1 0 0,1 0-1 0 0,0 0 0 0 0,-1 0 1 0 0,1 1-1 0 0,0-1 0 0 0,0 0 1 0 0,-1 0-1 0 0,1 0 0 0 0,0 1 1 0 0,-1-1-1 0 0,-1 2-6 0 0,1 0 0 0 0,-1 0-1 0 0,1 1 1 0 0,-1-1 0 0 0,1 0 0 0 0,0 0-1 0 0,0 1 1 0 0,0-1 0 0 0,0 1 0 0 0,0 4-1 0 0,-7 51-1745 0 0,8-43-1791 0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6:33.9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 3225 0 0,'28'5'7828'0'0,"15"-1"-4462"0"0,-7-2-3025 0 0,0-1-1 0 0,37-4 1 0 0,-35-5-1739 0 0,-21 5-3667 0 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6:34.2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1 456 0 0,'-3'1'221'0'0,"1"1"0"0"0,-1-1 0 0 0,0 1 0 0 0,1 0 1 0 0,-1 0-1 0 0,1 0 0 0 0,0 0 0 0 0,0 0 0 0 0,0 1 0 0 0,0-1 0 0 0,0 0 0 0 0,0 1 0 0 0,0 0 0 0 0,1-1 1 0 0,-1 1-1 0 0,1 0 0 0 0,0 0 0 0 0,0 0 0 0 0,0 0 0 0 0,0 0 0 0 0,1 0 0 0 0,-1 6 0 0 0,-2 9 1024 0 0,2 0-1 0 0,1 31 0 0 0,0-38-817 0 0,28 352 6684 0 0,-20-282-6801 0 0,-8-69-668 0 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6:35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35 456 0 0,'-53'14'9726'0'0,"299"-41"-6158"0"0,-203 12-2963 0 0,-34 9-486 0 0,-32 9-327 0 0,-108 23-3717 0 0,94-21 3618 0 0,-56 0 0 0 0,78-3 386 0 0,23 1 989 0 0,25 1 577 0 0,-12-4-1088 0 0,0-1-1 0 0,0-1 1 0 0,35-9 0 0 0,-7-4-4498 0 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6:44.2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23 144 3225 0 0,'-18'3'1320'0'0,"14"-2"79"0"0,14-1 33 0 0,298-40 981 0 0,26 6-1654 0 0,-54 7 361 0 0,-34 2-67 0 0,-40 6 125 0 0,-194 18-1228 0 0,1 0 1 0 0,-1 1-1 0 0,0 0 0 0 0,1 1 0 0 0,-1 1 1 0 0,15 3-1 0 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6:44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16 2304 0 0,'-1'-1'95'0'0,"1"0"-1"0"0,-1 0 1 0 0,0 0-1 0 0,1 0 0 0 0,-1 0 1 0 0,0 1-1 0 0,1-1 1 0 0,-1 0-1 0 0,0 0 0 0 0,0 0 1 0 0,0 1-1 0 0,0-1 1 0 0,0 0-1 0 0,0 1 0 0 0,0-1 1 0 0,0 1-1 0 0,0-1 1 0 0,0 1-1 0 0,0 0 0 0 0,0-1 1 0 0,0 1-1 0 0,0 0 1 0 0,0 0-1 0 0,-1 0 0 0 0,1-1 1 0 0,0 1-1 0 0,0 1 0 0 0,-1-1 1 0 0,0 0-38 0 0,0 1 0 0 0,0 0 1 0 0,0 0-1 0 0,0-1 0 0 0,1 1 0 0 0,-1 0 0 0 0,0 1 1 0 0,1-1-1 0 0,-1 0 0 0 0,1 0 0 0 0,-1 1 0 0 0,1-1 1 0 0,0 1-1 0 0,-1-1 0 0 0,0 3 0 0 0,1-2-55 0 0,-1 0-1 0 0,1 0 1 0 0,0 0-1 0 0,0 1 0 0 0,0-1 1 0 0,0 0-1 0 0,0 1 1 0 0,1-1-1 0 0,-1 1 1 0 0,1-1-1 0 0,0 1 0 0 0,-1 3 1 0 0,1-5 0 0 0,0 0 0 0 0,1 0-1 0 0,-1 0 1 0 0,0 1 0 0 0,0-1 0 0 0,1 0-1 0 0,-1 0 1 0 0,0 0 0 0 0,1 0 0 0 0,0 0 0 0 0,-1 1-1 0 0,1-1 1 0 0,-1 0 0 0 0,1 0 0 0 0,0 0 0 0 0,0-1-1 0 0,0 1 1 0 0,0 0 0 0 0,-1 0 0 0 0,1 0 0 0 0,0-1-1 0 0,0 1 1 0 0,1 0 0 0 0,-1-1 0 0 0,2 2 0 0 0,21 7 134 0 0,-4-1 180 0 0,37 19 1 0 0,-49-22-235 0 0,-1 0 1 0 0,0 0-1 0 0,0 1 1 0 0,0 0-1 0 0,-1 0 0 0 0,0 0 1 0 0,0 1-1 0 0,4 7 1 0 0,-5-6 88 0 0,0 0 1 0 0,0 0 0 0 0,1-1 0 0 0,0 0 0 0 0,0 0 0 0 0,1 0-1 0 0,0-1 1 0 0,0 0 0 0 0,0 0 0 0 0,1-1 0 0 0,-1 0 0 0 0,14 6-1 0 0,-20-11-161 0 0,-1 0-1 0 0,0 1 0 0 0,1-1 0 0 0,-1 0 0 0 0,0 0 0 0 0,1 0 1 0 0,-1 0-1 0 0,0 0 0 0 0,1 1 0 0 0,-1-1 0 0 0,0 0 0 0 0,0 0 0 0 0,1 0 1 0 0,-1 1-1 0 0,0-1 0 0 0,0 0 0 0 0,1 0 0 0 0,-1 1 0 0 0,0-1 1 0 0,0 0-1 0 0,0 1 0 0 0,1-1 0 0 0,-1 0 0 0 0,0 1 0 0 0,0-1 1 0 0,0 0-1 0 0,0 1 0 0 0,0-1 0 0 0,0 0 0 0 0,0 1 0 0 0,0-1 0 0 0,0 0 1 0 0,0 1-1 0 0,0-1 0 0 0,0 0 0 0 0,0 1 0 0 0,0-1 0 0 0,0 0 1 0 0,0 1-1 0 0,-13 14 632 0 0,-21 8 1240 0 0,-22-1 126 0 0,46-20-1888 0 0,1 1 0 0 0,0 0 0 0 0,0 1 0 0 0,0 0 0 0 0,1 0 0 0 0,-1 1 0 0 0,1 0 0 0 0,0 0 0 0 0,1 1 1 0 0,-1 0-1 0 0,1 1 0 0 0,0 0 0 0 0,1 0 0 0 0,-8 9 0 0 0,5-2-434 0 0,1 1 0 0 0,0 0 0 0 0,-8 20 0 0 0,4 1-5128 0 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33.6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98 3225 0 0,'2'-6'989'0'0,"0"0"1"0"0,0 0 0 0 0,0 0 0 0 0,-1-1-1 0 0,1-9 1 0 0,-2 13-490 0 0,1 0 1 0 0,-1 0-1 0 0,0-1 1 0 0,0 1-1 0 0,0 0 1 0 0,-1-1-1 0 0,1 1 0 0 0,-1 0 1 0 0,0 0-1 0 0,0 0 1 0 0,0-1-1 0 0,-7-8 2916 0 0,8 12-3304 0 0,0 0 0 0 0,-3 1 1233 0 0,2-1-1233 0 0,-3 12 1601 0 0,3 23-1523 0 0,1-32 44 0 0,-8 302 119 0 0,3 152-383 0 0,28-135 30 0 0,5 218 0 0 0,-27-481 49 0 0,0-35 39 0 0,-1 1 0 0 0,-1-1 0 0 0,-1 1-1 0 0,-5 24 1 0 0,7-49-91 0 0,0-1 0 0 0,0 1-1 0 0,0 0 1 0 0,-1 0 0 0 0,1 0 0 0 0,0 0-1 0 0,0-1 1 0 0,0 1 0 0 0,0 0 0 0 0,0 0 0 0 0,-1 0-1 0 0,1 0 1 0 0,0 0 0 0 0,0 0 0 0 0,0 0-1 0 0,-1-1 1 0 0,1 1 0 0 0,0 0 0 0 0,0 0 0 0 0,-1 0-1 0 0,1 0 1 0 0,0 0 0 0 0,0 0 0 0 0,0 0-1 0 0,-1 0 1 0 0,1 0 0 0 0,0 0 0 0 0,0 0 0 0 0,-1 0-1 0 0,1 0 1 0 0,0 0 0 0 0,0 0 0 0 0,0 0-1 0 0,-1 1 1 0 0,1-1 0 0 0,0 0 0 0 0,0 0 0 0 0,0 0-1 0 0,-1 0 1 0 0,1 0 0 0 0,0 0 0 0 0,0 1-1 0 0,0-1 1 0 0,0 0 0 0 0,0 0 0 0 0,-1 0 0 0 0,1 0-1 0 0,0 1 1 0 0,0-1 0 0 0,0 0 0 0 0,0 0-1 0 0,0 0 1 0 0,0 1 0 0 0,0-1 0 0 0,0 0 0 0 0,0 0-1 0 0,-1 1 1 0 0,1-1 0 0 0,0 0 0 0 0,0 1-1 0 0,-5-21-1653 0 0,7 11-490 0 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34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5 3945 0 0,'-64'-4'12824'0'0,"85"11"-12197"0"0,0 1 0 0 0,-1 2 0 0 0,0 0 0 0 0,-1 1 0 0 0,0 1 0 0 0,30 24 0 0 0,96 101-84 0 0,-52-45-479 0 0,154 109-126 0 0,-146-125 21 0 0,96 96 0 0 0,-187-162 41 0 0,1-1 0 0 0,0 0 0 0 0,1-1 0 0 0,0 0 0 0 0,0 0 0 0 0,0-2 0 0 0,1 1 0 0 0,0-2 0 0 0,14 5 0 0 0,-25-10 4 0 0,-1 0 0 0 0,0 0-1 0 0,0 1 1 0 0,0-1 0 0 0,0 0 0 0 0,0 1 0 0 0,0-1 0 0 0,0 1 0 0 0,0-1 0 0 0,0 1 0 0 0,0 0 0 0 0,0-1 0 0 0,-1 1 0 0 0,1 0 0 0 0,0 0 0 0 0,0-1 0 0 0,0 1 0 0 0,-1 0 0 0 0,1 0 0 0 0,-1 0 0 0 0,1 0 0 0 0,-1 0-1 0 0,2 1 1 0 0,-3-1 7 0 0,1 0-1 0 0,0 0 1 0 0,-1 0-1 0 0,1 0 1 0 0,-1 0-1 0 0,1 0 1 0 0,-1-1-1 0 0,1 1 1 0 0,-1 0-1 0 0,1 0 1 0 0,-1 0-1 0 0,0-1 1 0 0,0 1-1 0 0,1 0 1 0 0,-1-1-1 0 0,0 1 1 0 0,0-1-1 0 0,0 1 1 0 0,1-1-1 0 0,-3 1 1 0 0,-9 5 132 0 0,-1-1 1 0 0,-23 7-1 0 0,29-10-112 0 0,-150 54 85 0 0,-152 78 0 0 0,290-125-98 0 0,-57 26-27 0 0,-125 77 0 0 0,-85 96-705 0 0,284-205-150 0 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34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37 7834 0 0,'-5'-5'566'0'0,"0"1"0"0"0,1-1 0 0 0,-1 1 0 0 0,-1 1 0 0 0,1-1 0 0 0,0 1 0 0 0,-8-4 0 0 0,12 7-384 0 0,0 0 0 0 0,0-1 0 0 0,0 1 0 0 0,0 0-1 0 0,0 0 1 0 0,0-1 0 0 0,0 1 0 0 0,0 0 0 0 0,0 0-1 0 0,0 0 1 0 0,0 0 0 0 0,0 1 0 0 0,0-1 0 0 0,0 0 0 0 0,1 0-1 0 0,-1 0 1 0 0,0 1 0 0 0,0-1 0 0 0,0 0 0 0 0,0 1 0 0 0,-1 0-1 0 0,0 1-84 0 0,1-1 0 0 0,0 1 0 0 0,0-1 0 0 0,0 1 0 0 0,0-1 0 0 0,1 1 0 0 0,-1 0 0 0 0,0-1 0 0 0,1 1 0 0 0,-1 0 0 0 0,1 0 0 0 0,-1-1 0 0 0,1 1 0 0 0,0 0 0 0 0,0 0 0 0 0,0 2 0 0 0,0 36 508 0 0,2 0 1 0 0,8 47 0 0 0,0 6-298 0 0,4 346 8 0 0,13 130-340 0 0,21 38 544 0 0,-48-281-71 0 0,1-318-718 0 0,8-22-3735 0 0,-8 1 2595 0 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35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16 14283 0 0,'-22'0'1361'0'0,"12"-2"-669"0"0,10 2-676 0 0,0 0 0 0 0,0 0-1 0 0,0 0 1 0 0,0 0 0 0 0,0 0-1 0 0,-1 0 1 0 0,1 0 0 0 0,0 0-1 0 0,0-1 1 0 0,0 1 0 0 0,0 0-1 0 0,0 0 1 0 0,0 0 0 0 0,0 0-1 0 0,0 0 1 0 0,0 0 0 0 0,0 0-1 0 0,0 0 1 0 0,0 0 0 0 0,0-1-1 0 0,0 1 1 0 0,0 0 0 0 0,0 0-1 0 0,0 0 1 0 0,0 0 0 0 0,0 0-1 0 0,0 0 1 0 0,0 0 0 0 0,0-1-1 0 0,0 1 1 0 0,0 0 0 0 0,0 0-1 0 0,0 0 1 0 0,0 0 0 0 0,0 0-1 0 0,0 0 1 0 0,0 0 0 0 0,0 0-1 0 0,0 0 1 0 0,0-1 0 0 0,0 1-1 0 0,0 0 1 0 0,1 0 0 0 0,-1 0-1 0 0,0 0 1 0 0,0 0 0 0 0,0 0-1 0 0,0 0 1 0 0,0 0 0 0 0,0 0-1 0 0,0 0 1 0 0,0 0 0 0 0,0 0-1 0 0,1 0 1 0 0,-1 0 0 0 0,0 0-1 0 0,0 0 1 0 0,0 0 0 0 0,0 0-1 0 0,0 0 1 0 0,0 0 0 0 0,5-2-9 0 0,0 0 1 0 0,0 1 0 0 0,0 0 0 0 0,0 0-1 0 0,0 0 1 0 0,0 0 0 0 0,0 1 0 0 0,0 0-1 0 0,10 1 1 0 0,1-1-32 0 0,364 12 136 0 0,-115 1 602 0 0,416 29-91 0 0,-130-5-481 0 0,366-43 1971 0 0,-896 6-2067 0 0,165-5 236 0 0,0 9-1 0 0,0 8 0 0 0,192 37 1 0 0,-340-41-3462 0 0,67 22 0 0 0,-80-20-3639 0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36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2749 100 3225 0 0,'1'-1'80'0'0,"-1"1"1"0"0,0 0-1 0 0,1 0 1 0 0,-1-1-1 0 0,0 1 1 0 0,1 0-1 0 0,-1-1 1 0 0,0 1-1 0 0,1 0 0 0 0,-1-1 1 0 0,0 1-1 0 0,0-1 1 0 0,1 1-1 0 0,-1 0 1 0 0,0-1-1 0 0,0 1 1 0 0,0-1-1 0 0,0 1 1 0 0,0-1-1 0 0,0 1 1 0 0,1-1-1 0 0,-1 1 1 0 0,0 0-1 0 0,0-1 1 0 0,0 1-1 0 0,0-1 1 0 0,-1 1-1 0 0,1-1 1 0 0,0 1-1 0 0,0-1 1 0 0,0 1-1 0 0,0-1 1 0 0,0 1-1 0 0,-1 0 0 0 0,1-1 1 0 0,0 1-1 0 0,0-1 1 0 0,0 1-1 0 0,-1 0 1 0 0,1-1-1 0 0,0 1 1 0 0,-1 0-1 0 0,1-1 1 0 0,0 1-1 0 0,-1 0 1 0 0,1-1-1 0 0,-1 1 1 0 0,1 0-1 0 0,0 0 1 0 0,-1 0-1 0 0,1-1 1 0 0,-1 1-1 0 0,1 0 1 0 0,-1 0-1 0 0,1 0 1 0 0,0 0-1 0 0,-1 0 1 0 0,1 0-1 0 0,-1 0 0 0 0,1 0 1 0 0,-1 0-1 0 0,0 0 1 0 0,-31-1-368 0 0,-48 17 1117 0 0,-1-3 0 0 0,0-3-1 0 0,-93-2 1 0 0,36-10-186 0 0,-142-22 1 0 0,-491-36 3727 0 0,669 54-4403 0 0,-151 0 116 0 0,-80-6 101 0 0,310 10-85 0 0,-158-11 1086 0 0,143 13-1046 0 0,-1 1 0 0 0,-63 10 0 0 0,81-7-1446 0 0,9 1-2714 0 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36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1 4609 0 0,'1'0'118'0'0,"0"0"0"0"0,0 0 0 0 0,0 1 0 0 0,0-1 0 0 0,0 1 0 0 0,0-1 0 0 0,-1 1 0 0 0,1-1 0 0 0,0 1 0 0 0,0 0 0 0 0,0-1 0 0 0,-1 1 1 0 0,1 0-1 0 0,0-1 0 0 0,-1 1 0 0 0,1 0 0 0 0,-1 0 0 0 0,1 0 0 0 0,-1 0 0 0 0,1 0 0 0 0,-1 0 0 0 0,0-1 0 0 0,1 1 0 0 0,-1 0 0 0 0,0 0 0 0 0,0 0 0 0 0,0 0 0 0 0,0 0 0 0 0,0 0 0 0 0,0 0 0 0 0,0 0 0 0 0,0 0 0 0 0,0 0 0 0 0,0 2 0 0 0,-5 39 1393 0 0,4-40-1393 0 0,-13 94 873 0 0,-5 189 0 0 0,29 102-1019 0 0,-1-84 100 0 0,-12 385 13 0 0,-19-332-164 0 0,1 121 141 0 0,29-383 51 0 0,-4-63 167 0 0,-2 0 0 0 0,-2 51 0 0 0,-7-40 521 0 0,6-39-677 0 0,1-1 1 0 0,-1 0-1 0 0,0 1 0 0 0,1-1 0 0 0,-1 0 0 0 0,0 1 0 0 0,-1-1 0 0 0,1 0 1 0 0,0 0-1 0 0,-1 0 0 0 0,1 0 0 0 0,-1 0 0 0 0,1 0 0 0 0,-1-1 0 0 0,-2 3 0 0 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48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 1840 0 0,'-4'1'462'0'0,"1"2"0"0"0,0-1 0 0 0,0 0 0 0 0,0 1-1 0 0,0-1 1 0 0,0 1 0 0 0,0 0 0 0 0,1 0-1 0 0,-5 6 1 0 0,3-4-171 0 0,2-2-105 0 0,1-1-1 0 0,-1 1 0 0 0,1 0 0 0 0,-1 0 0 0 0,1 0 0 0 0,0 0 0 0 0,0 0 1 0 0,0 0-1 0 0,1 0 0 0 0,-1 0 0 0 0,1 1 0 0 0,0 4 0 0 0,2 46 2086 0 0,0-28-1422 0 0,-2 117 2173 0 0,2 28-1907 0 0,5-122-697 0 0,5-23-1603 0 0,1-12-2642 0 0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49.3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8 5065 0 0,'-24'8'859'0'0,"-1"0"5980"0"0,55 9-4128 0 0,-5-8-2682 0 0,1-2 0 0 0,0 0 0 0 0,0-2-1 0 0,31 2 1 0 0,108 0 82 0 0,-142-6-109 0 0,441 27-18 0 0,-394-23 154 0 0,0-2-1 0 0,1-3 0 0 0,-1-4 0 0 0,0-3 0 0 0,0-2 0 0 0,74-21 1 0 0,-76 14 171 0 0,1 2 1 0 0,1 4 0 0 0,0 3 0 0 0,0 3-1 0 0,0 3 1 0 0,84 9 0 0 0,-106-4-1832 0 0,52-1-1 0 0,-79-3 883 0 0,0-2-1 0 0,0 0 0 0 0,-1-2 0 0 0,1 0 0 0 0,21-8 1 0 0,-27 5-1228 0 0,-11 6 1815 0 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50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80 5065 0 0,'-6'-32'3133'0'0,"5"27"-2521"0"0,1 0 0 0 0,-1 1 1 0 0,0-1-1 0 0,0 0 0 0 0,0 1 0 0 0,-1-1 0 0 0,0 0 0 0 0,-2-4 0 0 0,3 9-521 0 0,1 0 1 0 0,-1 0 0 0 0,1 0-1 0 0,0 0 1 0 0,-1 0-1 0 0,1 0 1 0 0,-1 1-1 0 0,1-1 1 0 0,0 0-1 0 0,-1 0 1 0 0,1 0-1 0 0,0 1 1 0 0,-1-1-1 0 0,1 0 1 0 0,0 1-1 0 0,-1-1 1 0 0,1 0 0 0 0,0 1-1 0 0,-1-1 1 0 0,1 0-1 0 0,0 1 1 0 0,0-1-1 0 0,0 1 1 0 0,-1-1-1 0 0,1 0 1 0 0,0 1-1 0 0,0-1 1 0 0,0 1-1 0 0,0-1 1 0 0,0 1 0 0 0,0-1-1 0 0,0 1 1 0 0,-8 18 34 0 0,8-19-108 0 0,-9 30 123 0 0,1 1-1 0 0,1 0 1 0 0,-3 37 0 0 0,-1 99 601 0 0,9-112-667 0 0,-8 178-126 0 0,11 1 1 0 0,59 451-1 0 0,-43-585 95 0 0,-5 0-1 0 0,-4 1 1 0 0,-5 0 0 0 0,-18 189 0 0 0,8-226 290 0 0,3-23 558 0 0,-2-1 0 0 0,-20 73 1 0 0,23-104-747 0 0,2-6-127 0 0,-1 1 1 0 0,1-1-1 0 0,-1 1 0 0 0,1 0 1 0 0,0 0-1 0 0,1 0 1 0 0,-1-1-1 0 0,1 1 0 0 0,-1 0 1 0 0,1 0-1 0 0,0 0 1 0 0,1 0-1 0 0,0 7 0 0 0,2-8-612 0 0,2-3-173 0 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50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90 3681 0 0,'-3'-7'910'0'0,"1"-1"0"0"0,-1 1 1 0 0,1-1-1 0 0,0 1 0 0 0,1-1 1 0 0,0 0-1 0 0,0 1 0 0 0,0-1 1 0 0,2-13-1 0 0,6 34 1876 0 0,0 11-2158 0 0,-2 22-30 0 0,-2 0-1 0 0,-3 0 1 0 0,-1 0 0 0 0,-10 65-1 0 0,5-63-566 0 0,2 1-1 0 0,2 0 1 0 0,7 78-1 0 0,-4-119-193 0 0,0 1-1 0 0,1-1 0 0 0,0 1 1 0 0,1-1-1 0 0,5 13 1 0 0,-3-13-936 0 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51.3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1 376 3193 0 0,'33'-9'6323'0'0,"7"7"-3289"0"0,52 13-2733 0 0,-60-6-377 0 0,44 2 0 0 0,34-7 227 0 0,379-12-110 0 0,-324 1 32 0 0,234-26 318 0 0,60-70 393 0 0,-290 61-400 0 0,14 5-295 0 0,1 8 1 0 0,205-9-1 0 0,152-13 1091 0 0,-442 52-318 0 0,160 16 1 0 0,-24 1 908 0 0,-114-13-1651 0 0,242 9 89 0 0,-195-14-2803 0 0,-94 24-8789 0 0,-62-21 9077 0 0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52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46 5529 0 0,'-11'-25'4913'0'0,"10"25"-4775"0"0,1-1-1 0 0,-1 1 1 0 0,1-1 0 0 0,0 1-1 0 0,0-1 1 0 0,-1 1 0 0 0,1-1-1 0 0,0 1 1 0 0,0-1 0 0 0,0 1 0 0 0,-1-1-1 0 0,1 0 1 0 0,0 1 0 0 0,0-1-1 0 0,0 1 1 0 0,0-1 0 0 0,0 1-1 0 0,0-1 1 0 0,0 0 0 0 0,0 1-1 0 0,1-1 1 0 0,-1 1 0 0 0,0-1-1 0 0,0 0 1 0 0,0 1 0 0 0,1-1-1 0 0,-1 1 1 0 0,0-1 0 0 0,0 1-1 0 0,1-1 1 0 0,-1 1 0 0 0,1-1-1 0 0,-1 1 1 0 0,0 0 0 0 0,1-1-1 0 0,-1 1 1 0 0,1-1 0 0 0,0 0-1 0 0,0 2-92 0 0,0-1-1 0 0,0 1 1 0 0,0-1-1 0 0,0 0 0 0 0,0 1 1 0 0,0 0-1 0 0,0-1 0 0 0,0 1 1 0 0,0 0-1 0 0,0-1 1 0 0,0 1-1 0 0,-1 0 0 0 0,1 0 1 0 0,0 0-1 0 0,0-1 0 0 0,-1 1 1 0 0,1 0-1 0 0,-1 0 1 0 0,1 0-1 0 0,-1 0 0 0 0,1 0 1 0 0,-1 0-1 0 0,0 0 1 0 0,1 0-1 0 0,-1 1 0 0 0,0-1 1 0 0,0 0-1 0 0,0 0 0 0 0,0 2 1 0 0,1 34 386 0 0,-19 82 840 0 0,-1 1-705 0 0,-51 431-2733 0 0,62-493 2097 0 0,1-1 0 0 0,3 1 0 0 0,3-1 1 0 0,2 1-1 0 0,15 93 0 0 0,25 233-1742 0 0,-26 2 1482 0 0,-15-374 466 0 0,-1 26 275 0 0,-2-1-1 0 0,-8 47 0 0 0,5-52 512 0 0,1 1 1 0 0,2 0-1 0 0,2 47 0 0 0,2-72-857 0 0,1 0 0 0 0,-1-1 0 0 0,1 1 0 0 0,1-1 1 0 0,3 9-1 0 0,-4-11-75 0 0,1 0 1 0 0,-1 0-1 0 0,-1 0 0 0 0,1 0 1 0 0,-1 0-1 0 0,0 1 0 0 0,0-1 1 0 0,-1 0-1 0 0,1 0 0 0 0,-1 1 1 0 0,0-1-1 0 0,-1 1 1 0 0,0 5-1 0 0,-18 51-685 0 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53.5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35 4145 0 0,'0'-2'504'0'0,"0"-1"0"0"0,0 1 0 0 0,0 0 0 0 0,1-1 0 0 0,-1 1 0 0 0,0 0 0 0 0,1 0 0 0 0,0-1 0 0 0,-1 1 0 0 0,1 0-1 0 0,0 0 1 0 0,5-5 1583 0 0,-6 7-1943 0 0,0 0 0 0 0,1 0-1 0 0,-1 0 1 0 0,0 0 0 0 0,1 0 0 0 0,-1-1 0 0 0,0 1 0 0 0,1 0-1 0 0,-1 0 1 0 0,1 0 0 0 0,-1 0 0 0 0,0 0 0 0 0,1 1 0 0 0,-1-1 0 0 0,1 0-1 0 0,13 11 1542 0 0,-6 2-1255 0 0,1 0 1 0 0,-1 1-1 0 0,-1 0 0 0 0,-1 0 1 0 0,0 0-1 0 0,-1 1 0 0 0,5 19 1 0 0,15 113 53 0 0,-10-50-544 0 0,-5-43-1652 0 0,-4-32-4913 0 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53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0 108 1840 0 0,'3'-8'535'0'0,"0"1"-1"0"0,0-1 0 0 0,1 1 0 0 0,0 0 1 0 0,1 0-1 0 0,-1 1 0 0 0,1-1 0 0 0,0 1 1 0 0,1 0-1 0 0,-1 0 0 0 0,1 1 0 0 0,1 0 1 0 0,-1 0-1 0 0,12-7 0 0 0,-17 11-405 0 0,1 0-1 0 0,0 1 0 0 0,-1-1 1 0 0,1 0-1 0 0,0 1 1 0 0,0-1-1 0 0,-1 1 1 0 0,1 0-1 0 0,0 0 0 0 0,0-1 1 0 0,0 1-1 0 0,0 0 1 0 0,-1 0-1 0 0,1 1 1 0 0,0-1-1 0 0,0 0 0 0 0,0 1 1 0 0,0-1-1 0 0,-1 1 1 0 0,1-1-1 0 0,0 1 1 0 0,2 1-1 0 0,-1 0 5 0 0,0 1-1 0 0,-1-1 1 0 0,1 1-1 0 0,0-1 1 0 0,-1 1-1 0 0,1 0 1 0 0,-1 0-1 0 0,0 0 1 0 0,0 0-1 0 0,2 6 1 0 0,2 4 71 0 0,-1-1 0 0 0,-1 1 1 0 0,0 1-1 0 0,-1-1 0 0 0,2 16 0 0 0,-4-21-116 0 0,0 1-1 0 0,-1 0 1 0 0,0 0-1 0 0,0 0 0 0 0,-1-1 1 0 0,0 1-1 0 0,-1 0 1 0 0,0-1-1 0 0,0 1 0 0 0,-1-1 1 0 0,0 0-1 0 0,-8 16 1 0 0,8-19-37 0 0,-1 0 0 0 0,1 0 0 0 0,-1 0 0 0 0,-1 0 1 0 0,1-1-1 0 0,-1 1 0 0 0,1-1 0 0 0,-1 0 0 0 0,0-1 1 0 0,-1 1-1 0 0,1-1 0 0 0,-1 0 0 0 0,1 0 1 0 0,-1-1-1 0 0,0 0 0 0 0,0 0 0 0 0,0 0 0 0 0,0-1 1 0 0,-7 1-1 0 0,10-1-199 0 0,0-1 1 0 0,-1 0-1 0 0,1 0 1 0 0,0 0-1 0 0,-1 0 1 0 0,1 0-1 0 0,-5-2 1 0 0,-6-3-5755 0 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54.5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8290 0 0,'6'18'7452'0'0,"2"31"-7357"0"0,-5-29 532 0 0,18 108-2285 0 0,-16-104-3698 0 0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54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1 240 3681 0 0,'0'-3'-374'0'0,"0"-2"1110"0"0,0-1-1 0 0,0 1 1 0 0,1 0 0 0 0,-1 0 0 0 0,3-8 0 0 0,-3 12-610 0 0,1 0 0 0 0,-1 1 1 0 0,0-1-1 0 0,1 0 0 0 0,-1 1 0 0 0,0-1 0 0 0,1 1 0 0 0,-1-1 1 0 0,1 0-1 0 0,-1 1 0 0 0,1-1 0 0 0,-1 1 0 0 0,1-1 0 0 0,0 1 0 0 0,-1 0 1 0 0,1-1-1 0 0,0 1 0 0 0,-1 0 0 0 0,1-1 0 0 0,0 1 0 0 0,-1 0 1 0 0,1 0-1 0 0,0-1 0 0 0,-1 1 0 0 0,1 0 0 0 0,0 0 0 0 0,0 0 0 0 0,-1 0 1 0 0,1 0-1 0 0,0 0 0 0 0,0 0 0 0 0,-1 0 0 0 0,1 0 0 0 0,0 1 1 0 0,0-1-1 0 0,-1 0 0 0 0,1 0 0 0 0,0 1 0 0 0,-1-1 0 0 0,1 0 1 0 0,0 1-1 0 0,-1-1 0 0 0,1 1 0 0 0,-1-1 0 0 0,1 1 0 0 0,-1-1 0 0 0,2 1 1 0 0,174 125 3851 0 0,-165-119-3951 0 0,1 0-1 0 0,-1-1 1 0 0,14 4 0 0 0,-23-9 3 0 0,1 0 1 0 0,0 0-1 0 0,-1 0 0 0 0,1 0 1 0 0,0 0-1 0 0,0-1 0 0 0,0 1 1 0 0,0-1-1 0 0,0 0 0 0 0,-1 0 1 0 0,1 0-1 0 0,0 0 0 0 0,0 0 1 0 0,0-1-1 0 0,0 1 0 0 0,0-1 1 0 0,-1 0-1 0 0,1 0 0 0 0,0 0 1 0 0,3-2-1 0 0,-5 2 50 0 0,0 0 0 0 0,0-1 0 0 0,0 1 0 0 0,-1-1 1 0 0,1 1-1 0 0,0-1 0 0 0,0 1 0 0 0,-1-1 0 0 0,1 1 0 0 0,-1-1 0 0 0,0 0 0 0 0,1 1 0 0 0,-1-1 1 0 0,0 0-1 0 0,0 0 0 0 0,0 1 0 0 0,0-1 0 0 0,0 0 0 0 0,0 1 0 0 0,-1-1 0 0 0,1 0 1 0 0,-1 1-1 0 0,1-1 0 0 0,-2-1 0 0 0,-16-43 1366 0 0,15 41-1401 0 0,-23-44 384 0 0,-18-41 327 0 0,40 80-983 0 0,1 0 1 0 0,0 0-1 0 0,0 0 1 0 0,1 0 0 0 0,0 0-1 0 0,1 0 1 0 0,0-15-1 0 0,2 4-7425 0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14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33 128 4145 0 0,'-8'8'110'0'0,"-10"14"1222"0"0,17-21-1181 0 0,1-1 0 0 0,-1 1 0 0 0,1 0 0 0 0,-1-1 0 0 0,1 1 1 0 0,-1 0-1 0 0,1 0 0 0 0,-1-1 0 0 0,1 1 0 0 0,0 0 1 0 0,-1 0-1 0 0,1 0 0 0 0,0 0 0 0 0,0-1 0 0 0,0 1 0 0 0,0 0 1 0 0,0 0-1 0 0,0 0 0 0 0,0 0 0 0 0,0 0 0 0 0,0 1 1 0 0,3-2 36 0 0,0 0 1 0 0,0-1 0 0 0,-1 1 0 0 0,1-1 0 0 0,0 1 0 0 0,0-1-1 0 0,0 0 1 0 0,-1 0 0 0 0,1 0 0 0 0,-1 0 0 0 0,1-1 0 0 0,2-1-1 0 0,-1 1 95 0 0,49-21 1938 0 0,-17 9-1332 0 0,-1-2 0 0 0,0-1 1 0 0,57-39-1 0 0,-58 25-2104 0 0,-29 25 101 0 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15.0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0 6913 0 0,'-2'2'292'0'0,"0"0"0"0"0,0 0 0 0 0,1-1 0 0 0,-1 1-1 0 0,1 0 1 0 0,-1 0 0 0 0,1 1 0 0 0,0-1-1 0 0,0 0 1 0 0,0 0 0 0 0,0 0 0 0 0,0 1-1 0 0,0-1 1 0 0,1 1 0 0 0,-1-1 0 0 0,1 1-1 0 0,-1-1 1 0 0,1 0 0 0 0,0 1 0 0 0,0-1-1 0 0,0 1 1 0 0,1-1 0 0 0,-1 1 0 0 0,2 4 0 0 0,1 7 529 0 0,0-1 1 0 0,2 1-1 0 0,5 13 1 0 0,-7-20-608 0 0,17 50 1500 0 0,17 79 0 0 0,-10-32-1181 0 0,-10-62-705 0 0,-10-31-48 0 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17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298 160 5057 0 0,'-22'-78'2312'0'0,"20"69"-1856"0"0,1 1 1 0 0,0 0-1 0 0,1 0 1 0 0,0-1-1 0 0,0 1 1 0 0,0 0 0 0 0,4-15-1 0 0,-13 76 2826 0 0,5-26-2848 0 0,-13 50 0 0 0,-64 112 240 0 0,-83 114 1157 0 0,184-325-8354 0 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18.0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88 456 0 0,'5'-5'679'0'0,"0"-1"0"0"0,0 0 0 0 0,-1 0-1 0 0,0-1 1 0 0,0 1 0 0 0,0-1 0 0 0,-1 0 0 0 0,0 0-1 0 0,-4-24 11712 0 0,-2 41-12298 0 0,1-1 0 0 0,1 1 1 0 0,0-1-1 0 0,0 1 0 0 0,1-1 1 0 0,0 1-1 0 0,0-1 1 0 0,1 1-1 0 0,1-1 0 0 0,-1 1 1 0 0,2-1-1 0 0,-1 0 0 0 0,1 0 1 0 0,1 0-1 0 0,-1 0 0 0 0,1 0 1 0 0,1-1-1 0 0,0 0 0 0 0,6 9 1 0 0,11 10-16 0 0,65 89 203 0 0,-74-95-171 0 0,0 1 1 0 0,-1-1-1 0 0,15 45 1 0 0,-24-57-36 0 0,-1-1 1 0 0,1 0 0 0 0,0-1 0 0 0,0 1 0 0 0,1 0 0 0 0,0-1 0 0 0,1 0 0 0 0,0 0 0 0 0,0 0-1 0 0,0-1 1 0 0,1 1 0 0 0,12 10 0 0 0,-6 2 69 0 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22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 22 6449 0 0,'0'-1'346'0'0,"-1"-1"1"0"0,1 1-1 0 0,0 0 0 0 0,-1-1 0 0 0,1 1 0 0 0,-1 0 0 0 0,1-1 0 0 0,-1 1 0 0 0,1 0 0 0 0,-1 0 0 0 0,0 0 0 0 0,0 0 0 0 0,0-1 1 0 0,0 1-1 0 0,-1-1 0 0 0,2 2-270 0 0,-1 0 1 0 0,1 0-1 0 0,-1 0 0 0 0,1 0 1 0 0,-1 0-1 0 0,1 0 1 0 0,0 0-1 0 0,-1 0 1 0 0,1 0-1 0 0,-1 0 1 0 0,1 0-1 0 0,-1 0 0 0 0,1 0 1 0 0,-1 1-1 0 0,1-1 1 0 0,0 0-1 0 0,-1 0 1 0 0,1 1-1 0 0,0-1 0 0 0,-1 0 1 0 0,1 0-1 0 0,-1 1 1 0 0,1-1-1 0 0,0 0 1 0 0,0 1-1 0 0,-1-1 0 0 0,1 0 1 0 0,0 1-1 0 0,-1 0 1 0 0,-21 45 15 0 0,16-31 131 0 0,-12 25-120 0 0,2 1 0 0 0,1 1 0 0 0,3 0 0 0 0,1 1 0 0 0,2 1-1 0 0,-3 51 1 0 0,-1 490 577 0 0,50 2-408 0 0,26 316 1444 0 0,-62-794-431 0 0,-15 141 0 0 0,-34 106-73 0 0,3-89-574 0 0,24-148-2302 0 0,2-1-5373 0 0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23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24 149 6913 0 0,'-1'0'176'0'0,"-1"-1"-1"0"0,1 1 1 0 0,0 0-1 0 0,0 0 1 0 0,0-1-1 0 0,0 1 1 0 0,0 0-1 0 0,0-1 0 0 0,0 1 1 0 0,0-1-1 0 0,1 1 1 0 0,-1-1-1 0 0,0 0 1 0 0,0 1-1 0 0,0-1 1 0 0,0 0-1 0 0,1 1 0 0 0,-1-1 1 0 0,0 0-1 0 0,1 0 1 0 0,-1 0-1 0 0,1 0 1 0 0,-1 0-1 0 0,1 0 1 0 0,-1 0-1 0 0,1 0 0 0 0,-1 0 1 0 0,1 0-1 0 0,0 0 1 0 0,0 0-1 0 0,0 0 1 0 0,-1 0-1 0 0,1 0 0 0 0,0 0 1 0 0,0 0-1 0 0,1-2 1 0 0,-1 1-117 0 0,1 0 0 0 0,0 0 1 0 0,0 1-1 0 0,-1-1 0 0 0,1 0 0 0 0,1 0 1 0 0,-1 1-1 0 0,0-1 0 0 0,0 0 0 0 0,1 1 1 0 0,-1-1-1 0 0,0 1 0 0 0,1 0 0 0 0,0 0 1 0 0,-1-1-1 0 0,1 1 0 0 0,0 0 0 0 0,-1 0 1 0 0,4-1-1 0 0,11-3 150 0 0,1 1-1 0 0,0 1 1 0 0,0 0 0 0 0,0 1-1 0 0,1 0 1 0 0,-1 2 0 0 0,23 2 0 0 0,29-3 681 0 0,242-24 1613 0 0,-121 9-2162 0 0,-117 10-277 0 0,379-17 373 0 0,-14 37 457 0 0,-54 0-668 0 0,-183-13-83 0 0,254 11 312 0 0,-406-8-450 0 0,104 6 101 0 0,151 31-1 0 0,86 46-273 0 0,-286-61-856 0 0,188 22 1 0 0,-261-46-243 0 0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24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3617 7370 0 0,'-15'-6'1213'0'0,"-8"-3"805"0"0,22 12-1011 0 0,12 9-40 0 0,-5-8-751 0 0,-1-1 1 0 0,0 0 0 0 0,1 0-1 0 0,0 0 1 0 0,0 0-1 0 0,0-1 1 0 0,0 0 0 0 0,0 0-1 0 0,0-1 1 0 0,0 0 0 0 0,8 1-1 0 0,15 0-31 0 0,32-1 0 0 0,-38-1 4 0 0,221-14 163 0 0,-54 2-362 0 0,188-33 543 0 0,-190 16-16 0 0,-136 22-355 0 0,0-3 1 0 0,0-2-1 0 0,-2-2 0 0 0,1-2 1 0 0,69-34-1 0 0,-85 32 9 0 0,0-2 0 0 0,-1-1 0 0 0,-1-1 1 0 0,-1-3-1 0 0,-2 0 0 0 0,0-2 0 0 0,48-57 0 0 0,-45 44 89 0 0,-2-1 0 0 0,-2-2 0 0 0,-2-1-1 0 0,-2-2 1 0 0,26-64 0 0 0,0-24 187 0 0,-6-2-1 0 0,-6-2 0 0 0,37-252 1 0 0,13-84-40 0 0,5-49-350 0 0,-77 359-66 0 0,90-589 146 0 0,-100 723-148 0 0,-1 7-147 0 0,-1 0 1 0 0,-1 0-1 0 0,1-29 1 0 0,-5 52 119 0 0,0-1 0 0 0,0 1 0 0 0,0-1 0 0 0,0 1 0 0 0,0 0 1 0 0,0-1-1 0 0,0 1 0 0 0,0 0 0 0 0,0-1 0 0 0,0 1 1 0 0,0 0-1 0 0,0-1 0 0 0,0 1 0 0 0,0-1 0 0 0,-1 1 0 0 0,1 0 1 0 0,0-1-1 0 0,0 1 0 0 0,0 0 0 0 0,0-1 0 0 0,-1 1 1 0 0,1 0-1 0 0,0 0 0 0 0,0-1 0 0 0,-1 1 0 0 0,1 0 1 0 0,0 0-1 0 0,0-1 0 0 0,-1 1 0 0 0,0 0 0 0 0,-2 2-869 0 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26.6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85 12899 0 0,'-9'-27'1913'0'0,"8"22"-1730"0"0,-1-1 0 0 0,0 0 0 0 0,0 0-1 0 0,0 1 1 0 0,-1-1 0 0 0,0 1 0 0 0,0 0 0 0 0,-6-8 0 0 0,8 13-159 0 0,1 1-1 0 0,0-1 1 0 0,-1 0-1 0 0,1 1 1 0 0,-1-1 0 0 0,1 1-1 0 0,0-1 1 0 0,-1 1-1 0 0,1-1 1 0 0,0 1-1 0 0,0-1 1 0 0,-1 1-1 0 0,1-1 1 0 0,0 1 0 0 0,0-1-1 0 0,0 1 1 0 0,0 0-1 0 0,0-1 1 0 0,0 1-1 0 0,0-1 1 0 0,0 1-1 0 0,0-1 1 0 0,0 1-1 0 0,0 0 1 0 0,0-1 0 0 0,0 2-1 0 0,0 19 348 0 0,4 9-205 0 0,2-2 0 0 0,0 1 0 0 0,19 47 0 0 0,43 82 810 0 0,-5-14-525 0 0,-2 29-2921 0 0,-48-132-3734 0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27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 14283 0 0,'8'2'-342'0'0,"1"-1"0"0"0,0 0 0 0 0,-1 0 0 0 0,11-1 0 0 0,-16 0 251 0 0,12-1 248 0 0,1 0 0 0 0,25-5 1 0 0,-38 5-117 0 0,0 1 0 0 0,0-1 1 0 0,0 0-1 0 0,0 0 1 0 0,1-1-1 0 0,-1 1 0 0 0,-1-1 1 0 0,1 1-1 0 0,0-1 1 0 0,0 0-1 0 0,-1 0 0 0 0,1 0 1 0 0,-1 0-1 0 0,1-1 1 0 0,-1 1-1 0 0,0-1 0 0 0,0 1 1 0 0,0-1-1 0 0,1-3 1 0 0,1-5 11 0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27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23 217 14283 0 0,'-2'-1'111'0'0,"0"-1"0"0"0,0 0-1 0 0,0 0 1 0 0,0 0 0 0 0,0-1 0 0 0,1 1 0 0 0,-1 0-1 0 0,1-1 1 0 0,-1 1 0 0 0,1-1 0 0 0,0 1 0 0 0,-1-4-1 0 0,2 3-93 0 0,0 0 0 0 0,1 1 0 0 0,-1-1 0 0 0,1 1 0 0 0,-1-1 0 0 0,1 1 0 0 0,0-1 0 0 0,0 1 0 0 0,0-1 0 0 0,0 1 0 0 0,1 0 0 0 0,-1 0 0 0 0,4-4 0 0 0,10-17-252 0 0,34-39 1 0 0,-43 56 31 0 0,0-1 1 0 0,1 1-1 0 0,0 0 1 0 0,0 0-1 0 0,0 1 1 0 0,1 0-1 0 0,0 0 1 0 0,0 1-1 0 0,14-6 1 0 0,-19 9-3 0 0,-1 1-1 0 0,1 0 1 0 0,0-1 0 0 0,-1 1-1 0 0,1 0 1 0 0,-1 0 0 0 0,1 0-1 0 0,-1 1 1 0 0,1-1 0 0 0,-1 1-1 0 0,1-1 1 0 0,-1 1 0 0 0,1 0-1 0 0,-1 0 1 0 0,1 0 0 0 0,-1 0-1 0 0,0 1 1 0 0,0-1 0 0 0,0 0-1 0 0,0 1 1 0 0,0 0 0 0 0,0-1-1 0 0,0 1 1 0 0,0 0 0 0 0,2 3-1 0 0,5 7-1385 0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27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30 104 17052 0 0,'4'4'3'0'0,"-1"1"0"0"0,1-1 1 0 0,-1 1-1 0 0,0 0 0 0 0,-1 0 1 0 0,1 0-1 0 0,-1 0 0 0 0,0 1 1 0 0,0-1-1 0 0,-1 1 0 0 0,2 6 1 0 0,20 95-2047 0 0,-11-44 1528 0 0,-6-39 451 0 0,2 0 1 0 0,0-1 0 0 0,15 32-1 0 0,-12-37-237 0 0</inkml:trace>
  <inkml:trace contextRef="#ctx0" brushRef="#br0" timeOffset="1">15 111 17972 0 0,'-1'0'94'0'0,"0"-1"0"0"0,0 0 1 0 0,0 0-1 0 0,0 0 0 0 0,0 0 1 0 0,0 0-1 0 0,0 0 0 0 0,0-1 1 0 0,0 1-1 0 0,1 0 0 0 0,-1 0 0 0 0,1-1 1 0 0,-1 1-1 0 0,1 0 0 0 0,-1 0 1 0 0,1-1-1 0 0,0 1 0 0 0,-1-1 0 0 0,1 1 1 0 0,0-3-1 0 0,1 1-112 0 0,0 1 0 0 0,1-1 0 0 0,-1 0 0 0 0,1 1 0 0 0,-1-1 0 0 0,1 1 0 0 0,0-1 0 0 0,0 1 0 0 0,2-2 0 0 0,1-2-279 0 0,-1 1 0 0 0,1 0 1 0 0,0 1-1 0 0,0-1 0 0 0,0 1 0 0 0,1 0 0 0 0,-1 0 0 0 0,1 1 0 0 0,0 0 1 0 0,0 0-1 0 0,0 0 0 0 0,11-3 0 0 0,-13 6 206 0 0,0-1 1 0 0,0 1-1 0 0,0 0 0 0 0,0 0 1 0 0,0 0-1 0 0,0 1 1 0 0,0-1-1 0 0,0 1 0 0 0,0 0 1 0 0,0 0-1 0 0,0 0 0 0 0,-1 1 1 0 0,1-1-1 0 0,0 1 0 0 0,-1 0 1 0 0,0 0-1 0 0,1 0 0 0 0,-1 0 1 0 0,0 1-1 0 0,0 0 1 0 0,0-1-1 0 0,5 7 0 0 0,1 2 311 0 0,-1-1 0 0 0,-1 2 0 0 0,0-1 0 0 0,0 1 0 0 0,-1 0-1 0 0,0 0 1 0 0,-1 1 0 0 0,-1 0 0 0 0,0 0 0 0 0,0 0 0 0 0,-2 0 0 0 0,0 0-1 0 0,0 1 1 0 0,-1-1 0 0 0,0 1 0 0 0,-2-1 0 0 0,1 1 0 0 0,-2-1 0 0 0,0 1-1 0 0,-6 23 1 0 0,7-34-116 0 0,0-1-1 0 0,-1 1 1 0 0,1 0-1 0 0,-1 0 1 0 0,1-1-1 0 0,-1 1 1 0 0,0-1-1 0 0,0 1 1 0 0,0-1-1 0 0,0 0 1 0 0,-1 0-1 0 0,-3 3 1 0 0,-11 3-5452 0 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28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38 237 17052 0 0,'-3'-1'375'0'0,"0"0"0"0"0,1 1 1 0 0,-1-1-1 0 0,0 0 1 0 0,0 1-1 0 0,0 0 0 0 0,0 0 1 0 0,-5 0-1 0 0,2 8-495 0 0,9 11-1939 0 0,2-7 1666 0 0,1-1 1 0 0,0 0 0 0 0,1 0 0 0 0,0 0 0 0 0,0-1-1 0 0,1 0 1 0 0,15 15 0 0 0,71 58 2058 0 0,-80-72-1617 0 0,-3-2 130 0 0,0 0 0 0 0,0-1 1 0 0,1 0-1 0 0,1-1 0 0 0,-1 0 1 0 0,22 7-1 0 0,-31-13-126 0 0,0 0 0 0 0,-1 0 0 0 0,1 0 0 0 0,0-1 0 0 0,0 1 0 0 0,0-1 0 0 0,0 0 0 0 0,0 0 0 0 0,0 0 0 0 0,0 0 0 0 0,0 0 0 0 0,-1-1 0 0 0,1 1 0 0 0,0-1-1 0 0,0 0 1 0 0,0 0 0 0 0,-1 0 0 0 0,1 0 0 0 0,0 0 0 0 0,-1-1 0 0 0,1 1 0 0 0,-1-1 0 0 0,1 1 0 0 0,-1-1 0 0 0,0 0 0 0 0,0 0 0 0 0,0 0 0 0 0,0-1 0 0 0,0 1 0 0 0,0 0 0 0 0,-1-1 0 0 0,1 1 0 0 0,-1-1 0 0 0,0 1-1 0 0,1-1 1 0 0,-1 0 0 0 0,0 1 0 0 0,0-5 0 0 0,6-17 232 0 0,-1 1 0 0 0,-1-1-1 0 0,-1 0 1 0 0,2-49 0 0 0,-12-100-1533 0 0,0 67-3686 0 0,6 85-838 0 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28.8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48 17508 0 0,'0'-1'70'0'0,"-1"-1"1"0"0,1 1 0 0 0,-1-1-1 0 0,1 1 1 0 0,0-1-1 0 0,-1 1 1 0 0,1-1 0 0 0,0 1-1 0 0,0-1 1 0 0,0 0-1 0 0,1 1 1 0 0,-1-1 0 0 0,0 1-1 0 0,0-1 1 0 0,1 1-1 0 0,-1-1 1 0 0,1 1 0 0 0,0-1-1 0 0,-1 1 1 0 0,1-1-1 0 0,0 1 1 0 0,0 0 0 0 0,0-1-1 0 0,0 1 1 0 0,0 0-1 0 0,0 0 1 0 0,0 0 0 0 0,0 0-1 0 0,0 0 1 0 0,1 0-1 0 0,-1 0 1 0 0,0 0 0 0 0,3-1-1 0 0,-3 2-78 0 0,0 0 0 0 0,-1 0 0 0 0,1 0-1 0 0,0 0 1 0 0,0 0 0 0 0,-1 0 0 0 0,1 1-1 0 0,0-1 1 0 0,0 0 0 0 0,-1 0 0 0 0,1 1-1 0 0,0-1 1 0 0,-1 0 0 0 0,1 1 0 0 0,-1-1 0 0 0,1 1-1 0 0,0-1 1 0 0,-1 1 0 0 0,1-1 0 0 0,-1 1-1 0 0,1-1 1 0 0,-1 1 0 0 0,1 0 0 0 0,-1-1-1 0 0,0 1 1 0 0,1 0 0 0 0,-1-1 0 0 0,0 1 0 0 0,1 0-1 0 0,-1-1 1 0 0,0 1 0 0 0,0 0 0 0 0,0 0-1 0 0,0-1 1 0 0,0 2 0 0 0,10 32-354 0 0,-10-31 333 0 0,5 21-351 0 0,20 75 677 0 0,-21-87-609 0 0,0 0 0 0 0,2 0 0 0 0,-1 0 0 0 0,1 0 0 0 0,14 18 0 0 0,-12-20-422 0 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29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17 120 5065 0 0,'-3'-5'-138'0'0,"1"0"0"0"0,-1 0 0 0 0,1-1 0 0 0,1 1 0 0 0,-1 0 1 0 0,1-1-1 0 0,0 1 0 0 0,0-1 0 0 0,0 1 0 0 0,1-1 0 0 0,10-13 6647 0 0,18 11-3939 0 0,-17 6-1467 0 0,11-6-885 0 0,1 2 0 0 0,0 0 0 0 0,0 2 0 0 0,27-2-1 0 0,-38 5-155 0 0,-1 1 0 0 0,0 0 0 0 0,0 0 0 0 0,0 1 0 0 0,0 1 0 0 0,0 0 0 0 0,-1 0 0 0 0,1 1 0 0 0,0 1 0 0 0,-1 0 0 0 0,11 5 0 0 0,-18-7-50 0 0,0 0-1 0 0,1 0 1 0 0,-1 0-1 0 0,0 0 1 0 0,-1 1-1 0 0,1 0 0 0 0,0-1 1 0 0,-1 1-1 0 0,1 0 1 0 0,-1 0-1 0 0,0 0 1 0 0,0 1-1 0 0,0-1 1 0 0,-1 0-1 0 0,1 1 1 0 0,-1-1-1 0 0,0 1 0 0 0,1 3 1 0 0,-1 0 33 0 0,0-1-1 0 0,-1 0 1 0 0,0 0 0 0 0,0 1 0 0 0,0-1 0 0 0,-1 0-1 0 0,0 1 1 0 0,0-1 0 0 0,-1 0 0 0 0,-2 6-1 0 0,-2 3 51 0 0,0-1-1 0 0,-1 0 1 0 0,0 0-1 0 0,-2-1 1 0 0,1 0-1 0 0,-1 0 1 0 0,-1-1-1 0 0,-12 11 1 0 0,-11 3 93 0 0,17-17-328 0 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31.1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 17508 0 0,'0'1'112'0'0,"-1"1"1"0"0,1 0-1 0 0,0 0 1 0 0,0 0-1 0 0,-1 0 1 0 0,1 0-1 0 0,1 0 1 0 0,-1 0-1 0 0,0 0 1 0 0,0 0 0 0 0,1 0-1 0 0,-1 0 1 0 0,1 0-1 0 0,-1 0 1 0 0,3 3-1 0 0,0 6-89 0 0,51 406-2648 0 0,-10-51 2072 0 0,-36-324-722 0 0,-1-5-4089 0 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31.4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1 245 456 0 0,'2'-7'557'0'0,"0"-1"0"0"0,0 1 0 0 0,1 0 0 0 0,0-1 0 0 0,0 2 0 0 0,1-1 0 0 0,0 0 0 0 0,0 1 0 0 0,0-1 0 0 0,1 1 0 0 0,7-7 0 0 0,10-9 1469 0 0,34-27 1 0 0,-50 44-1600 0 0,14-11 1267 0 0,33-21 0 0 0,-47 33-1577 0 0,0 1-1 0 0,1-1 1 0 0,0 1 0 0 0,-1 1-1 0 0,1-1 1 0 0,0 1 0 0 0,0 0-1 0 0,1 1 1 0 0,-1 0 0 0 0,8-1-1 0 0,0 4-1293 0 0,-1 5-4255 0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31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1 219 13363 0 0,'1'-3'255'0'0,"0"1"0"0"0,0 0 0 0 0,0 0-1 0 0,1 0 1 0 0,-1 0 0 0 0,1 0 0 0 0,-1 0 0 0 0,1 0 0 0 0,0 1 0 0 0,-1-1 0 0 0,4-1 0 0 0,1-4 263 0 0,27-27-1450 0 0,53-44 1 0 0,-63 60-1923 0 0,43-26 0 0 0,-63 43 2736 0 0,-1-1 0 0 0,1 1 1 0 0,0-1-1 0 0,0 1 1 0 0,-1 0-1 0 0,1 0 0 0 0,0 0 1 0 0,0 0-1 0 0,0 1 0 0 0,0-1 1 0 0,1 1-1 0 0,-1 0 1 0 0,0-1-1 0 0,0 2 0 0 0,0-1 1 0 0,0 0-1 0 0,0 1 0 0 0,0-1 1 0 0,4 2-1 0 0,0 0 31 0 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32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12 8754 0 0,'0'-1'107'0'0,"0"1"1"0"0,0-1-1 0 0,0 1 1 0 0,0-1-1 0 0,0 1 1 0 0,0-1-1 0 0,-1 1 1 0 0,1-1-1 0 0,0 1 1 0 0,0 0-1 0 0,-1-1 1 0 0,1 1-1 0 0,0-1 1 0 0,-1 1-1 0 0,1-1 1 0 0,0 1-1 0 0,-1 0 1 0 0,1-1-1 0 0,0 1 1 0 0,-1 0-1 0 0,1-1 1 0 0,-1 1-1 0 0,1 0 1 0 0,-1 0-1 0 0,1 0 1 0 0,-1-1-1 0 0,1 1 1 0 0,-1 0-1 0 0,1 0 1 0 0,-1 0-1 0 0,1 0 1 0 0,-1 0-1 0 0,1 0 1 0 0,-1 0-1 0 0,-15 12 875 0 0,-6 25-1076 0 0,17-22 267 0 0,2 0 0 0 0,-1 0 0 0 0,2 0 0 0 0,0 0 0 0 0,1 1 0 0 0,0-1 0 0 0,1 0 0 0 0,1 1 0 0 0,0-1-1 0 0,6 24 1 0 0,-5-32-39 0 0,-1 0 0 0 0,1 0-1 0 0,0 1 1 0 0,1-1 0 0 0,0-1-1 0 0,0 1 1 0 0,1 0 0 0 0,-1-1-1 0 0,1 0 1 0 0,1 0 0 0 0,-1 0 0 0 0,1 0-1 0 0,0-1 1 0 0,0 0 0 0 0,1 0-1 0 0,0 0 1 0 0,0 0 0 0 0,0-1-1 0 0,0 0 1 0 0,0-1 0 0 0,1 1-1 0 0,0-1 1 0 0,12 4 0 0 0,-16-6-104 0 0,0 0 1 0 0,1-1 0 0 0,-1 1 0 0 0,0-1-1 0 0,1 0 1 0 0,-1 0 0 0 0,1 0-1 0 0,-1 0 1 0 0,0 0 0 0 0,1-1 0 0 0,-1 0-1 0 0,0 1 1 0 0,1-1 0 0 0,-1-1 0 0 0,0 1-1 0 0,0 0 1 0 0,0-1 0 0 0,0 1-1 0 0,0-1 1 0 0,0 0 0 0 0,0 0 0 0 0,-1 0-1 0 0,1 0 1 0 0,-1-1 0 0 0,0 1 0 0 0,1-1-1 0 0,-1 1 1 0 0,0-1 0 0 0,0 0 0 0 0,-1 0-1 0 0,1 0 1 0 0,0 0 0 0 0,-1 0-1 0 0,0 0 1 0 0,1-4 0 0 0,2-4 74 0 0,-1-1 1 0 0,0 1-1 0 0,-1-1 1 0 0,-1 0-1 0 0,0 0 0 0 0,0 0 1 0 0,-1 0-1 0 0,-2-21 1 0 0,0 21-138 0 0,-1 0 1 0 0,0-1-1 0 0,-1 1 1 0 0,0 0-1 0 0,-1 1 1 0 0,0-1-1 0 0,-11-16 1 0 0,12 22-230 0 0,0 0-1 0 0,0 0 1 0 0,-1 1-1 0 0,0 0 1 0 0,0 0 0 0 0,-9-7-1 0 0,11 10-202 0 0,-1-1-1 0 0,0 1 1 0 0,0 0 0 0 0,0 0-1 0 0,-1 0 1 0 0,1 1 0 0 0,0-1-1 0 0,-1 1 1 0 0,1 0 0 0 0,-10-1-1 0 0,4 2-1152 0 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32.5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1 115 14747 0 0,'11'-5'1457'0'0,"0"0"1"0"0,0 1-1 0 0,16-4 0 0 0,-19 6-1378 0 0,-1 1 1 0 0,1 0-1 0 0,0 0 1 0 0,0 0-1 0 0,12 2 0 0 0,-14 0-246 0 0,0 0 0 0 0,0 0-1 0 0,0 0 1 0 0,0 1-1 0 0,-1 0 1 0 0,1 0 0 0 0,-1 1-1 0 0,1 0 1 0 0,-1-1-1 0 0,0 2 1 0 0,0-1 0 0 0,0 1-1 0 0,0-1 1 0 0,-1 1-1 0 0,0 1 1 0 0,0-1 0 0 0,0 1-1 0 0,5 7 1 0 0,-1-1 288 0 0,-1 0 0 0 0,0 1 1 0 0,-1 0-1 0 0,0 1 0 0 0,-1-1 0 0 0,-1 1 0 0 0,0 0 1 0 0,0 0-1 0 0,-1 0 0 0 0,-2 14 1384 0 0,-8-39-1098 0 0,-5-14-313 0 0,3-9-578 0 0,1-1 0 0 0,2 0 0 0 0,1 0-1 0 0,0-57 1 0 0,5 67-925 0 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32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19 7834 0 0,'0'0'65'0'0,"-1"0"1"0"0,0 0-1 0 0,1 0 1 0 0,-1-1-1 0 0,1 1 1 0 0,-1 0 0 0 0,0 0-1 0 0,1 0 1 0 0,-1 0-1 0 0,1-1 1 0 0,-1 1-1 0 0,0 0 1 0 0,1-1 0 0 0,-1 1-1 0 0,1 0 1 0 0,-1-1-1 0 0,1 1 1 0 0,-1 0-1 0 0,1-1 1 0 0,0 1-1 0 0,-1-1 1 0 0,1 1 0 0 0,-1-1-1 0 0,1 1 1 0 0,0-1-1 0 0,0 0 1 0 0,-1 1-1 0 0,1-2 1 0 0,-3-5 371 0 0,7 18-139 0 0,0 0 0 0 0,-1 0 0 0 0,0 1 0 0 0,-1 0 0 0 0,1 18 0 0 0,4 21 1320 0 0,-2-30-866 0 0,1 0 1 0 0,16 39-1 0 0,-20-55-710 0 0,0 0-1 0 0,1 0 1 0 0,-1 0 0 0 0,1-1-1 0 0,0 1 1 0 0,1 0 0 0 0,-1-1-1 0 0,1 0 1 0 0,-1 0 0 0 0,1 0-1 0 0,1 0 1 0 0,-1-1 0 0 0,0 0-1 0 0,1 0 1 0 0,0 0 0 0 0,10 5 0 0 0,-14-8-51 0 0,1 1 0 0 0,0-1 0 0 0,0 1 0 0 0,0-1 0 0 0,0 0 0 0 0,0 0 1 0 0,0 0-1 0 0,0 0 0 0 0,-1 0 0 0 0,1 0 0 0 0,0-1 0 0 0,0 1 1 0 0,0 0-1 0 0,0-1 0 0 0,0 0 0 0 0,-1 1 0 0 0,1-1 0 0 0,0 0 1 0 0,0 0-1 0 0,1-1 0 0 0,0-1 14 0 0,-1 1 0 0 0,0 0 1 0 0,1-1-1 0 0,-1 0 0 0 0,0 1 0 0 0,0-1 0 0 0,-1 0 1 0 0,1 0-1 0 0,0 0 0 0 0,1-5 0 0 0,0-3 82 0 0,0 0-1 0 0,0-1 0 0 0,-1 1 0 0 0,-1 0 1 0 0,1-20-1 0 0,-5-26 76 0 0,1 21-860 0 0,2 27-814 0 0,4 18-1665 0 0,1 12 3038 0 0,2 0 0 0 0,0 0 0 0 0,16 30 0 0 0,-20-45 444 0 0,1 1 0 0 0,1-1 0 0 0,-1-1-1 0 0,1 1 1 0 0,0 0 0 0 0,0-1-1 0 0,1 0 1 0 0,-1 0 0 0 0,1-1 0 0 0,0 0-1 0 0,1 0 1 0 0,-1 0 0 0 0,1 0 0 0 0,10 3-1 0 0,-6-3 30 0 0,0 0 0 0 0,1-1 0 0 0,-1 0 0 0 0,1-1-1 0 0,0-1 1 0 0,-1 1 0 0 0,1-2 0 0 0,0 0 0 0 0,20-2 0 0 0,-27 1-265 0 0,0 0 1 0 0,0 0-1 0 0,0 0 1 0 0,0-1 0 0 0,-1 0-1 0 0,1 0 1 0 0,0 0-1 0 0,-1-1 1 0 0,1 1 0 0 0,-1-1-1 0 0,0 0 1 0 0,0 0-1 0 0,0-1 1 0 0,0 1 0 0 0,-1-1-1 0 0,1 0 1 0 0,-1 0-1 0 0,0 0 1 0 0,0 0 0 0 0,0-1-1 0 0,-1 1 1 0 0,1-1 0 0 0,-1 1-1 0 0,2-9 1 0 0,-1 2 18 0 0,0 0 0 0 0,-1 0 0 0 0,-1 0 1 0 0,0-1-1 0 0,0 1 0 0 0,-1-13 0 0 0,-1 17-383 0 0,1 1 1 0 0,-1-1-1 0 0,0 1 0 0 0,0 0 0 0 0,-1-1 0 0 0,0 1 0 0 0,0 0 1 0 0,0 0-1 0 0,-1 0 0 0 0,0 0 0 0 0,0 0 0 0 0,-4-5 0 0 0,0 6-2190 0 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33.2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55 15667 0 0,'2'-5'549'0'0,"-1"4"-404"0"0,1-1-1 0 0,-1 0 1 0 0,0 0 0 0 0,0 1 0 0 0,0-1-1 0 0,-1 0 1 0 0,1 0 0 0 0,0 0 0 0 0,-1 0-1 0 0,1 0 1 0 0,-1 0 0 0 0,1 0 0 0 0,-1 0 0 0 0,0 0-1 0 0,0 0 1 0 0,0 0 0 0 0,0 0 0 0 0,0 0-1 0 0,-1-1 1 0 0,1 1 0 0 0,-1 0 0 0 0,-1-3 0 0 0,2 4-132 0 0,-1 1 0 0 0,1 0 0 0 0,-1 0 0 0 0,1 0 0 0 0,-1 0 0 0 0,1 0 0 0 0,-1-1 1 0 0,0 1-1 0 0,1 0 0 0 0,-1 0 0 0 0,1 0 0 0 0,-1 1 0 0 0,1-1 0 0 0,-1 0 1 0 0,0 0-1 0 0,1 0 0 0 0,-1 0 0 0 0,1 0 0 0 0,-1 1 0 0 0,1-1 0 0 0,-1 0 0 0 0,1 0 1 0 0,-1 1-1 0 0,1-1 0 0 0,-1 0 0 0 0,1 1 0 0 0,-1-1 0 0 0,1 1 0 0 0,0-1 1 0 0,-1 0-1 0 0,0 2 0 0 0,-13 13-153 0 0,0 4 113 0 0,1 0 0 0 0,1 1 1 0 0,1 0-1 0 0,1 0 0 0 0,0 2 1 0 0,2-1-1 0 0,1 1 0 0 0,0 0 1 0 0,2 1-1 0 0,-5 38 0 0 0,10-53 126 0 0,0 0-1 0 0,1-1 0 0 0,0 1 1 0 0,0 0-1 0 0,0-1 0 0 0,1 1 1 0 0,1-1-1 0 0,-1 0 1 0 0,7 13-1 0 0,-8-18-119 0 0,0-1 0 0 0,0 1 0 0 0,0 0 0 0 0,0 0 0 0 0,1-1 0 0 0,-1 1 0 0 0,0-1 0 0 0,1 1 1 0 0,0-1-1 0 0,-1 1 0 0 0,1-1 0 0 0,0 0 0 0 0,-1 0 0 0 0,1 0 0 0 0,0 0 0 0 0,3 1 0 0 0,-3-2-73 0 0,0 1 0 0 0,0-1 0 0 0,0-1 0 0 0,0 1 0 0 0,0 0 0 0 0,0 0-1 0 0,0-1 1 0 0,0 1 0 0 0,0-1 0 0 0,0 1 0 0 0,-1-1 0 0 0,1 0 0 0 0,0 0 0 0 0,0 0 0 0 0,-1 0 0 0 0,1 0 0 0 0,-1 0 0 0 0,1 0 0 0 0,-1-1 0 0 0,1 1 0 0 0,1-3 0 0 0,3-3-128 0 0,-1 1 1 0 0,0-1 0 0 0,0 0 0 0 0,-1-1 0 0 0,0 1 0 0 0,0-1 0 0 0,-1 0 0 0 0,0 1 0 0 0,0-2 0 0 0,1-10 0 0 0,3-14 373 0 0,2-42-1 0 0,-6 51 178 0 0,-3-3 65 0 0,0 16-371 0 0,8 28-485 0 0,-5-7 530 0 0,1 0 1 0 0,0 0-1 0 0,1 0 0 0 0,0 0 1 0 0,1-1-1 0 0,-1 0 0 0 0,13 13 0 0 0,-13-17-18 0 0,0 0 0 0 0,0-1-1 0 0,1 0 1 0 0,-1 0 0 0 0,1-1-1 0 0,0 0 1 0 0,0 0 0 0 0,0 0-1 0 0,0 0 1 0 0,0-1 0 0 0,1 0-1 0 0,-1-1 1 0 0,11 2 0 0 0,-7-1-176 0 0,-1-1 0 0 0,1 0 0 0 0,-1 0 1 0 0,1-1-1 0 0,-1 0 0 0 0,1-1 0 0 0,-1 0 0 0 0,16-4 0 0 0,-12 1-418 0 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33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13 136 1368 0 0,'-1'0'89'0'0,"1"0"0"0"0,-1 0 0 0 0,1 0 0 0 0,-1 0-1 0 0,1 0 1 0 0,-1 0 0 0 0,1 0 0 0 0,0 0 0 0 0,-1-1-1 0 0,1 1 1 0 0,-1 0 0 0 0,1 0 0 0 0,-1 0 0 0 0,1-1-1 0 0,-1 1 1 0 0,1 0 0 0 0,0 0 0 0 0,-1-1 0 0 0,1 1-1 0 0,0-1 1 0 0,-1 1 0 0 0,1 0 0 0 0,0-1 0 0 0,0 1 0 0 0,-1 0-1 0 0,1-1 1 0 0,0 1 0 0 0,0-1 0 0 0,-1 1 0 0 0,1-1-1 0 0,0 1 1 0 0,0-1 0 0 0,0 1 0 0 0,0-1 0 0 0,0 1-1 0 0,0-1 1 0 0,0 1 0 0 0,0-1 0 0 0,0 1 0 0 0,0-1-1 0 0,0 1 1 0 0,0-1 0 0 0,0 1 0 0 0,0 0 0 0 0,1-1 0 0 0,-1 1-1 0 0,0-1 1 0 0,0 1 0 0 0,0-1 0 0 0,1 1 0 0 0,-1 0-1 0 0,0-1 1 0 0,0 1 0 0 0,1-1 0 0 0,-1 1 0 0 0,1 0-1 0 0,-1-1 1 0 0,0 1 0 0 0,1 0 0 0 0,-1 0 0 0 0,0-1-1 0 0,1 1 1 0 0,-1 0 0 0 0,1 0 0 0 0,0-1 0 0 0,2-1 435 0 0,0 0 0 0 0,-1 0 0 0 0,1 0-1 0 0,0 0 1 0 0,1 1 0 0 0,-1-1 0 0 0,0 1 0 0 0,6-2 0 0 0,-4 3-295 0 0,-1 0 0 0 0,1 1 0 0 0,0-1 0 0 0,0 1 0 0 0,-1 0 0 0 0,1 0 1 0 0,0 0-1 0 0,-1 0 0 0 0,1 1 0 0 0,-1 0 0 0 0,0 0 0 0 0,1 0 0 0 0,-1 1 0 0 0,0-1 0 0 0,0 1 0 0 0,-1 0 0 0 0,1 0 0 0 0,3 4 0 0 0,2 2 118 0 0,-1 1 0 0 0,0 0 0 0 0,0 0 1 0 0,-1 0-1 0 0,9 20 0 0 0,-19-39 3 0 0,0 0 0 0 0,0 0-1 0 0,1 0 1 0 0,0 0 0 0 0,1 0 0 0 0,0 0 0 0 0,0-1-1 0 0,1-10 1 0 0,1-5-1056 0 0,8-46 0 0 0,-5 50-446 0 0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34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246 398 10138 0 0,'-4'-2'-25'0'0,"0"1"0"0"0,0 0 0 0 0,0 0 0 0 0,-1 1 0 0 0,1-1 0 0 0,0 1 0 0 0,0 0 0 0 0,-1 0 0 0 0,1 0 0 0 0,0 1 0 0 0,0-1 0 0 0,0 1 0 0 0,-6 2 0 0 0,-4 1-584 0 0,0 1 0 0 0,-20 9-1 0 0,26-10 521 0 0,1 0 1 0 0,0 0-1 0 0,0 1 0 0 0,0 1 0 0 0,0-1 0 0 0,1 1 0 0 0,0 0 0 0 0,-8 11 0 0 0,8-10 355 0 0,0 1-1 0 0,1 0 1 0 0,0 1 0 0 0,0-1-1 0 0,1 1 1 0 0,0 0 0 0 0,1 0-1 0 0,0 1 1 0 0,0-1 0 0 0,1 1-1 0 0,0-1 1 0 0,1 1-1 0 0,0-1 1 0 0,0 1 0 0 0,1 0-1 0 0,1 0 1 0 0,-1-1 0 0 0,2 1-1 0 0,-1 0 1 0 0,4 9 0 0 0,-5-16-272 0 0,1 0 1 0 0,0 0 0 0 0,0-1-1 0 0,0 1 1 0 0,1 0-1 0 0,-1-1 1 0 0,1 1 0 0 0,-1 0-1 0 0,1-1 1 0 0,0 0-1 0 0,0 1 1 0 0,0-1 0 0 0,0 0-1 0 0,0 0 1 0 0,1 0 0 0 0,-1 0-1 0 0,0-1 1 0 0,1 1-1 0 0,0-1 1 0 0,-1 1 0 0 0,1-1-1 0 0,0 0 1 0 0,0 0-1 0 0,-1 0 1 0 0,1 0 0 0 0,0-1-1 0 0,0 1 1 0 0,0-1 0 0 0,0 0-1 0 0,0 1 1 0 0,0-2-1 0 0,0 1 1 0 0,0 0 0 0 0,0 0-1 0 0,0-1 1 0 0,0 0-1 0 0,3 0 1 0 0,2-2-245 0 0,1-1-1 0 0,-1 1 0 0 0,0-1 1 0 0,0 0-1 0 0,-1-1 1 0 0,1 0-1 0 0,-1 0 1 0 0,0-1-1 0 0,-1 0 0 0 0,1 0 1 0 0,6-9-1 0 0,-1-1-203 0 0,0 0-1 0 0,-2 0 0 0 0,0-1 1 0 0,13-31-1 0 0,-15 27 555 0 0,0-1 0 0 0,-2-1 1 0 0,-1 1-1 0 0,0-1 0 0 0,-2 0 1 0 0,1-34-1 0 0,-4 30 105 0 0,-1 0 0 0 0,-2 1-1 0 0,0-1 1 0 0,-2 0 0 0 0,-1 1 0 0 0,-1 0 0 0 0,-1 1-1 0 0,-2-1 1 0 0,0 1 0 0 0,-16-27 0 0 0,23 47 172 0 0,0 0 0 0 0,-1 0-1 0 0,0 0 1 0 0,0 1 0 0 0,0-1 0 0 0,-7-5 0 0 0,10 9-235 0 0,0 0 0 0 0,0 1 0 0 0,0-1-1 0 0,1 1 1 0 0,-1-1 0 0 0,0 1 0 0 0,0-1 0 0 0,0 1 0 0 0,0 0 0 0 0,0 0 0 0 0,0-1 0 0 0,0 1 0 0 0,0 0 0 0 0,0 0 0 0 0,0 0-1 0 0,0 0 1 0 0,1 0 0 0 0,-1 0 0 0 0,-2 0 0 0 0,2 1 16 0 0,0 0-1 0 0,0-1 1 0 0,0 1 0 0 0,0 0-1 0 0,0 0 1 0 0,0-1-1 0 0,1 1 1 0 0,-1 0 0 0 0,0 0-1 0 0,1 0 1 0 0,-1 0-1 0 0,0 0 1 0 0,1 0 0 0 0,-1 0-1 0 0,1 0 1 0 0,-1 0-1 0 0,1 1 1 0 0,0-1 0 0 0,0 0-1 0 0,-1 2 1 0 0,-1 13 142 0 0,0-1 1 0 0,1 1-1 0 0,0 0 0 0 0,1-1 1 0 0,1 1-1 0 0,1-1 1 0 0,4 21-1 0 0,33 107 117 0 0,-35-130-334 0 0,23 62-36 0 0,53 102-1 0 0,-41-94-280 0 0,-9-15 58 0 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34.5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1 129 17972 0 0,'3'-31'1715'0'0,"10"-18"-3512"0"0,-5 20 1649 0 0,-1 10-237 0 0,-5 33-182 0 0,-4 34 577 0 0,-3 4 834 0 0,0-10-51 0 0,1 0-1 0 0,3 44 1 0 0,2-75-717 0 0,-1 0 0 0 0,2 0 0 0 0,0 0 0 0 0,0 0 0 0 0,1-1 0 0 0,0 1 0 0 0,0-1 1 0 0,2 1-1 0 0,-1-1 0 0 0,1-1 0 0 0,1 1 0 0 0,12 17 0 0 0,-14-23-64 0 0,1 1 0 0 0,-1 0 0 0 0,1-1 0 0 0,0 0-1 0 0,1 0 1 0 0,-1-1 0 0 0,1 1 0 0 0,-1-1 0 0 0,1 0 0 0 0,0-1 0 0 0,0 1-1 0 0,1-1 1 0 0,-1-1 0 0 0,0 1 0 0 0,1-1 0 0 0,-1 0 0 0 0,1 0 0 0 0,-1-1-1 0 0,1 0 1 0 0,-1 0 0 0 0,1 0 0 0 0,-1-1 0 0 0,0 0 0 0 0,1 0 0 0 0,-1-1-1 0 0,0 0 1 0 0,1 0 0 0 0,-1 0 0 0 0,0-1 0 0 0,-1 0 0 0 0,1 0 0 0 0,0-1-1 0 0,-1 1 1 0 0,0-1 0 0 0,0 0 0 0 0,0-1 0 0 0,0 1 0 0 0,-1-1 0 0 0,1 0-1 0 0,-1 0 1 0 0,0 0 0 0 0,-1-1 0 0 0,1 1 0 0 0,-1-1 0 0 0,4-11 0 0 0,-3 7 79 0 0,-1 1 0 0 0,0 0 1 0 0,0-1-1 0 0,0-11 1 0 0,-2 18-152 0 0,-1-1 0 0 0,1 1 0 0 0,-1 0 0 0 0,0-1 0 0 0,0 1 0 0 0,-1 0 0 0 0,1 0 0 0 0,-1-1 0 0 0,1 1 0 0 0,-1 0 0 0 0,0 0 0 0 0,0 0 0 0 0,-1 0 0 0 0,1 0 0 0 0,0 0 0 0 0,-4-4 0 0 0,2 4-1323 0 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34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17972 0 0,'3'0'233'0'0,"0"0"1"0"0,-1 0 0 0 0,1 0-1 0 0,0 1 1 0 0,0-1 0 0 0,-1 1-1 0 0,1 0 1 0 0,0 0-1 0 0,-1 0 1 0 0,1 0 0 0 0,-1 0-1 0 0,1 1 1 0 0,-1-1 0 0 0,0 1-1 0 0,1-1 1 0 0,2 4 0 0 0,-2-2-220 0 0,-1 0 0 0 0,1 1 0 0 0,-1-1 1 0 0,1 1-1 0 0,-1 0 0 0 0,0-1 0 0 0,-1 1 1 0 0,1 0-1 0 0,1 8 0 0 0,1 6-682 0 0,-2 0-1 0 0,0 1 1 0 0,-1-1-1 0 0,-1 21 1 0 0,-1-18 495 0 0,0 49-2291 0 0,-1-50-3377 0 0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35.2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46 17972 0 0,'-9'-5'800'0'0,"4"0"160"0"0,0 2-768 0 0,3 0-192 0 0,3 2 0 0 0,0-2 0 0 0,2 1-440 0 0,0-3-120 0 0,4-3-24 0 0,-1-2-8 0 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35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177 162 2304 0 0,'-10'4'821'0'0,"0"0"-1"0"0,1 1 0 0 0,-1 0 0 0 0,1 1 0 0 0,-12 9 0 0 0,11-7-1085 0 0,1 1 1 0 0,0 0-1 0 0,0 0 0 0 0,1 1 1 0 0,1 0-1 0 0,-1 1 1 0 0,-8 17-1 0 0,10-17 118 0 0,2 0-1 0 0,-1 0 1 0 0,1 0-1 0 0,1 1 1 0 0,0-1-1 0 0,1 1 1 0 0,0 0-1 0 0,0 14 0 0 0,2-16 1052 0 0,0-1-1 0 0,1 1 0 0 0,0 0 0 0 0,1-1 0 0 0,0 1 0 0 0,4 12 0 0 0,-6-21-806 0 0,1 1-1 0 0,-1-1 1 0 0,0 1 0 0 0,1-1-1 0 0,0 1 1 0 0,-1-1-1 0 0,1 0 1 0 0,0 1 0 0 0,0-1-1 0 0,0 0 1 0 0,0 1 0 0 0,0-1-1 0 0,0 0 1 0 0,0 0-1 0 0,0 0 1 0 0,0 0 0 0 0,0 0-1 0 0,1 0 1 0 0,2 1 0 0 0,-3-2-113 0 0,0 0 1 0 0,0 0 0 0 0,0 0 0 0 0,0 0-1 0 0,0 0 1 0 0,0 0 0 0 0,0-1 0 0 0,0 1-1 0 0,0 0 1 0 0,0-1 0 0 0,0 1 0 0 0,0-1 0 0 0,0 1-1 0 0,0-1 1 0 0,0 1 0 0 0,0-1 0 0 0,-1 0-1 0 0,1 1 1 0 0,0-1 0 0 0,0 0 0 0 0,1-1-1 0 0,5-7-373 0 0,-1-1 0 0 0,1 0 0 0 0,-2 0 0 0 0,6-12 0 0 0,-7 16 465 0 0,26-66-190 0 0,-23 52 916 0 0,1 0 0 0 0,1 0 1 0 0,1 1-1 0 0,21-30 0 0 0,-30 47-624 0 0,0 1-1 0 0,1-1 1 0 0,-1 0 0 0 0,0 1-1 0 0,1-1 1 0 0,0 1 0 0 0,-1-1-1 0 0,1 1 1 0 0,0 0 0 0 0,0 0-1 0 0,0 0 1 0 0,-1 0 0 0 0,1 0-1 0 0,0 0 1 0 0,0 0 0 0 0,1 1-1 0 0,-1-1 1 0 0,0 1 0 0 0,0-1-1 0 0,0 1 1 0 0,3 0 0 0 0,-2 0-59 0 0,0 1 1 0 0,0 0-1 0 0,-1 0 1 0 0,1 0 0 0 0,-1 0-1 0 0,1 0 1 0 0,-1 0 0 0 0,1 1-1 0 0,-1 0 1 0 0,1-1 0 0 0,-1 1-1 0 0,0 0 1 0 0,0 0 0 0 0,2 2-1 0 0,6 8 74 0 0,-1 0 1 0 0,-1 0-1 0 0,0 1 0 0 0,11 23 0 0 0,26 46-342 0 0,-23-48-5187 0 0,-5-9-1069 0 0</inkml:trace>
  <inkml:trace contextRef="#ctx0" brushRef="#br0" timeOffset="1">730 77 15667 0 0,'1'-23'1745'0'0,"-1"14"-1526"0"0,1 0 0 0 0,-1 0 1 0 0,-3-17-1 0 0,-6 80-1919 0 0,8-39 1890 0 0,1 0-1 0 0,1 0 1 0 0,0 0 0 0 0,1 0 0 0 0,1 0-1 0 0,0 0 1 0 0,1 0 0 0 0,6 13 0 0 0,-7-21-127 0 0,0-1 1 0 0,0 0 0 0 0,1-1-1 0 0,-1 1 1 0 0,1 0 0 0 0,1-1-1 0 0,-1 0 1 0 0,1 0 0 0 0,0 0-1 0 0,0-1 1 0 0,0 0-1 0 0,1 0 1 0 0,0 0 0 0 0,-1 0-1 0 0,1-1 1 0 0,1 0 0 0 0,-1 0-1 0 0,0-1 1 0 0,13 3 0 0 0,-14-3-74 0 0,1-1 24 0 0,0 0 0 0 0,-1 0 1 0 0,1 1-1 0 0,-1 0 0 0 0,0 0 1 0 0,1 1-1 0 0,8 5 0 0 0,-13-7 17 0 0,0 1-1 0 0,0-1 1 0 0,0 0 0 0 0,0 1-1 0 0,0-1 1 0 0,0 1-1 0 0,0-1 1 0 0,-1 1-1 0 0,1 0 1 0 0,-1-1 0 0 0,1 1-1 0 0,-1 0 1 0 0,1 0-1 0 0,-1-1 1 0 0,0 1-1 0 0,0 0 1 0 0,0 0-1 0 0,0-1 1 0 0,0 1 0 0 0,0 0-1 0 0,0 0 1 0 0,-1-1-1 0 0,1 1 1 0 0,-1 0-1 0 0,1-1 1 0 0,-1 1-1 0 0,0 0 1 0 0,0-1 0 0 0,1 1-1 0 0,-3 1 1 0 0,-4 10-1189 0 0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8:25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1960 1 6249 0 0,'-8'8'4045'0'0,"-27"41"-2698"0"0,11-4-618 0 0,-2-1-1 0 0,-37 50 1 0 0,33-51-93 0 0,-31 63-1 0 0,37-62-777 0 0,-49 69 0 0 0,34-59 371 0 0,2 1 0 0 0,2 3 0 0 0,-52 118 0 0 0,57-110-50 0 0,-63 99 0 0 0,-54 52 481 0 0,-69 120-20 0 0,143-193-417 0 0,-82 139 438 0 0,62-135-580 0 0,-70 103-22 0 0,-96 177 421 0 0,238-395-261 0 0,-44 56-1 0 0,44-64-71 0 0,2 0 0 0 0,1 1-1 0 0,-25 49 1 0 0,43-75-164 0 0,0 1 1 0 0,0-1-1 0 0,-1 1 0 0 0,1-1 0 0 0,0 1 1 0 0,0 0-1 0 0,0-1 0 0 0,-1 1 0 0 0,1-1 1 0 0,0 1-1 0 0,0-1 0 0 0,0 1 0 0 0,0 0 1 0 0,0-1-1 0 0,0 1 0 0 0,0-1 0 0 0,0 1 0 0 0,1-1 1 0 0,-1 1-1 0 0,0 1 0 0 0,4 0-335 0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8:28.0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87 258 2304 0 0,'-1'1'304'0'0,"-1"-1"-1"0"0,0 1 0 0 0,0-1 0 0 0,0 0 0 0 0,0 1 0 0 0,0-1 0 0 0,1 0 0 0 0,-1 0 0 0 0,0 0 0 0 0,0 0 0 0 0,0-1 0 0 0,0 1 0 0 0,0 0 0 0 0,0-1 0 0 0,1 1 0 0 0,-1-1 0 0 0,0 0 0 0 0,0 1 0 0 0,1-1 0 0 0,-1 0 1 0 0,0 0-1 0 0,-2-2 0 0 0,0 0 119 0 0,-1 0-1 0 0,1-1 1 0 0,-1 1 0 0 0,1-1 0 0 0,0 0 0 0 0,-5-7 0 0 0,7 8-354 0 0,1 0 0 0 0,0 1 0 0 0,0-1 0 0 0,0 0 0 0 0,1 0 0 0 0,-1 0 0 0 0,1 0 0 0 0,-1 0 0 0 0,1 0 0 0 0,0 0 0 0 0,0 0 0 0 0,1 0 0 0 0,-1 0 0 0 0,0 0 0 0 0,1 0 0 0 0,0 0 0 0 0,0 0 0 0 0,0 0-1 0 0,0 0 1 0 0,2-3 0 0 0,5-10 373 0 0,0 1 0 0 0,14-19-1 0 0,-15 22-118 0 0,-1 3-94 0 0,0 1-1 0 0,0-1 1 0 0,1 1 0 0 0,0 1-1 0 0,0-1 1 0 0,12-8 0 0 0,-18 15-201 0 0,1 0 1 0 0,0-1 0 0 0,-1 1 0 0 0,1 0 0 0 0,0 0 0 0 0,0 1 0 0 0,0-1 0 0 0,0 0 0 0 0,0 1 0 0 0,0-1 0 0 0,0 1 0 0 0,0-1 0 0 0,0 1 0 0 0,0 0 0 0 0,0 0 0 0 0,0 0 0 0 0,0 0 0 0 0,0 0 0 0 0,0 1 0 0 0,0-1-1 0 0,0 0 1 0 0,0 1 0 0 0,0 0 0 0 0,0-1 0 0 0,-1 1 0 0 0,1 0 0 0 0,0 0 0 0 0,0 0 0 0 0,-1 0 0 0 0,1 0 0 0 0,0 1 0 0 0,-1-1 0 0 0,1 0 0 0 0,-1 1 0 0 0,1-1 0 0 0,-1 1 0 0 0,0-1 0 0 0,0 1 0 0 0,1 2 0 0 0,4 5 4 0 0,0 1 0 0 0,-1 0 1 0 0,0 0-1 0 0,-1 0 1 0 0,0 1-1 0 0,0 0 0 0 0,-1-1 1 0 0,-1 1-1 0 0,2 13 1 0 0,0 17-198 0 0,-2 47-1 0 0,0-17-4 0 0,0-36 116 0 0,-2-12 235 0 0,1-1 1 0 0,2 1-1 0 0,0-1 0 0 0,1 1 1 0 0,11 31-1 0 0,-15-52-122 0 0,1-1 1 0 0,-1 1-1 0 0,1-1 1 0 0,0 0-1 0 0,-1 1 1 0 0,1-1-1 0 0,0 0 1 0 0,0 1-1 0 0,0-1 1 0 0,0 0-1 0 0,0 0 0 0 0,0 0 1 0 0,0 0-1 0 0,0 0 1 0 0,1 0-1 0 0,-1 0 1 0 0,0-1-1 0 0,1 1 1 0 0,-1 0-1 0 0,0-1 1 0 0,1 1-1 0 0,-1-1 0 0 0,2 1 1 0 0,0-1 12 0 0,-1 0 0 0 0,1 0 1 0 0,0 0-1 0 0,-1 0 0 0 0,1-1 0 0 0,-1 1 1 0 0,1-1-1 0 0,-1 0 0 0 0,1 1 0 0 0,-1-1 1 0 0,0-1-1 0 0,4-1 0 0 0,3-3 60 0 0,1 0 1 0 0,-1-1-1 0 0,-1 0 0 0 0,1 0 0 0 0,8-11 0 0 0,31-40 168 0 0,-28 33-417 0 0,0 1 1 0 0,44-40-1 0 0,-62 63-228 0 0,0 0 0 0 0,0-1 0 0 0,0 1 0 0 0,0 0 0 0 0,0 0 0 0 0,1 0 1 0 0,-1 0-1 0 0,0 0 0 0 0,3 0 0 0 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8:28.3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8 10138 0 0,'-3'1'498'0'0,"-1"0"0"0"0,1-1 0 0 0,0 1 1 0 0,-1-1-1 0 0,1 0 0 0 0,0 0 0 0 0,-1 0 0 0 0,1-1 0 0 0,0 1 0 0 0,-1-1 0 0 0,1 1 0 0 0,-5-3 0 0 0,-25-3 1437 0 0,49 14-7999 0 0,-8-4 5935 0 0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8:28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0 7370 0 0,'-25'9'2191'0'0,"20"-8"-1365"0"0,0 1 0 0 0,-1 0 0 0 0,1 0 0 0 0,1 0 1 0 0,-1 0-1 0 0,-5 4 0 0 0,8-4-603 0 0,0 0 0 0 0,0 0 0 0 0,0 0 0 0 0,1 0 0 0 0,-1 0 0 0 0,1 0 0 0 0,-1 0 0 0 0,1 1 0 0 0,0-1 0 0 0,0 0 0 0 0,0 1 0 0 0,0-1 0 0 0,0 1 0 0 0,1-1 0 0 0,-1 1 0 0 0,0 4 0 0 0,0 16-21 0 0,1 1 0 0 0,0 0 0 0 0,2-1 0 0 0,1 1 1 0 0,1-1-1 0 0,1 0 0 0 0,1 0 0 0 0,0 0 0 0 0,16 32 1 0 0,-18-46-231 0 0,1 0 1 0 0,0-1 0 0 0,0 1 0 0 0,1-1-1 0 0,0 0 1 0 0,0-1 0 0 0,1 0-1 0 0,-1 0 1 0 0,2 0 0 0 0,-1-1 0 0 0,14 9-1 0 0,-18-13 13 0 0,1 0 0 0 0,0 0-1 0 0,-1-1 1 0 0,1 1 0 0 0,0-1-1 0 0,0 0 1 0 0,0 0-1 0 0,0 0 1 0 0,0-1 0 0 0,0 1-1 0 0,0-1 1 0 0,0 0-1 0 0,0 0 1 0 0,0 0 0 0 0,0-1-1 0 0,0 1 1 0 0,0-1-1 0 0,0 0 1 0 0,0 0 0 0 0,-1-1-1 0 0,1 1 1 0 0,0-1-1 0 0,-1 0 1 0 0,1 0 0 0 0,-1 0-1 0 0,1 0 1 0 0,-1 0 0 0 0,0-1-1 0 0,0 0 1 0 0,4-4-1 0 0,-4 3-19 0 0,0 1-1 0 0,0-1 0 0 0,0 0 1 0 0,-1 0-1 0 0,0 0 0 0 0,1 0 0 0 0,-2 0 1 0 0,1 0-1 0 0,0 0 0 0 0,-1-1 1 0 0,0 1-1 0 0,0-1 0 0 0,0 1 1 0 0,0-1-1 0 0,-1 1 0 0 0,0-1 0 0 0,0 0 1 0 0,0 1-1 0 0,-1-1 0 0 0,1 1 1 0 0,-1-1-1 0 0,-1-4 0 0 0,0 4 3 0 0,1 0-1 0 0,-1 0 1 0 0,0 0-1 0 0,0 0 0 0 0,-1 1 1 0 0,1-1-1 0 0,-1 1 1 0 0,0-1-1 0 0,0 1 1 0 0,-1 0-1 0 0,1 0 0 0 0,-1 0 1 0 0,0 1-1 0 0,0-1 1 0 0,0 1-1 0 0,-1 0 1 0 0,1 0-1 0 0,-1 1 1 0 0,-5-4-1 0 0,9 6 8 0 0,0 0-1 0 0,0-1 1 0 0,0 1 0 0 0,-1 0-1 0 0,1-1 1 0 0,0 1 0 0 0,0 0-1 0 0,0 0 1 0 0,-1 0 0 0 0,1 0-1 0 0,0 0 1 0 0,0 0-1 0 0,0 1 1 0 0,0-1 0 0 0,-1 0-1 0 0,1 1 1 0 0,0-1 0 0 0,0 0-1 0 0,0 1 1 0 0,0-1 0 0 0,0 1-1 0 0,0 0 1 0 0,0-1 0 0 0,0 1-1 0 0,-1 1 1 0 0,-1 1-260 0 0,1-1 0 0 0,0 1-1 0 0,0-1 1 0 0,0 1 0 0 0,1 0 0 0 0,-1 0 0 0 0,1 0 0 0 0,-2 3-1 0 0,-3 9-5454 0 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8:29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18 184 5985 0 0,'-17'0'14390'0'0,"18"8"-14272"0"0,1 0 1 0 0,1 0-1 0 0,-1 0 0 0 0,1 0 1 0 0,1 0-1 0 0,-1-1 0 0 0,1 0 1 0 0,8 12-1 0 0,49 59 188 0 0,-37-49-258 0 0,-10-11-41 0 0,-8-9-8 0 0,0 0 0 0 0,1-1 0 0 0,0 0 0 0 0,1 0 0 0 0,-1-1 0 0 0,2 0 0 0 0,-1 0-1 0 0,11 7 1 0 0,-19-14-2 0 0,1 0 1 0 0,-1 0-1 0 0,0 0 0 0 0,1 1 0 0 0,-1-1 0 0 0,1 0 0 0 0,-1 0 0 0 0,0 0 0 0 0,1 0 1 0 0,-1 1-1 0 0,0-1 0 0 0,1 0 0 0 0,-1 0 0 0 0,1 0 0 0 0,-1 0 0 0 0,0 0 0 0 0,1 0 1 0 0,-1 0-1 0 0,1 0 0 0 0,-1 0 0 0 0,1-1 0 0 0,-1 1 0 0 0,0 0 0 0 0,1 0 0 0 0,-1 0 1 0 0,0 0-1 0 0,1-1 0 0 0,-1 1 0 0 0,0 0 0 0 0,1 0 0 0 0,-1 0 0 0 0,0-1 1 0 0,1 1-1 0 0,-1 0 0 0 0,0-1 0 0 0,1 1 0 0 0,0-18-17 0 0,-11-18 248 0 0,-3 3-109 0 0,1 0 0 0 0,2-1 0 0 0,1 0 1 0 0,1 0-1 0 0,2-1 0 0 0,2 0 0 0 0,1 0 0 0 0,2 0 1 0 0,3-38-1 0 0,2 44-271 0 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8:32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617 1 3681 0 0,'0'0'284'0'0,"-9"43"1374"0"0,4-26-1344 0 0,-10 64 2684 0 0,-6 93-1 0 0,-3 18-3567 0 0,10-111 821 0 0,-4-1-1 0 0,-30 87 0 0 0,-24 90 1658 0 0,29-90-1942 0 0,-52 191 1701 0 0,31-112-1582 0 0,-41 220 684 0 0,84-351-408 0 0,-8 32 934 0 0,23-126-1988 0 0,0-1 0 0 0,-16 30 0 0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8:33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60 2761 0 0,'-2'-2'387'0'0,"-1"1"1"0"0,1 0 0 0 0,0-1-1 0 0,0 0 1 0 0,0 0 0 0 0,0 1-1 0 0,0-1 1 0 0,0 0 0 0 0,1 0-1 0 0,-1-1 1 0 0,1 1 0 0 0,-1 0-1 0 0,-1-5 1 0 0,-3-21 8189 0 0,24 49-5335 0 0,-3-4-3070 0 0,19 35 158 0 0,29 59 0 0 0,-26-45-153 0 0,-18-33-393 0 0,31 37-1 0 0,-17-29-6352 0 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0:51.7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110 100 4465 0 0,'-53'31'216'0'0,"-3"4"10330"0"0,76-36-9892 0 0,30-7-660 0 0,14-7 374 0 0,116-31 261 0 0,-167 42-742 0 0,1-1 0 0 0,-1 0 0 0 0,0-1 0 0 0,0 0 0 0 0,-1-1 0 0 0,0-1 0 0 0,0 0 1 0 0,-1 0-1 0 0,0-1 0 0 0,19-21 0 0 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0:56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10 456 0 0,'-5'-9'5190'0'0,"5"9"-5045"0"0,-13 5 3208 0 0,-9 12-2612 0 0,19-14-654 0 0,0 0 1 0 0,-1 1 0 0 0,2-1-1 0 0,-1 1 1 0 0,0 0 0 0 0,1 0-1 0 0,0 0 1 0 0,0 0 0 0 0,0 0-1 0 0,0 0 1 0 0,1 1 0 0 0,0-1-1 0 0,-1 0 1 0 0,2 1 0 0 0,-1-1-1 0 0,0 1 1 0 0,1 0 0 0 0,0-1-1 0 0,0 1 1 0 0,0-1 0 0 0,1 1-1 0 0,0-1 1 0 0,-1 1 0 0 0,2-1-1 0 0,-1 1 1 0 0,0-1 0 0 0,1 0-1 0 0,0 1 1 0 0,3 4 0 0 0,-3 0 49 0 0,1 0 1 0 0,-2 1 0 0 0,0-1 0 0 0,0 0 0 0 0,0 0-1 0 0,-1 1 1 0 0,-1-1 0 0 0,1 0 0 0 0,-1 0 0 0 0,-1 0-1 0 0,-3 12 1 0 0,-3 30 48 0 0,4 36 44 0 0,-9 80 1261 0 0,13-165-1502 0 0,-1 0-1 0 0,1 0 0 0 0,0 0 0 0 0,0 0 1 0 0,1 1-1 0 0,-1-1 0 0 0,0 0 1 0 0,1 0-1 0 0,-1 0 0 0 0,1 0 0 0 0,0 0 1 0 0,-1 0-1 0 0,1-1 0 0 0,1 3 0 0 0,4 7-164 0 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08.1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 7834 0 0,'1'-1'181'0'0,"-1"1"1"0"0,1-1 0 0 0,0 0 0 0 0,-1 1 0 0 0,1-1-1 0 0,0 0 1 0 0,0 1 0 0 0,-1-1 0 0 0,1 1-1 0 0,0-1 1 0 0,0 1 0 0 0,0-1 0 0 0,0 1 0 0 0,0 0-1 0 0,0-1 1 0 0,0 1 0 0 0,0 0 0 0 0,0 0 0 0 0,0 0-1 0 0,0 0 1 0 0,0 0 0 0 0,1 0 0 0 0,1 0 44 0 0,-1-1 1 0 0,0 1-1 0 0,1 0 0 0 0,-1 0 1 0 0,1 0-1 0 0,-1 1 1 0 0,1-1-1 0 0,-1 1 1 0 0,4 0-1 0 0,1 5-66 0 0,-1 1 0 0 0,0-1 0 0 0,0 1-1 0 0,-1 0 1 0 0,0 0 0 0 0,0 1 0 0 0,-1-1 0 0 0,1 1-1 0 0,-2 0 1 0 0,4 10 0 0 0,3 2 120 0 0,61 132 1045 0 0,144 264-148 0 0,-184-372-1591 0 0,-18-25-2148 0 0,-7-11 153 0 0,6 8-3367 0 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08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2 120 6913 0 0,'0'-3'50'0'0,"0"-1"-1"0"0,1 1 1 0 0,-1-1-1 0 0,1 0 0 0 0,0 1 1 0 0,0-1-1 0 0,0 1 0 0 0,1 0 1 0 0,-1-1-1 0 0,1 1 1 0 0,0 0-1 0 0,0 0 0 0 0,0 0 1 0 0,0 0-1 0 0,0 0 0 0 0,1 1 1 0 0,4-5-1 0 0,4-4 371 0 0,0 1-1 0 0,24-16 1 0 0,-34 25-353 0 0,1 0 0 0 0,0 0 0 0 0,0 0 0 0 0,0 0 0 0 0,-1 0 0 0 0,1 0 1 0 0,0 0-1 0 0,0 0 0 0 0,1 1 0 0 0,-1-1 0 0 0,0 1 0 0 0,0 0 0 0 0,0-1 1 0 0,0 1-1 0 0,0 0 0 0 0,0 0 0 0 0,1 1 0 0 0,-1-1 0 0 0,0 0 0 0 0,0 1 1 0 0,0-1-1 0 0,3 2 0 0 0,-2-1-29 0 0,0 1 0 0 0,-1 0 0 0 0,1 0-1 0 0,-1 0 1 0 0,1 1 0 0 0,-1-1 0 0 0,0 1 0 0 0,0-1 0 0 0,0 1 0 0 0,0 0 0 0 0,0-1 0 0 0,0 1-1 0 0,1 3 1 0 0,2 8 60 0 0,0-1 0 0 0,0 1 0 0 0,-1 1 0 0 0,-1-1 0 0 0,2 20 0 0 0,-2-11 104 0 0,-2 0 0 0 0,0 1 1 0 0,-2-1-1 0 0,-1 0 1 0 0,0 0-1 0 0,-9 31 1 0 0,9-43-112 0 0,-1-1 1 0 0,-1 0 0 0 0,0 0-1 0 0,0 0 1 0 0,-1-1 0 0 0,0 1-1 0 0,-1-1 1 0 0,0 0 0 0 0,0-1-1 0 0,-1 1 1 0 0,0-1 0 0 0,0-1-1 0 0,-1 1 1 0 0,0-1-1 0 0,0-1 1 0 0,-11 7 0 0 0,16-11-65 0 0,0-1-1 0 0,0 1 1 0 0,-1-1 0 0 0,1 0 0 0 0,-1 0 0 0 0,1 0 0 0 0,-1 0-1 0 0,0-1 1 0 0,-5 1 0 0 0,7-1-53 0 0,1 0 1 0 0,-1 0-1 0 0,0 0 0 0 0,1-1 0 0 0,-1 1 1 0 0,1 0-1 0 0,-1 0 0 0 0,1-1 1 0 0,-1 1-1 0 0,1-1 0 0 0,-1 0 0 0 0,1 1 1 0 0,-1-1-1 0 0,1 0 0 0 0,0 0 0 0 0,0 0 1 0 0,-1 0-1 0 0,1 0 0 0 0,0 0 1 0 0,0 0-1 0 0,0 0 0 0 0,0 0 0 0 0,0-1 1 0 0,-2-2-1 0 0,1-5-246 0 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0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25 118 2304 0 0,'-10'-9'1484'0'0,"9"8"-1380"0"0,0 1 0 0 0,0-1 0 0 0,0 1 1 0 0,1-1-1 0 0,-1 0 0 0 0,0 1 0 0 0,0-1 0 0 0,0 0 0 0 0,1 0 1 0 0,-1 0-1 0 0,0 0 0 0 0,1 1 0 0 0,-1-1 0 0 0,1 0 0 0 0,-1 0 1 0 0,1 0-1 0 0,-1 0 0 0 0,1 0 0 0 0,0 0 0 0 0,0 0 0 0 0,-1 0 0 0 0,1 0 1 0 0,0-1-1 0 0,0 1 0 0 0,0 0 0 0 0,0 0 0 0 0,0 0 0 0 0,0 0 1 0 0,0 0-1 0 0,1 0 0 0 0,-1 0 0 0 0,0 0 0 0 0,0 0 0 0 0,1 0 0 0 0,-1 0 1 0 0,1 0-1 0 0,-1 0 0 0 0,1 0 0 0 0,-1 0 0 0 0,1 0 0 0 0,0 0 1 0 0,-1 1-1 0 0,1-1 0 0 0,0 0 0 0 0,1-1 0 0 0,1-2 676 0 0,-3 3-656 0 0,0 1-1 0 0,0 0 1 0 0,0-1-1 0 0,4-4 1976 0 0,-4 5-1975 0 0,0 0-1 0 0,1 0 1 0 0,-1 0-1 0 0,0 0 1 0 0,0 0-1 0 0,1-1 1 0 0,-1 1-1 0 0,0 0 1 0 0,1 0-1 0 0,-1 0 0 0 0,1 0 1 0 0,-1 0-1 0 0,0 0 1 0 0,1 0-1 0 0,-1 0 1 0 0,0 0-1 0 0,1 0 1 0 0,-1 0-1 0 0,5 3 1976 0 0,-5-2-1975 0 0,0-1-1 0 0,0 0 1 0 0,1 1-1 0 0,-1-1 1 0 0,0 0-1 0 0,0 0 1 0 0,0 1-1 0 0,0-1 1 0 0,0 1-1 0 0,6 5-1266 0 0,-5-6 1207 0 0,0 0 440 0 0,18-1 342 0 0,-18 1-861 0 0,0 0 1 0 0,-1 0 0 0 0,1-1 0 0 0,0 1 0 0 0,-1 0 0 0 0,1 0 0 0 0,0 0 0 0 0,-1-1 0 0 0,1 1 0 0 0,-1 0 0 0 0,1-1 0 0 0,-1 1 0 0 0,1-1 0 0 0,0 1 0 0 0,-1-1 0 0 0,0 1 0 0 0,1-1 0 0 0,-1 1 0 0 0,1-1 0 0 0,-1 1 0 0 0,0-1 0 0 0,1 0 0 0 0,-1 1 0 0 0,0-1 0 0 0,1 1 0 0 0,-1-1 0 0 0,0 0 0 0 0,0 1 0 0 0,0-1 0 0 0,1-1 0 0 0,-2 1 3 0 0,0 1 1 0 0,0-1-1 0 0,0 0 0 0 0,0 1 1 0 0,0-1-1 0 0,0 0 1 0 0,0 1-1 0 0,0 0 0 0 0,0-1 1 0 0,0 1-1 0 0,0 0 0 0 0,0-1 1 0 0,0 1-1 0 0,0 0 1 0 0,-1 0-1 0 0,-16-7 186 0 0,3-17 1098 0 0,15 24-1240 0 0,0-1 0 0 0,-1 0 0 0 0,1 0 0 0 0,-1 1 0 0 0,1-1 0 0 0,0 0 0 0 0,-1 1 0 0 0,1-1 0 0 0,-1 1 0 0 0,1-1 0 0 0,-1 0 0 0 0,0 1 1 0 0,1-1-1 0 0,-1 1 0 0 0,0-1 0 0 0,1 1 0 0 0,-1 0 0 0 0,0-1 0 0 0,1 1 0 0 0,-1 0 0 0 0,0-1 0 0 0,0 1 0 0 0,0 0 0 0 0,0 4-3 0 0,1 0 0 0 0,0 1 1 0 0,0-1-1 0 0,1 0 0 0 0,-1 1 1 0 0,1-1-1 0 0,0 0 0 0 0,0 0 1 0 0,0 1-1 0 0,3 3 0 0 0,-3-4-15 0 0,78 193 47 0 0,-11-33-1306 0 0,-58-134-615 0 0,10 53 0 0 0,-17-66-3686 0 0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0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2 312 1368 0 0,'-1'0'67'0'0,"1"-1"0"0"0,0 0 0 0 0,0 1 0 0 0,0-1 0 0 0,0 0 0 0 0,0 1 0 0 0,0-1 0 0 0,0 0 0 0 0,0 1 0 0 0,0-1 0 0 0,0 0 0 0 0,0 1 0 0 0,0-1 0 0 0,0 0 0 0 0,1 1 0 0 0,-1-1 0 0 0,0 0 0 0 0,0 1 0 0 0,1-1 0 0 0,-1 1 0 0 0,0-1 0 0 0,1 1 0 0 0,-1-1 0 0 0,1 1 0 0 0,-1-1 0 0 0,1 1 0 0 0,-1-1 0 0 0,1 1 0 0 0,-1-1 0 0 0,1 1 0 0 0,-1 0 0 0 0,1-1 0 0 0,0 1 0 0 0,1-2 177 0 0,-1 1 0 0 0,1 0 0 0 0,0 0 1 0 0,-1 0-1 0 0,1 0 0 0 0,0 0 1 0 0,0 0-1 0 0,0 0 0 0 0,-1 0 1 0 0,1 1-1 0 0,2-1 0 0 0,2 2 209 0 0,-1 0-1 0 0,0 0 0 0 0,1 1 0 0 0,-1 0 0 0 0,0 0 1 0 0,0 0-1 0 0,0 0 0 0 0,-1 1 0 0 0,10 6 0 0 0,40 37 1698 0 0,-30-25-1316 0 0,-12-11-540 0 0,13 11 267 0 0,52 35 1 0 0,-70-52-526 0 0,0 0-1 0 0,1 0 1 0 0,-1-1 0 0 0,1 1-1 0 0,0-2 1 0 0,0 1-1 0 0,0-1 1 0 0,0 0 0 0 0,0-1-1 0 0,0 0 1 0 0,0 0 0 0 0,17-1-1 0 0,-24 0-5 0 0,1 0 0 0 0,-1-1-1 0 0,1 1 1 0 0,-1 0-1 0 0,1-1 1 0 0,-1 1-1 0 0,1-1 1 0 0,-1 1-1 0 0,0-1 1 0 0,1 0-1 0 0,-1 0 1 0 0,0 1-1 0 0,1-1 1 0 0,-1 0 0 0 0,0 0-1 0 0,0 0 1 0 0,0 0-1 0 0,0-1 1 0 0,0 1-1 0 0,0 0 1 0 0,1-2-1 0 0,-1 1 42 0 0,0-1 1 0 0,-1 0-1 0 0,1 1 0 0 0,0-1 0 0 0,-1 0 0 0 0,1 0 0 0 0,-1 1 0 0 0,0-1 0 0 0,0 0 0 0 0,0 0 0 0 0,-1-2 0 0 0,-1-9 294 0 0,-1 0-1 0 0,-1 0 0 0 0,-9-23 1 0 0,10 27-237 0 0,-54-120 1271 0 0,35 85-1204 0 0,-28-85 1 0 0,44 107-1734 0 0,3 2-5395 0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01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79 10138 0 0,'1'-6'192'0'0,"0"1"-1"0"0,1 0 1 0 0,0-1-1 0 0,0 1 1 0 0,0 0-1 0 0,1 1 1 0 0,-1-1-1 0 0,1 0 1 0 0,0 1 0 0 0,0-1-1 0 0,1 1 1 0 0,-1 0-1 0 0,1 0 1 0 0,0 0-1 0 0,5-3 1 0 0,-8 7-185 0 0,0 0 0 0 0,-1-1 0 0 0,1 1 1 0 0,0 0-1 0 0,0 0 0 0 0,0 0 0 0 0,0 0 0 0 0,0 0 1 0 0,0 0-1 0 0,0 0 0 0 0,-1 0 0 0 0,1 1 0 0 0,0-1 1 0 0,0 0-1 0 0,0 1 0 0 0,0-1 0 0 0,0 0 1 0 0,-1 1-1 0 0,1-1 0 0 0,0 1 0 0 0,0-1 0 0 0,-1 1 1 0 0,1-1-1 0 0,0 1 0 0 0,-1 0 0 0 0,1-1 0 0 0,-1 1 1 0 0,1 0-1 0 0,-1-1 0 0 0,1 1 0 0 0,-1 0 0 0 0,1 0 1 0 0,-1 0-1 0 0,1-1 0 0 0,-1 1 0 0 0,0 0 0 0 0,0 0 1 0 0,0 0-1 0 0,1 0 0 0 0,-1 1 0 0 0,8 42-48 0 0,-8-42 44 0 0,5 61-140 0 0,-6 111 0 0 0,-20 63 501 0 0,-3 37 50 0 0,21 170 835 0 0,68 578-1 0 0,39 269 1583 0 0,-10-430 231 0 0,-79-794-3440 0 0,-10-43-5501 0 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02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46 396 5529 0 0,'-7'-5'702'0'0,"0"1"1"0"0,0 0-1 0 0,0 0 0 0 0,-10-4 1 0 0,33 14-367 0 0,0-2 0 0 0,1 1 0 0 0,-1-2 1 0 0,1 0-1 0 0,0-1 0 0 0,-1-1 1 0 0,28-1-1 0 0,130-17-715 0 0,-128 11 517 0 0,560-82-304 0 0,-122 50 932 0 0,1 26-272 0 0,8 0 101 0 0,-340 5-338 0 0,770-42 486 0 0,-812 41-739 0 0,888-55-14 0 0,0 52 80 0 0,221 35 562 0 0,-205-78 960 0 0,-715 31-1094 0 0,143-4 40 0 0,-253 24-3306 0 0,-166 3 1172 0 0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03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8152 0 7834 0 0,'4'3'189'0'0,"-1"0"1"0"0,1 0-1 0 0,-1 0 1 0 0,1 0-1 0 0,-1 1 1 0 0,0 0-1 0 0,0-1 1 0 0,-1 1-1 0 0,1 0 1 0 0,-1 0-1 0 0,0 0 1 0 0,0 1-1 0 0,0-1 1 0 0,-1 1-1 0 0,0-1 1 0 0,1 1-1 0 0,-1-1 1 0 0,-1 1-1 0 0,1-1 1 0 0,-1 7-1 0 0,2 19-620 0 0,-1 0 0 0 0,-3 31 0 0 0,0-35 1123 0 0,13 475-214 0 0,0-266-47 0 0,85 861 3161 0 0,-24-404-1877 0 0,-56-489-1600 0 0,64 625 889 0 0,-78-808-1074 0 0,13 90-1185 0 0,1 159-1 0 0,-17-242 1236 0 0,-1-1-1 0 0,-7 32 1 0 0,7-47 169 0 0,-1 0 1 0 0,0-1 0 0 0,-1 1 0 0 0,0-1 0 0 0,0 0 0 0 0,-1 0-1 0 0,0-1 1 0 0,-8 11 0 0 0,11-19-43 0 0,-1 1 0 0 0,1 0-1 0 0,-1-1 1 0 0,0 1 0 0 0,0-1 0 0 0,0 0-1 0 0,0 0 1 0 0,0 0 0 0 0,0-1 0 0 0,0 1-1 0 0,0-1 1 0 0,0 1 0 0 0,0-1 0 0 0,0 0-1 0 0,0 0 1 0 0,0 0 0 0 0,0-1 0 0 0,0 1-1 0 0,-4-2 1 0 0,-22 1 477 0 0,-436 15-2065 0 0,-635-3 2079 0 0,910-6 117 0 0,-673 40 720 0 0,-151 3-2923 0 0,-118-9 931 0 0,179-3 1809 0 0,-72-1-694 0 0,509-19 11 0 0,87 12-356 0 0,299-16-193 0 0,-187 43 0 0 0,291-48-277 0 0,0 1 0 0 0,0 1-1 0 0,-25 13 1 0 0,-31 20-3514 0 0,58-29-2509 0 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04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47 7370 0 0,'1'-21'1609'0'0,"0"20"-1596"0"0,-1 0-1 0 0,0-1 0 0 0,1 1 0 0 0,-1-1 0 0 0,0 1 0 0 0,0-1 0 0 0,0 1 0 0 0,0-1 0 0 0,0 1 0 0 0,0-1 0 0 0,0 1 0 0 0,0-1 0 0 0,0 1 0 0 0,-1-1 1 0 0,0-1-1 0 0,-18 44 378 0 0,18-28 107 0 0,-1 0-1 0 0,2 1 1 0 0,0-1-1 0 0,0 0 1 0 0,1 0-1 0 0,1 0 1 0 0,4 17-1 0 0,2 17 964 0 0,7 366 1388 0 0,-13-176-2587 0 0,6 420 638 0 0,-6 158 2071 0 0,77-233-2642 0 0,-29-281-506 0 0,-10-31 529 0 0,30 229 647 0 0,-19 51-1096 0 0,-50-523 231 0 0,1-1 0 0 0,9 42 0 0 0,5-17-2592 0 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05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5 141 456 0 0,'-3'-2'0'0'0,"2"1"0"0"0,1 0 0 0 0,0 0 0 0 0,1-2 0 0 0,-1 1 0 0 0,0-1 64 0 0,0-3-64 0 0,0-3 0 0 0,0-6 96 0 0,0-3-96 0 0,0-5 96 0 0,1-4 8 0 0,-1-2 0 0 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06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 8754 0 0,'11'-20'2384'0'0,"-11"20"-2333"0"0,0 0 1 0 0,1 0-1 0 0,-1 1 1 0 0,0-1-1 0 0,1 0 1 0 0,-1 0-1 0 0,0 1 1 0 0,1-1 0 0 0,-1 0-1 0 0,0 1 1 0 0,0-1-1 0 0,1 1 1 0 0,-1-1-1 0 0,0 0 1 0 0,0 1-1 0 0,0-1 1 0 0,1 1-1 0 0,-1-1 1 0 0,0 0 0 0 0,0 1-1 0 0,0-1 1 0 0,0 1-1 0 0,0-1 1 0 0,0 1-1 0 0,0-1 1 0 0,0 0-1 0 0,0 1 1 0 0,0 0 0 0 0,2 56 1314 0 0,-2-45-1114 0 0,55 911 1576 0 0,50 14-1490 0 0,-25-225-272 0 0,1 0 116 0 0,-50-521 72 0 0,2 6 1168 0 0,9 220 0 0 0,-40-369-1364 0 0,-3 1 0 0 0,-2-1 1 0 0,-1 0-1 0 0,-3 0 0 0 0,-17 58 0 0 0,24-105-210 0 0,-3 20-963 0 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07.1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6913 0 0,'12'6'2962'0'0,"-11"-6"-2881"0"0,0 0 0 0 0,-1 1 0 0 0,1-1 0 0 0,0 0 0 0 0,-1 0 0 0 0,1 0-1 0 0,0 1 1 0 0,-1-1 0 0 0,1 0 0 0 0,-1 1 0 0 0,1-1 0 0 0,0 0 0 0 0,-1 1 0 0 0,1-1 0 0 0,-1 1-1 0 0,1-1 1 0 0,-1 1 0 0 0,1-1 0 0 0,-1 1 0 0 0,0-1 0 0 0,1 1 0 0 0,-1 0 0 0 0,0-1-1 0 0,1 1 1 0 0,-1-1 0 0 0,0 1 0 0 0,1 1 0 0 0,3 18 725 0 0,0 0 1 0 0,-1 1-1 0 0,0 0 0 0 0,-2-1 1 0 0,-2 26-1 0 0,2 14-126 0 0,17 227 508 0 0,7 262-423 0 0,-37-128-554 0 0,9 347-125 0 0,138 660 258 0 0,3-699 674 0 0,-132-704-931 0 0,4 31 108 0 0,-5-27-88 0 0,17 53-1 0 0,-17-70-298 0 0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1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65 9674 0 0,'9'-1'490'0'0,"-1"-1"0"0"0,1 1 0 0 0,-1-2 0 0 0,1 1 0 0 0,-1-1 0 0 0,8-4 0 0 0,17-6 168 0 0,0 4-914 0 0,-1 2 1 0 0,1 1-1 0 0,1 1 1 0 0,40 0-1 0 0,-45 5-4298 0 0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1.9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3 5065 0 0,'-24'-1'1429'0'0,"21"1"-708"0"0,-1-1 1 0 0,1 1-1 0 0,-1 0 0 0 0,0 0 1 0 0,1 0-1 0 0,-1 1 1 0 0,1-1-1 0 0,-7 2 1 0 0,9-1-696 0 0,0 0-1 0 0,0 0 1 0 0,0 0 0 0 0,1 0 0 0 0,-1 0-1 0 0,0 0 1 0 0,0 0 0 0 0,1 0-1 0 0,-1 1 1 0 0,1-1 0 0 0,-1 0 0 0 0,1 0-1 0 0,-1 0 1 0 0,1 1 0 0 0,0-1 0 0 0,-1 0-1 0 0,1 1 1 0 0,0-1 0 0 0,0 0 0 0 0,0 2-1 0 0,2 30-1374 0 0,-2-28 919 0 0,3 15-3860 0 0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2.2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20 1824 0 0,'-15'-9'469'0'0,"14"8"-336"0"0,-1 0 0 0 0,1 0 1 0 0,-1 0-1 0 0,1 0 0 0 0,-1 0 0 0 0,1 0 1 0 0,-1 1-1 0 0,0-1 0 0 0,1 1 0 0 0,-1-1 1 0 0,0 1-1 0 0,0-1 0 0 0,1 1 0 0 0,-1 0 1 0 0,0 0-1 0 0,0 0 0 0 0,0 0 0 0 0,1 0 1 0 0,-1 0-1 0 0,0 0 0 0 0,0 1 1 0 0,1-1-1 0 0,-1 1 0 0 0,0-1 0 0 0,1 1 1 0 0,-1 0-1 0 0,0-1 0 0 0,-23 26 10101 0 0,33-5-9739 0 0,-1 1-24 0 0,-1 1 0 0 0,-1 0 0 0 0,4 41 0 0 0,4 19-1691 0 0,-7-61-4995 0 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2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10 129 4145 0 0,'-9'5'911'0'0,"28"-14"1381"0"0,112-36 1813 0 0,100-29-4244 0 0,-205 68-565 0 0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2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3 7834 0 0,'-1'-3'2385'0'0,"-2"8"-1049"0"0,0 11-442 0 0,11 25-36 0 0,18 58-1 0 0,0-4-926 0 0,4 49-1931 0 0,-27-125-2381 0 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3.2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10 171 3225 0 0,'-1'-2'86'0'0,"0"1"-1"0"0,0 0 1 0 0,0 0 0 0 0,0 0 0 0 0,1-1 0 0 0,-1 1 0 0 0,0 0 0 0 0,1-1 0 0 0,-1 1 0 0 0,1 0 0 0 0,0-1-1 0 0,-1 1 1 0 0,1-1 0 0 0,0 1 0 0 0,0 0 0 0 0,0-1 0 0 0,0 1 0 0 0,0-1 0 0 0,0-1 0 0 0,1-2 171 0 0,0 1-1 0 0,0 0 1 0 0,1-1 0 0 0,-1 1 0 0 0,1 0 0 0 0,3-6 0 0 0,0 1 420 0 0,1 0-1 0 0,1 0 1 0 0,0 0-1 0 0,12-13 1 0 0,-13 17-382 0 0,1 0 0 0 0,-1 0 0 0 0,1 1 0 0 0,0 0 0 0 0,0 0 1 0 0,0 0-1 0 0,0 1 0 0 0,1 0 0 0 0,-1 1 0 0 0,1-1 0 0 0,0 1 1 0 0,0 1-1 0 0,-1 0 0 0 0,1 0 0 0 0,0 0 0 0 0,0 1 0 0 0,10 1 1 0 0,1 1-354 0 0,0 1 1 0 0,0 1 0 0 0,0 1 0 0 0,-1 0 0 0 0,0 1 0 0 0,19 10 0 0 0,-4 0-5338 0 0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3.6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7 291 9674 0 0,'-1'0'62'0'0,"1"0"1"0"0,0-1-1 0 0,-1 1 0 0 0,1 0 0 0 0,-1-1 1 0 0,1 1-1 0 0,-1-1 0 0 0,1 1 0 0 0,0-1 0 0 0,-1 1 1 0 0,1 0-1 0 0,0-1 0 0 0,0 1 0 0 0,-1-1 1 0 0,1 1-1 0 0,0-1 0 0 0,0 0 0 0 0,0 1 1 0 0,0-1-1 0 0,0 1 0 0 0,-1-1 0 0 0,1 1 1 0 0,0-1-1 0 0,0 1 0 0 0,0-1 0 0 0,0 0 1 0 0,1 1-1 0 0,-1-1 0 0 0,0 1 0 0 0,0-1 1 0 0,0 0-1 0 0,12-24 1130 0 0,23-17 393 0 0,-26 32-1275 0 0,1 1 0 0 0,1 1 1 0 0,0 0-1 0 0,0 0 0 0 0,0 1 0 0 0,1 1 0 0 0,16-8 0 0 0,-9 7-2042 0 0,1 0 0 0 0,22-4 0 0 0,-25 7-3315 0 0</inkml:trace>
  <inkml:trace contextRef="#ctx0" brushRef="#br0" timeOffset="1">180 20 6913 0 0,'-22'-9'1145'0'0,"-8"-1"4944"0"0,30 12-5941 0 0,-1 0 1 0 0,1 1-1 0 0,-1-1 1 0 0,1 0-1 0 0,0 0 1 0 0,0 0-1 0 0,0 1 1 0 0,0-1-1 0 0,0 0 1 0 0,1 0-1 0 0,-1 1 1 0 0,1-1-1 0 0,-1 0 0 0 0,2 2 1 0 0,-1 2 39 0 0,35 153-1213 0 0,-14-70-1569 0 0,-10-32-2227 0 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3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3 107 4145 0 0,'-2'-2'854'0'0,"2"2"-711"0"0,0-1-1 0 0,0 1 1 0 0,0 0-1 0 0,0-1 1 0 0,0 1-1 0 0,0 0 1 0 0,0-1-1 0 0,0 1 0 0 0,0 0 1 0 0,0-1-1 0 0,2-4 2137 0 0,-2 4-2136 0 0,8-13 1169 0 0,-4 8-992 0 0,1 0 1 0 0,-1 1 0 0 0,1-1 0 0 0,1 1 0 0 0,-1 0 0 0 0,1 0 0 0 0,0 1 0 0 0,0 0 0 0 0,0 0 0 0 0,0 0 0 0 0,1 1 0 0 0,7-4 0 0 0,-3 3 55 0 0,1 1 0 0 0,0 0 0 0 0,-1 1 0 0 0,1 0 0 0 0,0 0 0 0 0,23 1 0 0 0,-13 2-433 0 0,0 1 1 0 0,1 1-1 0 0,21 5 0 0 0,-15 0-2145 0 0,40 15 0 0 0,-41-10-3165 0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4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1 10138 0 0,'-31'2'1513'0'0,"28"-2"-1197"0"0,0-1 0 0 0,0 1-1 0 0,0 0 1 0 0,0 1 0 0 0,0-1-1 0 0,0 0 1 0 0,1 1-1 0 0,-1 0 1 0 0,-4 1 0 0 0,6-2-297 0 0,1 1 1 0 0,-1 0 0 0 0,0 0-1 0 0,0 0 1 0 0,0 0-1 0 0,1 0 1 0 0,-1 0 0 0 0,0 0-1 0 0,1 0 1 0 0,-1 0-1 0 0,1 0 1 0 0,-1 0 0 0 0,1 0-1 0 0,-1 1 1 0 0,1-1-1 0 0,0 0 1 0 0,0 0 0 0 0,0 0-1 0 0,0 1 1 0 0,0-1-1 0 0,0 0 1 0 0,0 0 0 0 0,0 0-1 0 0,0 1 1 0 0,0-1-1 0 0,0 0 1 0 0,2 2 0 0 0,1 14-1172 0 0,1 0 1 0 0,1 0-1 0 0,1-1 1 0 0,14 30-1 0 0,-7-24-797 0 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4.6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2 169 9674 0 0,'-2'3'3258'0'0,"12"-5"-1272"0"0,23-7-477 0 0,-11 2-1184 0 0,-14 5-438 0 0,1 0 1 0 0,0 0 0 0 0,0 1-1 0 0,-1 0 1 0 0,1 0 0 0 0,0 1-1 0 0,0 0 1 0 0,0 1 0 0 0,0 0 0 0 0,0 0-1 0 0,0 1 1 0 0,-1 0 0 0 0,1 1-1 0 0,0 0 1 0 0,-1 0 0 0 0,0 1-1 0 0,0 0 1 0 0,15 10 0 0 0,-4 3-807 0 0</inkml:trace>
  <inkml:trace contextRef="#ctx0" brushRef="#br0" timeOffset="1">93 0 6913 0 0,'-8'3'7849'0'0,"11"47"-7193"0"0,-2 0 1 0 0,-7 52-1 0 0,1 68-4424 0 0,7-129-1073 0 0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5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33 204 3225 0 0,'-1'1'173'0'0,"0"-1"0"0"0,0 0 1 0 0,0 1-1 0 0,1-1 0 0 0,-1 0 0 0 0,0 1 1 0 0,0-1-1 0 0,0 0 0 0 0,0 0 1 0 0,0 0-1 0 0,0 0 0 0 0,0 0 1 0 0,0 0-1 0 0,0 0 0 0 0,0 0 0 0 0,0-1 1 0 0,0 1-1 0 0,0 0 0 0 0,0-1 1 0 0,0 1-1 0 0,0 0 0 0 0,0-1 1 0 0,0 1-1 0 0,0-1 0 0 0,1 1 0 0 0,-1-1 1 0 0,0 0-1 0 0,0 1 0 0 0,1-1 1 0 0,-1 0-1 0 0,0 1 0 0 0,1-1 1 0 0,-1 0-1 0 0,1 0 0 0 0,-1 0 0 0 0,1 0 1 0 0,-1 0-1 0 0,0-1 0 0 0,1 0 19 0 0,0 0 0 0 0,1 0-1 0 0,-1 0 1 0 0,0 0 0 0 0,1 0 0 0 0,-1 0-1 0 0,1 0 1 0 0,0 0 0 0 0,0 0-1 0 0,-1 1 1 0 0,1-1 0 0 0,1 0-1 0 0,-1 0 1 0 0,0 1 0 0 0,0-1-1 0 0,0 0 1 0 0,1 1 0 0 0,2-3 0 0 0,13-10 288 0 0,0 0-1 0 0,1 1 1 0 0,1 1 0 0 0,0 0 0 0 0,1 2 0 0 0,34-14 0 0 0,-21 12-90 0 0,0 1 0 0 0,1 2 0 0 0,54-8 0 0 0,-52 14-1026 0 0,45 1 0 0 0,-43 3-5555 0 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5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1 11058 0 0,'-3'1'102'0'0,"1"0"-1"0"0,0 0 1 0 0,0 0-1 0 0,-1 0 1 0 0,1 0-1 0 0,0 1 0 0 0,1-1 1 0 0,-1 1-1 0 0,0 0 1 0 0,0 0-1 0 0,1-1 0 0 0,-1 1 1 0 0,1 0-1 0 0,-3 4 1 0 0,3-2-28 0 0,0-1-1 0 0,1 1 1 0 0,-1-1 0 0 0,1 1 0 0 0,0-1-1 0 0,0 1 1 0 0,0 0 0 0 0,0-1 0 0 0,2 7 0 0 0,9 44-211 0 0,3-2 1 0 0,2 0 0 0 0,2-1 0 0 0,32 63 0 0 0,-22-50-1000 0 0,-11-24 877 0 0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5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0 213 12443 0 0,'0'1'100'0'0,"1"0"1"0"0,0 0 0 0 0,-1 0-1 0 0,1 0 1 0 0,0 0-1 0 0,-1 0 1 0 0,1 0 0 0 0,0-1-1 0 0,0 1 1 0 0,0 0 0 0 0,-1 0-1 0 0,1-1 1 0 0,0 1 0 0 0,0 0-1 0 0,0-1 1 0 0,0 1 0 0 0,1-1-1 0 0,-1 1 1 0 0,0-1-1 0 0,0 0 1 0 0,0 1 0 0 0,2-1-1 0 0,27 7 17 0 0,-14-6-128 0 0,1-1 0 0 0,-1 0 1 0 0,28-4-1 0 0,-29 2-1045 0 0,0 1 1 0 0,-1 0 0 0 0,1 1-1 0 0,25 3 1 0 0,-24 1-673 0 0</inkml:trace>
  <inkml:trace contextRef="#ctx0" brushRef="#br0" timeOffset="1">174 1 13363 0 0,'-1'0'90'0'0,"0"1"0"0"0,-1-1 1 0 0,1 1-1 0 0,0-1 0 0 0,0 1 0 0 0,-1 0 1 0 0,1 0-1 0 0,0 0 0 0 0,0-1 1 0 0,0 1-1 0 0,0 0 0 0 0,0 0 0 0 0,0 1 1 0 0,0-1-1 0 0,0 0 0 0 0,1 0 0 0 0,-1 0 1 0 0,0 1-1 0 0,1-1 0 0 0,-1 0 0 0 0,1 1 1 0 0,-1-1-1 0 0,1 0 0 0 0,0 1 0 0 0,-1-1 1 0 0,1 0-1 0 0,0 1 0 0 0,0-1 1 0 0,0 3-1 0 0,-3 53-109 0 0,3-46 194 0 0,-2 172-3299 0 0,-1-149 2808 0 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6.1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18 14283 0 0,'-9'3'715'0'0,"-20"6"98"0"0,56-24 1779 0 0,-4 10-2458 0 0,-1 1 0 0 0,1 1 1 0 0,0 1-1 0 0,0 1 1 0 0,0 1-1 0 0,39 5 1 0 0,0-1-263 0 0,18-1-1520 0 0,-39-1-4678 0 0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6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6 6913 0 0,'-17'-3'922'0'0,"16"3"-850"0"0,0 0-1 0 0,0-1 1 0 0,0 1 0 0 0,0 0 0 0 0,0-1-1 0 0,0 1 1 0 0,0 0 0 0 0,-1 0 0 0 0,1 0-1 0 0,0 0 1 0 0,0 0 0 0 0,0 0 0 0 0,0 0-1 0 0,0 0 1 0 0,0 1 0 0 0,0-1 0 0 0,0 0-1 0 0,0 1 1 0 0,0-1 0 0 0,0 1 0 0 0,0-1-1 0 0,0 1 1 0 0,0-1 0 0 0,0 1 0 0 0,0 0-1 0 0,0-1 1 0 0,0 1 0 0 0,1 0 0 0 0,-1 0-1 0 0,0-1 1 0 0,0 1 0 0 0,1 0 0 0 0,-1 0-1 0 0,1 0 1 0 0,-1 0 0 0 0,1 0 0 0 0,-1 0-1 0 0,1 0 1 0 0,-1 1 0 0 0,-4 12-62 0 0,1 0 1 0 0,0 0-1 0 0,1 0 1 0 0,1 1-1 0 0,-2 23 1 0 0,6 75-1926 0 0,6-45 1669 0 0,-2-36 193 0 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6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0 188 10594 0 0,'58'-10'6639'0'0,"15"-3"-5284"0"0,-22 3-3210 0 0,77-24 0 0 0,-82 12 1753 0 0,-28 9 89 0 0</inkml:trace>
  <inkml:trace contextRef="#ctx0" brushRef="#br0" timeOffset="1">257 1 10138 0 0,'-12'10'448'0'0,"6"-5"96"0"0,0 1-440 0 0,1 1-104 0 0,2-2 0 0 0,2 0 0 0 0,-3 4 256 0 0,-1 6 25 0 0,-3 9 7 0 0,1 7 0 0 0,0 6 96 0 0,4-2 16 0 0,1-2 8 0 0,4-4 0 0 0,0-1-1080 0 0,2-4-208 0 0,1-2-49 0 0,1-6 1 0 0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7.3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19 154 6913 0 0,'-1'1'84'0'0,"0"-1"0"0"0,0 1 0 0 0,0 0 0 0 0,0-1 0 0 0,0 1 0 0 0,0 0 0 0 0,0 0 0 0 0,0-1 0 0 0,0 1 0 0 0,0 0 0 0 0,0 0 0 0 0,1 0 0 0 0,-1 0 0 0 0,0 0 0 0 0,0 0 0 0 0,1 0 0 0 0,-1 0 0 0 0,1 1 0 0 0,-1-1 0 0 0,1 0 0 0 0,0 0 0 0 0,-1 0 0 0 0,1 1 0 0 0,0-1 0 0 0,0 0 0 0 0,0 0 0 0 0,0 1 0 0 0,0-1 0 0 0,0 0 0 0 0,0 0 0 0 0,0 1-1 0 0,1-1 1 0 0,-1 1 0 0 0,11 53-660 0 0,-8-44 511 0 0,2 10-156 0 0,0 0 1 0 0,2 0-1 0 0,1-1 0 0 0,0 1 0 0 0,16 25 0 0 0,-19-39 301 0 0,0 1 0 0 0,1-1-1 0 0,0 1 1 0 0,0-2-1 0 0,0 1 1 0 0,1-1-1 0 0,0 0 1 0 0,1 0-1 0 0,-1-1 1 0 0,1 0 0 0 0,0 0-1 0 0,0-1 1 0 0,1 0-1 0 0,-1 0 1 0 0,13 2-1 0 0,-9-2 92 0 0,1-1-1 0 0,0-1 0 0 0,0 0 0 0 0,1 0 1 0 0,-1-2-1 0 0,0 0 0 0 0,1 0 0 0 0,-1-1 1 0 0,23-5-1 0 0,-31 5-167 0 0,0 0 0 0 0,0-1 0 0 0,0 0 0 0 0,0 0 0 0 0,0 0 0 0 0,0 0 0 0 0,-1-1 0 0 0,1 0 0 0 0,-1 0 0 0 0,0 0 1 0 0,0 0-1 0 0,0-1 0 0 0,0 0 0 0 0,-1 1 0 0 0,1-1 0 0 0,-1-1 0 0 0,0 1 0 0 0,0 0 0 0 0,-1-1 0 0 0,1 1 0 0 0,-1-1 0 0 0,0 0 0 0 0,0 0 0 0 0,-1 0 0 0 0,1 0 1 0 0,-1 0-1 0 0,1-7 0 0 0,-1-5 18 0 0,-1 0 0 0 0,0-1 1 0 0,-1 1-1 0 0,-1-1 1 0 0,0 1-1 0 0,-2 0 0 0 0,0 0 1 0 0,0 0-1 0 0,-9-19 0 0 0,4 16 186 0 0,0 0 1 0 0,-1 1-1 0 0,-1 0 0 0 0,-1 1 0 0 0,0 0 0 0 0,-29-31 0 0 0,37 44-130 0 0,0 1 1 0 0,0 0 0 0 0,-1 1 0 0 0,1-1-1 0 0,-1 1 1 0 0,0 0 0 0 0,0 0-1 0 0,0 0 1 0 0,-1 1 0 0 0,1-1 0 0 0,0 1-1 0 0,-1 1 1 0 0,0-1 0 0 0,1 1-1 0 0,-1 0 1 0 0,0 0 0 0 0,0 1 0 0 0,1-1-1 0 0,-1 1 1 0 0,-6 1 0 0 0,3 1-8 0 0,0 0 0 0 0,0 1 1 0 0,0 0-1 0 0,0 0 0 0 0,0 1 0 0 0,1 0 1 0 0,0 0-1 0 0,0 1 0 0 0,0 0 0 0 0,0 1 1 0 0,-11 11-1 0 0,11-11-271 0 0,1 1 0 0 0,0 1 1 0 0,1-1-1 0 0,0 1 0 0 0,0 0 0 0 0,1 1 1 0 0,0-1-1 0 0,0 1 0 0 0,1 0 0 0 0,0 0 1 0 0,0 0-1 0 0,-2 14 0 0 0,1 3-4373 0 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7.7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1 6913 0 0,'-11'3'297'0'0,"1"1"-1"0"0,0 1 0 0 0,0-1 0 0 0,0 2 0 0 0,0 0 0 0 0,1 0 0 0 0,0 0 0 0 0,0 1 0 0 0,1 1 0 0 0,0-1 0 0 0,0 1 0 0 0,1 1 0 0 0,0-1 0 0 0,-7 12 0 0 0,8-9-239 0 0,1-1 0 0 0,0 1 0 0 0,0 0 0 0 0,1 0-1 0 0,0 0 1 0 0,1 1 0 0 0,0-1 0 0 0,1 1-1 0 0,1 0 1 0 0,0-1 0 0 0,0 1 0 0 0,1 0 0 0 0,0 0-1 0 0,1 0 1 0 0,1 0 0 0 0,2 12 0 0 0,-2-17-59 0 0,0 1-1 0 0,0-1 1 0 0,0 1 0 0 0,1-1 0 0 0,0 0 0 0 0,1 0 0 0 0,0 0 0 0 0,0-1 0 0 0,0 1-1 0 0,1-1 1 0 0,-1 0 0 0 0,2 0 0 0 0,-1 0 0 0 0,1-1 0 0 0,-1 0 0 0 0,2 0 0 0 0,-1 0-1 0 0,0-1 1 0 0,1 0 0 0 0,0 0 0 0 0,0-1 0 0 0,0 0 0 0 0,0 0 0 0 0,15 3 0 0 0,-7-3-257 0 0,1-1 0 0 0,-1-1 0 0 0,1 0 0 0 0,0-1 1 0 0,-1-1-1 0 0,1 0 0 0 0,-1-2 0 0 0,1 1 0 0 0,-1-2 1 0 0,0 0-1 0 0,0-1 0 0 0,0 0 0 0 0,-1-1 0 0 0,0-1 1 0 0,0 0-1 0 0,-1-1 0 0 0,22-16 0 0 0,-4-4-2620 0 0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8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 5913 0 0,'5'-3'528'0'0,"-2"1"-424"0"0,-1 1-104 0 0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8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24 3225 0 0,'-8'1'777'0'0,"-10"0"721"0"0,1 1 0 0 0,0 1 0 0 0,1 1 0 0 0,-27 8 1 0 0,39-10-1356 0 0,0 0 0 0 0,1-1 0 0 0,-1 1 1 0 0,0 1-1 0 0,1-1 0 0 0,-1 1 0 0 0,1-1 1 0 0,0 1-1 0 0,0 0 0 0 0,0 0 1 0 0,0 0-1 0 0,0 0 0 0 0,1 1 0 0 0,-1-1 1 0 0,1 1-1 0 0,0 0 0 0 0,0 0 1 0 0,1-1-1 0 0,-1 1 0 0 0,1 0 0 0 0,0 1 1 0 0,0-1-1 0 0,-1 7 0 0 0,0 8-81 0 0,2-1 0 0 0,0 1-1 0 0,2 0 1 0 0,0-1 0 0 0,0 0 0 0 0,2 1-1 0 0,0-1 1 0 0,2 0 0 0 0,0-1-1 0 0,0 1 1 0 0,2-1 0 0 0,15 26 0 0 0,-16-32-48 0 0,0-1 0 0 0,0 0 1 0 0,1 0-1 0 0,1-1 1 0 0,-1 0-1 0 0,2 0 0 0 0,-1-1 1 0 0,19 12-1 0 0,-20-16-8 0 0,-1 0-1 0 0,1 0 0 0 0,0-1 1 0 0,1 1-1 0 0,-1-2 0 0 0,0 0 1 0 0,1 0-1 0 0,0 0 0 0 0,-1-1 1 0 0,1 0-1 0 0,0-1 0 0 0,-1 0 1 0 0,13-1-1 0 0,-16 0-39 0 0,0 1 0 0 0,0-2 0 0 0,0 1 0 0 0,0 0 0 0 0,0-1-1 0 0,0 0 1 0 0,-1 0 0 0 0,1 0 0 0 0,-1-1 0 0 0,1 0 0 0 0,-1 1 0 0 0,0-2 0 0 0,0 1-1 0 0,0 0 1 0 0,5-7 0 0 0,-4 3-70 0 0,0 0-1 0 0,0 0 0 0 0,0-1 1 0 0,-1 0-1 0 0,-1 1 0 0 0,1-2 1 0 0,-1 1-1 0 0,3-13 0 0 0,-2 0 41 0 0,-1 1 0 0 0,0-1-1 0 0,-2 0 1 0 0,0 1-1 0 0,-2-1 1 0 0,0 0-1 0 0,-4-21 1 0 0,2 25 261 0 0,-1-1 0 0 0,0 1 1 0 0,-2 0-1 0 0,1 1 0 0 0,-2-1 0 0 0,-10-17 0 0 0,15 29-244 0 0,-1 1 0 0 0,0-1-1 0 0,0 1 1 0 0,-1-1 0 0 0,1 1-1 0 0,-1 0 1 0 0,0 1-1 0 0,0-1 1 0 0,0 1 0 0 0,0-1-1 0 0,-1 1 1 0 0,1 0 0 0 0,-1 1-1 0 0,0-1 1 0 0,0 1-1 0 0,0 0 1 0 0,0 0 0 0 0,0 1-1 0 0,0-1 1 0 0,-1 1 0 0 0,1 1-1 0 0,0-1 1 0 0,-1 1-1 0 0,-6-1 1 0 0,-14 4-5050 0 0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8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14 6913 0 0,'-1'0'6'0'0,"-9"-3"320"0"0,0 0-1 0 0,-1 0 1 0 0,1 1 0 0 0,-1 1-1 0 0,-21-1 1 0 0,30 2-226 0 0,0 0 0 0 0,-1 1 0 0 0,1-1 0 0 0,0 1 0 0 0,0-1 0 0 0,-1 1 0 0 0,1 0-1 0 0,0 0 1 0 0,0 0 0 0 0,0 0 0 0 0,0 0 0 0 0,0 1 0 0 0,0-1 0 0 0,0 0 0 0 0,1 1 0 0 0,-1 0 0 0 0,0-1 0 0 0,1 1 0 0 0,-1 0 0 0 0,1 0 0 0 0,0 0 0 0 0,-1 0-1 0 0,1 0 1 0 0,0 0 0 0 0,0 0 0 0 0,1 0 0 0 0,-1 0 0 0 0,0 0 0 0 0,1 1 0 0 0,-1-1 0 0 0,1 0 0 0 0,0 1 0 0 0,-1-1 0 0 0,1 4 0 0 0,0 21 134 0 0,0 0 0 0 0,2-1 0 0 0,0 1 1 0 0,2-1-1 0 0,1 1 0 0 0,2-1 0 0 0,0 0 0 0 0,1-1 1 0 0,2 0-1 0 0,17 33 0 0 0,-20-47-230 0 0,1 0 0 0 0,0-1 0 0 0,0 0 0 0 0,1-1-1 0 0,0 1 1 0 0,0-2 0 0 0,1 1 0 0 0,0-2 0 0 0,1 1 0 0 0,0-1-1 0 0,0-1 1 0 0,1 0 0 0 0,-1 0 0 0 0,1-1 0 0 0,0-1-1 0 0,13 3 1 0 0,-15-4-49 0 0,0-1 0 0 0,1 0-1 0 0,-1-1 1 0 0,0 0 0 0 0,0 0-1 0 0,1-1 1 0 0,-1-1 0 0 0,0 0-1 0 0,1 0 1 0 0,-1-1 0 0 0,0 0-1 0 0,0-1 1 0 0,0 0 0 0 0,-1 0-1 0 0,1-1 1 0 0,-1 0 0 0 0,0-1-1 0 0,0 0 1 0 0,0-1 0 0 0,11-9-1 0 0,-15 10 45 0 0,0 0 0 0 0,0 0 0 0 0,0 0-1 0 0,-1-1 1 0 0,0 0 0 0 0,0 0 0 0 0,0 0-1 0 0,-1 0 1 0 0,0 0 0 0 0,0-1 0 0 0,-1 0-1 0 0,3-10 1 0 0,-3 7 69 0 0,-1-1-1 0 0,1 0 1 0 0,-2 0-1 0 0,0 0 1 0 0,0 0-1 0 0,-1 0 1 0 0,-3-15 0 0 0,-2 2 50 0 0,-1 0 1 0 0,-1 1-1 0 0,0-1 0 0 0,-2 2 1 0 0,-1-1-1 0 0,-19-28 1 0 0,25 43-154 0 0,0 1-1 0 0,0 0 1 0 0,0 0-1 0 0,0 1 1 0 0,-1 0-1 0 0,-1 0 1 0 0,1 0 0 0 0,-13-8-1 0 0,-2 3-416 0 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9.3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272 31 6913 0 0,'-5'-4'121'0'0,"0"1"-1"0"0,0-1 1 0 0,0 1-1 0 0,-1 1 0 0 0,0-1 1 0 0,1 1-1 0 0,-1 0 1 0 0,0 0-1 0 0,0 0 0 0 0,0 1 1 0 0,0 0-1 0 0,0 0 0 0 0,0 0 1 0 0,-8 1-1 0 0,8 0 104 0 0,-1 1-1 0 0,1-1 1 0 0,-1 1 0 0 0,1 1-1 0 0,-1-1 1 0 0,1 1 0 0 0,0 0-1 0 0,0 1 1 0 0,0-1-1 0 0,0 1 1 0 0,0 0 0 0 0,0 1-1 0 0,-9 7 1 0 0,8-5-22 0 0,1 1-1 0 0,0-1 1 0 0,1 1-1 0 0,-1 0 1 0 0,1 0 0 0 0,1 1-1 0 0,-1 0 1 0 0,1-1-1 0 0,-4 13 1 0 0,2 0-42 0 0,0 1-1 0 0,1 0 1 0 0,1 1 0 0 0,1-1-1 0 0,1 0 1 0 0,1 1 0 0 0,3 38-1 0 0,-1-51-140 0 0,0-1-1 0 0,0 0 1 0 0,1 1 0 0 0,0-1-1 0 0,0 0 1 0 0,1 0-1 0 0,0-1 1 0 0,1 1 0 0 0,-1 0-1 0 0,1-1 1 0 0,1 0-1 0 0,9 12 1 0 0,-10-15-15 0 0,-1 0 0 0 0,1-1 1 0 0,1 1-1 0 0,-1-1 0 0 0,0 0 0 0 0,1 0 1 0 0,-1-1-1 0 0,1 1 0 0 0,0-1 0 0 0,0 0 0 0 0,0 0 1 0 0,0-1-1 0 0,0 1 0 0 0,1-1 0 0 0,-1 0 1 0 0,0-1-1 0 0,1 1 0 0 0,-1-1 0 0 0,0 0 1 0 0,1-1-1 0 0,4 0 0 0 0,4-2 16 0 0,0 0-1 0 0,-1-1 1 0 0,0-1 0 0 0,0 0-1 0 0,0 0 1 0 0,0-1-1 0 0,-1-1 1 0 0,22-16 0 0 0,3-5 226 0 0,43-44 0 0 0,-71 64-571 0 0,-1-1-1 0 0,0 0 0 0 0,-1 0 0 0 0,0 0 1 0 0,0-1-1 0 0,7-14 0 0 0,-2-4-4739 0 0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9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47 3225 0 0,'-15'6'697'0'0,"1"0"1"0"0,-1 1 0 0 0,1 0-1 0 0,1 1 1 0 0,-18 13-1 0 0,24-15-417 0 0,-1 0 0 0 0,1 1 0 0 0,0-1 0 0 0,0 2 0 0 0,0-1 0 0 0,1 1 0 0 0,1 0 0 0 0,-1 0 0 0 0,-7 15 0 0 0,11-15-92 0 0,0-1 0 0 0,0 1 0 0 0,1 1 0 0 0,0-1 0 0 0,0 0-1 0 0,1 0 1 0 0,0 0 0 0 0,0 0 0 0 0,1 1 0 0 0,0-1 0 0 0,0 0 0 0 0,1 0 0 0 0,0 0-1 0 0,1 0 1 0 0,0-1 0 0 0,6 13 0 0 0,0-2 129 0 0,1 0 0 0 0,0-1 0 0 0,2 0 0 0 0,0-1 0 0 0,23 24 0 0 0,-23-28-206 0 0,1-1-1 0 0,0 0 1 0 0,1-1 0 0 0,0-1-1 0 0,0-1 1 0 0,1 1-1 0 0,0-2 1 0 0,1 0 0 0 0,0-1-1 0 0,0-1 1 0 0,0 0 0 0 0,29 4-1 0 0,-29-7-140 0 0,-1-1-1 0 0,1 0 0 0 0,0-1 1 0 0,-1 0-1 0 0,1-1 1 0 0,0-1-1 0 0,-1-1 0 0 0,1 0 1 0 0,-1-1-1 0 0,0-1 0 0 0,0 0 1 0 0,-1-1-1 0 0,26-14 0 0 0,-36 17 23 0 0,0 0 0 0 0,0 0-1 0 0,0 0 1 0 0,0-1 0 0 0,0 0-1 0 0,-1 0 1 0 0,0 0-1 0 0,0 0 1 0 0,0 0 0 0 0,0 0-1 0 0,0-1 1 0 0,-1 0 0 0 0,0 1-1 0 0,0-1 1 0 0,0 0-1 0 0,-1 0 1 0 0,1 0 0 0 0,-1 0-1 0 0,-1 0 1 0 0,1 0 0 0 0,-1-1-1 0 0,1 1 1 0 0,-1 0-1 0 0,-1 0 1 0 0,-1-9 0 0 0,-1-7 195 0 0,-2 0 0 0 0,-1 1 0 0 0,0-1 0 0 0,-18-37 0 0 0,9 28 208 0 0,0 1-1 0 0,-34-48 1 0 0,36 61-328 0 0,0 0 0 0 0,0 0 0 0 0,-2 1 1 0 0,0 1-1 0 0,-26-19 0 0 0,39 31-188 0 0,0 0 0 0 0,-1 1 1 0 0,1-1-1 0 0,-1 1 0 0 0,1 0 0 0 0,-1 0 0 0 0,1 0 1 0 0,-1 0-1 0 0,0 0 0 0 0,0 0 0 0 0,1 1 0 0 0,-1-1 0 0 0,0 1 1 0 0,0 0-1 0 0,0 0 0 0 0,0 0 0 0 0,1 0 0 0 0,-1 1 1 0 0,0-1-1 0 0,0 1 0 0 0,0-1 0 0 0,1 1 0 0 0,-1 0 1 0 0,0 0-1 0 0,1 0 0 0 0,-1 1 0 0 0,1-1 0 0 0,-5 3 1 0 0,-9 13-5459 0 0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0.3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5 4145 0 0,'-4'-1'229'0'0,"0"0"0"0"0,0 0 1 0 0,1 0-1 0 0,-1 1 0 0 0,0-1 0 0 0,0 1 0 0 0,0 0 1 0 0,1 0-1 0 0,-1 1 0 0 0,0-1 0 0 0,0 1 0 0 0,0-1 1 0 0,1 1-1 0 0,-1 0 0 0 0,0 1 0 0 0,-6 2 1 0 0,2 0 174 0 0,0 0 1 0 0,0 0 0 0 0,1 1-1 0 0,0-1 1 0 0,-1 2 0 0 0,-8 7-1 0 0,11-6-211 0 0,0 0 0 0 0,0-1-1 0 0,1 2 1 0 0,0-1-1 0 0,0 0 1 0 0,1 1 0 0 0,-1 0-1 0 0,2 0 1 0 0,-1 0 0 0 0,1 0-1 0 0,0 0 1 0 0,1 0-1 0 0,0 1 1 0 0,0-1 0 0 0,1 0-1 0 0,0 1 1 0 0,3 14-1 0 0,-2-10-115 0 0,1 0-1 0 0,0 0 0 0 0,1-1 0 0 0,1 1 0 0 0,0-1 0 0 0,0 0 1 0 0,2 0-1 0 0,-1 0 0 0 0,1-1 0 0 0,15 20 0 0 0,-15-24-75 0 0,1-1 1 0 0,-1 0-1 0 0,2-1 0 0 0,-1 1 0 0 0,0-1 1 0 0,1-1-1 0 0,0 0 0 0 0,0 0 0 0 0,0 0 0 0 0,1-1 1 0 0,-1 0-1 0 0,1-1 0 0 0,0 0 0 0 0,0 0 0 0 0,-1-1 1 0 0,1 0-1 0 0,17 0 0 0 0,-14-1 43 0 0,0-1 0 0 0,0 0 0 0 0,0-1 0 0 0,0 0-1 0 0,0 0 1 0 0,-1-1 0 0 0,1-1 0 0 0,-1 0 0 0 0,0 0 0 0 0,0-2 0 0 0,0 1 0 0 0,18-14-1 0 0,-24 15-7 0 0,1-2-1 0 0,-1 1 1 0 0,-1-1-1 0 0,1 1 1 0 0,-1-2-1 0 0,0 1 0 0 0,0 0 1 0 0,0-1-1 0 0,-1 1 1 0 0,0-1-1 0 0,-1 0 1 0 0,0 0-1 0 0,0 0 0 0 0,0 0 1 0 0,-1-1-1 0 0,0 1 1 0 0,0 0-1 0 0,0-1 1 0 0,-1 1-1 0 0,-1-9 0 0 0,-1 1-239 0 0,0 0-1 0 0,0 0 0 0 0,-2 1 0 0 0,0-1 0 0 0,0 1 0 0 0,-1 0 1 0 0,-1 0-1 0 0,0 0 0 0 0,-10-13 0 0 0,-4-6-5020 0 0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0.7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0 7834 0 0,'-5'6'316'0'0,"2"1"0"0"0,-1-1 1 0 0,1 1-1 0 0,0 0 0 0 0,0 0 1 0 0,1 0-1 0 0,0 0 0 0 0,0 0 0 0 0,1 1 1 0 0,0-1-1 0 0,-1 12 0 0 0,2-2-35 0 0,0-1 1 0 0,1 0-1 0 0,0 0 0 0 0,6 21 0 0 0,-4-24-225 0 0,1 0 0 0 0,1-1 0 0 0,0 0 1 0 0,1 1-1 0 0,0-2 0 0 0,1 1 0 0 0,0-1 1 0 0,1 0-1 0 0,0 0 0 0 0,1-1 0 0 0,0 0 0 0 0,1-1 1 0 0,0 0-1 0 0,0 0 0 0 0,1-1 0 0 0,0-1 0 0 0,0 0 1 0 0,14 7-1 0 0,-13-8-22 0 0,0-1 0 0 0,0 0-1 0 0,0-1 1 0 0,1-1 0 0 0,0 1 0 0 0,-1-2 0 0 0,1 0 0 0 0,0 0-1 0 0,0-2 1 0 0,0 1 0 0 0,0-2 0 0 0,0 1 0 0 0,0-2 0 0 0,0 0-1 0 0,0 0 1 0 0,-1-1 0 0 0,1-1 0 0 0,20-9 0 0 0,-27 11-27 0 0,-1-1 0 0 0,0 0 0 0 0,0-1 0 0 0,0 1-1 0 0,-1-1 1 0 0,1 0 0 0 0,-1 0 0 0 0,0 0 0 0 0,0 0 0 0 0,0-1 0 0 0,0 0 0 0 0,-1 0 0 0 0,0 0 0 0 0,0 0 0 0 0,-1 0 0 0 0,3-7 0 0 0,-2 4-3 0 0,-1-1 1 0 0,0 0 0 0 0,0 0 0 0 0,-1 0-1 0 0,0 0 1 0 0,0 0 0 0 0,-1 0 0 0 0,-1-1 0 0 0,-2-16-1 0 0,1 14 78 0 0,-1 0-1 0 0,0 1 1 0 0,0-1-1 0 0,-1 1 1 0 0,-1-1-1 0 0,0 1 1 0 0,0 1-1 0 0,-1-1 1 0 0,-1 1-1 0 0,0 0 1 0 0,0 0-1 0 0,-1 1 1 0 0,0 0-1 0 0,0 0 1 0 0,-1 1-1 0 0,-11-8 1 0 0,14 13-86 0 0,0 0-1 0 0,0 0 1 0 0,0 0 0 0 0,0 1 0 0 0,-1 0 0 0 0,1 0 0 0 0,-1 0 0 0 0,0 1-1 0 0,1 0 1 0 0,-1 1 0 0 0,0-1 0 0 0,0 1 0 0 0,1 1 0 0 0,-1-1-1 0 0,0 1 1 0 0,-11 3 0 0 0,11-2-276 0 0,1 0 0 0 0,-1 1 0 0 0,1-1 0 0 0,0 1 0 0 0,0 1 0 0 0,0-1 0 0 0,0 1 0 0 0,1 0 0 0 0,-1 0 0 0 0,-6 7-1 0 0,-7 12-1021 0 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1.0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45 128 10594 0 0,'-5'7'153'0'0,"0"1"-1"0"0,0 0 1 0 0,0 0 0 0 0,1 0-1 0 0,0 0 1 0 0,1 1-1 0 0,0 0 1 0 0,0 0-1 0 0,1 0 1 0 0,0 0-1 0 0,0 0 1 0 0,1 0 0 0 0,1 0-1 0 0,0 19 1 0 0,0 0 30 0 0,1 1 1 0 0,1 0 0 0 0,2-1-1 0 0,1 1 1 0 0,1-1 0 0 0,16 45-1 0 0,-17-59-128 0 0,0-1 1 0 0,1 0-1 0 0,0-1 0 0 0,1 1 0 0 0,0-1 0 0 0,1-1 1 0 0,1 1-1 0 0,-1-1 0 0 0,2-1 0 0 0,0 0 0 0 0,0 0 0 0 0,1-1 1 0 0,0 0-1 0 0,0-1 0 0 0,20 11 0 0 0,-22-15-44 0 0,1 0-1 0 0,0-1 0 0 0,0-1 0 0 0,0 1 1 0 0,0-2-1 0 0,0 1 0 0 0,0-1 1 0 0,0-1-1 0 0,0 0 0 0 0,1 0 1 0 0,-1-1-1 0 0,0-1 0 0 0,0 1 0 0 0,0-2 1 0 0,0 1-1 0 0,0-1 0 0 0,-1-1 1 0 0,1 0-1 0 0,-1 0 0 0 0,0-1 1 0 0,0 0-1 0 0,0 0 0 0 0,-1-1 1 0 0,0 0-1 0 0,0-1 0 0 0,-1 0 0 0 0,1 0 1 0 0,-2-1-1 0 0,1 1 0 0 0,-1-2 1 0 0,0 1-1 0 0,0-1 0 0 0,-1 1 1 0 0,-1-1-1 0 0,1-1 0 0 0,-1 1 1 0 0,-1-1-1 0 0,0 1 0 0 0,0-1 0 0 0,-1 0 1 0 0,0 0-1 0 0,-1-1 0 0 0,1-14 1 0 0,-2 9 109 0 0,-1-1 0 0 0,-1 0 1 0 0,0 1-1 0 0,-1-1 0 0 0,-1 1 1 0 0,-1 0-1 0 0,0 0 1 0 0,-1 0-1 0 0,0 1 0 0 0,-1-1 1 0 0,-10-13-1 0 0,-8-13-292 0 0,-2 2-1 0 0,-2 1 1 0 0,-2 1 0 0 0,-57-56-1 0 0,50 63-5608 0 0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1.7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109 127 3225 0 0,'-7'-17'44'0'0,"-16"-32"-354"0"0,22 46 432 0 0,-1 0 0 0 0,0 0 0 0 0,0 1 0 0 0,0-1 0 0 0,0 1 0 0 0,0-1 0 0 0,0 1 0 0 0,-1 0 0 0 0,1 0 0 0 0,-1 0 0 0 0,0 0-1 0 0,0 0 1 0 0,-2-1 0 0 0,3 3-34 0 0,1-1-1 0 0,0 1 1 0 0,0 0-1 0 0,0-1 1 0 0,0 1-1 0 0,0 0 1 0 0,0 0-1 0 0,-1 0 1 0 0,1 0-1 0 0,0 0 1 0 0,0 0-1 0 0,0 0 1 0 0,0 1-1 0 0,0-1 1 0 0,-1 0-1 0 0,1 1 1 0 0,0-1-1 0 0,0 0 1 0 0,0 1-1 0 0,0 0 1 0 0,0-1-1 0 0,0 1 1 0 0,0-1-1 0 0,0 1 1 0 0,1 0-1 0 0,-1 0 1 0 0,0 0-1 0 0,0-1 1 0 0,0 1-1 0 0,1 0 1 0 0,-1 0-1 0 0,1 0 1 0 0,-1 0-1 0 0,1 0 1 0 0,-1 0-1 0 0,1 0 1 0 0,-1 0-1 0 0,1 1 1 0 0,0-1-1 0 0,-1 0 1 0 0,1 1 0 0 0,-2 6 323 0 0,0 0 1 0 0,1 1 0 0 0,0-1 0 0 0,0 10 0 0 0,1 5-28 0 0,1-1 1 0 0,0 1 0 0 0,2-1-1 0 0,0 1 1 0 0,2-1-1 0 0,10 33 1 0 0,-12-47-357 0 0,0 1 0 0 0,1-1-1 0 0,0 0 1 0 0,0 0 0 0 0,1 0 0 0 0,-1-1 0 0 0,2 0 0 0 0,-1 0 0 0 0,1 0 0 0 0,0 0 0 0 0,0-1 0 0 0,1 0 0 0 0,0-1-1 0 0,0 1 1 0 0,1-1 0 0 0,-1-1 0 0 0,1 1 0 0 0,0-1 0 0 0,10 3 0 0 0,-3-2-20 0 0,0-1 0 0 0,0-1 1 0 0,0 0-1 0 0,1-1 0 0 0,-1-1 0 0 0,1 0 1 0 0,-1-1-1 0 0,0-1 0 0 0,23-3 0 0 0,-33 3-6 0 0,0 0 0 0 0,0 0-1 0 0,0-1 1 0 0,0 0 0 0 0,0 0-1 0 0,0 0 1 0 0,0-1-1 0 0,-1 1 1 0 0,1-1 0 0 0,-1 0-1 0 0,0 0 1 0 0,0-1 0 0 0,0 1-1 0 0,0-1 1 0 0,-1 0 0 0 0,1 0-1 0 0,-1 0 1 0 0,0 0 0 0 0,0-1-1 0 0,0 1 1 0 0,-1-1-1 0 0,0 0 1 0 0,0 0 0 0 0,0 0-1 0 0,0 0 1 0 0,-1 0 0 0 0,0 0-1 0 0,0 0 1 0 0,0-1 0 0 0,0-8-1 0 0,-1-4 39 0 0,-1 1 0 0 0,0-1 0 0 0,-2 0 0 0 0,0 1 0 0 0,0-1 0 0 0,-2 1 0 0 0,0 0 0 0 0,-11-23 0 0 0,12 31-87 0 0,0 0 1 0 0,0 0-1 0 0,-1 0 0 0 0,0 1 0 0 0,-1 0 0 0 0,0 0 0 0 0,0 1 1 0 0,-1-1-1 0 0,0 1 0 0 0,0 1 0 0 0,0-1 0 0 0,-1 1 0 0 0,0 1 1 0 0,0-1-1 0 0,-1 1 0 0 0,-15-6 0 0 0,18 9-338 0 0,0 1 0 0 0,-1 0 0 0 0,1 0 0 0 0,0 0 0 0 0,-1 1 0 0 0,1 0 0 0 0,0 0 0 0 0,-1 1 0 0 0,1 0 0 0 0,0 0 1 0 0,-10 3-1 0 0,-15 6-3383 0 0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2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232 68 5985 0 0,'-5'-6'376'0'0,"0"0"-1"0"0,0 1 0 0 0,0 0 1 0 0,-1 0-1 0 0,0 0 0 0 0,0 0 0 0 0,0 1 1 0 0,0 0-1 0 0,-1 1 0 0 0,0-1 1 0 0,1 1-1 0 0,-1 1 0 0 0,0-1 1 0 0,-1 1-1 0 0,1 0 0 0 0,0 1 1 0 0,-11-2-1 0 0,14 3-278 0 0,-1 0 1 0 0,1 0-1 0 0,0 1 1 0 0,0-1-1 0 0,0 1 1 0 0,0-1-1 0 0,0 1 1 0 0,0 1-1 0 0,0-1 1 0 0,1 1-1 0 0,-1-1 1 0 0,0 1-1 0 0,1 0 1 0 0,-1 0-1 0 0,1 1 1 0 0,-1-1-1 0 0,1 1 1 0 0,0-1-1 0 0,0 1 1 0 0,1 0-1 0 0,-1 0 1 0 0,0 0-1 0 0,1 1 1 0 0,0-1-1 0 0,0 1 1 0 0,0-1-1 0 0,0 1 1 0 0,0 0-1 0 0,1 0 1 0 0,0 0-1 0 0,-1-1 1 0 0,0 8-1 0 0,0 3-40 0 0,0 1-1 0 0,0 0 1 0 0,1 0-1 0 0,1 0 1 0 0,1-1-1 0 0,0 1 1 0 0,1 0 0 0 0,0 0-1 0 0,1-1 1 0 0,1 1-1 0 0,0-1 1 0 0,1 0-1 0 0,1-1 1 0 0,0 1-1 0 0,12 18 1 0 0,-13-22-22 0 0,2-1 1 0 0,-1 0-1 0 0,1 0 1 0 0,0-1-1 0 0,1 0 1 0 0,0 0-1 0 0,0-1 1 0 0,1 0-1 0 0,0 0 1 0 0,0-1-1 0 0,1 0 1 0 0,-1-1-1 0 0,1 0 1 0 0,1 0-1 0 0,-1-1 1 0 0,0-1-1 0 0,1 0 1 0 0,0 0-1 0 0,0-1 1 0 0,0 0-1 0 0,13 0 1 0 0,-17-1-34 0 0,1-1 0 0 0,-1 0 1 0 0,1-1-1 0 0,-1 0 0 0 0,0 0 1 0 0,1 0-1 0 0,-1-1 0 0 0,0 0 0 0 0,0 0 1 0 0,0-1-1 0 0,0 0 0 0 0,0 0 1 0 0,0-1-1 0 0,-1 1 0 0 0,0-2 0 0 0,0 1 1 0 0,0-1-1 0 0,0 1 0 0 0,-1-2 1 0 0,1 1-1 0 0,-1-1 0 0 0,-1 1 1 0 0,1-1-1 0 0,-1-1 0 0 0,0 1 0 0 0,0-1 1 0 0,-1 1-1 0 0,0-1 0 0 0,0 0 1 0 0,-1 0-1 0 0,3-12 0 0 0,-2 3-9 0 0,-1 0 1 0 0,0 0-1 0 0,-2 0 1 0 0,0-1-1 0 0,0 1 0 0 0,-2 0 1 0 0,0 0-1 0 0,-1 0 0 0 0,0 0 1 0 0,-1 0-1 0 0,-7-16 1 0 0,5 18-1240 0 0,0 0 0 0 0,-1 0 0 0 0,-16-23 1 0 0,2 10-4200 0 0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2.5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49 159 6913 0 0,'-2'0'111'0'0,"0"1"-1"0"0,0-1 0 0 0,-1 0 0 0 0,1 1 0 0 0,0 0 0 0 0,0-1 0 0 0,0 1 1 0 0,0 0-1 0 0,0 0 0 0 0,0 0 0 0 0,1 0 0 0 0,-1 1 0 0 0,0-1 0 0 0,0 0 1 0 0,1 1-1 0 0,-1 0 0 0 0,1-1 0 0 0,-1 1 0 0 0,1 0 0 0 0,-2 2 0 0 0,2 1 169 0 0,-1 0-1 0 0,1 0 0 0 0,-1 0 1 0 0,2 0-1 0 0,-1 0 0 0 0,0 0 1 0 0,1 10-1 0 0,0 8-22 0 0,1-1 0 0 0,0 1 0 0 0,2 0 0 0 0,1-1 0 0 0,0 0 0 0 0,2 0 0 0 0,1 0 0 0 0,0-1 0 0 0,17 33 0 0 0,-20-45-258 0 0,1 0 0 0 0,1-1 0 0 0,-1 1 0 0 0,2-1-1 0 0,-1-1 1 0 0,1 1 0 0 0,0-1 0 0 0,0 0 0 0 0,1 0-1 0 0,0-1 1 0 0,0 0 0 0 0,1-1 0 0 0,0 0-1 0 0,0 0 1 0 0,0-1 0 0 0,0 0 0 0 0,1 0 0 0 0,-1-1-1 0 0,1-1 1 0 0,0 0 0 0 0,0 0 0 0 0,0 0 0 0 0,18-1-1 0 0,-4-1 28 0 0,0-1 1 0 0,-1-1-1 0 0,1-2 0 0 0,-1 0 0 0 0,0-1 0 0 0,0-1 0 0 0,42-18 0 0 0,-57 20 14 0 0,1 0 0 0 0,-1-1-1 0 0,0-1 1 0 0,-1 1 0 0 0,1-1-1 0 0,-1 0 1 0 0,0-1 0 0 0,-1 1-1 0 0,11-15 1 0 0,-13 15-18 0 0,0 0 1 0 0,-1-1-1 0 0,0 0 1 0 0,0 1-1 0 0,-1-1 1 0 0,1 0-1 0 0,-1-1 1 0 0,-1 1-1 0 0,1 0 1 0 0,-2 0-1 0 0,1-1 1 0 0,-1 1-1 0 0,0-15 1 0 0,-3 1 36 0 0,-1 1 1 0 0,0-1 0 0 0,-2 1-1 0 0,0 0 1 0 0,-1 1 0 0 0,-1-1-1 0 0,-1 1 1 0 0,-1 1 0 0 0,0 0 0 0 0,-1 0-1 0 0,-15-16 1 0 0,17 21-237 0 0,-1 2 1 0 0,0-1-1 0 0,-1 1 0 0 0,0 1 1 0 0,-1 0-1 0 0,0 0 0 0 0,-1 1 1 0 0,0 1-1 0 0,0 0 1 0 0,0 1-1 0 0,-1 1 0 0 0,0 0 1 0 0,-1 0-1 0 0,1 1 0 0 0,-26-4 1 0 0,11 9-1470 0 0,1 5-2512 0 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2.9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102 131 6913 0 0,'-4'1'252'0'0,"-1"0"0"0"0,1 1-1 0 0,0 0 1 0 0,0 0 0 0 0,0 0-1 0 0,1 0 1 0 0,-1 1-1 0 0,0-1 1 0 0,1 1 0 0 0,0 0-1 0 0,-1 0 1 0 0,1 0-1 0 0,0 0 1 0 0,1 1 0 0 0,-1-1-1 0 0,1 1 1 0 0,-1 0-1 0 0,1 0 1 0 0,-2 6 0 0 0,-3 3-2 0 0,2 1-1 0 0,0-1 1 0 0,1 1 0 0 0,-5 26 0 0 0,7-28-179 0 0,1 0-1 0 0,0-1 1 0 0,1 1 0 0 0,1 0-1 0 0,0-1 1 0 0,0 1 0 0 0,1 0 0 0 0,1-1-1 0 0,0 0 1 0 0,0 1 0 0 0,1-1 0 0 0,1-1-1 0 0,0 1 1 0 0,0-1 0 0 0,1 1 0 0 0,0-1-1 0 0,9 9 1 0 0,-10-12-25 0 0,2 0 1 0 0,-1 0-1 0 0,1-1 1 0 0,0 0-1 0 0,0 0 1 0 0,1-1-1 0 0,0 0 1 0 0,0 0-1 0 0,0-1 1 0 0,0 0-1 0 0,1 0 1 0 0,0-1-1 0 0,-1 0 0 0 0,1 0 1 0 0,0-1-1 0 0,0-1 1 0 0,1 1-1 0 0,-1-2 1 0 0,0 1-1 0 0,0-1 1 0 0,1 0-1 0 0,10-3 1 0 0,-12 3-27 0 0,1-2 0 0 0,0 0 0 0 0,0 0 0 0 0,0 0 1 0 0,-1-1-1 0 0,1 0 0 0 0,-1-1 0 0 0,0 0 1 0 0,0 0-1 0 0,-1-1 0 0 0,1 0 0 0 0,-1 0 0 0 0,0-1 1 0 0,0 1-1 0 0,0-2 0 0 0,-1 1 0 0 0,0-1 0 0 0,-1 0 1 0 0,1 0-1 0 0,-1 0 0 0 0,-1-1 0 0 0,1 0 0 0 0,-1 0 1 0 0,-1 0-1 0 0,1-1 0 0 0,-1 1 0 0 0,-1-1 0 0 0,0 0 1 0 0,0 1-1 0 0,0-1 0 0 0,-1 0 0 0 0,-1-10 0 0 0,0-3 75 0 0,-2 0-1 0 0,0 0 1 0 0,-2 0-1 0 0,0 1 0 0 0,-1-1 1 0 0,-2 1-1 0 0,0 0 1 0 0,-1 1-1 0 0,-1 0 0 0 0,-1 0 1 0 0,0 1-1 0 0,-2 0 1 0 0,-27-34-1 0 0,37 49-223 0 0,-1 1 1 0 0,1 0-1 0 0,-1-1 0 0 0,0 1 0 0 0,0 0 1 0 0,0 1-1 0 0,-1-1 0 0 0,1 1 1 0 0,-1-1-1 0 0,1 1 0 0 0,-1 0 0 0 0,0 0 1 0 0,0 1-1 0 0,0-1 0 0 0,0 1 0 0 0,0 0 1 0 0,0 0-1 0 0,-5-1 0 0 0,-16 5-5372 0 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3.3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97 114 5065 0 0,'-6'3'239'0'0,"0"-1"-1"0"0,0 1 1 0 0,1 0 0 0 0,-1 1-1 0 0,1-1 1 0 0,0 1-1 0 0,0 0 1 0 0,0 1 0 0 0,0-1-1 0 0,1 1 1 0 0,0 0 0 0 0,0 0-1 0 0,0 0 1 0 0,0 1 0 0 0,1-1-1 0 0,0 1 1 0 0,0 0-1 0 0,1 0 1 0 0,-1 0 0 0 0,0 7-1 0 0,1-5-61 0 0,1 0-1 0 0,-1 0 1 0 0,2 0-1 0 0,0 0 1 0 0,0 0-1 0 0,0 1 1 0 0,1-1-1 0 0,0 0 1 0 0,0 0-1 0 0,1 0 1 0 0,0 0-1 0 0,1-1 1 0 0,0 1-1 0 0,0 0 1 0 0,6 9-1 0 0,-2-5-82 0 0,1 0-1 0 0,1-1 1 0 0,0 0-1 0 0,0-1 1 0 0,1 0-1 0 0,1 0 1 0 0,0-1-1 0 0,0 0 1 0 0,0-1-1 0 0,1 0 1 0 0,0-1-1 0 0,1-1 1 0 0,0 0-1 0 0,0 0 1 0 0,0-1-1 0 0,0-1 1 0 0,1 0-1 0 0,0-1 1 0 0,20 2-1 0 0,-20-3-78 0 0,1-1-1 0 0,-1-1 1 0 0,0 0-1 0 0,0-1 1 0 0,0 0-1 0 0,0-1 1 0 0,0-1-1 0 0,0 0 0 0 0,0-1 1 0 0,-1 0-1 0 0,0-1 1 0 0,0-1-1 0 0,0 0 1 0 0,-1-1-1 0 0,1 0 0 0 0,-2-1 1 0 0,1 0-1 0 0,-1-1 1 0 0,14-14-1 0 0,-18 15 58 0 0,0 0-1 0 0,-1 0 0 0 0,0 0 1 0 0,0-1-1 0 0,-1 0 0 0 0,0 0 1 0 0,0-1-1 0 0,-1 1 0 0 0,0-1 1 0 0,-1 0-1 0 0,0 0 0 0 0,-1 0 1 0 0,0 0-1 0 0,1-17 1 0 0,-3 15 46 0 0,-1 1 0 0 0,0-1 0 0 0,-1 0 0 0 0,0 0 1 0 0,0 1-1 0 0,-1-1 0 0 0,-1 1 0 0 0,0 0 1 0 0,-1 0-1 0 0,0 0 0 0 0,0 1 0 0 0,-11-16 0 0 0,9 17-61 0 0,1-1-1 0 0,-2 2 1 0 0,1-1-1 0 0,-1 1 0 0 0,0 0 1 0 0,-1 1-1 0 0,1-1 0 0 0,-11-5 1 0 0,14 11-116 0 0,0-1 0 0 0,1 1 1 0 0,-1 0-1 0 0,0 0 0 0 0,0 0 0 0 0,0 0 1 0 0,-1 1-1 0 0,1 0 0 0 0,0 0 1 0 0,0 1-1 0 0,-1 0 0 0 0,1-1 1 0 0,0 2-1 0 0,-1-1 0 0 0,1 1 0 0 0,0-1 1 0 0,-1 2-1 0 0,1-1 0 0 0,-7 3 1 0 0,3 0-540 0 0,-1 0 1 0 0,1 1-1 0 0,0 0 1 0 0,-10 8-1 0 0,-9 8-4628 0 0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3.6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 15 6913 0 0,'-6'-2'412'0'0,"-1"-1"-1"0"0,0 1 0 0 0,0 0 0 0 0,0 0 1 0 0,-1 1-1 0 0,1 0 0 0 0,0 0 0 0 0,0 0 1 0 0,-1 1-1 0 0,1 1 0 0 0,0-1 0 0 0,0 1 1 0 0,-1 0-1 0 0,1 1 0 0 0,-7 2 0 0 0,7-2-253 0 0,1 1 1 0 0,0-1-1 0 0,0 1 0 0 0,0 1 0 0 0,0-1 1 0 0,1 1-1 0 0,-1 0 0 0 0,1 1 0 0 0,0-1 1 0 0,0 1-1 0 0,0 0 0 0 0,1 0 0 0 0,0 0 1 0 0,0 1-1 0 0,0 0 0 0 0,1-1 0 0 0,-1 1 0 0 0,1 0 1 0 0,1 1-1 0 0,-1-1 0 0 0,1 1 0 0 0,0-1 1 0 0,1 1-1 0 0,-2 12 0 0 0,2-2-41 0 0,0-1 0 0 0,1 0 0 0 0,1 0-1 0 0,0 0 1 0 0,1 0 0 0 0,1 0 0 0 0,9 27 0 0 0,-11-38-82 0 0,1 0 0 0 0,0 1 0 0 0,1-1 0 0 0,-1 0 0 0 0,1 0 0 0 0,0 0 0 0 0,0 0 1 0 0,1-1-1 0 0,0 1 0 0 0,-1-1 0 0 0,1 0 0 0 0,1 0 0 0 0,-1 0 0 0 0,1-1 0 0 0,-1 1 0 0 0,1-1 1 0 0,0 0-1 0 0,0-1 0 0 0,0 1 0 0 0,0-1 0 0 0,1 0 0 0 0,-1 0 0 0 0,1-1 0 0 0,9 2 0 0 0,2-1-16 0 0,0-2-1 0 0,1 0 1 0 0,-1-1-1 0 0,0-1 1 0 0,0 0-1 0 0,0-2 1 0 0,-1 0 0 0 0,21-7-1 0 0,-28 8-34 0 0,-1 0 0 0 0,0 0 1 0 0,0-1-1 0 0,-1 0 0 0 0,1-1 0 0 0,-1 1 1 0 0,0-1-1 0 0,0-1 0 0 0,0 1 0 0 0,-1-1 1 0 0,0 0-1 0 0,0-1 0 0 0,0 1 0 0 0,-1-1 0 0 0,0-1 1 0 0,0 1-1 0 0,7-16 0 0 0,-11 18-150 0 0,1-1 0 0 0,-1 0 0 0 0,0 1 1 0 0,0-1-1 0 0,0-11 0 0 0,-4-13-4547 0 0,-2 4-1073 0 0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4.1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80 456 0 0,'-10'-5'956'0'0,"1"0"-1"0"0,-1 1 1 0 0,-1 0-1 0 0,1 1 1 0 0,0 0-1 0 0,-1 1 1 0 0,-15-2-1 0 0,23 3-812 0 0,-1 1-1 0 0,1 1 1 0 0,0-1 0 0 0,0 0-1 0 0,0 1 1 0 0,-1-1-1 0 0,1 1 1 0 0,0 0 0 0 0,0 0-1 0 0,0 0 1 0 0,0 0 0 0 0,0 1-1 0 0,1-1 1 0 0,-1 1-1 0 0,0 0 1 0 0,1 0 0 0 0,-1 0-1 0 0,1 0 1 0 0,-1 0-1 0 0,1 1 1 0 0,0-1 0 0 0,0 1-1 0 0,0-1 1 0 0,0 1 0 0 0,1 0-1 0 0,-1-1 1 0 0,1 1-1 0 0,0 0 1 0 0,-2 4 0 0 0,-2 8 185 0 0,1 0 1 0 0,1 1 0 0 0,1-1 0 0 0,0 0-1 0 0,0 1 1 0 0,2 0 0 0 0,0-1 0 0 0,3 27-1 0 0,0-22-62 0 0,1 0-1 0 0,0 0 0 0 0,1-1 0 0 0,1 0 1 0 0,1 0-1 0 0,12 24 0 0 0,-11-30-229 0 0,0-1 1 0 0,0 1-1 0 0,1-1 0 0 0,0-1 0 0 0,1 0 0 0 0,1 0 0 0 0,0-1 0 0 0,0 0 1 0 0,1-1-1 0 0,0 0 0 0 0,1-1 0 0 0,-1 0 0 0 0,2-1 0 0 0,-1-1 0 0 0,26 9 0 0 0,-27-11-135 0 0,1-1 0 0 0,-1-1-1 0 0,0 0 1 0 0,1 0 0 0 0,-1-1-1 0 0,1-1 1 0 0,-1 0-1 0 0,1-1 1 0 0,0 0 0 0 0,-1-1-1 0 0,0-1 1 0 0,1 0-1 0 0,-1 0 1 0 0,0-1 0 0 0,-1-1-1 0 0,1 0 1 0 0,-1 0-1 0 0,0-1 1 0 0,11-8 0 0 0,-12 7 66 0 0,0 0 0 0 0,0-1 0 0 0,-1-1 0 0 0,0 1 1 0 0,0-1-1 0 0,-1-1 0 0 0,0 0 0 0 0,-1 0 0 0 0,0 0 1 0 0,-1-1-1 0 0,0 0 0 0 0,-1 0 0 0 0,0-1 0 0 0,0 0 0 0 0,-1 1 1 0 0,-1-1-1 0 0,0-1 0 0 0,-1 1 0 0 0,0 0 0 0 0,-1-1 1 0 0,0 1-1 0 0,-1-1 0 0 0,0 1 0 0 0,-1-1 0 0 0,-1 1 1 0 0,0 0-1 0 0,0-1 0 0 0,-1 1 0 0 0,-1 0 0 0 0,0 0 0 0 0,-1 1 1 0 0,-6-13-1 0 0,-2 2 172 0 0,0 0 0 0 0,-29-35 0 0 0,35 49-544 0 0,1 1 0 0 0,-1 0 0 0 0,0 0 0 0 0,-1 1 0 0 0,0 0 0 0 0,0 0 0 0 0,0 1 0 0 0,-1 0 0 0 0,1 0 0 0 0,-13-4 0 0 0,-5 3-4178 0 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4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1 10594 0 0,'-4'1'257'0'0,"-1"0"-1"0"0,0 0 0 0 0,1 0 1 0 0,0 1-1 0 0,-1-1 1 0 0,1 1-1 0 0,0 0 0 0 0,0 0 1 0 0,0 1-1 0 0,0-1 1 0 0,0 1-1 0 0,0 0 0 0 0,1 0 1 0 0,-1 0-1 0 0,1 1 0 0 0,0-1 1 0 0,-5 8-1 0 0,4-4-16 0 0,1 0 1 0 0,0 0-1 0 0,0 0 0 0 0,0 1 0 0 0,1-1 0 0 0,0 1 0 0 0,1-1 1 0 0,-1 1-1 0 0,1 0 0 0 0,1 8 0 0 0,0 3-28 0 0,1 1 0 0 0,1-1 0 0 0,0 1 0 0 0,2-1 0 0 0,0 0 0 0 0,2 0 0 0 0,14 35 0 0 0,-15-44-194 0 0,0 0 1 0 0,0 0-1 0 0,1-1 1 0 0,0 0-1 0 0,1 0 1 0 0,0-1-1 0 0,1 1 1 0 0,-1-2-1 0 0,2 1 1 0 0,-1-1-1 0 0,1 0 1 0 0,12 7-1 0 0,-13-10-25 0 0,0 0-1 0 0,0-1 0 0 0,0 0 0 0 0,1 0 0 0 0,-1 0 1 0 0,1-1-1 0 0,0-1 0 0 0,0 0 0 0 0,0 0 1 0 0,0 0-1 0 0,0-1 0 0 0,0 0 0 0 0,0-1 0 0 0,-1 0 1 0 0,16-4-1 0 0,-15 3-23 0 0,-1 0 0 0 0,1-1 0 0 0,-1 0 1 0 0,1-1-1 0 0,-1 0 0 0 0,0 0 0 0 0,-1-1 0 0 0,1 0 0 0 0,-1 0 1 0 0,0 0-1 0 0,0-1 0 0 0,0 0 0 0 0,6-9 0 0 0,-9 10 16 0 0,0-1-1 0 0,0 0 1 0 0,-1 0-1 0 0,0-1 0 0 0,0 1 1 0 0,0-1-1 0 0,-1 0 1 0 0,0 1-1 0 0,0-1 0 0 0,-1 0 1 0 0,0 0-1 0 0,0 0 1 0 0,-1 0-1 0 0,0 0 0 0 0,0 0 1 0 0,0 0-1 0 0,-3-10 1 0 0,1 5-62 0 0,-1 0 0 0 0,-1 0 0 0 0,0 0 0 0 0,-1 0 1 0 0,0 1-1 0 0,-1-1 0 0 0,0 1 0 0 0,-1 1 0 0 0,0-1 1 0 0,0 1-1 0 0,-1 1 0 0 0,-1-1 0 0 0,1 1 0 0 0,-20-15 0 0 0,-3-1-6295 0 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5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50 8290 0 0,'-24'9'7594'0'0,"36"-10"-6244"0"0,168-31-917 0 0,-83 13-2870 0 0,-62 13-3119 0 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5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40 9674 0 0,'5'-4'401'0'0,"0"0"0"0"0,0 1 0 0 0,1 0 0 0 0,0 0 0 0 0,-1 1 0 0 0,1-1 0 0 0,0 1 0 0 0,0 1-1 0 0,10-3 1 0 0,4 0-500 0 0,38-2-1 0 0,26 8-400 0 0,-28 5-3097 0 0,-19-1-445 0 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5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1 148 10138 0 0,'2'-6'211'0'0,"0"1"0"0"0,0 0 0 0 0,1 0 0 0 0,0 0 0 0 0,0 1 0 0 0,0-1 0 0 0,1 1 0 0 0,-1 0 0 0 0,9-8 1 0 0,-7 7-10 0 0,3-3-99 0 0,1 0 1 0 0,0 1-1 0 0,0 0 1 0 0,1 0 0 0 0,-1 1-1 0 0,2 1 1 0 0,-1-1-1 0 0,1 1 1 0 0,-1 1 0 0 0,2 0-1 0 0,12-3 1 0 0,-1 2-40 0 0,0 1 1 0 0,1 1-1 0 0,-1 1 1 0 0,38 2-1 0 0,-29 2-1079 0 0,-2 2-3648 0 0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6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1 125 8754 0 0,'22'-17'5166'0'0,"3"-1"-4833"0"0,1 3 0 0 0,1 0 0 0 0,0 1 0 0 0,42-14-1 0 0,-58 24-699 0 0,0 0-1 0 0,0 2 1 0 0,1-1-1 0 0,-1 1 1 0 0,0 1-1 0 0,1 0 1 0 0,0 1-1 0 0,-1 0 1 0 0,1 0-1 0 0,-1 1 1 0 0,1 1-1 0 0,-1 0 1 0 0,0 1-1 0 0,21 7 0 0 0,-4 3 323 0 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6.6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1 102 14283 0 0,'0'0'70'0'0,"1"0"0"0"0,0 1 0 0 0,-1-1-1 0 0,1 1 1 0 0,0-1 0 0 0,-1 0 0 0 0,1 0 0 0 0,0 1 0 0 0,0-1-1 0 0,-1 0 1 0 0,1 0 0 0 0,0 0 0 0 0,0 0 0 0 0,-1 0 0 0 0,1 0 0 0 0,0 0-1 0 0,0 0 1 0 0,-1 0 0 0 0,1 0 0 0 0,0-1 0 0 0,0 1 0 0 0,-1 0-1 0 0,1 0 1 0 0,0-1 0 0 0,-1 1 0 0 0,1 0 0 0 0,1-1 0 0 0,26-15 56 0 0,-17 10 74 0 0,60-26 247 0 0,-42 21-334 0 0,54-12 1 0 0,-58 18-1236 0 0,0 1 0 0 0,0 2 0 0 0,31 0 0 0 0,-19 3-3683 0 0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7.0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1 145 6449 0 0,'1'2'577'0'0,"0"-2"-465"0"0,1 0-112 0 0,0 0 0 0 0,1-1 832 0 0,1-2 152 0 0,2 1 24 0 0,5-4 8 0 0,8-4-504 0 0,9-6-95 0 0,4-3-17 0 0,0 0-8 0 0,1 1-232 0 0,1-1-40 0 0,-2 1-16 0 0,0 3-5329 0 0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7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53 8754 0 0,'2'1'360'0'0,"0"-1"-1"0"0,0 0 1 0 0,0 1 0 0 0,0-1-1 0 0,0 0 1 0 0,0 0 0 0 0,0 0-1 0 0,0-1 1 0 0,0 1 0 0 0,0 0-1 0 0,0-1 1 0 0,0 1 0 0 0,0-1 0 0 0,3-1-1 0 0,-2 1-302 0 0,205-40 2353 0 0,-163 36-4585 0 0,1 2 0 0 0,77 6 0 0 0,-42 4 1654 0 0,-40-2 521 0 0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7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1 139 12899 0 0,'12'-6'755'0'0,"1"-1"0"0"0,-1 0 0 0 0,14-12 0 0 0,19-11 156 0 0,-22 18-775 0 0,0 1 0 0 0,0 2 0 0 0,1 0 0 0 0,46-9 0 0 0,-48 13-1102 0 0,0 2 1 0 0,1 1-1 0 0,23 1 0 0 0,-20 2-4103 0 0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8.0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27 13827 0 0,'0'0'31'0'0,"0"1"1"0"0,0-1-1 0 0,0 1 1 0 0,1 0-1 0 0,-1-1 1 0 0,0 1-1 0 0,0-1 0 0 0,1 1 1 0 0,-1-1-1 0 0,0 1 1 0 0,1-1-1 0 0,-1 0 0 0 0,0 1 1 0 0,1-1-1 0 0,-1 1 1 0 0,1-1-1 0 0,-1 0 1 0 0,1 1-1 0 0,-1-1 0 0 0,0 0 1 0 0,1 1-1 0 0,0-1 1 0 0,-1 0-1 0 0,1 0 1 0 0,-1 0-1 0 0,1 1 0 0 0,-1-1 1 0 0,1 0-1 0 0,-1 0 1 0 0,1 0-1 0 0,-1 0 1 0 0,1 0-1 0 0,0 0 0 0 0,-1 0 1 0 0,1 0-1 0 0,-1 0 1 0 0,1 0-1 0 0,-1-1 1 0 0,1 1-1 0 0,0 0 0 0 0,36-5 1032 0 0,-28 3-950 0 0,39-4-290 0 0,169-17-3364 0 0,-189 22 2956 0 0,0 2 1 0 0,0 0-1 0 0,0 2 0 0 0,0 1 0 0 0,48 14 1 0 0,-30-2-1039 0 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8.4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1 189 13363 0 0,'6'-1'592'0'0,"-3"0"120"0"0,-1-2-568 0 0,2 1-144 0 0,0-1 0 0 0,1-1 0 0 0,2-2 0 0 0,6-4 0 0 0,8-8-64 0 0,10-5 64 0 0,3-2-1096 0 0,0 0-176 0 0,-2 3-33 0 0,-2 5-7 0 0,-1 2 1088 0 0,-1 2 224 0 0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0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89 4145 0 0,'0'0'428'0'0,"0"-3"559"0"0,0-5 1145 0 0,0 1 0 0 0,0-1 0 0 0,1 1 1 0 0,3-15-1 0 0,8 2-2045 0 0,-10 18-544 0 0,0 1 0 0 0,-1-1 0 0 0,1 1 0 0 0,0 0 1 0 0,0 0-1 0 0,0 0 0 0 0,0 0 0 0 0,0 0 0 0 0,0 0 0 0 0,3 0 0 0 0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1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91 2761 0 0,'-18'5'3070'0'0,"5"-2"1101"0"0,23-12-1500 0 0,10-7-2371 0 0,2 1-1 0 0,-1 1 0 0 0,2 1 0 0 0,26-11 1 0 0,-28 16-5348 0 0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1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98 5529 0 0,'0'0'14'0'0,"0"0"0"0"0,0-1 0 0 0,1 1-1 0 0,-1 0 1 0 0,0 0 0 0 0,0-1 0 0 0,0 1 0 0 0,0 0-1 0 0,0 0 1 0 0,0-1 0 0 0,0 1 0 0 0,0 0-1 0 0,0 0 1 0 0,0-1 0 0 0,0 1 0 0 0,0 0 0 0 0,0 0-1 0 0,0-1 1 0 0,0 1 0 0 0,0 0 0 0 0,0 0 0 0 0,0-1-1 0 0,0 1 1 0 0,0 0 0 0 0,0 0 0 0 0,-1-1 0 0 0,1 1-1 0 0,0 0 1 0 0,0 0 0 0 0,0 0 0 0 0,0-1-1 0 0,-1 1 1 0 0,1 0 0 0 0,0 0 0 0 0,0 0 0 0 0,0 0-1 0 0,-1-1 1 0 0,1 1 0 0 0,0 0 0 0 0,0 0 0 0 0,0 0-1 0 0,-1 0 1 0 0,1 0 0 0 0,0 0 0 0 0,0 0 0 0 0,-1 0-1 0 0,1 0 1 0 0,0 0 0 0 0,0 0 0 0 0,-1 0 0 0 0,1 0-1 0 0,-1 0 1 0 0,21-19 725 0 0,-19 17-721 0 0,8-7-213 0 0,1 1 0 0 0,1 0-1 0 0,-1 0 1 0 0,2 1-1 0 0,-1 0 1 0 0,23-9-1 0 0,-23 12 196 0 0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2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85 4145 0 0,'5'-1'643'0'0,"1"-1"0"0"0,-1 1 0 0 0,0-2 1 0 0,0 1-1 0 0,0 0 0 0 0,-1-1 0 0 0,1 0 0 0 0,0 0 0 0 0,-1 0 1 0 0,5-6-1 0 0,8-3 644 0 0,-10 7-1051 0 0,2-1-94 0 0,0 0-1 0 0,1 1 1 0 0,17-8 0 0 0,-14 8-889 0 0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2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96 2304 0 0,'26'-15'4851'0'0,"51"-31"-1424"0"0,-33 19-4160 0 0,-31 19 326 0 0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3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80 2304 0 0,'4'-4'516'0'0,"-1"1"-1"0"0,1 0 0 0 0,0 0 0 0 0,-1 0 0 0 0,2 1 0 0 0,-1-1 1 0 0,0 1-1 0 0,0 0 0 0 0,1 0 0 0 0,4-1 0 0 0,19-10 1228 0 0,29-19-644 0 0,-46 27-4927 0 0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3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0 150 6913 0 0,'8'-11'566'0'0,"0"1"-1"0"0,1-1 0 0 0,0 1 0 0 0,0 1 0 0 0,1 0 0 0 0,20-15 0 0 0,-24 20-384 0 0,4-4-301 0 0,1-1-1 0 0,0 2 1 0 0,0 0-1 0 0,1 0 0 0 0,0 1 1 0 0,23-8-1 0 0,-20 11 109 0 0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4.1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46 3225 0 0,'7'-3'7293'0'0,"10"-6"-4795"0"0,-1 2-3271 0 0,0 1 0 0 0,28-8 0 0 0,-24 11 574 0 0,1 0 175 0 0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4.5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91 5529 0 0,'2'1'179'0'0,"0"-1"-1"0"0,-1 0 1 0 0,1 0-1 0 0,0 0 0 0 0,-1 0 1 0 0,1 0-1 0 0,0 0 1 0 0,0-1-1 0 0,-1 1 1 0 0,1-1-1 0 0,0 1 1 0 0,-1-1-1 0 0,1 1 1 0 0,-1-1-1 0 0,1 0 1 0 0,2-2-1 0 0,29-18 786 0 0,-26 17-593 0 0,63-47-728 0 0,-58 43 314 0 0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5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 6449 0 0,'-2'0'469'0'0,"0"0"0"0"0,-1 0-1 0 0,1 0 1 0 0,0 0 0 0 0,0 0-1 0 0,0 1 1 0 0,0-1 0 0 0,-1 1 0 0 0,1 0-1 0 0,0 0 1 0 0,0 0 0 0 0,0 0-1 0 0,0 0 1 0 0,1 0 0 0 0,-4 2-1 0 0,4 1-357 0 0,1 0-1 0 0,0 0 1 0 0,-1-1-1 0 0,2 1 1 0 0,-1 0-1 0 0,0 0 1 0 0,1 0-1 0 0,0-1 1 0 0,-1 1-1 0 0,2 0 1 0 0,-1-1-1 0 0,0 1 1 0 0,1-1-1 0 0,3 7 1 0 0,1 6-130 0 0,16 53-2241 0 0,-13-42-2601 0 0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5.4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69 3225 0 0,'0'-1'43'0'0,"0"1"1"0"0,0-1-1 0 0,0 0 1 0 0,0 1-1 0 0,0-1 1 0 0,0 0-1 0 0,0 1 1 0 0,0-1-1 0 0,1 1 1 0 0,-1-1-1 0 0,0 0 1 0 0,0 1-1 0 0,0-1 1 0 0,1 0-1 0 0,-1 1 1 0 0,0-1-1 0 0,1 1 1 0 0,-1-1-1 0 0,1 1 1 0 0,-1-1 0 0 0,0 1-1 0 0,1-1 1 0 0,-1 1-1 0 0,1-1 1 0 0,-1 1-1 0 0,1-1 1 0 0,0 1-1 0 0,-1 0 1 0 0,1-1-1 0 0,0 1 1 0 0,18-16 2669 0 0,-11 11-2293 0 0,1 0 1 0 0,-1 1-1 0 0,0 0 1 0 0,1 0-1 0 0,0 1 1 0 0,0 0-1 0 0,0 0 0 0 0,15-1 1 0 0,-17 3-1010 0 0,0 1 0 0 0,0 0 0 0 0,0 1 0 0 0,-1-1 0 0 0,1 1 0 0 0,0 1 0 0 0,11 3 0 0 0,-1 1-1225 0 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5.8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 6913 0 0,'-1'1'1121'0'0,"40"-12"2358"0"0,11 6-4993 0 0,-40 5-2132 0 0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6.1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 5529 0 0,'-1'5'6948'0'0,"4"6"-4924"0"0,7 18-3047 0 0,-8-22 1756 0 0,10 27-1744 0 0,-5-14-3723 0 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6.5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82 148 3225 0 0,'-2'-3'141'0'0,"0"-1"0"0"0,0 1 0 0 0,0 0 0 0 0,0 0 0 0 0,-1 0 0 0 0,0 0 0 0 0,1 1 0 0 0,-1-1 0 0 0,0 1 0 0 0,0-1 0 0 0,-1 1 0 0 0,1 0 0 0 0,0 0 0 0 0,-1 1 0 0 0,1-1 0 0 0,-1 1 0 0 0,0 0 0 0 0,1 0 0 0 0,-1 0 0 0 0,0 0 0 0 0,0 0 0 0 0,1 1 0 0 0,-8 0 0 0 0,36-18 3197 0 0,8 2-2360 0 0,1 2 0 0 0,56-17 0 0 0,-20 13-4438 0 0,-50 14-584 0 0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6.9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2 1840 0 0,'-9'-1'5601'0'0,"9"1"-5474"0"0,-1 17 2179 0 0,11 37-1967 0 0,-6-34 609 0 0,4 27-630 0 0,2-1 0 0 0,2 0 0 0 0,25 62 0 0 0,-23-78-588 0 0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7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1 101 10138 0 0,'1'0'896'0'0,"0"0"-712"0"0,1 0-184 0 0,0-1 0 0 0,1 0-136 0 0,-2-2-64 0 0,3 0-16 0 0,3 0 0 0 0,4-5 648 0 0,2-2 128 0 0,4-1 25 0 0,-2-1 7 0 0,-1 1-1224 0 0,0 1-241 0 0,-2 1-55 0 0,1 1 0 0 0,-2 3 720 0 0,-2-1 208 0 0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7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 3681 0 0,'-5'2'5961'0'0,"8"2"-5369"0"0,0 2-176 0 0,4 4-40 0 0,-3 3-8 0 0,1 5-616 0 0,-2 1-120 0 0,4 2-24 0 0,-2 4-8 0 0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7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78 7370 0 0,'9'-11'4343'0'0,"21"-7"-2353"0"0,-13 7-1154 0 0,21-19-2574 0 0,-28 23 916 0 0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8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 10594 0 0,'-7'5'472'0'0,"4"-4"96"0"0,0 0-455 0 0,2 1-113 0 0,0 0 0 0 0,1-1 0 0 0,0 3 376 0 0,0 0 48 0 0,0 4 16 0 0,1 0 0 0 0,1 5-264 0 0,1 0-48 0 0,2-1-16 0 0,0 2 0 0 0,1 1-1200 0 0,2 0-249 0 0,2 1-39 0 0,0 0-16 0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8.6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0 156 8290 0 0,'0'0'639'0'0,"4"-19"2975"0"0,3 5-2623 0 0,1 0 0 0 0,0 1 0 0 0,17-23 0 0 0,-20 30-1154 0 0,0 0 0 0 0,0 1-1 0 0,1-1 1 0 0,0 1 0 0 0,0 1-1 0 0,0-1 1 0 0,0 1 0 0 0,1 0-1 0 0,13-6 1 0 0,-5 5-524 0 0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9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0 14283 0 0,'-1'8'632'0'0,"0"-5"136"0"0,1 0-616 0 0,0 0-152 0 0,0-1 0 0 0,0 1 0 0 0,1-1-616 0 0,2 3-152 0 0,0 4-32 0 0,5 7-1753 0 0,2 2-343 0 0,3 4-73 0 0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9.4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 10594 0 0,'3'1'944'0'0,"-1"-1"-751"0"0,1 0-193 0 0,-1-1 0 0 0,1-1 112 0 0,2 1-16 0 0,5-1 0 0 0,6-2 0 0 0,6 0-512 0 0,2 0-113 0 0,1 2-15 0 0,-3-1-8 0 0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9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1 110 10594 0 0,'0'5'1153'0'0,"1"-5"-1153"0"0,0 0 0 0 0,1-1 0 0 0,-1 0 424 0 0,3-2 64 0 0,1-3 16 0 0,4-4 0 0 0,-2-3-304 0 0,3-1-56 0 0,-1 0-16 0 0,-1 0 0 0 0,1 3-1176 0 0,-2 2-232 0 0,1-1-57 0 0,-3 1-7 0 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51.0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1422 50 5529 0 0,'0'-5'515'0'0,"0"-1"-1"0"0,0 0 1 0 0,0 1-1 0 0,-1-1 1 0 0,-2-8 0 0 0,2 13-401 0 0,0 0 1 0 0,0 0 0 0 0,-1 0 0 0 0,1 1-1 0 0,0-1 1 0 0,0 1 0 0 0,-1-1 0 0 0,1 1-1 0 0,0-1 1 0 0,0 1 0 0 0,-1 0 0 0 0,1-1-1 0 0,-1 1 1 0 0,1 0 0 0 0,0 0-1 0 0,-1 0 1 0 0,1 0 0 0 0,0 0 0 0 0,-1 1-1 0 0,-1-1 1 0 0,-35 9 1817 0 0,18-4-902 0 0,-189 17 3736 0 0,-108-7-2731 0 0,-38 2-1499 0 0,308-13-515 0 0,-143 16 192 0 0,156-14-175 0 0,0 1-1 0 0,0 1 0 0 0,-46 19 1 0 0,79-27-72 0 0,-1 1 1 0 0,1-1 0 0 0,-1 1 0 0 0,1-1 0 0 0,-1 1 0 0 0,1 0-1 0 0,-1 0 1 0 0,1-1 0 0 0,-1 1 0 0 0,1 0 0 0 0,0 0 0 0 0,0 0-1 0 0,-1 0 1 0 0,1 1 0 0 0,0-1 0 0 0,0 0 0 0 0,0 1 0 0 0,0-1-1 0 0,0 0 1 0 0,1 1 0 0 0,-1-1 0 0 0,0 1 0 0 0,1-1 0 0 0,-1 1 0 0 0,1-1-1 0 0,-1 1 1 0 0,1 0 0 0 0,0-1 0 0 0,0 1 0 0 0,-1-1 0 0 0,1 1-1 0 0,0 0 1 0 0,1-1 0 0 0,-1 1 0 0 0,0 0 0 0 0,0-1 0 0 0,1 3-1 0 0,2 9-1058 0 0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51.6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13 13363 0 0,'-3'-1'297'0'0,"0"-1"0"0"0,0 0 0 0 0,0 1 0 0 0,-1-1 1 0 0,1 1-1 0 0,-1 0 0 0 0,1 0 0 0 0,-1 0 0 0 0,-5 0 0 0 0,8 1-309 0 0,0 1-1 0 0,0-1 1 0 0,0 0 0 0 0,0 0-1 0 0,0 1 1 0 0,0-1-1 0 0,1 1 1 0 0,-1-1 0 0 0,0 1-1 0 0,0-1 1 0 0,0 1-1 0 0,1 0 1 0 0,-1-1-1 0 0,0 1 1 0 0,1 0 0 0 0,-1 0-1 0 0,0-1 1 0 0,1 1-1 0 0,-1 0 1 0 0,1 0 0 0 0,-1 0-1 0 0,1 0 1 0 0,0 0-1 0 0,-1-1 1 0 0,1 1-1 0 0,0 0 1 0 0,-1 0 0 0 0,1 0-1 0 0,0 0 1 0 0,0 0-1 0 0,0 0 1 0 0,0 0 0 0 0,0 0-1 0 0,0 0 1 0 0,0 0-1 0 0,1 0 1 0 0,-1 0-1 0 0,1 2 1 0 0,5 62-2044 0 0,17 75 0 0 0,2 16 2171 0 0,-13 43 1761 0 0,-16 250-1 0 0,-2-30-811 0 0,22-129 163 0 0,86 465 1 0 0,-84-656-1019 0 0,75 434 95 0 0,-38 5 272 0 0,-45-367 175 0 0,1 208 1082 0 0,-14-317-1680 0 0,0-19-119 0 0,1 1 0 0 0,3-1 1 0 0,10 73-1 0 0,-10-106-498 0 0,-1-1-129 0 0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52.0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1 447 8754 0 0,'0'1'32'0'0,"0"-1"0"0"0,0 1 1 0 0,1-1-1 0 0,-1 1 0 0 0,0-1 1 0 0,0 1-1 0 0,0-1 0 0 0,1 1 1 0 0,-1-1-1 0 0,0 0 0 0 0,1 1 0 0 0,-1-1 1 0 0,0 1-1 0 0,1-1 0 0 0,-1 0 1 0 0,1 1-1 0 0,-1-1 0 0 0,1 0 1 0 0,-1 0-1 0 0,0 1 0 0 0,1-1 0 0 0,-1 0 1 0 0,1 0-1 0 0,-1 0 0 0 0,1 0 1 0 0,-1 1-1 0 0,1-1 0 0 0,-1 0 1 0 0,1 0-1 0 0,-1 0 0 0 0,1 0 0 0 0,-1 0 1 0 0,1 0-1 0 0,0-1 0 0 0,25 6 3 0 0,7-4-32 0 0,-1-1-1 0 0,1-2 0 0 0,0-2 0 0 0,38-8 0 0 0,25-2-2 0 0,207-27 904 0 0,186-16 1171 0 0,826-55 2556 0 0,-69-27-3855 0 0,-683 124 118 0 0,-259 12 716 0 0,-221-1-1066 0 0,155-26-1 0 0,-166 10-3566 0 0,-51 11-3858 0 0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52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 10138 0 0,'6'7'3500'0'0,"-4"-4"-3491"0"0,-1-1 1 0 0,1 1-1 0 0,-1-1 1 0 0,0 1-1 0 0,0 0 1 0 0,0-1-1 0 0,0 1 1 0 0,0 0-1 0 0,-1 0 1 0 0,1 0-1 0 0,-1-1 1 0 0,1 1-1 0 0,-1 5 1 0 0,-10 112 709 0 0,0 61 2712 0 0,10-149-2954 0 0,7 225 1999 0 0,-3-214-2209 0 0,2 1-1 0 0,2-1 1 0 0,25 78 0 0 0,-32-117-334 0 0,16 43-345 0 0,-4-17-5148 0 0,-1-8-1268 0 0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53.7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15203 0 0,'0'1'51'0'0,"0"-1"0"0"0,0 0-1 0 0,1 0 1 0 0,-1 1 0 0 0,0-1 0 0 0,0 0-1 0 0,1 1 1 0 0,-1-1 0 0 0,0 0-1 0 0,0 0 1 0 0,1 0 0 0 0,-1 1 0 0 0,0-1-1 0 0,1 0 1 0 0,-1 0 0 0 0,0 0 0 0 0,1 0-1 0 0,-1 0 1 0 0,0 0 0 0 0,1 0-1 0 0,-1 0 1 0 0,1 0 0 0 0,-1 0 0 0 0,0 0-1 0 0,1 0 1 0 0,-1 0 0 0 0,0 0-1 0 0,1 0 1 0 0,-1 0 0 0 0,0 0 0 0 0,1 0-1 0 0,-1 0 1 0 0,0 0 0 0 0,1 0 0 0 0,-1-1-1 0 0,0 1 1 0 0,1 0 0 0 0,-1 0-1 0 0,0 0 1 0 0,1-1 0 0 0,-1 1 0 0 0,0 0-1 0 0,0 0 1 0 0,1-1 0 0 0,-1 1 0 0 0,0 0-1 0 0,0-1 1 0 0,0 1 0 0 0,1 0-1 0 0,-1-1 1 0 0,0 1 0 0 0,0 0 0 0 0,0-1-1 0 0,0 1 1 0 0,0 0 0 0 0,0-1-1 0 0,0 1 1 0 0,0-1 0 0 0,6 14-180 0 0,-1 0 0 0 0,0 1 1 0 0,-1 0-1 0 0,0 0 0 0 0,-2 0 0 0 0,3 18 0 0 0,1 95-196 0 0,-5-113 561 0 0,-4 207 1611 0 0,6 106 886 0 0,47 79-2380 0 0,-19-189-270 0 0,39 255 231 0 0,16 129 140 0 0,-10-173 98 0 0,-44-256-426 0 0,16 270 0 0 0,-45-406-86 0 0,7 42 35 0 0,-5-51-78 0 0,-2 0 1 0 0,0 52-1 0 0,-5-71-12 0 0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54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0 631 9906 0 0,'12'-2'365'0'0,"0"0"-1"0"0,-1-1 1 0 0,1 0-1 0 0,18-8 1 0 0,39-10-598 0 0,-22 15 636 0 0,1 2 0 0 0,79 4 0 0 0,17-1 1532 0 0,-17-12-653 0 0,142-35 0 0 0,108-11-490 0 0,224 31 500 0 0,-103 7-490 0 0,-2-29-792 0 0,472-85 472 0 0,-624 88-28 0 0,96-4-505 0 0,-51 6-266 0 0,527-28-304 0 0,-819 68 986 0 0,162 3 334 0 0,-55 3-1743 0 0,-161-3-3829 0 0,-2 2-1663 0 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55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63 6913 0 0,'42'4'1898'0'0,"72"1"-863"0"0,121-10-1 0 0,114-26 1529 0 0,156-5-705 0 0,-341 39-671 0 0,241 34 1 0 0,-86-8-862 0 0,-182-26-2923 0 0,-112-3-1272 0 0,-3 2-1106 0 0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56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20 14283 0 0,'-1'-1'54'0'0,"0"-1"0"0"0,0 1-1 0 0,0 0 1 0 0,-1-1 0 0 0,1 1 0 0 0,0 0 0 0 0,-1 0-1 0 0,1 0 1 0 0,0-1 0 0 0,-1 2 0 0 0,0-1 0 0 0,1 0-1 0 0,-1 0 1 0 0,1 0 0 0 0,-1 1 0 0 0,0-1-1 0 0,1 1 1 0 0,-1-1 0 0 0,0 1 0 0 0,0 0 0 0 0,0-1-1 0 0,1 1 1 0 0,-3 0 0 0 0,2 1-74 0 0,1 0 1 0 0,-1 1-1 0 0,1-1 0 0 0,0 0 1 0 0,-1 0-1 0 0,1 1 1 0 0,0-1-1 0 0,0 0 0 0 0,0 1 1 0 0,0 0-1 0 0,0-1 1 0 0,0 1-1 0 0,1-1 0 0 0,-1 1 1 0 0,0 0-1 0 0,1-1 1 0 0,0 1-1 0 0,-1 0 0 0 0,1 0 1 0 0,0 0-1 0 0,0-1 0 0 0,0 1 1 0 0,0 3-1 0 0,-5 64-57 0 0,-17 135 1322 0 0,11-121-7 0 0,3 0 0 0 0,4 1-1 0 0,13 164 1 0 0,8-106-817 0 0,54 209 1 0 0,160 697 737 0 0,-175-556-1021 0 0,-11-68-172 0 0,57 77 463 0 0,-84-448-381 0 0,3-2 1 0 0,32 61-1 0 0,-49-105-48 0 0,9 23 111 0 0,-8-20-34 0 0,0 1 0 0 0,0-1 0 0 0,1 0-1 0 0,8 11 1 0 0,-14-20-77 0 0,1-1 0 0 0,-1 0 0 0 0,0 0-1 0 0,0 0 1 0 0,0 0 0 0 0,0 1 0 0 0,0-1 0 0 0,1 0-1 0 0,-1 0 1 0 0,0 1 0 0 0,0-1 0 0 0,0 0 0 0 0,0 0 0 0 0,0 0-1 0 0,0 1 1 0 0,0-1 0 0 0,0 0 0 0 0,0 0 0 0 0,0 1-1 0 0,0-1 1 0 0,0 0 0 0 0,0 0 0 0 0,0 1 0 0 0,0-1-1 0 0,0 0 1 0 0,0 0 0 0 0,0 1 0 0 0,0-1 0 0 0,0 0-1 0 0,0 0 1 0 0,0 0 0 0 0,-1 1 0 0 0,1-1 0 0 0,0 0-1 0 0,0 0 1 0 0,0 0 0 0 0,0 1 0 0 0,-1-1 0 0 0,-11 5-24 0 0,-17-2-77 0 0,13-4-47 0 0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42.1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30 113 3913 0 0,'1'-15'-272'0'0,"0"0"0"0"0,-1 0 0 0 0,0 0 0 0 0,-2 0 0 0 0,1 0 1 0 0,3-8 8112 0 0,-14 149-2253 0 0,1-28-4845 0 0,4 283 1612 0 0,6-179-1174 0 0,18 474 163 0 0,71-6-241 0 0,-71-581-1323 0 0,-4 1 0 0 0,2 144 0 0 0,-15-230-328 0 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42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11522 0 0,'5'4'156'0'0,"-1"-1"-1"0"0,0-1 0 0 0,1 1 0 0 0,0 0 0 0 0,0-1 0 0 0,0 0 0 0 0,0 0 0 0 0,0-1 0 0 0,6 2 0 0 0,3 1 79 0 0,541 223 3117 0 0,-501-202-3031 0 0,0 2 0 0 0,-1 2 0 0 0,-2 3 0 0 0,-1 2 0 0 0,-2 3-1 0 0,85 82 1 0 0,52 58-867 0 0,-145-143-57 0 0,3-2 1 0 0,82 48 0 0 0,-101-67 967 0 0,29 22 1 0 0,-53-34-405 0 0,0-1 0 0 0,0 1 0 0 0,0-1 0 0 0,1 1 0 0 0,-2 0 0 0 0,1-1 0 0 0,0 1 0 0 0,0 0 0 0 0,0-1 0 0 0,0 1-1 0 0,0 0 1 0 0,0-1 0 0 0,-1 1 0 0 0,1-1 0 0 0,0 1 0 0 0,0-1 0 0 0,-1 1 0 0 0,1 0 0 0 0,-1-1 0 0 0,1 1 0 0 0,0-1 0 0 0,-1 0 0 0 0,1 1 0 0 0,-1-1 0 0 0,1 1 0 0 0,-1-1 0 0 0,1 0 0 0 0,-1 1 0 0 0,1-1-1 0 0,-1 0 1 0 0,0 1 0 0 0,1-1 0 0 0,-1 0 0 0 0,0 0 0 0 0,-24 16-432 0 0,25-16 440 0 0,-138 85 1739 0 0,-52 27-410 0 0,-100 52-768 0 0,156-85-341 0 0,32-15-316 0 0,-163 137 0 0 0,160-123 322 0 0,-15 12-205 0 0,99-71-2577 0 0,-28 31 0 0 0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43.4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7690 0 0,'5'6'260'0'0,"-1"0"0"0"0,0 0 0 0 0,0 1 0 0 0,-1-1 0 0 0,3 7 0 0 0,0 3-73 0 0,-1-1-1 0 0,0 1 1 0 0,-1 0 0 0 0,-1 0-1 0 0,2 24 1 0 0,-1 86 1179 0 0,-4-90-1159 0 0,16 507 1518 0 0,43-3-1678 0 0,-32-387 51 0 0,63 346 2749 0 0,-64-381-2160 0 0,-13-69-5375 0 0,-5-21-753 0 0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43.8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27 334 13827 0 0,'-25'-12'1312'0'0,"25"12"-1322"0"0,0 0 0 0 0,0 0 0 0 0,0 0 0 0 0,0-1-1 0 0,0 1 1 0 0,0 0 0 0 0,-1 0 0 0 0,1 0 0 0 0,0 0 0 0 0,0 0 0 0 0,0 0 0 0 0,0-1 0 0 0,0 1-1 0 0,0 0 1 0 0,0 0 0 0 0,0 0 0 0 0,0 0 0 0 0,0-1 0 0 0,0 1 0 0 0,0 0 0 0 0,0 0-1 0 0,0 0 1 0 0,0 0 0 0 0,0 0 0 0 0,0-1 0 0 0,0 1 0 0 0,0 0 0 0 0,0 0 0 0 0,0 0-1 0 0,0 0 1 0 0,0 0 0 0 0,0-1 0 0 0,0 1 0 0 0,0 0 0 0 0,1 0 0 0 0,-1 0 0 0 0,0 0-1 0 0,0 0 1 0 0,0 0 0 0 0,0-1 0 0 0,0 1 0 0 0,0 0 0 0 0,1 0 0 0 0,14-5-1435 0 0,84-8-2244 0 0,53 4 5027 0 0,-65 6 376 0 0,-63 1-1281 0 0,448-39 3518 0 0,160-35-2006 0 0,-82 12-827 0 0,-535 62-1007 0 0,528-68 1824 0 0,3 40-1575 0 0,-332 41-1239 0 0,239 44 0 0 0,-372-44-1137 0 0,-34-4-4840 0 0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44.5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2405 22 10594 0 0,'0'-2'106'0'0,"0"1"-1"0"0,-1 0 0 0 0,1 0 0 0 0,-1 0 1 0 0,0 0-1 0 0,1 0 0 0 0,-1 0 1 0 0,0-1-1 0 0,0 2 0 0 0,1-1 1 0 0,-1 0-1 0 0,0 0 0 0 0,0 0 1 0 0,0 0-1 0 0,0 1 0 0 0,0-1 0 0 0,0 0 1 0 0,-1 1-1 0 0,1-1 0 0 0,0 1 1 0 0,0-1-1 0 0,0 1 0 0 0,-1-1 1 0 0,1 1-1 0 0,0 0 0 0 0,0 0 1 0 0,-1 0-1 0 0,1 0 0 0 0,0 0 0 0 0,0 0 1 0 0,-3 0-1 0 0,-43 2-442 0 0,-20 14-2007 0 0,-124 47-1 0 0,123-38 3689 0 0,-119 28 0 0 0,35-31 682 0 0,-217 2 0 0 0,364-23-2005 0 0,-480-15 3162 0 0,414 9-2629 0 0,36 3-332 0 0,-61-5-219 0 0,0 4 1 0 0,-152 16-1 0 0,35 23-5645 0 0,171-26 314 0 0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45.0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4 11522 0 0,'0'0'63'0'0,"-1"-1"-1"0"0,0 1 1 0 0,0 0-1 0 0,1-1 1 0 0,-1 1-1 0 0,0 0 0 0 0,0-1 1 0 0,0 1-1 0 0,0 0 1 0 0,0 0-1 0 0,0 0 1 0 0,1 0-1 0 0,-1 0 0 0 0,0 0 1 0 0,0 0-1 0 0,0 0 1 0 0,0 0-1 0 0,0 0 1 0 0,0 1-1 0 0,1-1 1 0 0,-1 0-1 0 0,0 1 0 0 0,0-1 1 0 0,0 0-1 0 0,0 1 1 0 0,0 0-1 0 0,-1 1-33 0 0,1-1 0 0 0,0 1 0 0 0,-1-1 0 0 0,1 1 0 0 0,0 0 0 0 0,0-1 0 0 0,0 1 0 0 0,1 0-1 0 0,-1 0 1 0 0,0 0 0 0 0,0 3 0 0 0,-1 3-141 0 0,1 1 0 0 0,0 0 0 0 0,0 0 0 0 0,1 10 0 0 0,19 151 1868 0 0,-2-29 1101 0 0,11 254-331 0 0,64 709-5659 0 0,-54-754 4919 0 0,14 119 342 0 0,-28-244-2042 0 0,-15-112 342 0 0,5-2 0 0 0,37 142 0 0 0,-13-143 46 0 0,3 10-1236 0 0,-40-112 442 0 0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45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73 157 8754 0 0,'-12'3'440'0'0,"-27"9"1255"0"0,18 5 4013 0 0,21-17-5700 0 0,0 1 1 0 0,0-1 0 0 0,0 0-1 0 0,0 0 1 0 0,0 0 0 0 0,0 0-1 0 0,0 0 1 0 0,0 0-1 0 0,-1 0 1 0 0,1 1 0 0 0,0-1-1 0 0,0 0 1 0 0,0 0 0 0 0,0 0-1 0 0,0 0 1 0 0,0 0-1 0 0,0 1 1 0 0,0-1 0 0 0,0 0-1 0 0,0 0 1 0 0,0 0-1 0 0,0 0 1 0 0,0 0 0 0 0,0 1-1 0 0,0-1 1 0 0,0 0 0 0 0,0 0-1 0 0,1 0 1 0 0,-1 0-1 0 0,0 0 1 0 0,0 0 0 0 0,0 1-1 0 0,0-1 1 0 0,0 0-1 0 0,0 0 1 0 0,0 0 0 0 0,0 0-1 0 0,0 0 1 0 0,0 0 0 0 0,1 0-1 0 0,-1 0 1 0 0,0 1-1 0 0,0-1 1 0 0,0 0 0 0 0,0 0-1 0 0,0 0 1 0 0,0 0-1 0 0,1 0 1 0 0,-1 0 0 0 0,0 0-1 0 0,0 0 1 0 0,0 0 0 0 0,0 0-1 0 0,1 0 1 0 0,13 1-395 0 0,13-5-625 0 0,124-28-2782 0 0,1 10 3693 0 0,156-5 4249 0 0,-278 25-3818 0 0,328-37 2739 0 0,-5 0-2341 0 0,948 18 613 0 0,-1111 36-1378 0 0,81 2 385 0 0,-230-17-1042 0 0,0-2 1 0 0,0-2-1 0 0,0-2 0 0 0,60-15 1 0 0,-73 12-5950 0 0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0:04.2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 5793 0 0,'0'0'224'0'0,"0"-1"0"0"0,0 0 0 0 0,0 1 0 0 0,1-1 1 0 0,-1 0-1 0 0,0 1 0 0 0,1-1 0 0 0,-1 0 0 0 0,0 1 0 0 0,1-1 0 0 0,1-1 896 0 0,-2 1-896 0 0,1 1 0 0 0,0-1 0 0 0,-1 1 0 0 0,1 0 0 0 0,-1-1 0 0 0,1 1 1 0 0,0 0-1 0 0,-1-1 0 0 0,1 1 0 0 0,0 0 0 0 0,-1 0 0 0 0,1 0 0 0 0,0 0 0 0 0,-1 0 0 0 0,1 0 0 0 0,0 0 0 0 0,-1 0 0 0 0,1 0 0 0 0,0 0 0 0 0,-1 0 0 0 0,1 0 0 0 0,0 0 0 0 0,0 0 1 0 0,-1 0-1 0 0,1 1 0 0 0,0-1 0 0 0,0 2-107 0 0,1-1 0 0 0,-1 0 0 0 0,0 0 0 0 0,0 1 1 0 0,0-1-1 0 0,0 0 0 0 0,0 1 0 0 0,0-1 0 0 0,0 1 0 0 0,-1-1 1 0 0,1 1-1 0 0,0 0 0 0 0,-1-1 0 0 0,0 1 0 0 0,1 0 1 0 0,-1 2-1 0 0,6 132 1679 0 0,-2-22-944 0 0,32 154 161 0 0,2 19-1303 0 0,-35-251-161 0 0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0:04.9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7 371 9674 0 0,'-1'-6'-14'0'0,"-1"0"1"0"0,1 0-1 0 0,0 0 1 0 0,0 0-1 0 0,1 0 1 0 0,0 0-1 0 0,0-1 0 0 0,1 1 1 0 0,-1 0-1 0 0,3-7 1 0 0,-1-15-443 0 0,9-157-5549 0 0,6 101 18374 0 0,-7 116-10472 0 0,-2 23-1347 0 0,-3 0 1 0 0,-3 105-1 0 0,-1-37-203 0 0,42 401 1574 0 0,33-4-1274 0 0,3 27-499 0 0,-38 4 337 0 0,-40-480-495 0 0,-1 12 314 0 0,4 0 0 0 0,26 155 1 0 0,-27-224-476 0 0,1 0 0 0 0,1 0 0 0 0,6 14 0 0 0,-9-25 11 0 0,-1 1-1 0 0,1-1 1 0 0,0 0 0 0 0,0 1 0 0 0,0-1 0 0 0,1 0-1 0 0,-1 0 1 0 0,1 0 0 0 0,-1-1 0 0 0,1 1 0 0 0,0-1-1 0 0,0 1 1 0 0,0-1 0 0 0,0 0 0 0 0,1 0-1 0 0,4 2 1 0 0,0-3-1172 0 0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0:05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34 194 3225 0 0,'-34'14'11535'0'0,"35"-13"-11391"0"0,13 8-716 0 0,3-6 353 0 0,-1 0-1 0 0,1 0 1 0 0,0-2-1 0 0,0 0 0 0 0,-1-1 1 0 0,1-1-1 0 0,32-5 1 0 0,2 1-86 0 0,282-9 2240 0 0,-185 9-926 0 0,62-12 149 0 0,220-47 0 0 0,-229 30-534 0 0,609-46 557 0 0,-619 78-1380 0 0,-1 8 0 0 0,238 38 0 0 0,2 33-3941 0 0,-353-62-1265 0 0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0:06.5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2 11490 0 0,'1'-1'81'0'0,"-1"1"0"0"0,0 0 0 0 0,1 0 0 0 0,-1 0 0 0 0,1 0 0 0 0,-1 0-1 0 0,1 0 1 0 0,-1 0 0 0 0,1 0 0 0 0,-1 0 0 0 0,1 0 0 0 0,-1 0 0 0 0,0 0 0 0 0,1 0-1 0 0,-1 0 1 0 0,1 0 0 0 0,-1 0 0 0 0,1 0 0 0 0,-1 1 0 0 0,0-1 0 0 0,1 0-1 0 0,-1 0 1 0 0,1 0 0 0 0,-1 1 0 0 0,0-1 0 0 0,1 0 0 0 0,-1 1 0 0 0,0-1-1 0 0,1 0 1 0 0,-1 1 0 0 0,0-1 0 0 0,0 0 0 0 0,1 1 0 0 0,-1-1 0 0 0,0 1 0 0 0,0-1-1 0 0,1 0 1 0 0,-1 1 0 0 0,0-1 0 0 0,0 1 0 0 0,0-1 0 0 0,0 1 0 0 0,0-1-1 0 0,0 1 1 0 0,8 22 957 0 0,-5 10-820 0 0,-1 0 0 0 0,-4 62-1 0 0,0 5 188 0 0,13 62 567 0 0,7-2 0 0 0,43 177 1 0 0,-37-203-693 0 0,13 225 0 0 0,-28 138 149 0 0,-9-469-427 0 0,24 318-24 0 0,28-2-13 0 0,-21-158 28 0 0,22 397 7 0 0,-50-404-3 0 0,3 49 46 0 0,3-55 1243 0 0,-10-173-1248 0 0,1-1 0 0 0,0 0-1 0 0,0 1 1 0 0,0-1 0 0 0,0 0 0 0 0,-1 1-1 0 0,1-1 1 0 0,0 0 0 0 0,-1 1-1 0 0,1-1 1 0 0,0 1 0 0 0,-1-1-1 0 0,1 1 1 0 0,-1-1 0 0 0,1 1-1 0 0,-1-1 1 0 0,1 1 0 0 0,-1-1-1 0 0,1 1 1 0 0,-1-1 0 0 0,0 1-1 0 0,1 0 1 0 0,-1-1 0 0 0,-1 1-1 0 0,-24-7 103 0 0,-31 4-381 0 0,55 3 266 0 0,-60 3-1155 0 0,-108 18 1 0 0,85-6-6422 0 0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0:15.3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156 315 200 0 0,'-18'-1'758'0'0,"-1"-1"-1"0"0,0 0 1 0 0,1-1-1 0 0,-1-2 1 0 0,-20-6-1 0 0,39 11-708 0 0,-21-11 432 0 0,18 5-1789 0 0,13-1-679 0 0,11-2 11220 0 0,-13 8-8905 0 0,0-1 0 0 0,0 0 0 0 0,0 0 0 0 0,-1-1 1 0 0,1 0-1 0 0,-1 0 0 0 0,7-5 0 0 0,14-5 136 0 0,-7 6-377 0 0,-1 1 0 0 0,1 1-1 0 0,0 1 1 0 0,0 1 0 0 0,42-2 0 0 0,107 14-31 0 0,-115-3 338 0 0,89-4 0 0 0,205-42 1129 0 0,104-4-460 0 0,383-8-787 0 0,-151 3 226 0 0,-491 41-315 0 0,208-6 427 0 0,-118 31-562 0 0,-163-6-44 0 0,-92-10-38 0 0,21 0-92 0 0,-48-1 112 0 0,1 0 0 0 0,-1 1-1 0 0,1-1 1 0 0,0 1 0 0 0,-1 0 0 0 0,1 0 0 0 0,-1 0-1 0 0,1 0 1 0 0,-1 0 0 0 0,0 0 0 0 0,1 0-1 0 0,-1 1 1 0 0,0 0 0 0 0,2 1 0 0 0,0 2-1452 0 0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0:15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10594 0 0,'134'14'2361'0'0,"-101"-5"-2055"0"0,-1 3 1 0 0,0 0 0 0 0,0 2-1 0 0,55 34 1 0 0,-18-10-173 0 0,-47-25-24 0 0,-1 1 0 0 0,0 1 0 0 0,29 28 0 0 0,-27-24 375 0 0,-23-18-457 0 0,1-1-1 0 0,0 0 0 0 0,-1 1 0 0 0,1-1 0 0 0,-1 1 0 0 0,1-1 1 0 0,-1 1-1 0 0,1 0 0 0 0,-1-1 0 0 0,0 1 0 0 0,1-1 1 0 0,-1 1-1 0 0,0 0 0 0 0,1-1 0 0 0,-1 1 0 0 0,0 0 0 0 0,0-1 1 0 0,0 1-1 0 0,1 0 0 0 0,-1-1 0 0 0,0 1 0 0 0,0 0 1 0 0,0 0-1 0 0,0-1 0 0 0,0 1 0 0 0,0 0 0 0 0,-1 1 0 0 0,0-1 14 0 0,1 0-1 0 0,-1 1 0 0 0,0-1 0 0 0,0 0 0 0 0,0 0 0 0 0,0 1 0 0 0,0-1 0 0 0,0 0 1 0 0,-1 0-1 0 0,1 0 0 0 0,0 0 0 0 0,-2 1 0 0 0,-8 3 228 0 0,0 1 0 0 0,-21 6 0 0 0,19-8 65 0 0,-182 64 1546 0 0,-46 19-2190 0 0,227-80-188 0 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0:16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542 30 4609 0 0,'8'-12'1039'0'0,"3"-3"-429"0"0,-11 16-565 0 0,-1-1 0 0 0,1 0 0 0 0,0 0 0 0 0,0 0 0 0 0,0 0 0 0 0,0 0 1 0 0,0 0-1 0 0,0 0 0 0 0,0 0 0 0 0,-1 1 0 0 0,1-1 0 0 0,0 0 0 0 0,0 0 0 0 0,0 0 1 0 0,0 0-1 0 0,0 0 0 0 0,-1 0 0 0 0,1 0 0 0 0,0 0 0 0 0,0 0 0 0 0,0 0 0 0 0,0 0 1 0 0,-1 0-1 0 0,1 0 0 0 0,0 0 0 0 0,0 0 0 0 0,0 0 0 0 0,0 0 0 0 0,0 0 0 0 0,-1 0 1 0 0,1 0-1 0 0,0 0 0 0 0,0-1 0 0 0,0 1 0 0 0,0 0 0 0 0,0 0 0 0 0,-1 0 0 0 0,1 0 1 0 0,0 0-1 0 0,0 0 0 0 0,0 0 0 0 0,0 0 0 0 0,0-1 0 0 0,0 1 0 0 0,0 0 0 0 0,0 0 1 0 0,-1 0-1 0 0,1 0 0 0 0,0 0 0 0 0,0-1 0 0 0,0 1 0 0 0,0 0 0 0 0,0 0 0 0 0,0 0 1 0 0,0 0-1 0 0,0-1 0 0 0,0 1 0 0 0,0 0 0 0 0,0 0 0 0 0,0 0 0 0 0,0 0 0 0 0,0-1 1 0 0,-60 27 608 0 0,2 2 1 0 0,0 3-1 0 0,2 3 1 0 0,2 1 0 0 0,1 3-1 0 0,-65 62 1 0 0,105-90-664 0 0,2 1 1 0 0,0 1-1 0 0,0 0 1 0 0,1 0-1 0 0,1 1 1 0 0,-10 16-1 0 0,17-26 36 0 0,0 0-1 0 0,1 1 0 0 0,-1-1 1 0 0,1 1-1 0 0,0-1 1 0 0,0 1-1 0 0,0 0 0 0 0,1-1 1 0 0,-1 1-1 0 0,1 0 0 0 0,0 0 1 0 0,0-1-1 0 0,0 1 1 0 0,0 0-1 0 0,1-1 0 0 0,0 1 1 0 0,-1 0-1 0 0,1-1 0 0 0,1 1 1 0 0,-1-1-1 0 0,0 1 1 0 0,1-1-1 0 0,0 0 0 0 0,0 1 1 0 0,0-1-1 0 0,0 0 1 0 0,0 0-1 0 0,1 0 0 0 0,-1-1 1 0 0,1 1-1 0 0,0-1 0 0 0,3 3 1 0 0,0 0 113 0 0,1 0 1 0 0,1-1-1 0 0,-1 0 1 0 0,0 0 0 0 0,1-1-1 0 0,0 0 1 0 0,0 0-1 0 0,16 3 1 0 0,73 7 519 0 0,-44-7-437 0 0,-3 1-130 0 0,114 20 663 0 0,-136-21-737 0 0,0 2 0 0 0,-1 0 0 0 0,45 22 1 0 0,-62-24-360 0 0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0:17.3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44 8290 0 0,'-30'-43'6682'0'0,"29"43"-6632"0"0,11 28 1115 0 0,16 38-756 0 0,3-2 0 0 0,2 0 0 0 0,4-2 0 0 0,45 62 0 0 0,13 18 275 0 0,-61-77-6066 0 0,-21-42-438 0 0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0:17.6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86 5985 0 0,'1'-2'178'0'0,"0"0"-1"0"0,-1 0 0 0 0,1 1 0 0 0,0-1 1 0 0,0 0-1 0 0,0 1 0 0 0,0-1 1 0 0,0 1-1 0 0,0-1 0 0 0,1 1 1 0 0,-1 0-1 0 0,0-1 0 0 0,1 1 1 0 0,-1 0-1 0 0,1 0 0 0 0,2-1 0 0 0,31-20 1100 0 0,-28 18-1072 0 0,1-1-92 0 0,1 0 0 0 0,0 1 1 0 0,0 0-1 0 0,0 1 0 0 0,1 0 0 0 0,-1 0 0 0 0,1 1 1 0 0,-1 0-1 0 0,1 1 0 0 0,0 0 0 0 0,0 0 1 0 0,-1 1-1 0 0,1 1 0 0 0,18 2 0 0 0,-21-1-117 0 0,0-1-1 0 0,-1 2 0 0 0,1-1 1 0 0,-1 1-1 0 0,0 0 1 0 0,0 0-1 0 0,0 1 1 0 0,0 0-1 0 0,0 0 0 0 0,-1 0 1 0 0,0 0-1 0 0,0 1 1 0 0,0 0-1 0 0,0 0 1 0 0,-1 1-1 0 0,0-1 0 0 0,0 1 1 0 0,0 0-1 0 0,-1 0 1 0 0,0 0-1 0 0,5 13 1 0 0,-6-11-6 0 0,1 0 1 0 0,-1 0 0 0 0,-1 1 0 0 0,1-1 0 0 0,-1 0 0 0 0,-1 1-1 0 0,0-1 1 0 0,0 1 0 0 0,0-1 0 0 0,-1 1 0 0 0,-1-1 0 0 0,-2 9 0 0 0,-3 8 151 0 0,-2-1 1 0 0,-18 38 0 0 0,-6 13 1703 0 0,29-61-1569 0 0,3-12-481 0 0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0:18.3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3 365 9674 0 0,'0'-1'129'0'0,"-1"0"0"0"0,1 0 0 0 0,0 1 0 0 0,-1-1 0 0 0,1 0 0 0 0,0 0 0 0 0,0 1 0 0 0,0-1 0 0 0,-1 0 0 0 0,1 0-1 0 0,0 1 1 0 0,0-1 0 0 0,0 0 0 0 0,0 0 0 0 0,0 0 0 0 0,1 1 0 0 0,-1-1 0 0 0,0 0 0 0 0,0 0 0 0 0,0 0 0 0 0,1 1 0 0 0,-1-1 0 0 0,0 0 0 0 0,1 1 0 0 0,-1-1 0 0 0,1 0 0 0 0,-1 1 0 0 0,1-1 0 0 0,-1 0 0 0 0,1 1-1 0 0,-1-1 1 0 0,1 1 0 0 0,0-1 0 0 0,-1 1 0 0 0,1-1 0 0 0,0 1 0 0 0,-1 0 0 0 0,1-1 0 0 0,0 1 0 0 0,0 0 0 0 0,-1-1 0 0 0,1 1 0 0 0,1 0 0 0 0,3-3-438 0 0,15-8 332 0 0,-1-1-1 0 0,0-1 1 0 0,-2-1-1 0 0,29-26 0 0 0,-42 35-135 0 0,0 1 0 0 0,0-1 0 0 0,-1 0-1 0 0,1-1 1 0 0,-1 1 0 0 0,0 0 0 0 0,-1-1-1 0 0,1 0 1 0 0,2-10 0 0 0,-4 12 23 0 0,-1-1 1 0 0,1 1 0 0 0,-1 0-1 0 0,0 0 1 0 0,0 0-1 0 0,0 0 1 0 0,-1 0-1 0 0,0-1 1 0 0,1 1 0 0 0,-1 0-1 0 0,-1 0 1 0 0,1 0-1 0 0,-1 1 1 0 0,1-1 0 0 0,-1 0-1 0 0,-3-4 1 0 0,4 7 63 0 0,1 0 0 0 0,-1 0 0 0 0,0-1 0 0 0,1 1 0 0 0,-1 0 0 0 0,0 0 0 0 0,0 0 0 0 0,0 0 0 0 0,0 0-1 0 0,0 0 1 0 0,0 0 0 0 0,0 1 0 0 0,0-1 0 0 0,-1 0 0 0 0,1 1 0 0 0,0-1 0 0 0,0 0 0 0 0,-1 1 0 0 0,1-1 0 0 0,0 1 0 0 0,-1 0 0 0 0,1 0 0 0 0,0-1 0 0 0,-3 1 0 0 0,2 1 14 0 0,-1-1 0 0 0,1 1 1 0 0,0 0-1 0 0,0 0 0 0 0,0 0 0 0 0,0 0 0 0 0,0 0 0 0 0,0 0 0 0 0,0 0 1 0 0,0 1-1 0 0,0-1 0 0 0,1 1 0 0 0,-3 2 0 0 0,-6 7 73 0 0,2 0 1 0 0,0 1-1 0 0,-12 22 0 0 0,18-31-49 0 0,1-2-27 0 0,0 1 1 0 0,0 0 0 0 0,-1 0 0 0 0,1 0 0 0 0,0 1 0 0 0,1-1 0 0 0,-1 0 0 0 0,0 0-1 0 0,1 0 1 0 0,-1 1 0 0 0,1-1 0 0 0,0 0 0 0 0,0 1 0 0 0,0-1 0 0 0,0 0 0 0 0,0 0-1 0 0,0 1 1 0 0,0-1 0 0 0,1 0 0 0 0,-1 0 0 0 0,1 1 0 0 0,1 3 0 0 0,0-4 66 0 0,0 0 0 0 0,1 0 1 0 0,-1 0-1 0 0,0 0 0 0 0,1 0 1 0 0,-1 0-1 0 0,1-1 0 0 0,-1 1 1 0 0,1-1-1 0 0,0 1 1 0 0,0-1-1 0 0,-1 0 0 0 0,1 0 1 0 0,0-1-1 0 0,0 1 0 0 0,0 0 1 0 0,4-1-1 0 0,10 3 437 0 0,0-1 0 0 0,0-1-1 0 0,0 0 1 0 0,0-1 0 0 0,0-1 0 0 0,0-1-1 0 0,0 0 1 0 0,21-7 0 0 0,-25 5-605 0 0,0 0 1 0 0,-1-2-1 0 0,0 1 1 0 0,0-1 0 0 0,0-1-1 0 0,0 0 1 0 0,-1-1-1 0 0,-1 0 1 0 0,1-1-1 0 0,17-20 1 0 0,-22 23-347 0 0,48-59-3061 0 0,-49 58 3464 0 0,0 0 0 0 0,-1 0 0 0 0,0-1 1 0 0,0 0-1 0 0,-1 0 0 0 0,1 0 0 0 0,2-13 0 0 0,-6 21 157 0 0,0-1 0 0 0,0 1 1 0 0,-1-1-1 0 0,1 1 0 0 0,0-1 0 0 0,0 1 0 0 0,0-1 0 0 0,0 1 0 0 0,-1-1 0 0 0,1 1 1 0 0,0 0-1 0 0,0-1 0 0 0,-1 1 0 0 0,1-1 0 0 0,0 1 0 0 0,-1-1 0 0 0,1 1 1 0 0,0 0-1 0 0,-1-1 0 0 0,1 1 0 0 0,-1 0 0 0 0,1 0 0 0 0,0-1 0 0 0,-1 1 1 0 0,1 0-1 0 0,-1 0 0 0 0,1 0 0 0 0,-1-1 0 0 0,1 1 0 0 0,-1 0 0 0 0,1 0 1 0 0,-1 0-1 0 0,1 0 0 0 0,-1 0 0 0 0,1 0 0 0 0,-1 0 0 0 0,1 0 0 0 0,-1 0 1 0 0,1 0-1 0 0,-2 1 0 0 0,1-1-6 0 0,1 0 0 0 0,-1 0-1 0 0,1 0 1 0 0,-1 0 0 0 0,0 0 0 0 0,1 0 0 0 0,-1 0-1 0 0,0 1 1 0 0,1-1 0 0 0,-1 0 0 0 0,1 0 0 0 0,-1 1-1 0 0,0-1 1 0 0,1 0 0 0 0,-1 1 0 0 0,1-1 0 0 0,-1 1-1 0 0,1-1 1 0 0,-1 1 0 0 0,1-1 0 0 0,0 1 0 0 0,-1-1-1 0 0,1 1 1 0 0,-1-1 0 0 0,1 1 0 0 0,0-1 0 0 0,0 1-1 0 0,-1 0 1 0 0,1-1 0 0 0,0 1 0 0 0,0-1 0 0 0,0 1 0 0 0,0 0-1 0 0,0-1 1 0 0,-1 1 0 0 0,1 0 0 0 0,0-1 0 0 0,1 2-1 0 0,7 44 244 0 0,22 61-1 0 0,-13-47 68 0 0,-7-30-180 0 0,0-1-1 0 0,2 0 0 0 0,1 0 1 0 0,29 45-1 0 0,10-1-2156 0 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0:18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1 106 6913 0 0,'2'-6'127'0'0,"0"0"-1"0"0,0 0 0 0 0,1 1 1 0 0,0-1-1 0 0,0 1 0 0 0,0 0 1 0 0,1 0-1 0 0,-1 0 0 0 0,1 0 1 0 0,1 1-1 0 0,-1 0 0 0 0,1-1 1 0 0,-1 2-1 0 0,1-1 0 0 0,6-3 1 0 0,-7 4 7 0 0,1 0-1 0 0,-1 0 1 0 0,1 0 0 0 0,0 1 0 0 0,0 0 0 0 0,0 0 0 0 0,0 0-1 0 0,0 1 1 0 0,1 0 0 0 0,-1 0 0 0 0,0 0 0 0 0,1 0 0 0 0,-1 1-1 0 0,1 0 1 0 0,-1 0 0 0 0,0 1 0 0 0,9 1 0 0 0,-12-2-106 0 0,0 1 1 0 0,0 0-1 0 0,0 0 1 0 0,0 0-1 0 0,0 0 1 0 0,0 0-1 0 0,0 0 1 0 0,-1 0-1 0 0,1 1 1 0 0,0-1-1 0 0,-1 1 1 0 0,1-1 0 0 0,-1 1-1 0 0,0-1 1 0 0,1 1-1 0 0,-1 0 1 0 0,0 0-1 0 0,0 0 1 0 0,1 3-1 0 0,-1-2 4 0 0,0 1-1 0 0,0 0 1 0 0,0 0-1 0 0,-1 0 1 0 0,0 0 0 0 0,0-1-1 0 0,0 1 1 0 0,0 0-1 0 0,0 0 1 0 0,-2 4 0 0 0,0 2 34 0 0,-1 0 1 0 0,0 0 0 0 0,-1 0-1 0 0,0-1 1 0 0,0 1-1 0 0,-1-1 1 0 0,-8 11 0 0 0,1-6 201 0 0,0 0 1 0 0,-25 20 0 0 0,23-22 175 0 0,0 1 0 0 0,-16 20 1 0 0,20-20-216 0 0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1:03.4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7 5065 0 0,'-33'3'2668'0'0,"28"-3"-2131"0"0,1 0-1 0 0,-1 0 0 0 0,1 0 1 0 0,-1 1-1 0 0,1 0 0 0 0,-1 0 1 0 0,1 0-1 0 0,0 0 0 0 0,-1 0 1 0 0,1 1-1 0 0,0 0 0 0 0,-5 6 3126 0 0,20-8-2503 0 0,9-4-498 0 0,-13 0-534 0 0,1 1 0 0 0,0 0 0 0 0,0 0 0 0 0,0 0 0 0 0,0 1 1 0 0,1 0-1 0 0,-1 1 0 0 0,1 0 0 0 0,-1 0 0 0 0,1 1 0 0 0,-1 0 0 0 0,1 0 0 0 0,-1 1 0 0 0,0 0 1 0 0,16 5-1 0 0,20 7-376 0 0,-33-11-251 0 0,-1 1 0 0 0,0 0 1 0 0,0 0-1 0 0,0 1 1 0 0,0 1-1 0 0,9 5 0 0 0,-11-4-618 0 0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1:03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0 2288 0 0,'-20'2'537'0'0,"0"1"-1"0"0,-26 8 0 0 0,38-8 498 0 0,0 0 0 0 0,0 0 0 0 0,0 0-1 0 0,-12 8 1 0 0,20-10-832 0 0,-1 0-1 0 0,0 0 1 0 0,1-1 0 0 0,-1 1-1 0 0,0 0 1 0 0,1 0 0 0 0,-1 0 0 0 0,1 0-1 0 0,-1 0 1 0 0,1 0 0 0 0,0 0-1 0 0,-1 0 1 0 0,1 0 0 0 0,0 0-1 0 0,0 0 1 0 0,-1 0 0 0 0,1 0 0 0 0,0 0-1 0 0,0 1 1 0 0,0-1 0 0 0,1 0-1 0 0,-1 0 1 0 0,0 2 0 0 0,10 31 958 0 0,-5-19-462 0 0,20 106 1722 0 0,15 64-1245 0 0,-30-148-1331 0 0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1:04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9674 0 0,'7'15'4468'0'0,"-3"0"-3869"0"0,0 0-1 0 0,4 23 1 0 0,3 87 559 0 0,4 34-849 0 0,-10-126-2788 0 0,11 36 0 0 0,-10-47-2870 0 0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1:04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44 107 1376 0 0,'-24'-4'200'0'0,"4"2"4535"0"0,20 1-4636 0 0,0 0 1 0 0,1 1 0 0 0,-1-1-1 0 0,0 1 1 0 0,0-1 0 0 0,1 0-1 0 0,-1 1 1 0 0,0-1 0 0 0,1 1-1 0 0,-1-1 1 0 0,0 1 0 0 0,1-1-1 0 0,-1 1 1 0 0,1-1 0 0 0,-1 1-1 0 0,1-1 1 0 0,-1 1 0 0 0,1 0-1 0 0,-1-1 1 0 0,1 1 0 0 0,-1 0 0 0 0,1-1-1 0 0,0 1 1 0 0,0 0 0 0 0,19-14 652 0 0,7 1-37 0 0,1 1 1 0 0,0 1-1 0 0,1 2 0 0 0,0 1 0 0 0,35-6 0 0 0,-39 11-2391 0 0,41-1 0 0 0,-45 4-2825 0 0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1:05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575 0 8290 0 0,'-52'2'2151'0'0,"-57"11"-1"0"0,67-7-1384 0 0,-1-2 1 0 0,-71-1-1 0 0,84-6-643 0 0,3 1 636 0 0,-44 1 0 0 0,65 1-1198 0 0,-1 1 1 0 0,0-1 0 0 0,1 2-1 0 0,-1-1 1 0 0,1 1 0 0 0,0 0-1 0 0,-1 0 1 0 0,1 0 0 0 0,0 1-1 0 0,0 0 1 0 0,-10 8-1 0 0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1:05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2 6913 0 0,'-7'0'3514'0'0,"7"0"-3449"0"0,0 0 0 0 0,0 0 0 0 0,0 0 0 0 0,0 0 1 0 0,0-1-1 0 0,0 1 0 0 0,0 0 0 0 0,0 0 0 0 0,0 0 0 0 0,-7 23 1042 0 0,-3 34-819 0 0,1 64 526 0 0,5-1 0 0 0,12 131 0 0 0,27 46 64 0 0,-6-66-364 0 0,0 38-153 0 0,21 322 695 0 0,-46-504-800 0 0,5 1 1 0 0,38 169-1 0 0,-37-222-2740 0 0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1:06.2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9 117 3225 0 0,'0'0'110'0'0,"-1"-1"0"0"0,1 1 0 0 0,-1 0 1 0 0,0-1-1 0 0,1 1 0 0 0,-1-1 0 0 0,1 1 0 0 0,-1-1 1 0 0,1 1-1 0 0,-1-1 0 0 0,1 0 0 0 0,0 1 0 0 0,-1-1 1 0 0,1 0-1 0 0,0 1 0 0 0,-1-1 0 0 0,1 0 0 0 0,0 1 1 0 0,0-1-1 0 0,0 0 0 0 0,-1 1 0 0 0,1-1 1 0 0,0 0-1 0 0,0 0 0 0 0,0 1 0 0 0,0-1 0 0 0,0 0 1 0 0,1 0-1 0 0,-1 0 0 0 0,4-23 4033 0 0,-3 25-3959 0 0,0-1-1 0 0,0 0 1 0 0,0 0-1 0 0,-1 0 1 0 0,1 0-1 0 0,0 1 0 0 0,0-1 1 0 0,-1 0-1 0 0,1 1 1 0 0,0-1-1 0 0,-1 0 1 0 0,1 1-1 0 0,0-1 1 0 0,-1 1-1 0 0,1-1 1 0 0,-1 1-1 0 0,1 0 0 0 0,0-1 1 0 0,-1 1-1 0 0,0-1 1 0 0,1 1-1 0 0,0 1 1 0 0,15 18 1337 0 0,-15-18-1298 0 0,8 7 23 0 0,0 0-1 0 0,0-1 1 0 0,0 0 0 0 0,1 0-1 0 0,0-1 1 0 0,1 0-1 0 0,14 7 1 0 0,-11-7-223 0 0,0 1-1 0 0,-2 1 1 0 0,1 0-1 0 0,14 13 1 0 0,-8-2 221 0 0,-15-14-92 0 0,0-1 0 0 0,1 0 0 0 0,-1 0 1 0 0,1 0-1 0 0,1 0 0 0 0,-1-1 1 0 0,1 0-1 0 0,-1 0 0 0 0,1-1 1 0 0,10 5-1 0 0,-15-8-130 0 0,0 0 0 0 0,-1 0 0 0 0,1 0 0 0 0,0 0 0 0 0,0 0 0 0 0,0 0 0 0 0,-1 0 0 0 0,1-1-1 0 0,0 1 1 0 0,0 0 0 0 0,0-1 0 0 0,-1 1 0 0 0,1 0 0 0 0,0-1 0 0 0,-1 1 0 0 0,1-1 0 0 0,0 1 0 0 0,-1-1 0 0 0,1 1 0 0 0,-1-1 0 0 0,1 0 0 0 0,0 1 0 0 0,-1-1 0 0 0,0 0-1 0 0,1 1 1 0 0,-1-1 0 0 0,1 0 0 0 0,-1 0 0 0 0,0 1 0 0 0,0-1 0 0 0,1 0 0 0 0,-1 0 0 0 0,0 0 0 0 0,0 0 0 0 0,0 1 0 0 0,0-2 0 0 0,5-35 210 0 0,-5 33-134 0 0,3-45 277 0 0,-3 24-593 0 0,1 0 0 0 0,2 1 1 0 0,0-1-1 0 0,14-48 0 0 0,-7 49-7330 0 0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1:18.5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48 187 2761 0 0,'-20'9'-432'0'0,"-7"7"9126"0"0,51-27-7573 0 0,292-145 2513 0 0,-299 148-3628 0 0,0 0 1 0 0,0 2-1 0 0,1 0 1 0 0,0 1-1 0 0,0 0 1 0 0,19-1-1 0 0,-29 5 5 0 0,-1 1 0 0 0,1 0 0 0 0,-1 0 0 0 0,1 1 0 0 0,-1 0 0 0 0,1 1 0 0 0,-1-1 1 0 0,0 1-1 0 0,1 0 0 0 0,-1 1 0 0 0,0 0 0 0 0,-1 0 0 0 0,1 1 0 0 0,0 0 0 0 0,-1 0 0 0 0,0 0 0 0 0,8 8 0 0 0,2 3 111 0 0,-1 2-1 0 0,-1 0 0 0 0,0 0 1 0 0,-2 1-1 0 0,0 1 1 0 0,-1 0-1 0 0,14 32 0 0 0,-7-6 142 0 0,-2 1-1 0 0,15 65 0 0 0,-20-54-78 0 0,-3-1 1 0 0,2 77-1 0 0,-11 117-9 0 0,2 42-338 0 0,9-132-344 0 0,-16 271 1 0 0,-2-80 442 0 0,9-328-1142 0 0,-1 0 1 0 0,-2-1 0 0 0,-3 28 0 0 0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1:19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74 5529 0 0,'-33'-6'8849'0'0,"44"19"-8626"0"0,0 1 0 0 0,-1 0 1 0 0,-1 0-1 0 0,0 1 0 0 0,7 16 1 0 0,-10-18-32 0 0,0 0 1 0 0,1-1 0 0 0,1 0 0 0 0,0 0-1 0 0,1 0 1 0 0,0-1 0 0 0,19 18 0 0 0,-26-27-194 0 0,1 0 1 0 0,-1 0 0 0 0,1-1-1 0 0,-1 1 1 0 0,1 0 0 0 0,0-1-1 0 0,0 0 1 0 0,0 0 0 0 0,0 0-1 0 0,0 0 1 0 0,0 0 0 0 0,0 0-1 0 0,0-1 1 0 0,0 1 0 0 0,0-1-1 0 0,0 0 1 0 0,1 0 0 0 0,-1 0-1 0 0,0-1 1 0 0,0 1 0 0 0,0-1-1 0 0,0 0 1 0 0,0 1 0 0 0,0-1-1 0 0,0-1 1 0 0,0 1 0 0 0,0 0-1 0 0,0-1 1 0 0,-1 1 0 0 0,1-1-1 0 0,-1 0 1 0 0,1 0 0 0 0,-1 0-1 0 0,0 0 1 0 0,1 0 0 0 0,-1-1-1 0 0,0 1 1 0 0,0-1 0 0 0,-1 1-1 0 0,1-1 1 0 0,-1 0 0 0 0,1 1-1 0 0,1-7 1 0 0,21-48 496 0 0,-9 20-337 0 0,1 1-1 0 0,1 0 0 0 0,35-49 1 0 0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1:40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101 207 2272 0 0,'0'0'11'0'0,"-7"-7"27"0"0,0 0 0 0 0,0 0 0 0 0,1 0 0 0 0,-46-38 17776 0 0,39 47-16611 0 0,12-2-1212 0 0,1 0 0 0 0,0 0 0 0 0,0 0 0 0 0,-1 0 0 0 0,1 0 0 0 0,0 0 0 0 0,-1 0 0 0 0,1 0 0 0 0,0 0 0 0 0,0 0 0 0 0,-1 1 0 0 0,1-1 0 0 0,0 0 0 0 0,-1 0 0 0 0,1 0 0 0 0,0 0 0 0 0,0 0 0 0 0,-1 0 0 0 0,1 1 0 0 0,0-1 0 0 0,0 0 0 0 0,0 0 0 0 0,-1 0 0 0 0,1 1 0 0 0,0-1 0 0 0,0 0 0 0 0,0 0 0 0 0,-1 1 0 0 0,1-1 0 0 0,0 0 0 0 0,0 0 0 0 0,0 1 0 0 0,0-1 0 0 0,0 0 0 0 0,0 1 0 0 0,0-1 0 0 0,0 0 0 0 0,0 0 0 0 0,0 1 0 0 0,0-1 0 0 0,0 0 0 0 0,0 1 0 0 0,0-1 0 0 0,0 0 0 0 0,0 1 0 0 0,0-1 0 0 0,0 0 0 0 0,0 0 0 0 0,0 1 0 0 0,0-1 0 0 0,0 0 0 0 0,1 0 0 0 0,-1 1 0 0 0,0-1 0 0 0,0 0 0 0 0,0 0 0 0 0,1 1 0 0 0,36 30 644 0 0,-24-17-636 0 0,2-1 0 0 0,21 16 0 0 0,-22-19 14 0 0,-1 1 0 0 0,0 0 1 0 0,-1 0-1 0 0,14 18 1 0 0,-17-17-35 0 0,6 11 52 0 0,2-1-1 0 0,0-1 1 0 0,2-1-1 0 0,0 0 1 0 0,1-2-1 0 0,37 28 1 0 0,-51-43-37 0 0,-1 1 1 0 0,0-1-1 0 0,0 1 1 0 0,0 0-1 0 0,-1 0 0 0 0,1 1 1 0 0,-1 0-1 0 0,0 0 1 0 0,0 0-1 0 0,0 0 1 0 0,-1 0-1 0 0,0 1 0 0 0,0-1 1 0 0,0 1-1 0 0,2 8 1 0 0,-1-11 213 0 0,0-10-35 0 0,1-6-22 0 0,-5 13-151 0 0,4-14 89 0 0,0 1 1 0 0,-1-1-1 0 0,2-22 1 0 0,7-28-44 0 0,0 26-39 0 0,1 1 0 0 0,2 0 0 0 0,1 1 0 0 0,2 1 0 0 0,1 0 1 0 0,2 2-1 0 0,2 0 0 0 0,45-51 0 0 0,-54 67-7 0 0,-12 14 0 0 0,1-1 0 0 0,0 0 0 0 0,0 1 0 0 0,0 0 0 0 0,0-1 0 0 0,7-3 0 0 0,-10 7 11 0 0,0 1 31 0 0,0 0-31 0 0,1 1-27 0 0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1:43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39 15555 0 0,'0'-2'97'0'0,"-1"0"-1"0"0,1 1 1 0 0,0-1-1 0 0,0 0 1 0 0,0 0-1 0 0,0 1 1 0 0,0-1-1 0 0,0 0 0 0 0,0 1 1 0 0,1-1-1 0 0,-1 0 1 0 0,0 0-1 0 0,1 1 1 0 0,0-1-1 0 0,-1 1 1 0 0,1-1-1 0 0,0 1 1 0 0,2-4-1 0 0,-3 5-106 0 0,0 0 1 0 0,0-1-1 0 0,1 1 1 0 0,-1 0-1 0 0,0 0 1 0 0,0-1-1 0 0,1 1 1 0 0,-1 0-1 0 0,0 0 1 0 0,1 0-1 0 0,-1-1 1 0 0,0 1-1 0 0,1 0 1 0 0,-1 0-1 0 0,1 0 1 0 0,-1 0-1 0 0,0 0 1 0 0,1-1-1 0 0,-1 1 1 0 0,0 0-1 0 0,1 0 0 0 0,-1 0 1 0 0,1 0-1 0 0,-1 0 1 0 0,0 0-1 0 0,1 0 1 0 0,-1 1-1 0 0,1-1 1 0 0,-1 0-1 0 0,1 0 1 0 0,0 1 13 0 0,0 0 0 0 0,0 0 0 0 0,0 0 0 0 0,-1 0 1 0 0,1 0-1 0 0,0 0 0 0 0,0 0 0 0 0,-1 0 0 0 0,1 0 1 0 0,0 0-1 0 0,-1 0 0 0 0,1 0 0 0 0,-1 1 0 0 0,0-1 1 0 0,1 2-1 0 0,12 48 145 0 0,7 56 0 0 0,4 21 989 0 0,11-8-615 0 0,5-2 0 0 0,5-1-1 0 0,91 167 1 0 0,-111-231-3357 0 0,-16-31-3713 0 0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1:43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19 189 14747 0 0,'-1'0'82'0'0,"0"0"-1"0"0,1 0 1 0 0,-1 0-1 0 0,0 0 1 0 0,1 0-1 0 0,-1 0 1 0 0,0 0-1 0 0,1 0 1 0 0,-1-1-1 0 0,0 1 1 0 0,1 0-1 0 0,-1 0 1 0 0,1-1-1 0 0,-1 1 1 0 0,0 0-1 0 0,1-1 1 0 0,-1 1-1 0 0,1 0 1 0 0,-1-1 0 0 0,1 1-1 0 0,-1-1 1 0 0,1 1-1 0 0,-1-1 1 0 0,1 1-1 0 0,0-1 1 0 0,-1 1-1 0 0,1-1 1 0 0,0 1-1 0 0,-1-1 1 0 0,1 0-1 0 0,0 1 1 0 0,0-1-1 0 0,-1 0 1 0 0,1 1-1 0 0,0-1 1 0 0,0 0-1 0 0,0 0 1 0 0,18-21 1237 0 0,-11 15-1719 0 0,12-12-441 0 0,2 1-1 0 0,0 0 1 0 0,37-23-1 0 0,-46 34 179 0 0,0 0-1 0 0,0 1 0 0 0,1 1 0 0 0,0 0 0 0 0,0 1 1 0 0,0 0-1 0 0,0 1 0 0 0,1 0 0 0 0,16 0 1 0 0,-10 2 544 0 0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1:43.9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9674 0 0,'5'0'6008'0'0,"27"8"-4318"0"0,-25-3-1711 0 0,0 1 1 0 0,-1 1-1 0 0,0-1 1 0 0,0 1-1 0 0,0 0 1 0 0,-1 0-1 0 0,0 1 1 0 0,7 14-1 0 0,28 74-448 0 0,-23-51 501 0 0,21 51 535 0 0,10 24-91 0 0,-13-43-6216 0 0,-28-64 544 0 0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1:44.3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92 7834 0 0,'0'-1'166'0'0,"-1"-1"0"0"0,1 1 0 0 0,0 0 1 0 0,0-1-1 0 0,0 1 0 0 0,1 0 0 0 0,-1-1 1 0 0,0 1-1 0 0,0 0 0 0 0,1-1 0 0 0,-1 1 0 0 0,1 0 1 0 0,-1-1-1 0 0,1 1 0 0 0,-1 0 0 0 0,1 0 1 0 0,0 0-1 0 0,0 0 0 0 0,0 0 0 0 0,1-2 1 0 0,21-26 557 0 0,-21 26-695 0 0,2 0-1 0 0,-1 0 1 0 0,0 0-1 0 0,0 0 1 0 0,1 1-1 0 0,0-1 0 0 0,-1 1 1 0 0,1 0-1 0 0,0 0 1 0 0,0 0-1 0 0,0 1 1 0 0,1 0-1 0 0,-1-1 1 0 0,0 1-1 0 0,8 0 1 0 0,-5 0 92 0 0,1 1 1 0 0,0 1-1 0 0,-1-1 1 0 0,0 1-1 0 0,1 1 1 0 0,-1-1-1 0 0,0 1 1 0 0,12 5-1 0 0,0 1 324 0 0,0 2 0 0 0,0 1 0 0 0,-1 0 0 0 0,-1 1 0 0 0,26 23-1 0 0,-35-29-327 0 0,-1 1 0 0 0,0 0 0 0 0,0 0-1 0 0,-1 1 1 0 0,0 0 0 0 0,0 0-1 0 0,-1 0 1 0 0,0 1 0 0 0,-1-1 0 0 0,5 14-1 0 0,-7-17 37 0 0,-1 1 0 0 0,0-1 0 0 0,0 1 0 0 0,0-1 0 0 0,-1 1-1 0 0,0 0 1 0 0,0-1 0 0 0,0 1 0 0 0,-1-1 0 0 0,0 1 0 0 0,0-1 0 0 0,0 1-1 0 0,-1-1 1 0 0,0 1 0 0 0,0-1 0 0 0,0 0 0 0 0,0 0 0 0 0,-1 0 0 0 0,-4 6-1 0 0,-2 1 69 0 0,1-1 0 0 0,-1-1-1 0 0,-1 1 1 0 0,0-2-1 0 0,-20 17 1 0 0,-9 0-6143 0 0,22-15-950 0 0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2:35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92 2761 0 0,'-12'-10'9128'0'0,"12"8"-8843"0"0,-4-13 3870 0 0,5 8-4659 0 0,2 2 676 0 0,1 1-1 0 0,0 0 1 0 0,0 0 0 0 0,0 0 0 0 0,0 1 0 0 0,1-1 0 0 0,0 1-1 0 0,-1 0 1 0 0,1 1 0 0 0,0-1 0 0 0,0 1 0 0 0,1 0 0 0 0,-1 0 0 0 0,0 0-1 0 0,1 1 1 0 0,6-1 0 0 0,9-2-976 0 0,-1 2-1 0 0,0 0 1 0 0,24 2 0 0 0,-17 1-4883 0 0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2:35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43 5985 0 0,'-1'0'-35'0'0,"-13"-3"5433"0"0,18 2-4455 0 0,20-8-459 0 0,0 1 1 0 0,0 2 0 0 0,0 0-1 0 0,44-4 1 0 0,-51 10-988 0 0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2:35.9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51 7834 0 0,'2'-3'5125'0'0,"7"-3"-3484"0"0,11-4-1078 0 0,-7 4-566 0 0,0 1-1 0 0,0 0 0 0 0,1 1 1 0 0,0 1-1 0 0,-1 0 0 0 0,18-1 1 0 0,-12 3-2349 0 0,39 2 0 0 0,-36 1 560 0 0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2:36.3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58 8754 0 0,'1'-3'776'0'0,"1"1"-616"0"0,-1-1-160 0 0,1 1 0 0 0,2 0 760 0 0,-1 1 120 0 0,1-1 25 0 0,3-2 7 0 0,5-2-240 0 0,3-2-56 0 0,2 0-8 0 0,2 1 0 0 0,0 2-448 0 0,-1 2-88 0 0,1 2-72 0 0,-1 3 96 0 0,1 2-96 0 0,-4 0 0 0 0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1:03.1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979 74 7834 0 0,'-17'2'-43'0'0,"1"0"0"0"0,0 0 0 0 0,0 2 0 0 0,-17 5 0 0 0,-3 1-226 0 0,19-6 117 0 0,-53 12-575 0 0,-94 36-1 0 0,142-43 723 0 0,0 1-1 0 0,0 1 1 0 0,1 1 0 0 0,1 0-1 0 0,0 2 1 0 0,1 0-1 0 0,0 2 1 0 0,-20 21 0 0 0,-33 45 1235 0 0,-94 139 0 0 0,144-187-902 0 0,2 2 0 0 0,1 1 0 0 0,2 0 1 0 0,-23 71-1 0 0,31-77-126 0 0,1 0 0 0 0,2 1 0 0 0,1-1 0 0 0,2 1 0 0 0,1 0 0 0 0,3 56 0 0 0,5-51 9 0 0,0 0-1 0 0,3 0 1 0 0,1-1-1 0 0,1 0 1 0 0,2-1-1 0 0,2 0 1 0 0,1-2-1 0 0,2 1 1 0 0,1-2-1 0 0,24 32 1 0 0,-29-46-172 0 0,1 0 0 0 0,1-1 0 0 0,0-1 1 0 0,1-1-1 0 0,1 0 0 0 0,0-1 1 0 0,34 19-1 0 0,-40-26-75 0 0,0-1 1 0 0,0-1 0 0 0,1 0-1 0 0,0-1 1 0 0,0 0 0 0 0,0-1-1 0 0,0 0 1 0 0,1-1 0 0 0,-1-1-1 0 0,1 0 1 0 0,-1-1 0 0 0,1 0-1 0 0,-1-1 1 0 0,19-4 0 0 0,0-3 109 0 0,0-2 1 0 0,-1-1-1 0 0,0-2 1 0 0,0 0-1 0 0,-2-3 1 0 0,0 0-1 0 0,0-2 1 0 0,36-30-1 0 0,19-23 918 0 0,90-99-1 0 0,-100 95-488 0 0,-35 35-298 0 0,-2-2 1 0 0,46-66-1 0 0,-62 76-105 0 0,-2-1-1 0 0,-1-1 1 0 0,-2 0-1 0 0,19-55 1 0 0,-21 43-114 0 0,-3-2 1 0 0,-1 1-1 0 0,-2-2 0 0 0,2-94 1 0 0,-10 105 3 0 0,-2 0 0 0 0,-1-1 1 0 0,-2 1-1 0 0,-2 1 0 0 0,-2-1 0 0 0,-23-64 1 0 0,27 90 83 0 0,-1 0 0 0 0,0 1 0 0 0,-1 0 0 0 0,0 0-1 0 0,0 1 1 0 0,-1-1 0 0 0,-1 2 0 0 0,0-1 0 0 0,0 1 0 0 0,-1 1 0 0 0,0 0 0 0 0,-1 0 0 0 0,1 1 0 0 0,-1 0 0 0 0,-1 1 0 0 0,1 0 0 0 0,-1 1 0 0 0,0 0 0 0 0,-15-3 0 0 0,5 2-131 0 0,0 1 0 0 0,-1 1 1 0 0,1 1-1 0 0,-1 1 0 0 0,-30 1 1 0 0,25 2-1465 0 0,-52 10 0 0 0,47-5-1 0 0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1:04.1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17 149 3681 0 0,'-16'15'3855'0'0,"29"-14"-1354"0"0,30-13-1408 0 0,3-5-664 0 0,0 2 0 0 0,1 2-1 0 0,76-10 1 0 0,146 0 376 0 0,-264 23-811 0 0,402-19 341 0 0,-359 17-329 0 0,19-2 176 0 0,-1 2 0 0 0,103 12 0 0 0,-107-2 218 0 0,0-3 0 0 0,0-3 0 0 0,1-2 0 0 0,99-14 1 0 0,120-14 810 0 0,-110 14 966 0 0,-149 12-1531 0 0,0 0-1 0 0,1 2 1 0 0,42 5-1 0 0,-56-2-774 0 0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1:06.4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11 416 6449 0 0,'-1'-1'61'0'0,"0"0"0"0"0,0 0-1 0 0,1-1 1 0 0,-1 1-1 0 0,0-1 1 0 0,0 1-1 0 0,1 0 1 0 0,-1-1 0 0 0,1 1-1 0 0,-1-1 1 0 0,1 1-1 0 0,0-1 1 0 0,-1 0-1 0 0,1 1 1 0 0,0-3 0 0 0,-2-29 76 0 0,2 29-19 0 0,1-9 44 0 0,0 1 1 0 0,0-1 0 0 0,1 1-1 0 0,1 0 1 0 0,0-1-1 0 0,1 1 1 0 0,0 1 0 0 0,1-1-1 0 0,0 0 1 0 0,1 1 0 0 0,0 0-1 0 0,15-19 1 0 0,-2 6 203 0 0,1 1 0 0 0,0 0-1 0 0,2 2 1 0 0,30-24 0 0 0,-46 40-343 0 0,0 0 0 0 0,1 1 0 0 0,-1-1 0 0 0,1 1 0 0 0,1 0 0 0 0,-1 1 0 0 0,0 0 0 0 0,1 0 0 0 0,0 1 0 0 0,13-3 0 0 0,-17 4-29 0 0,0 1 1 0 0,0 0-1 0 0,0 1 1 0 0,0-1-1 0 0,0 1 0 0 0,0 0 1 0 0,0 0-1 0 0,0 0 1 0 0,0 0-1 0 0,0 1 0 0 0,0-1 1 0 0,0 1-1 0 0,-1 0 1 0 0,1 0-1 0 0,-1 1 0 0 0,0-1 1 0 0,1 1-1 0 0,-1-1 1 0 0,0 1-1 0 0,-1 0 0 0 0,1 0 1 0 0,3 6-1 0 0,3 3-42 0 0,0 1 0 0 0,-1 0-1 0 0,-1 1 1 0 0,0-1 0 0 0,-1 2 0 0 0,0-1-1 0 0,-1 0 1 0 0,-1 1 0 0 0,-1 0-1 0 0,3 17 1 0 0,-2 16 674 0 0,-2 91 1 0 0,-1 5 409 0 0,0-124-997 0 0,2-1-1 0 0,0 1 0 0 0,1-1 1 0 0,1 1-1 0 0,8 19 1 0 0,-7-25-650 0 0,1-1 0 0 0,13 20 0 0 0,-6-12-76 0 0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1:06.6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12899 0 0,'0'9'576'0'0,"0"-4"112"0"0,1 2-552 0 0,-1-2-136 0 0,2-1 0 0 0,-2-1 0 0 0,1 5 64 0 0,3 7-64 0 0,-2 7 72 0 0,0 5-72 0 0,0 2 0 0 0,-2 0-128 0 0,0-5 8 0 0,-1-2 8 0 0,0-4-1488 0 0,1-3-305 0 0,0-2-55 0 0,1-3-17 0 0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1:0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0 13363 0 0,'-1'0'1184'0'0,"0"2"-944"0"0,1-1-240 0 0,0 0 0 0 0,0 0 128 0 0,0 1-32 0 0,-2 1 0 0 0,1 4 0 0 0,0 0-840 0 0,0 5-176 0 0,-1 1-32 0 0,1-1-9 0 0,1 1 833 0 0,0-4 128 0 0,0-3 104 0 0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1:07.8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4 259 6913 0 0,'-1'-3'119'0'0,"0"0"-1"0"0,1-1 1 0 0,-1 1-1 0 0,1 0 1 0 0,0 0-1 0 0,0-1 1 0 0,0 1-1 0 0,0 0 1 0 0,1 0-1 0 0,-1-1 1 0 0,1 1-1 0 0,0 0 1 0 0,0 0-1 0 0,0 0 1 0 0,3-5-1 0 0,24-45 747 0 0,-17 37-550 0 0,1 0 0 0 0,1 1 1 0 0,28-25-1 0 0,-32 32-193 0 0,0 0 1 0 0,1 1-1 0 0,0 0 1 0 0,0 1-1 0 0,1 0 1 0 0,-1 0-1 0 0,19-5 1 0 0,-26 10-116 0 0,0 0 0 0 0,0 1 0 0 0,-1-1 0 0 0,1 1 0 0 0,0 0 0 0 0,0 0 0 0 0,0 0 0 0 0,0 0 0 0 0,0 0 0 0 0,0 1 0 0 0,-1-1 0 0 0,1 1 0 0 0,0 0 0 0 0,0-1 0 0 0,-1 2 0 0 0,1-1 0 0 0,3 2 0 0 0,-1 0 7 0 0,-1 0 0 0 0,1 1 0 0 0,-1 0 0 0 0,0 0 0 0 0,0 0 0 0 0,0 0 0 0 0,-1 0 0 0 0,5 8 0 0 0,3 7 144 0 0,-2 0-1 0 0,0 1 0 0 0,11 32 0 0 0,-19-48-102 0 0,30 107 150 0 0,-4 1 0 0 0,17 159 0 0 0,-42-255-204 0 0,4 27 50 0 0,3 0 0 0 0,25 76 0 0 0,-26-98-201 0 0,0 0 1 0 0,2-1-1 0 0,0 0 0 0 0,2-1 1 0 0,0 0-1 0 0,1-1 0 0 0,21 24 1 0 0,-20-28-4304 0 0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1:08.1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 1 16131 0 0,'-5'4'713'0'0,"3"-2"151"0"0,-1 2-696 0 0,2-1-168 0 0,0-1 0 0 0,0-1 0 0 0,1 1 88 0 0,-2 2-24 0 0,0 2 0 0 0,-1 0 0 0 0,1 2-152 0 0,0-3-32 0 0,2-1-8 0 0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0:37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8 2761 0 0,'-4'-2'687'0'0,"-1"1"1"0"0,1 0 0 0 0,0 0-1 0 0,-1 0 1 0 0,1 0 0 0 0,0 1-1 0 0,-1 0 1 0 0,1-1 0 0 0,-8 2-1 0 0,12-1-567 0 0,-1 1 1 0 0,0-1-1 0 0,1 0 0 0 0,-1 0 0 0 0,0 1 0 0 0,1-1 0 0 0,-1 0 0 0 0,0 1 0 0 0,1-1 0 0 0,-1 0 0 0 0,1 1 0 0 0,-1-1 1 0 0,0 1-1 0 0,1-1 0 0 0,-1 1 0 0 0,1-1 0 0 0,0 1 0 0 0,-1 0 0 0 0,1-1 0 0 0,-1 1 0 0 0,1 0 0 0 0,-1 1 1 0 0,1-1-64 0 0,0 1 0 0 0,0 0 0 0 0,0 0 0 0 0,0 0 0 0 0,0 0 1 0 0,0-1-1 0 0,0 1 0 0 0,1 0 0 0 0,-1 0 0 0 0,1 0 1 0 0,-1-1-1 0 0,1 1 0 0 0,1 2 0 0 0,-1-1-73 0 0,0 0 0 0 0,1 0 0 0 0,0 0 0 0 0,-1 1 0 0 0,1-2 0 0 0,1 1 1 0 0,-1 0-1 0 0,0 0 0 0 0,1-1 0 0 0,-1 1 0 0 0,1-1 0 0 0,0 0 0 0 0,0 1 0 0 0,0-1 0 0 0,0-1 0 0 0,0 1 0 0 0,0 0 0 0 0,0-1 0 0 0,1 0 0 0 0,-1 1 0 0 0,0-1 0 0 0,1-1 0 0 0,-1 1 0 0 0,1 0 0 0 0,6-1 1 0 0,6 0 222 0 0,0-1 1 0 0,0-1-1 0 0,-1-1 1 0 0,28-8-1 0 0,16-1 1675 0 0,4 4-1512 0 0,0 4-1 0 0,0 2 1 0 0,0 3 0 0 0,0 3 0 0 0,80 15 0 0 0,-78-8-367 0 0,55 13 35 0 0,2-6 0 0 0,151 3 0 0 0,90-4 461 0 0,-182-6-331 0 0,115-19 116 0 0,-111-1-127 0 0,-43-2 43 0 0,-90 5-2 0 0,73 0 1 0 0,-73 13-54 0 0,-43-5-519 0 0,2 0 0 0 0,-1 0 0 0 0,0-2 0 0 0,0 1 0 0 0,14-2-1 0 0,-9-1-6005 0 0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2:08.4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0 108 3225 0 0,'1'1'-28'0'0,"0"-1"0"0"0,0 0 1 0 0,-1 0-1 0 0,1 0 1 0 0,0 0-1 0 0,0 0 0 0 0,-1 0 1 0 0,1 0-1 0 0,0 0 0 0 0,0 0 1 0 0,-1-1-1 0 0,1 1 0 0 0,0 0 1 0 0,0 0-1 0 0,-1-1 1 0 0,1 1-1 0 0,0 0 0 0 0,-1-1 1 0 0,1 1-1 0 0,1-1 0 0 0,-2 0 75 0 0,1 1-1 0 0,0-1 0 0 0,0 0 1 0 0,-1 1-1 0 0,1-1 0 0 0,0 1 1 0 0,0 0-1 0 0,0-1 0 0 0,0 1 1 0 0,0 0-1 0 0,0 0 0 0 0,0-1 1 0 0,0 1-1 0 0,-1 0 0 0 0,1 0 1 0 0,0 0-1 0 0,0 0 0 0 0,0 0 1 0 0,0 0-1 0 0,0 0 0 0 0,0 1 1 0 0,0-1-1 0 0,0 0 0 0 0,0 0 1 0 0,0 1-1 0 0,1 0 0 0 0,3 5 229 0 0,0-1 0 0 0,1 0 0 0 0,-1 0 0 0 0,1 0 0 0 0,0-1 0 0 0,0 0-1 0 0,1 0 1 0 0,-1 0 0 0 0,1-1 0 0 0,0 0 0 0 0,-1 0 0 0 0,2-1-1 0 0,9 3 1 0 0,0-2-159 0 0,1-1 0 0 0,-1-1-1 0 0,1 0 1 0 0,26-3 0 0 0,32 1 992 0 0,-41 1-346 0 0,55-7-1 0 0,2-13-316 0 0,-67 13-326 0 0,0 2 1 0 0,0 0-1 0 0,0 1 0 0 0,0 2 0 0 0,51 1 0 0 0,-32 4 137 0 0,-1-3 0 0 0,1-1 0 0 0,0-3-1 0 0,55-10 1 0 0,-93 13-250 0 0,9-1 34 0 0,0 1 0 0 0,1 0 0 0 0,-1 1 0 0 0,0 1 0 0 0,24 4 0 0 0,72 24 18 0 0,-83-21-4 0 0,0 0-1 0 0,0-2 0 0 0,1 0 1 0 0,29 0-1 0 0,273-5 1398 0 0,-5-7-1240 0 0,-270 6 47 0 0,1 2 0 0 0,102 16-1 0 0,-92-8-39 0 0,89 2-1 0 0,-63-15-12 0 0,-51 1 67 0 0,1 1 0 0 0,74 10 0 0 0,-73-2-261 0 0,3 2-7 0 0,1-3 0 0 0,0-1 0 0 0,60-2 0 0 0,204-31 545 0 0,-230 19-379 0 0,23-1-56 0 0,105 2 0 0 0,-145 8-109 0 0,0-3 1 0 0,89-15-1 0 0,-133 17-10 0 0,0 0 0 0 0,-1 1-1 0 0,1 1 1 0 0,0 1 0 0 0,-1 1 0 0 0,1 0-1 0 0,22 8 1 0 0,-12-3-6 0 0,60 5 0 0 0,-22-12 67 0 0,-1-4 1 0 0,96-15-1 0 0,-35 3-9 0 0,84-24-89 0 0,-47 6-1 0 0,290-15 213 0 0,-242 25 262 0 0,-110 9-293 0 0,-88 13-139 0 0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2:14.5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716 185 4609 0 0,'-38'-47'1890'0'0,"32"39"-1695"0"0,1 0 0 0 0,-2 0 1 0 0,1 1-1 0 0,-1 0 1 0 0,0 0-1 0 0,-1 0 1 0 0,0 1-1 0 0,-14-10 1 0 0,5 9 28 0 0,1 0 1 0 0,-1 0 0 0 0,0 1-1 0 0,0 2 1 0 0,0-1 0 0 0,-1 2-1 0 0,0 0 1 0 0,1 2 0 0 0,-1-1-1 0 0,0 2 1 0 0,0 1 0 0 0,0 0-1 0 0,-34 7 1 0 0,32-3-375 0 0,0 1 0 0 0,0 0 0 0 0,1 1 0 0 0,0 1 0 0 0,0 1 0 0 0,1 1-1 0 0,0 1 1 0 0,0 0 0 0 0,2 1 0 0 0,-1 1 0 0 0,-25 26 0 0 0,35-31 133 0 0,0 2 0 0 0,0-1 0 0 0,1 0 0 0 0,0 1 0 0 0,0 1 0 0 0,1-1 0 0 0,1 1 0 0 0,0-1 0 0 0,0 1 0 0 0,1 0 0 0 0,-3 15 0 0 0,1 13 106 0 0,2-1 1 0 0,1 41-1 0 0,0-23 481 0 0,2-25-329 0 0,0-1 0 0 0,2 0 0 0 0,1 0 0 0 0,1 0 0 0 0,2 0 0 0 0,1 0 0 0 0,1-1 0 0 0,2 0 0 0 0,1-1 0 0 0,1 0 0 0 0,1-1 1 0 0,2 0-1 0 0,0-1 0 0 0,2-1 0 0 0,1 0 0 0 0,0-2 0 0 0,40 39 0 0 0,-43-48-303 0 0,0 0 222 0 0,1 0 1 0 0,1-1-1 0 0,29 18 1 0 0,-40-28-129 0 0,0 0 0 0 0,1 0 0 0 0,0 0 1 0 0,0-1-1 0 0,0 0 0 0 0,0 0 0 0 0,0-1 0 0 0,0 0 1 0 0,0 0-1 0 0,1-1 0 0 0,-1 0 0 0 0,0 0 1 0 0,0-1-1 0 0,11-2 0 0 0,-2-1 35 0 0,0-1 0 0 0,-1 0 1 0 0,0-2-1 0 0,0 0 0 0 0,-1 0 0 0 0,1-1 0 0 0,-2-1 0 0 0,1 0 1 0 0,-1-1-1 0 0,-1-1 0 0 0,0 0 0 0 0,18-20 0 0 0,-2-4 2 0 0,-1-1 0 0 0,-1-1 0 0 0,27-54 1 0 0,-24 33-25 0 0,-2-1 1 0 0,34-120 0 0 0,-54 152 36 0 0,0-1 0 0 0,-3 0 0 0 0,0 0 0 0 0,-2 0 0 0 0,-1-53 0 0 0,-3 62 90 0 0,0 1 1 0 0,-1-1-1 0 0,-1 1 1 0 0,0 0-1 0 0,-1 1 0 0 0,-1-1 1 0 0,-1 1-1 0 0,-1 0 1 0 0,0 0-1 0 0,-11-15 0 0 0,12 23-78 0 0,1 1-1 0 0,-2 0 0 0 0,1 0 0 0 0,-1 0 0 0 0,0 1 0 0 0,-1 0 0 0 0,0 1 0 0 0,0 0 0 0 0,0 0 0 0 0,-1 1 0 0 0,1 0 1 0 0,-1 1-1 0 0,-1 0 0 0 0,1 0 0 0 0,0 1 0 0 0,-1 1 0 0 0,-18-3 0 0 0,13 4-312 0 0,1 0 1 0 0,-1 0-1 0 0,0 2 0 0 0,0 0 1 0 0,1 1-1 0 0,-1 1 1 0 0,1 0-1 0 0,0 1 0 0 0,0 0 1 0 0,0 1-1 0 0,-24 13 0 0 0,0 4-6447 0 0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2:21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8 218 3681 0 0,'-1'-3'734'0'0,"0"0"1"0"0,0 1 0 0 0,0-1-1 0 0,0 0 1 0 0,0 1 0 0 0,1-1-1 0 0,-1 0 1 0 0,1 0-1 0 0,-1 0 1 0 0,1-3 0 0 0,6-34 2441 0 0,-1 20-2521 0 0,16-34 1 0 0,-18 49-612 0 0,0 0-1 0 0,0 1 1 0 0,1-1 0 0 0,-1 0-1 0 0,1 1 1 0 0,0 0 0 0 0,0 0 0 0 0,0 0-1 0 0,1 0 1 0 0,-1 1 0 0 0,1-1-1 0 0,0 1 1 0 0,0 1 0 0 0,0-1 0 0 0,7-2-1 0 0,-10 4-31 0 0,1 0-1 0 0,-1 0 1 0 0,0 1-1 0 0,1-1 0 0 0,-1 0 1 0 0,1 1-1 0 0,-1 0 1 0 0,1-1-1 0 0,-1 1 0 0 0,1 0 1 0 0,-1 1-1 0 0,1-1 1 0 0,-1 0-1 0 0,0 1 0 0 0,1-1 1 0 0,-1 1-1 0 0,1 0 1 0 0,-1 0-1 0 0,0 0 0 0 0,1 0 1 0 0,-1 0-1 0 0,0 0 1 0 0,0 0-1 0 0,0 1 1 0 0,0-1-1 0 0,0 1 0 0 0,0 0 1 0 0,0 0-1 0 0,-1-1 1 0 0,1 1-1 0 0,-1 0 0 0 0,1 0 1 0 0,-1 1-1 0 0,0-1 1 0 0,0 0-1 0 0,2 4 0 0 0,3 15-413 0 0,-1 0 0 0 0,0 0-1 0 0,-2 1 1 0 0,-1-1-1 0 0,0 1 1 0 0,-2 0-1 0 0,-1 23 1 0 0,0 13-73 0 0,0 9 1152 0 0,-1-44-288 0 0,2-1 0 0 0,0 0 0 0 0,2 1 0 0 0,6 36 0 0 0,-8-58-343 0 0,1 1 1 0 0,-1 0-1 0 0,1 0 0 0 0,-1 0 0 0 0,1-1 1 0 0,-1 1-1 0 0,1 0 0 0 0,0 0 0 0 0,0-1 0 0 0,0 1 1 0 0,0-1-1 0 0,0 1 0 0 0,0-1 0 0 0,0 1 1 0 0,1-1-1 0 0,-1 0 0 0 0,1 0 0 0 0,-1 1 1 0 0,0-1-1 0 0,1 0 0 0 0,0 0 0 0 0,-1 0 0 0 0,1-1 1 0 0,0 1-1 0 0,-1 0 0 0 0,1-1 0 0 0,0 1 1 0 0,0-1-1 0 0,0 1 0 0 0,-1-1 0 0 0,1 0 1 0 0,0 0-1 0 0,0 0 0 0 0,0 0 0 0 0,0 0 0 0 0,0 0 1 0 0,-1 0-1 0 0,1-1 0 0 0,0 1 0 0 0,0-1 1 0 0,0 1-1 0 0,-1-1 0 0 0,1 0 0 0 0,0 0 1 0 0,2-1-1 0 0,9-5 213 0 0,0 0 1 0 0,-1-1 0 0 0,0-1-1 0 0,16-14 1 0 0,-24 19-283 0 0,116-112-368 0 0,-119 115 365 0 0,17-17-653 0 0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2:21.8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2 18436 0 0,'-5'-2'776'0'0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2:22.1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13 6913 0 0,'0'-1'125'0'0,"-1"0"-1"0"0,0 0 0 0 0,0 0 0 0 0,0 0 0 0 0,0 1 1 0 0,0-1-1 0 0,-1 0 0 0 0,1 0 0 0 0,0 1 0 0 0,0-1 1 0 0,0 0-1 0 0,-1 1 0 0 0,1-1 0 0 0,0 1 0 0 0,-1 0 1 0 0,1-1-1 0 0,0 1 0 0 0,-1 0 0 0 0,1 0 0 0 0,0 0 1 0 0,-1 0-1 0 0,1 0 0 0 0,0 0 0 0 0,-1 0 0 0 0,1 1 1 0 0,-2 0-1 0 0,0 0-105 0 0,1 0 0 0 0,0 1 0 0 0,-1-1 1 0 0,1 1-1 0 0,0 0 0 0 0,0 0 0 0 0,0 0 0 0 0,0 0 0 0 0,1 0 1 0 0,-1 0-1 0 0,0 1 0 0 0,-1 2 0 0 0,-2 5 132 0 0,0 0-1 0 0,1 0 0 0 0,0 0 1 0 0,1 1-1 0 0,-4 19 0 0 0,5-13 263 0 0,1-1 1 0 0,0 1-1 0 0,2-1 0 0 0,0 1 0 0 0,1-1 0 0 0,0 1 0 0 0,1-1 0 0 0,10 30 0 0 0,-10-40-411 0 0,-1 0-1 0 0,1 0 1 0 0,0-1 0 0 0,0 1-1 0 0,1-1 1 0 0,0 1 0 0 0,0-1-1 0 0,0 0 1 0 0,0-1 0 0 0,1 1-1 0 0,6 4 1 0 0,-7-6-82 0 0,0-1 0 0 0,1 1 0 0 0,-1-1 0 0 0,0-1 0 0 0,1 1 0 0 0,-1 0 0 0 0,1-1 0 0 0,0 0-1 0 0,-1 0 1 0 0,1-1 0 0 0,0 1 0 0 0,-1-1 0 0 0,1 0 0 0 0,0 0 0 0 0,0-1 0 0 0,-1 1 0 0 0,6-2 0 0 0,0-1-26 0 0,0 0 0 0 0,-1 0 1 0 0,0-1-1 0 0,1 0 0 0 0,-1-1 1 0 0,-1 0-1 0 0,1-1 0 0 0,-1 1 0 0 0,0-2 1 0 0,0 1-1 0 0,0-1 0 0 0,-1 0 0 0 0,6-9 1 0 0,-5 7-14 0 0,0-1 0 0 0,-1 0 1 0 0,0-1-1 0 0,-1 1 1 0 0,0-1-1 0 0,-1-1 1 0 0,0 1-1 0 0,-1-1 0 0 0,0 0 1 0 0,3-15-1 0 0,-7 24 160 0 0,1 1 0 0 0,-1-1 0 0 0,0 1 0 0 0,0-1 1 0 0,0 1-1 0 0,0-1 0 0 0,-1 1 0 0 0,1-1 0 0 0,0 1 0 0 0,-3-5 0 0 0,3 6 10 0 0,0 0 0 0 0,-1 0 0 0 0,1 0 1 0 0,-1 1-1 0 0,1-1 0 0 0,-1 0 0 0 0,0 0 1 0 0,1 1-1 0 0,-1-1 0 0 0,0 0 0 0 0,0 1 0 0 0,1-1 1 0 0,-1 1-1 0 0,0-1 0 0 0,0 1 0 0 0,0-1 1 0 0,0 1-1 0 0,0-1 0 0 0,-1 1 0 0 0,-1-1 49 0 0,0 1-1 0 0,0 0 1 0 0,1 1-1 0 0,-1-1 1 0 0,0 0-1 0 0,0 1 0 0 0,1 0 1 0 0,-1-1-1 0 0,0 1 1 0 0,1 0-1 0 0,-1 1 1 0 0,1-1-1 0 0,-1 0 1 0 0,1 1-1 0 0,0-1 0 0 0,-1 1 1 0 0,-3 3-1 0 0,-13 12 40 0 0,0 1-1 0 0,1 1 1 0 0,1 0-1 0 0,-20 32 1 0 0,24-31-577 0 0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2:22.5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4 281 17972 0 0,'-3'-25'3676'0'0,"4"18"-4451"0"0,5 19-319 0 0,5 28 195 0 0,-1-4 807 0 0,1 0 0 0 0,24 51 0 0 0,-31-78 135 0 0,1 0-1 0 0,0 0 1 0 0,1 0-1 0 0,0-1 1 0 0,0 0-1 0 0,1 0 1 0 0,0 0-1 0 0,0-1 1 0 0,1 0-1 0 0,0 0 0 0 0,0-1 1 0 0,1 0-1 0 0,17 9 1 0 0,-24-14-4 0 0,1 0 1 0 0,0 1-1 0 0,-1-1 0 0 0,1 0 1 0 0,0 0-1 0 0,0-1 1 0 0,-1 1-1 0 0,1 0 1 0 0,0-1-1 0 0,0 0 0 0 0,0 0 1 0 0,0 0-1 0 0,0 0 1 0 0,0 0-1 0 0,0 0 1 0 0,-1-1-1 0 0,1 1 0 0 0,0-1 1 0 0,0 0-1 0 0,0 0 1 0 0,-1 0-1 0 0,1 0 1 0 0,0-1-1 0 0,-1 1 0 0 0,1-1 1 0 0,2-2-1 0 0,-2 1 61 0 0,-1 0 0 0 0,1-1 0 0 0,-1 1 1 0 0,0 0-1 0 0,0-1 0 0 0,-1 1 0 0 0,1-1 0 0 0,-1 0 0 0 0,0 0 0 0 0,0 1 0 0 0,0-1 0 0 0,0 0 0 0 0,-1 0 0 0 0,1 0 0 0 0,-1 0 0 0 0,0 0 1 0 0,-1 0-1 0 0,1 0 0 0 0,-1-4 0 0 0,-9-43 46 0 0,-2 0 1 0 0,-3 1 0 0 0,-35-82-1 0 0,15 42-802 0 0,-5-11-3882 0 0,32 84-1989 0 0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6:21.3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10 181 1376 0 0,'0'-6'837'0'0,"-2"-11"1689"0"0,1 25-1688 0 0,-4 75 205 0 0,3 1 1 0 0,4 0-1 0 0,16 96 0 0 0,-18-179-1039 0 0,0 0-1 0 0,0 0 1 0 0,0 1-1 0 0,0-1 1 0 0,0 0-1 0 0,1 0 1 0 0,-1 0-1 0 0,0 1 1 0 0,1-1-1 0 0,-1 0 1 0 0,1 0-1 0 0,-1 0 1 0 0,1 0-1 0 0,0 0 1 0 0,1 2-1 0 0,-1-3-2 0 0,-1 0-1 0 0,0 0 0 0 0,1 0 0 0 0,-1 0 0 0 0,1 0 1 0 0,-1 0-1 0 0,1-1 0 0 0,-1 1 0 0 0,0 0 1 0 0,1 0-1 0 0,-1 0 0 0 0,0 0 0 0 0,1-1 1 0 0,-1 1-1 0 0,1 0 0 0 0,-1 0 0 0 0,0-1 1 0 0,0 1-1 0 0,1 0 0 0 0,-1-1 0 0 0,0 1 1 0 0,1 0-1 0 0,-1-1 0 0 0,0 1 0 0 0,0-1 1 0 0,0 1-1 0 0,0 0 0 0 0,1-2 0 0 0,16-42 24 0 0,-15 38 2 0 0,99-332-1655 0 0,-85 269 1762 0 0,-10 41 278 0 0,1 1 0 0 0,1 0 0 0 0,13-30 0 0 0,-21 56-375 0 0,0 1-1 0 0,0-1 0 0 0,0 0 0 0 0,1 1 0 0 0,-1-1 0 0 0,0 1 1 0 0,0-1-1 0 0,0 1 0 0 0,1-1 0 0 0,-1 1 0 0 0,0-1 0 0 0,1 1 1 0 0,-1-1-1 0 0,0 1 0 0 0,1 0 0 0 0,-1-1 0 0 0,1 1 0 0 0,-1-1 1 0 0,1 1-1 0 0,-1 0 0 0 0,1 0 0 0 0,-1-1 0 0 0,1 1 0 0 0,-1 0 0 0 0,1 0 1 0 0,-1-1-1 0 0,1 1 0 0 0,-1 0 0 0 0,1 0 0 0 0,0 0 0 0 0,8 14 904 0 0,-1 31 13 0 0,14 266-364 0 0,-22-309-592 0 0,0-1 1 0 0,0 0-1 0 0,0 1 0 0 0,0-1 0 0 0,0 0 1 0 0,0 1-1 0 0,1-1 0 0 0,-1 0 0 0 0,0 0 1 0 0,1 1-1 0 0,-1-1 0 0 0,1 0 0 0 0,0 0 1 0 0,-1 0-1 0 0,1 0 0 0 0,0 1 0 0 0,1 0 1 0 0,-1-2 0 0 0,-1 0-1 0 0,1 0 1 0 0,-1 0 0 0 0,1 0 0 0 0,-1 0 0 0 0,1 0 0 0 0,-1 0 0 0 0,1 0 0 0 0,-1 0 0 0 0,1-1 0 0 0,-1 1 0 0 0,1 0 0 0 0,-1 0 0 0 0,1-1 0 0 0,-1 1-1 0 0,0 0 1 0 0,1 0 0 0 0,-1-1 0 0 0,1 1 0 0 0,-1 0 0 0 0,0-1 0 0 0,1 1 0 0 0,-1-1 0 0 0,0 1 0 0 0,1 0 0 0 0,-1-1 0 0 0,1 0 0 0 0,2-5-91 0 0,0 1 1 0 0,0-1 0 0 0,0 0 0 0 0,0 0 0 0 0,2-11 0 0 0,1-16-546 0 0,-2-1 0 0 0,-2 1 0 0 0,-2-58 0 0 0,2-36 230 0 0,-1 127 421 0 0,-1 0 0 0 0,0 0-1 0 0,0 0 1 0 0,0 0-1 0 0,0 0 1 0 0,0 0-1 0 0,0 0 1 0 0,0 0-1 0 0,0 0 1 0 0,0 0-1 0 0,1 0 1 0 0,-1 0 0 0 0,0 0-1 0 0,0 0 1 0 0,0 0-1 0 0,0 0 1 0 0,0 0-1 0 0,0 0 1 0 0,0 0-1 0 0,0 0 1 0 0,0 0-1 0 0,0 0 1 0 0,1 0 0 0 0,-1 0-1 0 0,0 0 1 0 0,0 0-1 0 0,0 0 1 0 0,0-1-1 0 0,0 1 1 0 0,0 0-1 0 0,0 0 1 0 0,0 0-1 0 0,0 0 1 0 0,0 0 0 0 0,0 0-1 0 0,0 0 1 0 0,0 0-1 0 0,0 0 1 0 0,0 0-1 0 0,0-1 1 0 0,0 1-1 0 0,0 0 1 0 0,0 0-1 0 0,0 0 1 0 0,5 15 294 0 0,1 23 173 0 0,-3 187 1199 0 0,-1-4-1353 0 0,-1-214-329 0 0,-2-2 0 0 0,2-1 1 0 0,-1 1-1 0 0,0 0 0 0 0,1-1 1 0 0,0 1-1 0 0,0-1 0 0 0,0 0 1 0 0,0 1-1 0 0,1-1 0 0 0,3 7 1 0 0,-4-13-146 0 0,0 0 0 0 0,0-1 0 0 0,0 1 0 0 0,0 0 0 0 0,-1 0 0 0 0,1-1 0 0 0,0 1 0 0 0,-1-1 0 0 0,0-3 0 0 0,24-446-1638 0 0,-32 595 5355 0 0,7-123-3497 0 0,1 0 0 0 0,1-1 0 0 0,1 1 0 0 0,1-1 0 0 0,0 1 1 0 0,1-1-1 0 0,11 27 0 0 0,-11-35-75 0 0,9 13-56 0 0,-5-24 3 0 0,2-16-18 0 0,-3-5-286 0 0,-1 0-1 0 0,0 0 1 0 0,-2 0-1 0 0,0-1 1 0 0,0-26 0 0 0,-1 22 504 0 0,0 0 0 0 0,1 1 0 0 0,9-28 0 0 0,-12 156 2593 0 0,5 192-1560 0 0,-4-332-1176 0 0,-1 18-25 0 0,0 1 0 0 0,-4-28-1 0 0,-43-294-354 0 0,46 339 386 0 0,0-1-1 0 0,0 1 0 0 0,0 0 0 0 0,-1 0 1 0 0,1-1-1 0 0,0 1 0 0 0,-1 0 0 0 0,1 0 1 0 0,0 0-1 0 0,-1 0 0 0 0,1-1 0 0 0,-1 1 1 0 0,0 0-1 0 0,1 0 0 0 0,-2-1 0 0 0,-4 13 183 0 0,-1 34 116 0 0,5-18-371 0 0,-13 117-386 0 0,12-127 342 0 0,-1-1 0 0 0,0 1 0 0 0,-1-1 0 0 0,-1 1 1 0 0,-1-2-1 0 0,-11 21 0 0 0,18-35 72 0 0,0 0 0 0 0,-1-1 0 0 0,1 1 1 0 0,-1 0-1 0 0,0 0 0 0 0,1 0 0 0 0,-1 0 0 0 0,1-1 0 0 0,-1 1 0 0 0,0 0 0 0 0,0-1 0 0 0,1 1 0 0 0,-1 0 0 0 0,0-1 1 0 0,0 1-1 0 0,0-1 0 0 0,0 1 0 0 0,0-1 0 0 0,0 0 0 0 0,0 1 0 0 0,1-1 0 0 0,-1 0 0 0 0,0 0 0 0 0,0 0 0 0 0,0 0 1 0 0,-2 0-1 0 0,1 0-40 0 0,1-1 0 0 0,-1 1 0 0 0,1-1 1 0 0,-1 0-1 0 0,0 0 0 0 0,1 0 0 0 0,-1 0 0 0 0,1 0 1 0 0,0 0-1 0 0,-1 0 0 0 0,1 0 0 0 0,0 0 1 0 0,0-1-1 0 0,-1-1 0 0 0,-7-8-522 0 0,2-1 0 0 0,0-1 0 0 0,-7-14-1 0 0,8 14-26 0 0,2 6 221 0 0,2 3 211 0 0,0 1 0 0 0,0-1 0 0 0,0 0 0 0 0,0 1 1 0 0,0-1-1 0 0,1 0 0 0 0,-1 0 0 0 0,1-1 0 0 0,1 1 0 0 0,-1 0 0 0 0,0-5 0 0 0,4 46-179 0 0,-10 2 623 0 0,6-37-168 0 0,1 1 0 0 0,-1 0 0 0 0,0-1-1 0 0,0 1 1 0 0,0-1 0 0 0,0 0 0 0 0,-1 1 0 0 0,1-1 0 0 0,0 0 0 0 0,-1 0-1 0 0,0 0 1 0 0,-3 4 0 0 0,4-10-103 0 0,0 1 0 0 0,1-1 0 0 0,-1 0 0 0 0,1 1 0 0 0,0-1 0 0 0,0 0 0 0 0,0 1 1 0 0,0-1-1 0 0,2-4 0 0 0,-1 3-16 0 0,8-45-1365 0 0,2 0 1 0 0,27-73 0 0 0,-41 211 4353 0 0,-5-9-2433 0 0,-4-1 0 0 0,-33 118 0 0 0,44-194-516 0 0,-9 29 174 0 0,9-28-70 0 0,4-20-69 0 0,39-154-2373 0 0,-13 55 643 0 0,16-124 1 0 0,-46 227 4975 0 0,-7 28-1215 0 0,-8 31-54 0 0,5-8-1841 0 0,-28 88 336 0 0,32-108-462 0 0,0-1 0 0 0,-1-1 0 0 0,-1 1-1 0 0,-21 29 1 0 0,9-24-82 0 0,20-21 35 0 0,0 0 0 0 0,1 0-1 0 0,-1-1 1 0 0,0 1 0 0 0,0 0-1 0 0,1-1 1 0 0,-1 1 0 0 0,0 0-1 0 0,0-1 1 0 0,0 1 0 0 0,0-1-1 0 0,0 0 1 0 0,0 1 0 0 0,0-1-1 0 0,0 0 1 0 0,0 0 0 0 0,0 1-1 0 0,0-1 1 0 0,0 0 0 0 0,0 0-1 0 0,0 0 1 0 0,0 0 0 0 0,0 0-1 0 0,0 0 1 0 0,0-1 0 0 0,-1 1-1 0 0,1-4-82 0 0,0 0 0 0 0,1-1 1 0 0,-1 1-1 0 0,1 0 0 0 0,0-1 0 0 0,0 1 0 0 0,0 0 0 0 0,1 0 0 0 0,-1-1 0 0 0,3-6 0 0 0,-2 7-146 0 0,3-22-90 0 0,0 7-94 0 0,-1-1-1 0 0,-1 1 1 0 0,-1-1 0 0 0,-1-23 0 0 0,0 43 418 0 0,0-1 1 0 0,0 1 0 0 0,0 0-1 0 0,0 0 1 0 0,0 0 0 0 0,0-1 0 0 0,0 1-1 0 0,0 0 1 0 0,0 0 0 0 0,0 0-1 0 0,0-1 1 0 0,0 1 0 0 0,0 0 0 0 0,0 0-1 0 0,0 0 1 0 0,0-1 0 0 0,0 1 0 0 0,0 0-1 0 0,-1 0 1 0 0,1 0 0 0 0,0 0-1 0 0,0-1 1 0 0,0 1 0 0 0,0 0 0 0 0,0 0-1 0 0,-1 0 1 0 0,1 0 0 0 0,0 0 0 0 0,0 0-1 0 0,0-1 1 0 0,0 1 0 0 0,-1 0-1 0 0,1 0 1 0 0,0 0 0 0 0,0 0 0 0 0,0 0-1 0 0,-1 0 1 0 0,1 0 0 0 0,0 0-1 0 0,0 0 1 0 0,-1 0 0 0 0,-8 6 452 0 0,-6 13 409 0 0,5 2-610 0 0,1 1 0 0 0,0 0 0 0 0,2 0 0 0 0,0 1 0 0 0,2 0-1 0 0,-3 24 1 0 0,9-45-536 0 0,2-11-107 0 0,3-16-613 0 0,-6 9 607 0 0,-1 0 0 0 0,0 0 0 0 0,-1 0 0 0 0,-8-30-1 0 0,10 46 399 0 0,0 0-1 0 0,0 0 0 0 0,0 0 0 0 0,0 0 0 0 0,0 0 0 0 0,0 0 0 0 0,0 0 0 0 0,0 0 0 0 0,0 1 0 0 0,0-1 0 0 0,0 0 1 0 0,0 0-1 0 0,0 0 0 0 0,0 0 0 0 0,0 0 0 0 0,0 0 0 0 0,0 0 0 0 0,0 0 0 0 0,0 1 0 0 0,0-1 0 0 0,0 0 0 0 0,0 0 1 0 0,0 0-1 0 0,0 0 0 0 0,0 0 0 0 0,0 0 0 0 0,0 0 0 0 0,0 0 0 0 0,0 0 0 0 0,0 0 0 0 0,0 1 0 0 0,-1-1 1 0 0,1 0-1 0 0,0 0 0 0 0,0 0 0 0 0,0 0 0 0 0,0 0 0 0 0,0 0 0 0 0,0 0 0 0 0,0 0 0 0 0,0 0 0 0 0,0 0 0 0 0,0 0 1 0 0,-1 0-1 0 0,1 0 0 0 0,0 0 0 0 0,0 0 0 0 0,0 0 0 0 0,0 0 0 0 0,0 0 0 0 0,0 0 0 0 0,0 0 0 0 0,0 0 0 0 0,-1 0 1 0 0,1 0-1 0 0,0 0 0 0 0,0 0 0 0 0,0 0 0 0 0,0 0 0 0 0,0 0 0 0 0,0 0 0 0 0,0 0 0 0 0,0 0 0 0 0,0 0 0 0 0,-1 0 1 0 0,1 0-1 0 0,0-1 0 0 0,-4 18 624 0 0,-3 19 434 0 0,4-18-839 0 0,1-11-204 0 0,1 0 0 0 0,0-1-1 0 0,0 1 1 0 0,1 0 0 0 0,0 0 0 0 0,0 0 0 0 0,2 8-1 0 0,0-16-26 0 0,-1 0-1 0 0,1-1 0 0 0,0 1 1 0 0,-1-1-1 0 0,1 0 0 0 0,-1 1 1 0 0,1-1-1 0 0,-1 0 0 0 0,0 0 1 0 0,1 0-1 0 0,0-2 0 0 0,29-74 376 0 0,-26 62-276 0 0,0 1 0 0 0,2-1 0 0 0,-1 1-1 0 0,2 1 1 0 0,0-1 0 0 0,1 1 0 0 0,0 0 0 0 0,17-19 0 0 0,-25 33-82 0 0,-1-1 0 0 0,1 0 1 0 0,-1 1-1 0 0,1-1 0 0 0,0 1 1 0 0,-1-1-1 0 0,1 1 1 0 0,0-1-1 0 0,0 1 0 0 0,-1-1 1 0 0,1 1-1 0 0,0 0 0 0 0,0-1 1 0 0,0 1-1 0 0,0 0 1 0 0,-1 0-1 0 0,1-1 0 0 0,0 1 1 0 0,0 0-1 0 0,0 0 1 0 0,0 0-1 0 0,0 0 0 0 0,-1 0 1 0 0,1 0-1 0 0,0 1 0 0 0,0-1 1 0 0,0 0-1 0 0,0 0 1 0 0,0 1-1 0 0,-1-1 0 0 0,1 0 1 0 0,0 1-1 0 0,0-1 0 0 0,-1 1 1 0 0,1-1-1 0 0,0 1 1 0 0,-1-1-1 0 0,1 1 0 0 0,0-1 1 0 0,-1 1-1 0 0,1 0 1 0 0,-1-1-1 0 0,1 1 0 0 0,-1 0 1 0 0,1 0-1 0 0,-1-1 0 0 0,1 1 1 0 0,-1 0-1 0 0,0 0 1 0 0,1 0-1 0 0,-1-1 0 0 0,0 3 1 0 0,4 7 164 0 0,-1-1 1 0 0,-1 1-1 0 0,3 16 0 0 0,-4-19-54 0 0,7 80 809 0 0,-6-56-601 0 0,9 50 0 0 0,-11-81-325 0 0,0 1 0 0 0,0-1 0 0 0,0 1 0 0 0,0-1 0 0 0,0 1 1 0 0,0-1-1 0 0,0 1 0 0 0,0-1 0 0 0,0 1 0 0 0,0-1 0 0 0,0 1 0 0 0,0-1 0 0 0,1 0 0 0 0,-1 1 1 0 0,0-1-1 0 0,0 1 0 0 0,0-1 0 0 0,1 0 0 0 0,-1 1 0 0 0,0-1 0 0 0,0 1 0 0 0,1-1 1 0 0,-1 0-1 0 0,0 1 0 0 0,1-1 0 0 0,-1 0 0 0 0,0 0 0 0 0,1 1 0 0 0,-1-1 0 0 0,1 0 1 0 0,-1 0-1 0 0,0 1 0 0 0,1-1 0 0 0,-1 0 0 0 0,1 0 0 0 0,-1 0 0 0 0,1 0 0 0 0,-1 0 1 0 0,1 0-1 0 0,-1 0 0 0 0,0 0 0 0 0,1 0 0 0 0,-1 0 0 0 0,1 0 0 0 0,-1 0 0 0 0,1 0 0 0 0,-1 0 1 0 0,1 0-1 0 0,-1 0 0 0 0,1-1 0 0 0,-1 1 0 0 0,0 0 0 0 0,1 0 0 0 0,-1 0 0 0 0,1-1 1 0 0,-1 1-1 0 0,0 0 0 0 0,1 0 0 0 0,-1-1 0 0 0,0 1 0 0 0,1 0 0 0 0,-1-1 0 0 0,0 1 1 0 0,0-1-1 0 0,1 1 0 0 0,-1 0 0 0 0,0-1 0 0 0,0 1 0 0 0,1-1 0 0 0,15-30-205 0 0,-6-18-93 0 0,7-71-1 0 0,5-31 343 0 0,-19 143 498 0 0,-1 9-137 0 0,2 17 99 0 0,-1 28 1 0 0,-4 32 74 0 0,0-48-554 0 0,1 1 1 0 0,1 0 0 0 0,9 52-1 0 0,-10-83-26 0 0,0 1 0 0 0,0 0 0 0 0,0 0-1 0 0,0-1 1 0 0,0 1 0 0 0,1 0 0 0 0,-1 0-1 0 0,0-1 1 0 0,0 1 0 0 0,1 0 0 0 0,-1-1 0 0 0,0 1-1 0 0,1 0 1 0 0,-1-1 0 0 0,0 1 0 0 0,1 0-1 0 0,-1-1 1 0 0,1 1 0 0 0,0-1 0 0 0,-1 1 0 0 0,1-1-1 0 0,-1 1 1 0 0,1-1 0 0 0,0 0 0 0 0,0 1-1 0 0,0-1-15 0 0,0 0 0 0 0,-1 0 0 0 0,1-1 0 0 0,0 1 0 0 0,0-1 0 0 0,-1 1 0 0 0,1 0 0 0 0,0-1 0 0 0,-1 1 0 0 0,1-1 0 0 0,-1 1-1 0 0,1-1 1 0 0,-1 0 0 0 0,1 1 0 0 0,-1-1 0 0 0,1 0 0 0 0,-1 1 0 0 0,1-1 0 0 0,-1 0 0 0 0,17-39-1112 0 0,-3-28 42 0 0,9-109 0 0 0,-16 107 1238 0 0,-6 97 1435 0 0,5 35 1 0 0,-1-21-1179 0 0,-3-15-277 0 0,24 186 393 0 0,-20-184-522 0 0,1-1 1 0 0,0 0-1 0 0,2 0 1 0 0,2 0-1 0 0,19 36 0 0 0,-6-28-52 0 0,-23-34 47 0 0,-1 0-1 0 0,1 0 0 0 0,-1 0 0 0 0,1 0 0 0 0,0 0 0 0 0,0 0 0 0 0,-1-1 0 0 0,1 1 1 0 0,0 0-1 0 0,0 0 0 0 0,0-1 0 0 0,0 1 0 0 0,0 0 0 0 0,0-1 0 0 0,0 1 0 0 0,0-1 1 0 0,0 1-1 0 0,0-1 0 0 0,0 0 0 0 0,0 1 0 0 0,1-1 0 0 0,-1 0 0 0 0,0 0 0 0 0,0 0 0 0 0,0 0 1 0 0,0 0-1 0 0,1 0 0 0 0,-1 0 0 0 0,0 0 0 0 0,0 0 0 0 0,0-1 0 0 0,2 0 0 0 0,-2 0-22 0 0,-1 0-1 0 0,1 0 0 0 0,0 0 0 0 0,-1 0 1 0 0,1-1-1 0 0,0 1 0 0 0,-1 0 0 0 0,1-1 0 0 0,-1 1 1 0 0,0 0-1 0 0,0-1 0 0 0,1 1 0 0 0,-1 0 0 0 0,0-1 1 0 0,0 1-1 0 0,0-1 0 0 0,-1-1 0 0 0,-3-29-601 0 0,3 26 550 0 0,-5-32 37 0 0,-2-45 0 0 0,8 72 99 0 0,0-1-1 0 0,0 0 0 0 0,1 0 0 0 0,1 1 1 0 0,0-1-1 0 0,1 0 0 0 0,0 1 1 0 0,5-14-1 0 0,-8 25-59 0 0,0-1 1 0 0,0 1-1 0 0,0 0 1 0 0,0-1-1 0 0,0 1 0 0 0,1 0 1 0 0,-1-1-1 0 0,0 1 0 0 0,0 0 1 0 0,0-1-1 0 0,0 1 1 0 0,0 0-1 0 0,1 0 0 0 0,-1-1 1 0 0,0 1-1 0 0,0 0 1 0 0,0 0-1 0 0,1-1 0 0 0,-1 1 1 0 0,0 0-1 0 0,0 0 0 0 0,1-1 1 0 0,-1 1-1 0 0,0 0 1 0 0,1 0-1 0 0,-1 0 0 0 0,0 0 1 0 0,0 0-1 0 0,1 0 1 0 0,-1-1-1 0 0,0 1 0 0 0,1 0 1 0 0,-1 0-1 0 0,0 0 0 0 0,1 0 1 0 0,-1 0-1 0 0,0 0 1 0 0,1 0-1 0 0,-1 0 0 0 0,0 0 1 0 0,1 1-1 0 0,-1-1 1 0 0,1 0-1 0 0,8 16 164 0 0,3 32 339 0 0,-11-45-433 0 0,5 25 445 0 0,-2-15-459 0 0,-1 0-1 0 0,0 0 1 0 0,-1 1-1 0 0,-1-1 1 0 0,0 1-1 0 0,0-1 1 0 0,-2 1-1 0 0,-1 15 1 0 0,12-85-859 0 0,-9 41 632 0 0,2-1 0 0 0,0 1 0 0 0,0 0 0 0 0,2 0 1 0 0,0 0-1 0 0,0 0 0 0 0,13-22 0 0 0,-18 37 187 0 0,0 0 0 0 0,0 0-1 0 0,0-1 1 0 0,0 1 0 0 0,1 0-1 0 0,-1 0 1 0 0,0 0 0 0 0,0 0 0 0 0,0-1-1 0 0,0 1 1 0 0,1 0 0 0 0,-1 0-1 0 0,0 0 1 0 0,0 0 0 0 0,0-1-1 0 0,1 1 1 0 0,-1 0 0 0 0,0 0 0 0 0,0 0-1 0 0,1 0 1 0 0,-1 0 0 0 0,0 0-1 0 0,0 0 1 0 0,1 0 0 0 0,-1 0 0 0 0,0 0-1 0 0,0 0 1 0 0,1 0 0 0 0,-1 0-1 0 0,0 0 1 0 0,0 0 0 0 0,1 0-1 0 0,-1 0 1 0 0,0 0 0 0 0,0 0 0 0 0,0 0-1 0 0,1 0 1 0 0,-1 1 0 0 0,0-1-1 0 0,1 0 1 0 0,8 12 342 0 0,8 27 23 0 0,-13-29-117 0 0,3 4-142 0 0,-5-11-130 0 0,0 1 0 0 0,0 0 0 0 0,0 0 0 0 0,0 0-1 0 0,-1 0 1 0 0,1 0 0 0 0,-1 0 0 0 0,0 0 0 0 0,0 0-1 0 0,0 8 1 0 0,-1-12-29 0 0,0 0-1 0 0,0 0 1 0 0,0 1-1 0 0,0-1 1 0 0,0 0-1 0 0,0 0 0 0 0,-1 1 1 0 0,1-1-1 0 0,0 0 1 0 0,0 0-1 0 0,0 1 1 0 0,0-1-1 0 0,0 0 1 0 0,0 0-1 0 0,-1 0 1 0 0,1 1-1 0 0,0-1 0 0 0,0 0 1 0 0,0 0-1 0 0,0 0 1 0 0,-1 1-1 0 0,1-1 1 0 0,0 0-1 0 0,0 0 1 0 0,-1 0-1 0 0,1 0 0 0 0,0 0 1 0 0,0 0-1 0 0,-1 0 1 0 0,1 1-1 0 0,0-1 1 0 0,0 0-1 0 0,-1 0 1 0 0,1 0-1 0 0,0 0 1 0 0,0 0-1 0 0,-1 0 0 0 0,1 0 1 0 0,-12-7-400 0 0,-7-12 390 0 0,13 7 43 0 0,-1-1-1 0 0,2 0 0 0 0,-1-1 1 0 0,2 1-1 0 0,0-1 0 0 0,1 0 1 0 0,0 0-1 0 0,1 0 0 0 0,0 0 1 0 0,2-1-1 0 0,-1 1 0 0 0,2 0 1 0 0,0-1-1 0 0,0 1 0 0 0,5-16 1 0 0,-5 27 9 0 0,-1 1 0 0 0,1-1 1 0 0,0 1-1 0 0,0 0 0 0 0,0 0 1 0 0,0-1-1 0 0,0 1 0 0 0,0 0 1 0 0,1 0-1 0 0,-1 0 0 0 0,1 0 1 0 0,-1 0-1 0 0,1 0 1 0 0,0 1-1 0 0,0-1 0 0 0,0 1 1 0 0,3-3-1 0 0,-4 4 4 0 0,1-1-1 0 0,-1 1 1 0 0,1 0-1 0 0,-1 0 1 0 0,1 0 0 0 0,-1 0-1 0 0,1 0 1 0 0,-1 0-1 0 0,0 0 1 0 0,1 0 0 0 0,-1 1-1 0 0,1-1 1 0 0,-1 0 0 0 0,1 1-1 0 0,-1-1 1 0 0,0 1-1 0 0,1 0 1 0 0,-1-1 0 0 0,0 1-1 0 0,1 0 1 0 0,-1 0-1 0 0,0 0 1 0 0,0 0 0 0 0,0 0-1 0 0,0 0 1 0 0,0 0-1 0 0,0 0 1 0 0,0 0 0 0 0,1 3-1 0 0,14 19 431 0 0,22 42 0 0 0,-25-42-347 0 0,1 0-1 0 0,23 31 0 0 0,-32-48-99 0 0,0 0 0 0 0,1 0 0 0 0,0-1 0 0 0,0 0 0 0 0,0 0 0 0 0,0-1-1 0 0,1 1 1 0 0,-1-1 0 0 0,1-1 0 0 0,0 1 0 0 0,1-1 0 0 0,12 4 0 0 0,3-3-2198 0 0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7:13.3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54 65 2761 0 0,'-1'-3'143'0'0,"0"0"0"0"0,-1 1 0 0 0,1-1-1 0 0,-1 0 1 0 0,1 0 0 0 0,-1 1 0 0 0,0-1 0 0 0,0 1 0 0 0,0 0 0 0 0,0-1 0 0 0,0 1 0 0 0,0 0 0 0 0,-1 0 0 0 0,1 1 0 0 0,-6-4 0 0 0,1-1 94 0 0,6 6 19 0 0,0 0 0 0 0,0-1 0 0 0,1 0 0 0 0,-1 1 0 0 0,0-1 0 0 0,1 1 0 0 0,-1-1 0 0 0,1 0 0 0 0,-1 1-1 0 0,1-1 1 0 0,-1 0 0 0 0,1 0 0 0 0,-1 1 0 0 0,1-1 0 0 0,-1 0 0 0 0,1 0 0 0 0,0 0 0 0 0,0 1 0 0 0,-1-1 0 0 0,1 0 0 0 0,0-1 0 0 0,0 1-116 0 0,1 1 1 0 0,0 0-1 0 0,-1 0 1 0 0,1 0-1 0 0,-1 0 1 0 0,1 0-1 0 0,0 0 0 0 0,-1-1 1 0 0,1 1-1 0 0,-1 1 1 0 0,1-1-1 0 0,0 0 1 0 0,-1 0-1 0 0,1 0 1 0 0,-1 0-1 0 0,1 0 1 0 0,0 0-1 0 0,-1 1 1 0 0,1-1-1 0 0,-1 0 1 0 0,1 0-1 0 0,-1 1 1 0 0,1-1-1 0 0,-1 0 1 0 0,1 1-1 0 0,-1-1 0 0 0,1 1 1 0 0,-1-1-1 0 0,0 1 1 0 0,1-1-1 0 0,-1 1 1 0 0,1 0-1 0 0,33 29 791 0 0,-1 2-1 0 0,34 42 1 0 0,-34-36-487 0 0,158 214-936 0 0,-185-244 310 0 0,10 13-839 0 0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7:13.7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8 258 8290 0 0,'0'0'28'0'0,"-1"0"0"0"0,1 0-1 0 0,0 0 1 0 0,-1 0 0 0 0,1 0 0 0 0,0 0 0 0 0,0 0 0 0 0,-1 0 0 0 0,1 0 0 0 0,0 0 0 0 0,-1 0 0 0 0,1 0 0 0 0,0-1-1 0 0,0 1 1 0 0,-1 0 0 0 0,1 0 0 0 0,0 0 0 0 0,0-1 0 0 0,-1 1 0 0 0,1 0 0 0 0,0 0 0 0 0,0 0 0 0 0,0-1-1 0 0,-1 1 1 0 0,1 0 0 0 0,0 0 0 0 0,0-1 0 0 0,0 1 0 0 0,0 0 0 0 0,0-1 0 0 0,-1 1 0 0 0,1 0 0 0 0,0-1 0 0 0,0 1-1 0 0,0 0 1 0 0,0 0 0 0 0,0-1 0 0 0,0 0 0 0 0,5-18 491 0 0,15-22 65 0 0,-18 37-400 0 0,9-16 68 0 0,2 0-1 0 0,0 1 1 0 0,1 0-1 0 0,17-18 1 0 0,-20 26-1216 0 0,0 1 0 0 0,1 0 1 0 0,0 0-1 0 0,15-8 0 0 0,-8 7-627 0 0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7:14.0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42 9218 0 0,'-4'-1'1819'0'0,"14"-6"-600"0"0,18-7 80 0 0,-13 10-848 0 0,0 0 1 0 0,-1 2-1 0 0,1 0 1 0 0,0 0 0 0 0,23 2-1 0 0,78 9 361 0 0,-39-1-492 0 0,70-3-75 0 0,-126-5-846 0 0,0-2 0 0 0,0 0 0 0 0,0-2-1 0 0,40-11 1 0 0,-47 10-719 0 0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7:14.4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 1 2761 0 0,'-16'10'10'0'0,"15"-10"282"0"0,0 1 1 0 0,0 0-1 0 0,0-1 1 0 0,1 1-1 0 0,-1 0 0 0 0,0 0 1 0 0,0-1-1 0 0,1 1 0 0 0,-1 0 1 0 0,1 0-1 0 0,-1 0 1 0 0,1 0-1 0 0,-1 0 0 0 0,1 0 1 0 0,-1 1-1 0 0,1 0-75 0 0,1-1 0 0 0,-1 0 0 0 0,0 0 0 0 0,1 1 0 0 0,-1-1 0 0 0,1 0 0 0 0,-1 0 0 0 0,1 0 0 0 0,0 0 0 0 0,-1 0 0 0 0,1 0 0 0 0,0 0 0 0 0,0 0-1 0 0,0 0 1 0 0,0 0 0 0 0,0 0 0 0 0,0 0 0 0 0,0-1 0 0 0,0 1 0 0 0,0 0 0 0 0,0-1 0 0 0,0 1 0 0 0,1-1 0 0 0,-1 1 0 0 0,0-1 0 0 0,2 1 0 0 0,63 23 2486 0 0,-40-16-1669 0 0,42 20 1 0 0,-61-24-906 0 0,0 0 0 0 0,-1 0 1 0 0,0 0-1 0 0,1 0 0 0 0,-2 1 0 0 0,1 0 0 0 0,0 1 1 0 0,-1-1-1 0 0,0 1 0 0 0,7 11 0 0 0,-10-13-93 0 0,0 0 1 0 0,-1 0-1 0 0,1 0 0 0 0,-1 0 0 0 0,0 1 0 0 0,0-1 0 0 0,-1 0 0 0 0,1 0 1 0 0,-1 1-1 0 0,0-1 0 0 0,0 1 0 0 0,0-1 0 0 0,-1 0 0 0 0,-1 8 1 0 0,-2 6-37 0 0,-2 0 0 0 0,-7 20-1 0 0,4-17 19 0 0,-2 13-1361 0 0,-3 2-5371 0 0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6:03.7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2955 456 0 0,'-13'24'8177'0'0,"28"-26"-8480"0"0,9-6 435 0 0,1 0 0 0 0,-2-2 0 0 0,1-1 0 0 0,-1-1 0 0 0,-1-1 0 0 0,0-1 1 0 0,-1-1-1 0 0,-1-1 0 0 0,20-19 0 0 0,-18 12-58 0 0,0-2-1 0 0,-2 0 1 0 0,-1-1 0 0 0,-1 0 0 0 0,-1-2 0 0 0,25-55 0 0 0,203-561 1848 0 0,-205 502-1831 0 0,-5-1 0 0 0,26-248 0 0 0,57-523 2116 0 0,-103 780-2090 0 0,-11 81 0 0 0,18-86 0 0 0,-21 137-102 0 0,-1 0 0 0 0,1 0 0 0 0,-1 0 1 0 0,1 0-1 0 0,0 1 0 0 0,0-1 0 0 0,0 0 1 0 0,0 0-1 0 0,0 1 0 0 0,0-1 0 0 0,0 0 1 0 0,1 1-1 0 0,-1-1 0 0 0,1 1 0 0 0,-1 0 1 0 0,1 0-1 0 0,-1-1 0 0 0,1 1 0 0 0,0 0 1 0 0,0 0-1 0 0,3-1 0 0 0,-2 1-9 0 0,1 0 0 0 0,-1 1-1 0 0,1-1 1 0 0,-1 1 0 0 0,1 0 0 0 0,-1 0-1 0 0,1 0 1 0 0,-1 0 0 0 0,1 1 0 0 0,-1-1-1 0 0,7 3 1 0 0,-4-1 13 0 0,0-1 0 0 0,-1 2 0 0 0,1-1 0 0 0,0 1 0 0 0,-1 0 0 0 0,1 0 0 0 0,-1 0 0 0 0,0 1 0 0 0,0 0 0 0 0,-1 0 0 0 0,1 0 0 0 0,-1 1 0 0 0,0-1 0 0 0,5 8 0 0 0,-3 1 79 0 0,-1 1-1 0 0,0 0 1 0 0,-1 0 0 0 0,-1 0-1 0 0,2 15 1 0 0,-2-12-19 0 0,0-1 0 0 0,1 0 1 0 0,11 28-1 0 0,67 106-2 0 0,5 8-80 0 0,-79-139 3 0 0,0 1 0 0 0,-1 0 0 0 0,-1 0 0 0 0,-2 1 0 0 0,1 0 1 0 0,1 34-1 0 0,-4 23 4 0 0,-2-38 49 0 0,1 0 0 0 0,2-1 0 0 0,2 1 0 0 0,2 0 0 0 0,19 64 0 0 0,5-6 203 0 0,-4 1-1 0 0,-5 1 0 0 0,13 139 1 0 0,-23-172 133 0 0,3-1 1 0 0,3-1 0 0 0,30 73-1 0 0,-28-79-115 0 0,-4-15-11 0 0,2-1 1 0 0,29 52-1 0 0,-34-73-229 0 0,1-1 0 0 0,1 0 1 0 0,0-1-1 0 0,2-1 0 0 0,34 32 0 0 0,-30-31-319 0 0,-1 2 0 0 0,-1 0 0 0 0,28 44 0 0 0,8 8 238 0 0,-52-69 101 0 0,0-1 0 0 0,1 0-1 0 0,-1 0 1 0 0,1 0 0 0 0,0-1-1 0 0,0 1 1 0 0,0-1 0 0 0,9 5-1 0 0,-11-7 16 0 0,1-1-1 0 0,-1 1 0 0 0,1-1 0 0 0,0 0 1 0 0,-1 0-1 0 0,1 0 0 0 0,-1 0 0 0 0,1 0 1 0 0,0-1-1 0 0,-1 1 0 0 0,1-1 0 0 0,-1 0 1 0 0,1 0-1 0 0,-1 1 0 0 0,1-2 1 0 0,-1 1-1 0 0,0 0 0 0 0,1 0 0 0 0,1-2 1 0 0,8-3-42 0 0,1 1 0 0 0,0 0 1 0 0,0 1-1 0 0,23-4 1 0 0,-21 5-6 0 0,-1-1-1 0 0,1 0 1 0 0,23-11 0 0 0,82-56-41 0 0,-90 51 7 0 0,1 1 1 0 0,1 1-1 0 0,1 2 1 0 0,34-13 0 0 0,-50 25-23 0 0,1 0 1 0 0,29-2 0 0 0,-35 6 30 0 0,-1-1 0 0 0,1-1 1 0 0,-1 0-1 0 0,1-1 0 0 0,-1 0 1 0 0,0 0-1 0 0,0-1 0 0 0,17-9 1 0 0,28-28 2 0 0,-48 33 0 0 0,1 1 0 0 0,0 0 0 0 0,1 0 0 0 0,0 1 0 0 0,-1 1 0 0 0,2-1 0 0 0,-1 1 0 0 0,1 1 0 0 0,0 0 0 0 0,0 1 0 0 0,17-4 0 0 0,-22 6 0 0 0,-1 0 0 0 0,1 0 0 0 0,-1 0 0 0 0,0-1 0 0 0,0 0 0 0 0,1 0 0 0 0,-1 0 0 0 0,-1-1 0 0 0,10-5 0 0 0,37-37 0 0 0,-39 34 0 0 0,0 0 0 0 0,22-14 0 0 0,-23 17-8 0 0,0 0 0 0 0,-1 0 0 0 0,0-1 0 0 0,0-1 0 0 0,0 0 0 0 0,-2 0 0 0 0,12-16 0 0 0,-16 20 8 0 0,1 1 0 0 0,1-1 0 0 0,-1 1 0 0 0,1-1 0 0 0,0 1 0 0 0,0 1 0 0 0,1-1 0 0 0,12-5 0 0 0,-26 17-2730 0 0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6:04.6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0 650 4609 0 0,'28'-28'1359'0'0,"-11"14"-1274"0"0,-2-2 0 0 0,0 0-1 0 0,0-1 1 0 0,-2 0 0 0 0,0-1 0 0 0,18-36-1 0 0,-19 33 174 0 0,1 0 0 0 0,1 1 0 0 0,1 1 0 0 0,0 0 0 0 0,2 1 0 0 0,35-30 0 0 0,127-81 2586 0 0,-83 64-2236 0 0,-68 48-294 0 0,2 1 0 0 0,-1 2 0 0 0,2 1 0 0 0,60-17 1 0 0,-69 23-129 0 0,-8 3-113 0 0,0 1 0 0 0,-1 1 1 0 0,1 0-1 0 0,0 1 0 0 0,0 1 0 0 0,0 0 0 0 0,0 0 0 0 0,0 2 0 0 0,0 0 0 0 0,0 0 1 0 0,0 1-1 0 0,20 8 0 0 0,-12-3 125 0 0,0 2 1 0 0,-1 0-1 0 0,0 1 0 0 0,-1 1 1 0 0,0 1-1 0 0,31 26 0 0 0,-18-8 139 0 0,-2 2 1 0 0,32 43-1 0 0,34 37 549 0 0,16-13-826 0 0,14 14-41 0 0,157 151 2067 0 0,-123-122-1100 0 0,-135-118-697 0 0,1-2 0 0 0,1-1 0 0 0,42 25 0 0 0,-58-40-267 0 0,1 0 0 0 0,0-1 0 0 0,0-1 0 0 0,1 0 0 0 0,-1-1 0 0 0,1-1 0 0 0,0 0 0 0 0,0-1 0 0 0,0 0 0 0 0,1-1-1 0 0,20-1 1 0 0,-11-2-187 0 0,0-1-1 0 0,0-2 0 0 0,-1 0 0 0 0,1-2 1 0 0,-1 0-1 0 0,-1-1 0 0 0,1-2 0 0 0,-2 0 1 0 0,23-14-1 0 0,9-12-7261 0 0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6:05.9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16 162 2761 0 0,'-3'-10'280'0'0,"0"0"1"0"0,1-1-1 0 0,0 1 1 0 0,0 0-1 0 0,1-1 1 0 0,0-15 0 0 0,1 6 316 0 0,-1 12 125 0 0,1-1-1 0 0,0 1 1 0 0,0 0-1 0 0,3-13 1 0 0,-2 21-444 0 0,0 0 0 0 0,-1 0 0 0 0,1 0 1 0 0,0 1-1 0 0,0-1 0 0 0,0 0 0 0 0,-1 0 0 0 0,1 0 1 0 0,0 1-1 0 0,0-1 0 0 0,0 0 0 0 0,-1 1 0 0 0,5 3 1948 0 0,-4-4-1948 0 0,0 3 0 0 0,21 17 664 0 0,-7-2-565 0 0,-1 0-1 0 0,-1 1 1 0 0,0 0 0 0 0,17 39-1 0 0,-2-6 51 0 0,-9-17-158 0 0,-3-5 46 0 0,26 36 0 0 0,-36-58-325 0 0,0-1 0 0 0,0 0 0 0 0,1 0 0 0 0,-1-1 0 0 0,1 0 0 0 0,1 0 0 0 0,-1 0 0 0 0,1-1 0 0 0,13 7 0 0 0,-19-11-71 0 0,1 0 0 0 0,-1-1 0 0 0,0 1-1 0 0,0 0 1 0 0,1-1 0 0 0,-1 0 0 0 0,0 1 0 0 0,1-1 0 0 0,-1 0 0 0 0,0 0 0 0 0,1-1 0 0 0,-1 1 0 0 0,0 0-1 0 0,1-1 1 0 0,3-1 0 0 0,2-1-1012 0 0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6:06.3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1 238 3225 0 0,'2'-4'671'0'0,"0"0"-1"0"0,0 1 1 0 0,0-1 0 0 0,1 1 0 0 0,-1 0 0 0 0,1 0 0 0 0,0 0 0 0 0,6-5-1 0 0,-1-1 409 0 0,15-15 867 0 0,75-81 3792 0 0,-28 41-7445 0 0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6:06.6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5 5529 0 0,'-3'-5'9918'0'0,"52"67"-6495"0"0,-38-45-3430 0 0,2-1-1 0 0,-1-1 1 0 0,2 0 0 0 0,0-1 0 0 0,19 15 0 0 0,-5-5-2051 0 0,-22-18 524 0 0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6:07.0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17 244 3225 0 0,'-2'-3'81'0'0,"0"0"0"0"0,0 0 0 0 0,0 0 1 0 0,1 0-1 0 0,0 0 0 0 0,-1 0 0 0 0,1 0 1 0 0,0-1-1 0 0,0 1 0 0 0,1 0 0 0 0,-1-1 1 0 0,1 1-1 0 0,0-1 0 0 0,-1 1 0 0 0,1-1 1 0 0,1 1-1 0 0,-1-1 0 0 0,1 1 0 0 0,1-6 1 0 0,2-7 778 0 0,1 1 0 0 0,13-29 0 0 0,-13 34-534 0 0,-1 2-162 0 0,0 0-1 0 0,1 0 0 0 0,0 0 0 0 0,0 1 0 0 0,0 0 1 0 0,1 0-1 0 0,0 1 0 0 0,11-10 0 0 0,-15 15-141 0 0,-1 0 0 0 0,1-1 0 0 0,0 1 0 0 0,-1 0 0 0 0,1 0 0 0 0,0 0 0 0 0,-1 0-1 0 0,1 1 1 0 0,0-1 0 0 0,0 0 0 0 0,0 1 0 0 0,0-1 0 0 0,0 1 0 0 0,0-1 0 0 0,0 1-1 0 0,0 0 1 0 0,0 0 0 0 0,0 0 0 0 0,0 0 0 0 0,0 1 0 0 0,0-1 0 0 0,0 0 0 0 0,-1 1 0 0 0,1-1-1 0 0,0 1 1 0 0,0 0 0 0 0,0 0 0 0 0,0-1 0 0 0,-1 1 0 0 0,1 0 0 0 0,0 1 0 0 0,-1-1 0 0 0,1 0-1 0 0,-1 0 1 0 0,1 1 0 0 0,-1-1 0 0 0,0 1 0 0 0,1-1 0 0 0,-1 1 0 0 0,0-1 0 0 0,0 1 0 0 0,0 0-1 0 0,0 0 1 0 0,1 2 0 0 0,6 13-22 0 0</inkml:trace>
  <inkml:trace contextRef="#ctx0" brushRef="#br0" timeOffset="1">160 419 3225 0 0,'9'-16'1961'0'0,"16"-42"521"0"0,-9 22-1877 0 0,1 0-1 0 0,33-53 1 0 0,-48 87-815 0 0,-1 0 0 0 0,1 0-1 0 0,-1 0 1 0 0,1 0 0 0 0,0 0 0 0 0,0 1 0 0 0,0-1-1 0 0,0 1 1 0 0,0-1 0 0 0,0 1 0 0 0,0 0 0 0 0,4-2-1 0 0,-5 3 179 0 0,-1 0 0 0 0,1 0 0 0 0,-1 0 0 0 0,1 0 0 0 0,-1 0-1 0 0,1 0 1 0 0,-1 0 0 0 0,1 0 0 0 0,-1 0 0 0 0,1 0 0 0 0,-1 0-1 0 0,1 0 1 0 0,-1 0 0 0 0,1 0 0 0 0,-1 0 0 0 0,1 1-1 0 0,-1-1 1 0 0,0 0 0 0 0,1 0 0 0 0,-1 1 0 0 0,1-1 0 0 0,-1 0-1 0 0,0 1 1 0 0,1-1 0 0 0,0 1 45 0 0,0 1 1 0 0,-1-1-1 0 0,1 0 0 0 0,-1 0 1 0 0,1 0-1 0 0,-1 0 0 0 0,0 1 1 0 0,1-1-1 0 0,-1 0 1 0 0,0 0-1 0 0,0 1 0 0 0,0-1 1 0 0,0 3-1 0 0,-1 10-80 0 0</inkml:trace>
  <inkml:trace contextRef="#ctx0" brushRef="#br0" timeOffset="2">318 449 2761 0 0,'-1'0'139'0'0,"1"1"0"0"0,0 0 0 0 0,-1 0 0 0 0,1 0 0 0 0,0 0 0 0 0,0 1 0 0 0,0-1 0 0 0,0 0 0 0 0,0 0 1 0 0,0 0-1 0 0,0 0 0 0 0,0 0 0 0 0,0 0 0 0 0,0 0 0 0 0,1 0 0 0 0,-1 0 0 0 0,0 0 0 0 0,1 0 0 0 0,-1 0 1 0 0,1 0-1 0 0,-1-1 0 0 0,1 1 0 0 0,-1 0 0 0 0,1 0 0 0 0,0 0 0 0 0,1 1 0 0 0,0-2 97 0 0,-1-1 0 0 0,1 1 0 0 0,-1 0 0 0 0,1-1 0 0 0,-1 1 0 0 0,0-1 0 0 0,1 1 0 0 0,-1-1 0 0 0,1 0 0 0 0,-1 0 0 0 0,0 1 0 0 0,0-1 0 0 0,1 0 0 0 0,-1 0 0 0 0,0 0 0 0 0,0-1 0 0 0,0 1 0 0 0,0 0 0 0 0,1-2 0 0 0,9-10-140 0 0,1-1 1 0 0,-2 0 0 0 0,0-1 0 0 0,0-1 0 0 0,-2 1-1 0 0,0-1 1 0 0,-1-1 0 0 0,6-17 0 0 0,-9 18-97 0 0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6:07.3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6913 0 0,'15'31'3408'0'0,"14"6"-788"0"0,58 56-1 0 0,-44-49-2124 0 0,-11-4-2359 0 0,-23-28-3277 0 0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6:07.7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17 157 6913 0 0,'-1'0'53'0'0,"-1"-1"0"0"0,1 0 0 0 0,0 0 0 0 0,0 0 0 0 0,0 0-1 0 0,0 0 1 0 0,0 0 0 0 0,0 0 0 0 0,1 0 0 0 0,-1 0-1 0 0,0 0 1 0 0,0 0 0 0 0,1 0 0 0 0,-1-1 0 0 0,1 1 0 0 0,-1 0-1 0 0,1 0 1 0 0,-1-1 0 0 0,1 1 0 0 0,0 0 0 0 0,0-1-1 0 0,0 1 1 0 0,0-1 0 0 0,0 1 0 0 0,0 0 0 0 0,0-1 0 0 0,0-1-1 0 0,1-3 180 0 0,-1 1-1 0 0,1 0 0 0 0,0-1 0 0 0,1 1 0 0 0,3-10 0 0 0,-3 10-175 0 0,0 0 0 0 0,1 0-1 0 0,-1 1 1 0 0,1-1-1 0 0,1 0 1 0 0,-1 1 0 0 0,0 0-1 0 0,1 0 1 0 0,0 0 0 0 0,0 0-1 0 0,0 0 1 0 0,1 1-1 0 0,-1 0 1 0 0,1 0 0 0 0,-1 0-1 0 0,1 1 1 0 0,0-1-1 0 0,0 1 1 0 0,1 0 0 0 0,-1 0-1 0 0,0 1 1 0 0,1 0-1 0 0,-1 0 1 0 0,0 0 0 0 0,1 0-1 0 0,-1 1 1 0 0,1 0-1 0 0,-1 0 1 0 0,1 1 0 0 0,-1-1-1 0 0,1 1 1 0 0,-1 1 0 0 0,1-1-1 0 0,-1 1 1 0 0,0-1-1 0 0,0 2 1 0 0,0-1 0 0 0,0 0-1 0 0,0 1 1 0 0,0 0-1 0 0,-1 0 1 0 0,5 5 0 0 0,2 1 44 0 0,0 2 1 0 0,-1-1 0 0 0,0 1 0 0 0,-1 1-1 0 0,0 0 1 0 0,-1 0 0 0 0,-1 1-1 0 0,1 0 1 0 0,-2 0 0 0 0,7 20 0 0 0,-9-21 2 0 0,-1-1 1 0 0,-1 1-1 0 0,0 0 0 0 0,-1 0 1 0 0,0 0-1 0 0,0 0 1 0 0,-1 0-1 0 0,-1 0 1 0 0,0 0-1 0 0,-1 0 1 0 0,0-1-1 0 0,-1 1 1 0 0,-5 14-1 0 0,-2 0-1 0 0,0-1-88 0 0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8:35.1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1942 456 0 0,'0'95'4149'0'0,"-11"135"-1312"0"0,9-183-2309 0 0,8 89 1 0 0,0-14-445 0 0,15-239 64 0 0,54-383 35 0 0,-63 410-78 0 0,0-104 0 0 0,-13-91 311 0 0,0-27-106 0 0,8 194-22 0 0,7 288-93 0 0,-5-86-198 0 0,64 603-232 0 0,-39-385 241 0 0,-29-257 15 0 0,-3-14 3 0 0,1 0 0 0 0,2 0 0 0 0,15 52 0 0 0,-20-83-28 0 0,0 0 0 0 0,0 0 0 0 0,0 1-1 0 0,0-1 1 0 0,0 0 0 0 0,0 0 0 0 0,0 1 0 0 0,0-1 0 0 0,0 0-1 0 0,0 1 1 0 0,0-1 0 0 0,0 0 0 0 0,1 0 0 0 0,-1 1-1 0 0,0-1 1 0 0,0 0 0 0 0,0 0 0 0 0,0 1 0 0 0,0-1 0 0 0,1 0-1 0 0,-1 0 1 0 0,0 1 0 0 0,0-1 0 0 0,0 0 0 0 0,0 0-1 0 0,1 0 1 0 0,-1 0 0 0 0,0 1 0 0 0,0-1 0 0 0,1 0 0 0 0,-1 0-1 0 0,0 0 1 0 0,0 0 0 0 0,1 0 0 0 0,-1 0 0 0 0,0 0-1 0 0,1 0 1 0 0,-1 0 0 0 0,0 1 0 0 0,0-1 0 0 0,1 0 0 0 0,-1 0-1 0 0,0-1 1 0 0,0 1 0 0 0,1 0 0 0 0,-1 0 0 0 0,7-15-440 0 0,-1-27-308 0 0,3-483 1878 0 0,-9 261-742 0 0,59-648 14 0 0,-48 575 884 0 0,-8 97 485 0 0,-3 230-1689 0 0,0 7-39 0 0,0 0 1 0 0,0 0-1 0 0,0 0 1 0 0,0 0 0 0 0,1 0-1 0 0,0 0 1 0 0,-1 0 0 0 0,1 0-1 0 0,0 0 1 0 0,2-5-1 0 0,5 45 217 0 0,23 670-951 0 0,-19-251-31 0 0,-7-342 705 0 0,52 674-578 0 0,-56-772 481 0 0,6 31-269 0 0,-7-44 324 0 0,1 0 1 0 0,0-1-1 0 0,-1 1 1 0 0,1 0-1 0 0,1-1 1 0 0,-1 1-1 0 0,0-1 1 0 0,0 1-1 0 0,1-1 1 0 0,0 0-1 0 0,-1 0 0 0 0,1 1 1 0 0,3 1-1 0 0,-5-3 39 0 0,1-1-1 0 0,0 0 0 0 0,-1 0 1 0 0,1 1-1 0 0,0-1 0 0 0,0 0 1 0 0,-1 0-1 0 0,1 0 1 0 0,0 0-1 0 0,0 0 0 0 0,-1 0 1 0 0,1 0-1 0 0,0 0 0 0 0,0 0 1 0 0,0 0-1 0 0,-1 0 0 0 0,1-1 1 0 0,0 1-1 0 0,-1 0 0 0 0,1 0 1 0 0,0-1-1 0 0,-1 1 1 0 0,1-1-1 0 0,0 1 0 0 0,-1 0 1 0 0,1-1-1 0 0,0 1 0 0 0,-1-1 1 0 0,1 1-1 0 0,-1-1 0 0 0,1 0 1 0 0,-1 1-1 0 0,0-1 0 0 0,1 0 1 0 0,-1 1-1 0 0,1-1 0 0 0,-1 0 1 0 0,0 1-1 0 0,0-1 1 0 0,1 0-1 0 0,-1 1 0 0 0,0-2 1 0 0,12-35-694 0 0,-3-27 77 0 0,-3-1 0 0 0,-3-75 0 0 0,-1 45 623 0 0,5-1069 1945 0 0,-7 785 539 0 0,2 164-1060 0 0,-1 200-1272 0 0,-1 11-27 0 0,1-1 0 0 0,-1 0-1 0 0,0 0 1 0 0,0 0-1 0 0,-1 0 1 0 0,1 1-1 0 0,-1-1 1 0 0,0 0 0 0 0,-1 1-1 0 0,-2-8 1 0 0,-3 35 877 0 0,-9 315 227 0 0,14-209-1259 0 0,42 930-318 0 0,-34-1000 256 0 0,54 390 391 0 0,-48-391-606 0 0,3 1 0 0 0,2-2 1 0 0,3 0-1 0 0,2-1 0 0 0,43 78 1 0 0,-64-131 154 0 0,1-1 0 0 0,-1 0 1 0 0,0 1-1 0 0,1-1 0 0 0,0 0 0 0 0,-1 0 1 0 0,1 0-1 0 0,0 0 0 0 0,0-1 0 0 0,4 4 1 0 0,-6-5 137 0 0,1 0 0 0 0,-1 0 0 0 0,0 0 0 0 0,1 0 0 0 0,-1 0 1 0 0,0 0-1 0 0,1 0 0 0 0,-1 0 0 0 0,0 0 0 0 0,1 0 0 0 0,-1 0 0 0 0,0 0 1 0 0,1 0-1 0 0,-1 0 0 0 0,0 0 0 0 0,1 0 0 0 0,-1 0 0 0 0,0 0 0 0 0,1-1 1 0 0,-1 1-1 0 0,0 0 0 0 0,0 0 0 0 0,1 0 0 0 0,-1 0 0 0 0,0-1 0 0 0,1 1 1 0 0,-1 0-1 0 0,0 0 0 0 0,1-1 0 0 0,5-18-327 0 0,-1-27 165 0 0,-2-1 1 0 0,-7-88-1 0 0,1 53 193 0 0,-8-189 344 0 0,0 50-196 0 0,20-234-1 0 0,-9 447-81 0 0,1 3-2 0 0,0 0 0 0 0,0 1 1 0 0,-1-1-1 0 0,0 0 0 0 0,0 1 0 0 0,0-1 1 0 0,0 0-1 0 0,-1 1 0 0 0,0-1 0 0 0,-1-6 1 0 0,0 14 165 0 0,1-1 1 0 0,1 0-1 0 0,-1 1 1 0 0,0-1-1 0 0,0 1 1 0 0,1-1-1 0 0,0 1 1 0 0,-1 3-1 0 0,-1 102 886 0 0,13 138 0 0 0,0-67-1266 0 0,-6-40 71 0 0,26 396-72 0 0,-27-503-57 0 0,1 0 0 0 0,1 0 0 0 0,2 0 0 0 0,22 54 0 0 0,-30-85 167 0 0,0 0 1 0 0,0-1-1 0 0,0 1 1 0 0,0 0-1 0 0,1-1 1 0 0,-1 1-1 0 0,0-1 1 0 0,0 1-1 0 0,1 0 0 0 0,-1-1 1 0 0,0 1-1 0 0,1-1 1 0 0,-1 1-1 0 0,1-1 1 0 0,-1 1-1 0 0,1-1 1 0 0,-1 1-1 0 0,1-1 1 0 0,-1 1-1 0 0,1-1 0 0 0,-1 0 1 0 0,1 1-1 0 0,0-1 1 0 0,-1 0-1 0 0,1 1 1 0 0,-1-1-1 0 0,1 0 1 0 0,0 0-1 0 0,-1 0 1 0 0,1 0-1 0 0,1 1 0 0 0,-1-2-9 0 0,0 0 0 0 0,0 0 0 0 0,-1 1 0 0 0,1-1 0 0 0,0 0 0 0 0,0 0 0 0 0,0 0 0 0 0,0 0 0 0 0,-1 0 0 0 0,1 0 0 0 0,0 0-1 0 0,-1 0 1 0 0,1 0 0 0 0,-1 0 0 0 0,1-2 0 0 0,12-44-975 0 0,11-223-1103 0 0,3-18 1483 0 0,-25 268 627 0 0,-2 14 24 0 0,0 1 0 0 0,1-1 1 0 0,0 1-1 0 0,0-1 1 0 0,0 1-1 0 0,1 0 0 0 0,0 0 1 0 0,3-7-1 0 0,-4 12 24 0 0,-1 0-1 0 0,1 1 1 0 0,-1-1-1 0 0,1 1 1 0 0,-1-1-1 0 0,1 1 1 0 0,-1 0-1 0 0,1-1 1 0 0,-1 1-1 0 0,0-1 1 0 0,1 1-1 0 0,-1 0 1 0 0,0-1-1 0 0,1 1 1 0 0,-1 0-1 0 0,0-1 1 0 0,0 1-1 0 0,0 0 1 0 0,1 0-1 0 0,-1-1 1 0 0,0 1-1 0 0,0 1 1 0 0,6 23 513 0 0,26 317 1909 0 0,5 26-2243 0 0,-36-361-205 0 0,0-1 0 0 0,1 1 0 0 0,0-1-1 0 0,0 1 1 0 0,3 7 0 0 0,-4-14-9 0 0,-1 1 1 0 0,0 0-1 0 0,1-1 0 0 0,-1 1 1 0 0,0-1-1 0 0,1 0 0 0 0,-1 1 1 0 0,0-1-1 0 0,1 1 0 0 0,-1-1 1 0 0,1 1-1 0 0,-1-1 0 0 0,1 0 1 0 0,-1 1-1 0 0,1-1 0 0 0,-1 0 1 0 0,1 0-1 0 0,-1 1 0 0 0,1-1 1 0 0,-1 0-1 0 0,1 0 0 0 0,0 0 1 0 0,-1 0-1 0 0,1 0 0 0 0,-1 0 1 0 0,2 0-1 0 0,-1 0-24 0 0,0-1-1 0 0,1 1 1 0 0,-1-1 0 0 0,0 0-1 0 0,1 0 1 0 0,-1 0 0 0 0,0 1-1 0 0,0-1 1 0 0,0 0 0 0 0,0 0-1 0 0,0-1 1 0 0,0 1 0 0 0,0 0-1 0 0,0 0 1 0 0,1-3 0 0 0,8-15-491 0 0,0-2 0 0 0,-1 1 0 0 0,-1-1 0 0 0,-1 0 0 0 0,8-43 0 0 0,7-20-166 0 0,-17 67 627 0 0,31-82-467 0 0,-31 87 568 0 0,1-1-1 0 0,0 1 1 0 0,1 1 0 0 0,1-1-1 0 0,12-15 1 0 0,-19 27 19 0 0,-1-1 0 0 0,0 1 0 0 0,1-1 0 0 0,-1 1 0 0 0,1-1 0 0 0,-1 1 0 0 0,1-1 0 0 0,-1 1 0 0 0,1-1 0 0 0,-1 1 0 0 0,1 0 0 0 0,0-1 0 0 0,-1 1 0 0 0,1 0 0 0 0,0-1 0 0 0,-1 1 0 0 0,1 0 0 0 0,0 0 0 0 0,-1 0 0 0 0,1-1 0 0 0,0 1 0 0 0,-1 0 0 0 0,1 0 0 0 0,0 0 0 0 0,0 0 0 0 0,-1 0 0 0 0,2 1 0 0 0,-1-1 14 0 0,0 1-1 0 0,0 0 1 0 0,0 0-1 0 0,0 0 1 0 0,0-1-1 0 0,-1 1 1 0 0,1 0-1 0 0,0 0 1 0 0,-1 0-1 0 0,1 0 1 0 0,0 0-1 0 0,-1 0 1 0 0,1 0-1 0 0,-1 1 1 0 0,1 0-1 0 0,9 51 1266 0 0,-9-44-1122 0 0,10 142 1957 0 0,-10-106-1870 0 0,2-1 0 0 0,15 76 0 0 0,-18-117-315 0 0,0-1 0 0 0,1 0 1 0 0,-1 0-1 0 0,1 0 1 0 0,-1 0-1 0 0,1 0 1 0 0,0-1-1 0 0,0 1 0 0 0,0 0 1 0 0,0 0-1 0 0,0 0 1 0 0,0-1-1 0 0,0 1 0 0 0,1-1 1 0 0,-1 1-1 0 0,0-1 1 0 0,1 1-1 0 0,0-1 0 0 0,-1 0 1 0 0,1 1-1 0 0,0-1 1 0 0,-1 0-1 0 0,1 0 0 0 0,0-1 1 0 0,0 1-1 0 0,0 0 1 0 0,4 0-1 0 0,-4-1-109 0 0,1 0 1 0 0,-1-1-1 0 0,1 1 1 0 0,-1-1-1 0 0,1 0 1 0 0,-1 0-1 0 0,1 0 0 0 0,-1 0 1 0 0,0 0-1 0 0,1 0 1 0 0,-1-1-1 0 0,0 1 1 0 0,0-1-1 0 0,0 1 0 0 0,0-1 1 0 0,0 0-1 0 0,-1 0 1 0 0,1 0-1 0 0,0 0 1 0 0,-1 0-1 0 0,3-4 0 0 0,9-18-450 0 0,-1 0 0 0 0,0-1-1 0 0,11-40 1 0 0,-16 44 204 0 0,0 0 1 0 0,2 0 0 0 0,0 1-1 0 0,1 0 1 0 0,1 1-1 0 0,17-23 1 0 0,-27 40 400 0 0,-1 1 0 0 0,1 0 0 0 0,0 0 0 0 0,0 0 0 0 0,0 0 0 0 0,0 0 0 0 0,0 0 0 0 0,0 0 0 0 0,0 0 0 0 0,1 0 0 0 0,-1 0 0 0 0,0 0 0 0 0,0 1 0 0 0,1-1 0 0 0,-1 1 0 0 0,0-1 1 0 0,1 1-1 0 0,-1-1 0 0 0,1 1 0 0 0,-1 0 0 0 0,1 0 0 0 0,-1-1 0 0 0,1 1 0 0 0,2 1 0 0 0,-3-1 80 0 0,1 1 0 0 0,0 0 0 0 0,-1 0 0 0 0,1 0-1 0 0,-1 0 1 0 0,1 1 0 0 0,-1-1 0 0 0,1 0 0 0 0,-1 1 0 0 0,0-1 0 0 0,0 0 0 0 0,0 1 0 0 0,0 0 0 0 0,0-1-1 0 0,0 1 1 0 0,1 2 0 0 0,3 8 503 0 0,-1 0-1 0 0,0 0 1 0 0,-1 1-1 0 0,2 16 1 0 0,0 41 406 0 0,-5-52-884 0 0,0 0 0 0 0,2 0 0 0 0,0-1 0 0 0,6 18 0 0 0,-8-34-147 0 0,0-1-1 0 0,0 1 1 0 0,0-1-1 0 0,0 0 1 0 0,0 1-1 0 0,0-1 1 0 0,0 0-1 0 0,0 1 1 0 0,0-1-1 0 0,0 1 1 0 0,0-1-1 0 0,0 0 1 0 0,1 1-1 0 0,-1-1 0 0 0,0 0 1 0 0,0 1-1 0 0,0-1 1 0 0,1 0-1 0 0,-1 0 1 0 0,0 1-1 0 0,0-1 1 0 0,1 0-1 0 0,-1 0 1 0 0,0 1-1 0 0,1-1 1 0 0,-1 0-1 0 0,0 0 1 0 0,1 0-1 0 0,-1 1 1 0 0,0-1-1 0 0,1 0 1 0 0,-1 0-1 0 0,0 0 1 0 0,1 0-1 0 0,-1 0 0 0 0,1 0 1 0 0,-1 0-1 0 0,0 0 1 0 0,1 0-1 0 0,-1 0 1 0 0,1 0-1 0 0,11-15-339 0 0,4-24-654 0 0,12-73-1491 0 0,-16 58 1913 0 0,34-93 1 0 0,-45 145 565 0 0,11-23-59 0 0,-12 24 75 0 0,1 0-1 0 0,-1 1 1 0 0,0-1 0 0 0,1 0 0 0 0,-1 1 0 0 0,0-1-1 0 0,1 0 1 0 0,-1 1 0 0 0,1-1 0 0 0,-1 0-1 0 0,1 1 1 0 0,-1-1 0 0 0,1 1 0 0 0,-1-1-1 0 0,1 1 1 0 0,0-1 0 0 0,-1 1 0 0 0,1-1-1 0 0,0 1 1 0 0,-1 0 0 0 0,1-1 0 0 0,0 1-1 0 0,-1 0 1 0 0,1 0 0 0 0,0 0 0 0 0,0-1-1 0 0,0 1 1 0 0,1 3 126 0 0,-1 0-1 0 0,0-1 1 0 0,0 1-1 0 0,0 0 1 0 0,0 0-1 0 0,-1 0 1 0 0,1 0 0 0 0,-1 0-1 0 0,0 0 1 0 0,0 0-1 0 0,0 5 1 0 0,0-2 219 0 0,0 87 2252 0 0,-2-72-2420 0 0,2 1 0 0 0,0 0 0 0 0,1 0 0 0 0,1 0 0 0 0,9 35 0 0 0,-11-56-190 0 0,0 0 0 0 0,1 0-1 0 0,-1 0 1 0 0,0 0 0 0 0,1 0 0 0 0,-1 0 0 0 0,0 0 0 0 0,1 0 0 0 0,0 0 0 0 0,-1 0 0 0 0,1 0 0 0 0,0 0-1 0 0,-1 0 1 0 0,1 0 0 0 0,0-1 0 0 0,0 1 0 0 0,-1 0 0 0 0,1-1 0 0 0,0 1 0 0 0,1 0 0 0 0,-1-1-38 0 0,0 0 0 0 0,-1 0 1 0 0,1 0-1 0 0,0 0 0 0 0,0 0 0 0 0,-1 0 1 0 0,1 0-1 0 0,0 0 0 0 0,-1-1 1 0 0,1 1-1 0 0,0 0 0 0 0,-1 0 1 0 0,1-1-1 0 0,0 1 0 0 0,-1-1 1 0 0,1 1-1 0 0,0 0 0 0 0,-1-1 0 0 0,1 1 1 0 0,-1-1-1 0 0,2 0 0 0 0,1-4-284 0 0,0 1 1 0 0,1 0-1 0 0,-2-1 0 0 0,1 0 0 0 0,0 0 0 0 0,1-5 0 0 0,23-74-2048 0 0,-22 61 2089 0 0,2 1 0 0 0,0 0 1 0 0,2 0-1 0 0,17-32 0 0 0,-26 53 312 0 0,0 1 0 0 0,1-1-1 0 0,-1 1 1 0 0,0-1 0 0 0,0 1 0 0 0,1-1 0 0 0,-1 1 0 0 0,0-1 0 0 0,1 1 0 0 0,-1 0 0 0 0,0-1-1 0 0,1 1 1 0 0,-1 0 0 0 0,1-1 0 0 0,-1 1 0 0 0,1 0 0 0 0,-1-1 0 0 0,0 1 0 0 0,1 0 0 0 0,-1 0-1 0 0,1-1 1 0 0,0 1 0 0 0,-1 0 0 0 0,1 0 0 0 0,-1 0 0 0 0,1 0 0 0 0,-1 0 0 0 0,1 0-1 0 0,6 12 954 0 0,-3 26 758 0 0,-4-36-1642 0 0,0 21 578 0 0,0 0 0 0 0,-2 0 0 0 0,0 0 0 0 0,-2-1 0 0 0,-11 40 0 0 0,44-168-3157 0 0,8-24-916 0 0,-23 92 2923 0 0,26-53 1 0 0,-40 91 489 0 0,0-1-1 0 0,0 1 1 0 0,0 0 0 0 0,0 0 0 0 0,1 0-1 0 0,-1-1 1 0 0,0 1 0 0 0,0 0 0 0 0,0 0-1 0 0,0-1 1 0 0,0 1 0 0 0,0 0 0 0 0,0 0-1 0 0,1 0 1 0 0,-1 0 0 0 0,0-1 0 0 0,0 1-1 0 0,0 0 1 0 0,0 0 0 0 0,1 0 0 0 0,-1 0-1 0 0,0-1 1 0 0,0 1 0 0 0,0 0 0 0 0,1 0-1 0 0,-1 0 1 0 0,0 0 0 0 0,0 0 0 0 0,0 0-1 0 0,1 0 1 0 0,-1 0 0 0 0,0 0 0 0 0,0 0-1 0 0,1 0 1 0 0,-1 0 0 0 0,0 0 0 0 0,0 0-1 0 0,1 0 1 0 0,-1 0 0 0 0,0 0 0 0 0,0 0-1 0 0,0 0 1 0 0,1 0 0 0 0,4 12 517 0 0,0 18 433 0 0,-3 16 239 0 0,-2 0 0 0 0,-10 85-1 0 0,10-131-1195 0 0,0 0 0 0 0,0 0 1 0 0,0 0-1 0 0,0 0 0 0 0,0 0 0 0 0,0 0 0 0 0,0 0 0 0 0,0 0 0 0 0,0 0 0 0 0,0 0 0 0 0,0 0 0 0 0,0 0 0 0 0,0 0 0 0 0,1 0 0 0 0,-1 0 0 0 0,0 0 0 0 0,0 0 0 0 0,0 0 0 0 0,0 0 0 0 0,0 0 0 0 0,0 0 0 0 0,0 0 0 0 0,0 0 0 0 0,0 0 0 0 0,0 0 0 0 0,0 0 1 0 0,0 0-1 0 0,0 0 0 0 0,0 0 0 0 0,0 0 0 0 0,0 0 0 0 0,0 0 0 0 0,1 1 0 0 0,-1-1 0 0 0,0 0 0 0 0,0 0 0 0 0,0 0 0 0 0,0 0 0 0 0,0 0 0 0 0,0 0 0 0 0,0 0 0 0 0,7-12-99 0 0,6-18-596 0 0,5-39-97 0 0,13-38-1229 0 0,-27 97 1877 0 0,0 0 0 0 0,1 0 0 0 0,0 0 1 0 0,0 0-1 0 0,1 1 0 0 0,1 0 0 0 0,11-13 0 0 0,-17 21 147 0 0,0 0 1 0 0,-1 1-1 0 0,1-1 0 0 0,-1 1 1 0 0,1-1-1 0 0,0 1 0 0 0,-1-1 0 0 0,1 1 1 0 0,0 0-1 0 0,-1-1 0 0 0,1 1 1 0 0,0 0-1 0 0,0 0 0 0 0,-1-1 1 0 0,1 1-1 0 0,0 0 0 0 0,0 0 0 0 0,0 0 1 0 0,-1 0-1 0 0,1 0 0 0 0,0 0 1 0 0,0 0-1 0 0,0 0 0 0 0,-1 0 1 0 0,1 1-1 0 0,0-1 0 0 0,0 0 0 0 0,-1 0 1 0 0,1 1-1 0 0,0-1 0 0 0,0 0 1 0 0,-1 1-1 0 0,1-1 0 0 0,0 1 1 0 0,-1-1-1 0 0,1 1 0 0 0,-1-1 0 0 0,1 1 1 0 0,-1 0-1 0 0,1-1 0 0 0,-1 1 1 0 0,1-1-1 0 0,-1 1 0 0 0,1 0 1 0 0,-1 0-1 0 0,0-1 0 0 0,1 1 0 0 0,-1 0 1 0 0,0 0-1 0 0,3 5 53 0 0,0 0 0 0 0,-1-1 0 0 0,0 1-1 0 0,-1 0 1 0 0,2 6 0 0 0,0 18 600 0 0,-1-1-1 0 0,-1 1 0 0 0,-5 44 1 0 0,1 42 447 0 0,2-115-1093 0 0,1-1 0 0 0,0 1 0 0 0,0-1 0 0 0,0 1 0 0 0,0-1 0 0 0,0 1 0 0 0,0 0 0 0 0,0-1 0 0 0,0 1 0 0 0,0-1 0 0 0,0 1 0 0 0,0-1 0 0 0,0 1 0 0 0,0-1 0 0 0,1 1 0 0 0,-1-1 0 0 0,0 1 0 0 0,0 0 0 0 0,1-1 0 0 0,-1 0 0 0 0,0 1 0 0 0,1-1 0 0 0,-1 1 0 0 0,0-1 0 0 0,1 1 0 0 0,-1-1 0 0 0,1 0 0 0 0,-1 1 0 0 0,0-1 0 0 0,1 0 0 0 0,-1 1 0 0 0,2-1 0 0 0,11-12-420 0 0,10-28-1110 0 0,34-137-1220 0 0,-43 126 2547 0 0,3-1 0 0 0,29-63 1 0 0,-42 105 353 0 0,-2 6-30 0 0,0-1 0 0 0,0 0 1 0 0,0 1-1 0 0,1-1 0 0 0,-1 1 1 0 0,1 0-1 0 0,0 0 0 0 0,1 0 0 0 0,-1 0 1 0 0,0 0-1 0 0,1 1 0 0 0,5-5 0 0 0,-8 8-96 0 0,-1 0-1 0 0,1 0 1 0 0,0 1 0 0 0,-1-1-1 0 0,1 0 1 0 0,-1 0-1 0 0,1 0 1 0 0,-1 0-1 0 0,1 1 1 0 0,0-1-1 0 0,-1 0 1 0 0,1 0 0 0 0,-1 1-1 0 0,1-1 1 0 0,-1 1-1 0 0,1-1 1 0 0,-1 0-1 0 0,0 1 1 0 0,1-1-1 0 0,-1 1 1 0 0,1-1 0 0 0,-1 1-1 0 0,0-1 1 0 0,1 1-1 0 0,-1-1 1 0 0,0 1-1 0 0,0-1 1 0 0,1 1-1 0 0,-1 0 1 0 0,0-1 0 0 0,0 1-1 0 0,0-1 1 0 0,0 1-1 0 0,0 0 1 0 0,0-1-1 0 0,0 1 1 0 0,0-1-1 0 0,0 1 1 0 0,0 0 0 0 0,0 0-1 0 0,0 29 662 0 0,0-30-665 0 0,-24 207 2498 0 0,11-119-2220 0 0,-2 109 0 0 0,15-197-320 0 0,0 1-1 0 0,0 0 0 0 0,0-1 0 0 0,0 1 0 0 0,0 0 0 0 0,0-1 0 0 0,0 1 0 0 0,0 0 0 0 0,0-1 0 0 0,0 1 0 0 0,0 0 0 0 0,0-1 0 0 0,1 1 0 0 0,-1 0 0 0 0,0-1 1 0 0,0 1-1 0 0,1-1 0 0 0,-1 1 0 0 0,0-1 0 0 0,1 1 0 0 0,-1 0 0 0 0,1 0 0 0 0,8-9-524 0 0,6-24-764 0 0,65-266-4021 0 0,-58 198 5382 0 0,41-111 0 0 0,-60 200 11 0 0,19-41 323 0 0,-21 49-304 0 0,1 0 0 0 0,0-1 0 0 0,-1 1-1 0 0,1 0 1 0 0,0 0 0 0 0,1 1-1 0 0,-1-1 1 0 0,1 0 0 0 0,-1 1 0 0 0,1 0-1 0 0,0-1 1 0 0,3-1 0 0 0,-5 3-53 0 0,0 1 0 0 0,-1 0 0 0 0,1 0 1 0 0,0 0-1 0 0,-1 0 0 0 0,1 0 0 0 0,0 0 1 0 0,-1 0-1 0 0,1 0 0 0 0,0 1 1 0 0,-1-1-1 0 0,1 0 0 0 0,0 0 0 0 0,-1 0 1 0 0,1 1-1 0 0,0-1 0 0 0,-1 0 0 0 0,1 1 1 0 0,-1-1-1 0 0,1 0 0 0 0,-1 1 0 0 0,1-1 1 0 0,-1 1-1 0 0,1-1 0 0 0,-1 1 1 0 0,1-1-1 0 0,-1 1 0 0 0,0 0 0 0 0,1-1 1 0 0,-1 1-1 0 0,0-1 0 0 0,1 1 0 0 0,-1 0 1 0 0,0-1-1 0 0,0 1 0 0 0,0 0 1 0 0,1-1-1 0 0,-1 1 0 0 0,0 0 0 0 0,0-1 1 0 0,0 1-1 0 0,0 1 0 0 0,3 33 618 0 0,-3-34-623 0 0,-2 93 1050 0 0,-21 139 1 0 0,11-140-674 0 0,-1 143 1 0 0,19-200-80 0 0,-6-36-331 0 0,0 0 0 0 0,0 1 0 0 0,0-1 0 0 0,0 0 0 0 0,0 1 0 0 0,0-1 0 0 0,1 0 0 0 0,-1 1 0 0 0,0-1 0 0 0,0 0 0 0 0,1 1 0 0 0,-1-1 0 0 0,0 0 0 0 0,0 1 0 0 0,1-1 0 0 0,-1 0 0 0 0,0 0 0 0 0,1 1 0 0 0,-1-1 0 0 0,0 0 0 0 0,1 0 0 0 0,-1 0 0 0 0,0 0 0 0 0,1 0 0 0 0,-1 1 0 0 0,1-1 0 0 0,-1 0 0 0 0,1 0 0 0 0,0-1-28 0 0,0 1-1 0 0,0-1 1 0 0,0 1-1 0 0,0-1 1 0 0,0 1-1 0 0,0-1 1 0 0,-1 0-1 0 0,1 0 1 0 0,0 1-1 0 0,0-1 1 0 0,-1 0-1 0 0,1 0 1 0 0,0 0-1 0 0,-1 0 1 0 0,1 0-1 0 0,0-1 1 0 0,10-20-724 0 0,-2 0 0 0 0,0-1 1 0 0,-1 0-1 0 0,-1 0 0 0 0,4-29 1 0 0,1 3-337 0 0,13-49-537 0 0,-2-1 894 0 0,5 1 1 0 0,56-131-1 0 0,-83 225 939 0 0,14-24 996 0 0,-14 27-1073 0 0,-1 0 1 0 0,1 0-1 0 0,-1 0 0 0 0,1 0 1 0 0,0 0-1 0 0,-1 0 0 0 0,1 0 1 0 0,0 0-1 0 0,0 1 0 0 0,-1-1 0 0 0,1 0 1 0 0,0 1-1 0 0,0-1 0 0 0,0 1 1 0 0,0-1-1 0 0,0 1 0 0 0,0-1 1 0 0,0 1-1 0 0,0-1 0 0 0,0 1 0 0 0,0 0 1 0 0,0 0-1 0 0,2-1 0 0 0,-3 2-10 0 0,1-1 0 0 0,-1 1 0 0 0,1-1 0 0 0,-1 1 0 0 0,1 0 1 0 0,-1-1-1 0 0,1 1 0 0 0,-1-1 0 0 0,0 1 0 0 0,1 0 0 0 0,-1-1 0 0 0,0 1 0 0 0,0 0 0 0 0,0-1 0 0 0,1 1 0 0 0,-1 0 0 0 0,0 0 0 0 0,0-1 0 0 0,0 1 0 0 0,0 0 0 0 0,0 0 0 0 0,0-1 0 0 0,0 1 0 0 0,0 0 0 0 0,-1 0 0 0 0,-2 27 618 0 0,2-20-357 0 0,-14 182 1239 0 0,14 281 1 0 0,1-470-1625 0 0,1 14 26 0 0,1 0 1 0 0,0-1 0 0 0,6 21-1 0 0,-8-33-46 0 0,1 1-1 0 0,0-1 1 0 0,-1 0-1 0 0,1 1 1 0 0,0-1-1 0 0,0 0 1 0 0,0 1-1 0 0,1-1 1 0 0,-1 0-1 0 0,1 0 1 0 0,-1 0-1 0 0,1 0 1 0 0,-1-1-1 0 0,1 1 1 0 0,0 0-1 0 0,0-1 1 0 0,0 1-1 0 0,0-1 1 0 0,0 1-1 0 0,0-1 1 0 0,1 0-1 0 0,-1 0 1 0 0,0 0-1 0 0,0 0 1 0 0,1 0-1 0 0,-1-1 1 0 0,1 1-1 0 0,2-1 1 0 0,-3 0-129 0 0,0 0 0 0 0,1-1 1 0 0,-1 1-1 0 0,0-1 0 0 0,0 0 1 0 0,0 0-1 0 0,0 0 1 0 0,0 0-1 0 0,0 0 0 0 0,0 0 1 0 0,-1-1-1 0 0,1 1 1 0 0,0 0-1 0 0,-1-1 0 0 0,1 1 1 0 0,-1-1-1 0 0,1 0 0 0 0,-1 0 1 0 0,0 1-1 0 0,1-1 1 0 0,0-2-1 0 0,22-48-2182 0 0,-21 43 1782 0 0,11-30-1192 0 0,-2 0-1 0 0,13-68 1 0 0,0-85 760 0 0,-9 61 1898 0 0,-16 130-843 0 0,0 0 0 0 0,0 0 0 0 0,0-1 0 0 0,1 1 0 0 0,-1 0-1 0 0,0 0 1 0 0,0-1 0 0 0,1 1 0 0 0,-1 0 0 0 0,1 0 0 0 0,-1 0 0 0 0,1 0 0 0 0,-1-1 0 0 0,1 1 0 0 0,0 0 0 0 0,-1 0 0 0 0,3-1 0 0 0,-3 2-9 0 0,1 0-1 0 0,-1 0 1 0 0,1 1-1 0 0,-1-1 1 0 0,1 0-1 0 0,-1 0 1 0 0,1 1 0 0 0,-1-1-1 0 0,1 0 1 0 0,-1 0-1 0 0,1 1 1 0 0,-1-1-1 0 0,0 1 1 0 0,1-1 0 0 0,-1 0-1 0 0,1 1 1 0 0,-1-1-1 0 0,0 1 1 0 0,0-1 0 0 0,1 1-1 0 0,-1-1 1 0 0,0 1-1 0 0,0-1 1 0 0,1 1-1 0 0,-1 0 1 0 0,15 46 1828 0 0,-5 19-847 0 0,-3 0 0 0 0,-3 1 0 0 0,-5 81 0 0 0,0-55-370 0 0,1-54-529 0 0,-1-8-91 0 0,1 0 0 0 0,2 0 0 0 0,7 36 1 0 0,-9-66-81 0 0,0-1 0 0 0,-1 1 1 0 0,1-1-1 0 0,1 1 0 0 0,-1 0 1 0 0,0-1-1 0 0,0 1 0 0 0,0-1 1 0 0,0 1-1 0 0,0-1 0 0 0,0 1 0 0 0,1-1 1 0 0,-1 1-1 0 0,0-1 0 0 0,0 1 1 0 0,1-1-1 0 0,-1 1 0 0 0,0-1 1 0 0,1 1-1 0 0,-1-1 0 0 0,1 1 1 0 0,-1-1-1 0 0,0 0 0 0 0,1 1 1 0 0,-1-1-1 0 0,1 0 0 0 0,-1 1 1 0 0,2-1-1 0 0,6-12-1247 0 0,2-28-896 0 0,-4-24-562 0 0,-3 0-1 0 0,-7-98 1 0 0,0-31 5614 0 0,6 170-1699 0 0,-2 22-1053 0 0,0 0-1 0 0,0 0 1 0 0,1 0-1 0 0,-1 0 1 0 0,0 0 0 0 0,0 0-1 0 0,0 0 1 0 0,1 0 0 0 0,-1 1-1 0 0,0-1 1 0 0,1 0-1 0 0,-1 0 1 0 0,1 0 0 0 0,-1 0-1 0 0,1 1 1 0 0,-1-1-1 0 0,1 0 1 0 0,0 0 0 0 0,0 0-1 0 0,0 2 5 0 0,0 1 0 0 0,0-1-1 0 0,0 1 1 0 0,0 0 0 0 0,0-1-1 0 0,0 1 1 0 0,-1 0 0 0 0,1-1-1 0 0,-1 1 1 0 0,1 0 0 0 0,-1 0-1 0 0,1 3 1 0 0,-1-3-3 0 0,47 247 2003 0 0,-22-104-1974 0 0,-23-132-170 0 0,-1-8 12 0 0,-1 1-1 0 0,1-1 0 0 0,0 0 0 0 0,0 0 0 0 0,0 0 1 0 0,1 0-1 0 0,0 0 0 0 0,0 0 0 0 0,0 0 0 0 0,1 0 1 0 0,-1-1-1 0 0,1 1 0 0 0,6 6 0 0 0,-9-10-16 0 0,1-1-1 0 0,-1 0 1 0 0,1 1 0 0 0,-1-1-1 0 0,1 0 1 0 0,-1 0 0 0 0,1 0-1 0 0,-1 1 1 0 0,1-1-1 0 0,-1 0 1 0 0,1 0 0 0 0,0 0-1 0 0,-1 0 1 0 0,1 0 0 0 0,-1 0-1 0 0,1 0 1 0 0,-1 0-1 0 0,1 0 1 0 0,-1 0 0 0 0,1 0-1 0 0,-1 0 1 0 0,1 0 0 0 0,-1-1-1 0 0,1 1 1 0 0,-1 0-1 0 0,1 0 1 0 0,-1-1 0 0 0,1 1-1 0 0,0-1 1 0 0,12-15-880 0 0,2-23-760 0 0,-6 0 16 0 0,-2-1 1 0 0,-1 0-1 0 0,0-75 1 0 0,-5 64 1455 0 0,13-79 0 0 0,0 82 1001 0 0,-13 46-733 0 0,-1 0 1 0 0,1 1-1 0 0,0-1 0 0 0,0 0 1 0 0,0 0-1 0 0,0 1 0 0 0,0-1 1 0 0,0 0-1 0 0,1 1 0 0 0,-1-1 1 0 0,0 1-1 0 0,1-1 0 0 0,-1 1 1 0 0,1 0-1 0 0,0 0 0 0 0,-1 0 1 0 0,1 0-1 0 0,0 0 0 0 0,0 0 1 0 0,0 0-1 0 0,2 0 0 0 0,-3 1-41 0 0,0 0 0 0 0,0 0-1 0 0,-1 0 1 0 0,1 1 0 0 0,0-1 0 0 0,-1 0-1 0 0,1 1 1 0 0,0-1 0 0 0,-1 1-1 0 0,1-1 1 0 0,-1 1 0 0 0,1-1 0 0 0,0 1-1 0 0,-1-1 1 0 0,1 1 0 0 0,-1-1-1 0 0,1 1 1 0 0,-1 0 0 0 0,0-1 0 0 0,1 1-1 0 0,-1 0 1 0 0,0-1 0 0 0,1 1-1 0 0,-1 0 1 0 0,0 0 0 0 0,0-1 0 0 0,0 1-1 0 0,0 0 1 0 0,0 1 0 0 0,5 26 620 0 0,-5-25-553 0 0,2 32-96 0 0,-3 1-1 0 0,-1 0 1 0 0,-2-1-1 0 0,-1 1 0 0 0,-13 48 1 0 0,14-68-167 0 0,0 3-140 0 0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6:13.0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2558 3225 0 0,'42'-12'2076'0'0,"-27"2"206"0"0,-14 9-2174 0 0,0 1 0 0 0,-1-1 0 0 0,1 0 1 0 0,0 0-1 0 0,0 1 0 0 0,0-1 0 0 0,0 0 0 0 0,0 1 0 0 0,0-1 0 0 0,0 1 0 0 0,0 0 0 0 0,1-1 0 0 0,-1 1 1 0 0,0 0-1 0 0,0-1 0 0 0,0 1 0 0 0,0 0 0 0 0,0 0 0 0 0,1 0 0 0 0,-1 0 0 0 0,0 0 0 0 0,0 0 1 0 0,0 1-1 0 0,0-1 0 0 0,1 0 0 0 0,-1 1 0 0 0,0-1 0 0 0,0 0 0 0 0,0 1 0 0 0,2 0 0 0 0,-1 1-39 0 0,0-1 0 0 0,1 0 0 0 0,-1 0 0 0 0,0-1 0 0 0,1 1-1 0 0,-1 0 1 0 0,1-1 0 0 0,-1 0 0 0 0,1 1 0 0 0,0-1 0 0 0,-1 0-1 0 0,1 0 1 0 0,-1-1 0 0 0,1 1 0 0 0,-1 0 0 0 0,1-1 0 0 0,-1 0 0 0 0,1 1-1 0 0,-1-1 1 0 0,1 0 0 0 0,-1 0 0 0 0,0 0 0 0 0,1-1 0 0 0,1-1-1 0 0,8-5 131 0 0,-1 0-1 0 0,-1-1 0 0 0,15-15 0 0 0,-5 4 146 0 0,77-73-78 0 0,136-169 1 0 0,52-130 118 0 0,15-104-252 0 0,-297 491-133 0 0,24-49 42 0 0,-2-1 0 0 0,27-88-1 0 0,-13 32-6 0 0,-17 60-34 0 0,29-49-1 0 0,12-27-14 0 0,61-136-37 0 0,-108 239 8 0 0,0 0 0 0 0,1 2-1 0 0,2 0 1 0 0,0 0-1 0 0,30-24 1 0 0,118-83-249 0 0,-165 127 313 0 0,1 1-1 0 0,0-1 1 0 0,0 1-1 0 0,0 0 0 0 0,0 0 1 0 0,0 1-1 0 0,0-1 1 0 0,0 0-1 0 0,0 1 1 0 0,0 0-1 0 0,0 0 1 0 0,0 0-1 0 0,0 0 1 0 0,0 0-1 0 0,0 0 1 0 0,0 1-1 0 0,0 0 1 0 0,0-1-1 0 0,0 1 1 0 0,0 0-1 0 0,3 2 1 0 0,-2-2-61 0 0,0 1 1 0 0,0-1 0 0 0,1 0 0 0 0,-1 0 0 0 0,0 0 0 0 0,1-1 0 0 0,-1 0-1 0 0,0 0 1 0 0,1 0 0 0 0,7-1 0 0 0,13-8-33 0 0,-22 8 72 0 0,-1-1 0 0 0,0 1 0 0 0,0 0 0 0 0,1 0 0 0 0,-1 0 0 0 0,1 0 0 0 0,-1 1 0 0 0,0-1 0 0 0,1 1 0 0 0,0-1 0 0 0,-1 1 0 0 0,1 0 0 0 0,-1 0 0 0 0,1 0 0 0 0,-1 0 0 0 0,1 0 0 0 0,-1 1 0 0 0,1-1 0 0 0,-1 1 0 0 0,1 0 0 0 0,-1-1 0 0 0,0 1 0 0 0,1 0 0 0 0,-1 1 0 0 0,0-1 0 0 0,4 2 0 0 0,0 3 63 0 0,1-1 0 0 0,0 0 0 0 0,1-1 0 0 0,-1 0 0 0 0,1 0 0 0 0,0-1 0 0 0,0 0 0 0 0,0 0 0 0 0,0-1 0 0 0,0 0 0 0 0,0 0 0 0 0,1-1-1 0 0,-1 0 1 0 0,11 0 0 0 0,-2 1-35 0 0,-9-1-5 0 0,-1 0 0 0 0,0 1 0 0 0,0 1 0 0 0,0-1 0 0 0,0 1 0 0 0,0 0 0 0 0,-1 0 0 0 0,1 1 0 0 0,-1 0 0 0 0,7 5 0 0 0,8 9 184 0 0,27 28-1 0 0,-16-15-104 0 0,-11-14 137 0 0,0-1-1 0 0,2-1 0 0 0,38 20 0 0 0,-40-24-57 0 0,-1 1 1 0 0,1 1-1 0 0,-2 1 0 0 0,0 0 1 0 0,20 20-1 0 0,78 91-181 0 0,-98-103 40 0 0,-1 1-1 0 0,-1 1 1 0 0,-1 1 0 0 0,13 28-1 0 0,-24-44-37 0 0,65 149 155 0 0,-39-81-106 0 0,15 58-25 0 0,-37-102 21 0 0,2 1 1 0 0,1-2 0 0 0,2 1-1 0 0,19 33 1 0 0,37 39 259 0 0,123 140 1 0 0,-93-121 80 0 0,50 57-15 0 0,-66-83-228 0 0,-43-49 19 0 0,69 66-1 0 0,-28-40-87 0 0,88 74 163 0 0,-119-109-171 0 0,105 74 585 0 0,-133-100-540 0 0,1-1 0 0 0,1 0 0 0 0,0-2-1 0 0,0-1 1 0 0,29 7 0 0 0,-41-13-131 0 0,-1-1 0 0 0,1 2 0 0 0,-1 0 1 0 0,0 0-1 0 0,16 11 0 0 0,-16-8-195 0 0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6:15.4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22 5065 0 0,'-27'-15'5595'0'0,"26"15"-5369"0"0,1-1-1 0 0,0 1 1 0 0,0-1 0 0 0,0 1 0 0 0,-1-1-1 0 0,1 1 1 0 0,0-1 0 0 0,0 0 0 0 0,0 0-1 0 0,13 6 2704 0 0,7 8-2630 0 0,-2 1-1 0 0,1 1 1 0 0,-2 1-1 0 0,0 0 1 0 0,-1 2-1 0 0,-1 0 1 0 0,0 0-1 0 0,11 21 1 0 0,16 29-132 0 0,34 77 1 0 0,-44-67-1737 0 0,-18-24-4545 0 0,-11-32 1266 0 0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6:15.7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 46 2304 0 0,'-18'2'3257'0'0,"26"-6"-1833"0"0,13-4-616 0 0,0 0-1 0 0,0 1 0 0 0,1 1 0 0 0,0 2 0 0 0,40-5 0 0 0,-54 8-733 0 0,-1 1 0 0 0,1 0 0 0 0,-1 0-1 0 0,0 1 1 0 0,1 0 0 0 0,-1 0 0 0 0,0 0-1 0 0,0 1 1 0 0,1 1 0 0 0,-1-1 0 0 0,-1 1-1 0 0,1 0 1 0 0,0 0 0 0 0,-1 1 0 0 0,0 0-1 0 0,1 0 1 0 0,-2 1 0 0 0,1-1 0 0 0,0 1-1 0 0,-1 0 1 0 0,8 10 0 0 0,-12-12-85 0 0,1 0 1 0 0,-1 0-1 0 0,0 1 0 0 0,1-1 1 0 0,-1 0-1 0 0,-1 0 1 0 0,1 1-1 0 0,0-1 0 0 0,-1 0 1 0 0,0 1-1 0 0,0-1 1 0 0,0 0-1 0 0,0 1 0 0 0,0-1 1 0 0,-1 1-1 0 0,1-1 0 0 0,-1 0 1 0 0,0 0-1 0 0,-2 4 1 0 0,1-1-356 0 0,0 1 0 0 0,-1-1 0 0 0,0 1 0 0 0,-1-1 0 0 0,1 0 0 0 0,-1-1 0 0 0,0 1 0 0 0,-6 6 0 0 0,4-8-473 0 0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6:16.1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32 5985 0 0,'24'-15'2445'0'0,"-11"6"-1362"0"0,-10 8-894 0 0,0-1 0 0 0,0 1 1 0 0,0 0-1 0 0,0 1 0 0 0,1-1 0 0 0,-1 0 1 0 0,0 1-1 0 0,1 0 0 0 0,-1 0 1 0 0,1 0-1 0 0,-1 0 0 0 0,0 0 1 0 0,1 1-1 0 0,-1-1 0 0 0,0 1 0 0 0,0 0 1 0 0,1 0-1 0 0,-1 0 0 0 0,0 1 1 0 0,0-1-1 0 0,0 1 0 0 0,0-1 0 0 0,0 1 1 0 0,-1 0-1 0 0,1 0 0 0 0,0 0 1 0 0,3 5-1 0 0,6 6 254 0 0,1 1 1 0 0,-2 0-1 0 0,20 32 1 0 0,-15-21-259 0 0,-9-16-440 0 0,14 23-354 0 0,-8-10-4327 0 0,-8-10 197 0 0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6:16.4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31 109 2304 0 0,'-2'-1'134'0'0,"0"0"0"0"0,0 0 0 0 0,0 0 1 0 0,0 0-1 0 0,0 0 0 0 0,1-1 0 0 0,-1 1 0 0 0,1-1 0 0 0,-1 1 0 0 0,1-1 0 0 0,-1 0 0 0 0,1 1 0 0 0,0-1 0 0 0,0 0 0 0 0,0 0 0 0 0,0 0 0 0 0,0 0 0 0 0,0 0 0 0 0,0 0 0 0 0,1 0 0 0 0,-1 0 0 0 0,1 0 0 0 0,-1 0 0 0 0,1 0 0 0 0,0 0 0 0 0,0-1 0 0 0,0 1 0 0 0,0 0 0 0 0,0 0 0 0 0,1 0 0 0 0,0-4 0 0 0,0 3 66 0 0,0 0 0 0 0,0 1 0 0 0,1-1 0 0 0,-1 0 0 0 0,0 1 0 0 0,1 0 0 0 0,0-1 0 0 0,0 1 0 0 0,-1 0 0 0 0,1 0 0 0 0,1 0 0 0 0,-1 0 1 0 0,0 0-1 0 0,0 0 0 0 0,1 1 0 0 0,-1-1 0 0 0,1 1 0 0 0,-1 0 0 0 0,1 0 0 0 0,-1 0 0 0 0,1 0 0 0 0,0 0 0 0 0,5-1 0 0 0,-2 1-12 0 0,0 1-1 0 0,0-1 1 0 0,0 1-1 0 0,0 0 1 0 0,0 0-1 0 0,0 1 1 0 0,0 0-1 0 0,0 0 0 0 0,0 1 1 0 0,0-1-1 0 0,-1 1 1 0 0,1 0-1 0 0,0 1 1 0 0,-1 0-1 0 0,8 4 1 0 0,-6-1-106 0 0,0-1 0 0 0,-1 1 1 0 0,0 0-1 0 0,0 0 1 0 0,-1 1-1 0 0,0-1 1 0 0,0 1-1 0 0,0 1 1 0 0,6 14-1 0 0,-2 1-40 0 0,-1 0-1 0 0,-1 0 1 0 0,-1 0-1 0 0,-1 1 1 0 0,-1 0-1 0 0,1 43 1 0 0,-5-48-233 0 0,-1 0 0 0 0,-1 1 1 0 0,-1-1-1 0 0,-7 28 0 0 0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6:17.0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0 6913 0 0,'-2'3'609'0'0,"1"-2"-481"0"0,1 0-128 0 0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7:10.5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6913 0 0,'13'13'7468'0'0,"49"55"-6046"0"0,53 114 290 0 0,-20-27-1379 0 0,-88-146-697 0 0,-1-1 0 0 0,1 1 1 0 0,0-1-1 0 0,1-1 0 0 0,-1 1 0 0 0,2-1 1 0 0,15 10-1 0 0,-11-10-5108 0 0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7:10.8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9 6913 0 0,'-8'-5'3053'0'0,"7"1"-4361"0"0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7:11.1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1 252 5985 0 0,'37'-40'6362'0'0,"-3"-3"-3504"0"0,-4 1-3087 0 0,32-59 0 0 0,-48 76-251 0 0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7:11.5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19 10138 0 0,'1'1'103'0'0,"-1"0"1"0"0,0 0-1 0 0,0 0 0 0 0,1 0 0 0 0,-1 0 1 0 0,0 0-1 0 0,1 0 0 0 0,-1 0 0 0 0,1 0 0 0 0,-1 0 1 0 0,1 0-1 0 0,0-1 0 0 0,-1 1 0 0 0,1 0 1 0 0,0 0-1 0 0,-1-1 0 0 0,1 1 0 0 0,0 0 1 0 0,0-1-1 0 0,0 1 0 0 0,0-1 0 0 0,0 1 1 0 0,0-1-1 0 0,0 1 0 0 0,0-1 0 0 0,-1 0 0 0 0,1 1 1 0 0,1-1-1 0 0,-1 0 0 0 0,2 0 0 0 0,34 9 1106 0 0,13-3-196 0 0,-1-3 0 0 0,90-5 0 0 0,-69-1-540 0 0,-27 1-423 0 0,0-2 1 0 0,46-10 0 0 0,26-15-4799 0 0,-103 25-241 0 0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7:11.8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0 2304 0 0,'-15'14'7855'0'0,"15"-14"-7785"0"0,44 1 4949 0 0,-24-2-4784 0 0,-7 2 65 0 0,0 0-1 0 0,-1 0 0 0 0,1 1 0 0 0,-1 0 1 0 0,0 2-1 0 0,0-1 0 0 0,0 1 0 0 0,0 1 1 0 0,12 6-1 0 0,-19-8-270 0 0,-1 0 0 0 0,1 0 1 0 0,-1 0-1 0 0,0 1 1 0 0,0 0-1 0 0,-1-1 0 0 0,1 1 1 0 0,-1 0-1 0 0,1 1 0 0 0,-1-1 1 0 0,-1 1-1 0 0,1-1 0 0 0,-1 1 1 0 0,1 0-1 0 0,-1 0 0 0 0,-1 0 1 0 0,1 0-1 0 0,-1 0 0 0 0,0 1 1 0 0,0-1-1 0 0,0 0 0 0 0,-1 1 1 0 0,0 10-1 0 0,-1-3-14 0 0,-1 1 1 0 0,0 0-1 0 0,-1-1 1 0 0,-9 26-1 0 0,-2 0-3252 0 0,9-26 983 0 0,-6 15-3662 0 0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8:44.9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2115 1376 0 0,'-4'47'891'0'0,"2"0"-1"0"0,2-1 0 0 0,2 1 1 0 0,12 70-1 0 0,-9-78-367 0 0,-3-22-302 0 0,2 18 202 0 0,3-15-302 0 0,-7-26-70 0 0,2-12-56 0 0,1 0-41 0 0,-2-217-609 0 0,7-122 1685 0 0,-8 353-951 0 0,6-39 286 0 0,-6 42-313 0 0,0 0-1 0 0,1 0 1 0 0,-1-1 0 0 0,0 1-1 0 0,1 0 1 0 0,-1 0 0 0 0,0-1-1 0 0,1 1 1 0 0,-1 0 0 0 0,1 0-1 0 0,0 0 1 0 0,-1 0 0 0 0,1 0-1 0 0,0 0 1 0 0,0 0 0 0 0,0 0-1 0 0,0 0 1 0 0,0 0 0 0 0,0 0-1 0 0,0 0 1 0 0,0 1 0 0 0,0-1-1 0 0,0 0 1 0 0,0 1 0 0 0,0-1-1 0 0,3 0 1 0 0,-3 1-27 0 0,0 1 0 0 0,0-1 0 0 0,0 0 0 0 0,0 1 0 0 0,0-1 1 0 0,-1 1-1 0 0,1-1 0 0 0,0 1 0 0 0,0-1 0 0 0,0 1 0 0 0,0 0 0 0 0,-1-1 0 0 0,1 1 0 0 0,0 0 0 0 0,-1 0 0 0 0,1 0 0 0 0,0 0 1 0 0,-1-1-1 0 0,1 1 0 0 0,-1 0 0 0 0,1 0 0 0 0,-1 0 0 0 0,0 0 0 0 0,1 1 0 0 0,8 30 143 0 0,-7-24-141 0 0,17 91 173 0 0,11 149 0 0 0,-20-152-496 0 0,-4-30 81 0 0,-4-23-67 0 0,3 0 0 0 0,1 0 0 0 0,3 0 0 0 0,13 42 0 0 0,-21-83 268 0 0,0 0-1 0 0,-1 0 1 0 0,1 0-1 0 0,0 0 0 0 0,0 0 1 0 0,0 0-1 0 0,0-1 1 0 0,0 1-1 0 0,1 0 1 0 0,-1-1-1 0 0,0 1 1 0 0,1-1-1 0 0,-1 1 1 0 0,1-1-1 0 0,0 0 0 0 0,-1 1 1 0 0,5 1-1 0 0,-6-3 5 0 0,1 0 0 0 0,-1 0-1 0 0,1 0 1 0 0,-1 0 0 0 0,1 0-1 0 0,-1 0 1 0 0,1 0-1 0 0,-1 0 1 0 0,1 0 0 0 0,-1 0-1 0 0,1-1 1 0 0,-1 1 0 0 0,1 0-1 0 0,-1 0 1 0 0,1 0 0 0 0,-1-1-1 0 0,1 1 1 0 0,-1 0-1 0 0,0-1 1 0 0,1 1 0 0 0,-1 0-1 0 0,1-1 1 0 0,-1 1 0 0 0,0 0-1 0 0,1-1 1 0 0,8-24-418 0 0,-6-8 219 0 0,-1-1-1 0 0,-1 0 0 0 0,-6-45 1 0 0,0 12 594 0 0,-4-117 304 0 0,1-345 689 0 0,20 409-1151 0 0,-10 106-182 0 0,1-1 0 0 0,1 1 0 0 0,1 0 0 0 0,0 0 0 0 0,0 0-1 0 0,9-14 1 0 0,-14 28-35 0 0,0 0 0 0 0,0-1-1 0 0,0 1 1 0 0,0 0-1 0 0,1-1 1 0 0,-1 1 0 0 0,0 0-1 0 0,0 0 1 0 0,0-1-1 0 0,0 1 1 0 0,1 0 0 0 0,-1 0-1 0 0,0-1 1 0 0,0 1 0 0 0,1 0-1 0 0,-1 0 1 0 0,0 0-1 0 0,0-1 1 0 0,1 1 0 0 0,-1 0-1 0 0,0 0 1 0 0,0 0-1 0 0,1 0 1 0 0,-1 0 0 0 0,0 0-1 0 0,1 0 1 0 0,-1-1-1 0 0,0 1 1 0 0,0 0 0 0 0,1 0-1 0 0,0 0 1 0 0,4 10 294 0 0,-1 22 198 0 0,-4-25-401 0 0,17 290 348 0 0,-12-153-720 0 0,-2-89 139 0 0,17 242-306 0 0,-11-224 343 0 0,2-1 1 0 0,23 75-1 0 0,-33-144 106 0 0,0-1 0 0 0,0 1 0 0 0,0 0 0 0 0,0 0 0 0 0,0-1 0 0 0,1 1-1 0 0,-1 0 1 0 0,1-1 0 0 0,3 4 0 0 0,-5-6-11 0 0,0 0 0 0 0,0 0-1 0 0,1 0 1 0 0,-1 1 0 0 0,0-1 0 0 0,0 0-1 0 0,1 0 1 0 0,-1 0 0 0 0,0 0 0 0 0,1 1-1 0 0,-1-1 1 0 0,0 0 0 0 0,0 0 0 0 0,1 0-1 0 0,-1 0 1 0 0,0 0 0 0 0,1 0 0 0 0,-1 0-1 0 0,0 0 1 0 0,1 0 0 0 0,-1 0 0 0 0,0 0-1 0 0,1 0 1 0 0,-1 0 0 0 0,0 0-1 0 0,1 0 1 0 0,-1-1 0 0 0,0 1 0 0 0,1 0-1 0 0,-1 0 1 0 0,10-17-79 0 0,-4-11 19 0 0,0 0 0 0 0,-2-1 1 0 0,-1 1-1 0 0,-2-53 0 0 0,0 30 164 0 0,82-1123 216 0 0,-80 1150-357 0 0,-3 16 100 0 0,0 0-1 0 0,1 0 1 0 0,0 0-1 0 0,1 0 0 0 0,-1 0 1 0 0,1 1-1 0 0,1-1 0 0 0,0 0 1 0 0,0 1-1 0 0,5-8 0 0 0,-4 17 568 0 0,0 11-335 0 0,-1 12-10 0 0,3 445-191 0 0,-10-179-751 0 0,25 214-765 0 0,46-5 765 0 0,-64-487 618 0 0,-1-2-43 0 0,0-1 1 0 0,0 1-1 0 0,2-1 0 0 0,-1 0 0 0 0,8 16 1 0 0,-10-25 61 0 0,-1-1 1 0 0,0 0 0 0 0,0 1 0 0 0,0-1 0 0 0,0 0 0 0 0,0 1-1 0 0,1-1 1 0 0,-1 0 0 0 0,0 1 0 0 0,0-1 0 0 0,1 0-1 0 0,-1 0 1 0 0,0 1 0 0 0,0-1 0 0 0,1 0 0 0 0,-1 0-1 0 0,0 1 1 0 0,1-1 0 0 0,-1 0 0 0 0,0 0 0 0 0,1 0-1 0 0,-1 0 1 0 0,0 0 0 0 0,1 1 0 0 0,-1-1 0 0 0,0 0 0 0 0,1 0-1 0 0,-1 0 1 0 0,1 0 0 0 0,-1 0 0 0 0,0 0 0 0 0,1 0-1 0 0,-1 0 1 0 0,0 0 0 0 0,1 0 0 0 0,-1-1 0 0 0,0 1-1 0 0,1 0 1 0 0,-1 0 0 0 0,1 0 0 0 0,-1 0 0 0 0,0 0 0 0 0,1-1-1 0 0,-1 1 1 0 0,0 0 0 0 0,0 0 0 0 0,1-1 0 0 0,-1 1-1 0 0,0 0 1 0 0,0 0 0 0 0,1-1 0 0 0,-1 1 0 0 0,0 0-1 0 0,0-1 1 0 0,0 1 0 0 0,1 0 0 0 0,-1-1 0 0 0,10-23-661 0 0,-3-14 356 0 0,-2 0-1 0 0,-1-1 1 0 0,-2-41 0 0 0,-1 28 569 0 0,0-1039 2234 0 0,-6 593-2223 0 0,10 420 144 0 0,3 0 1 0 0,3 0-1 0 0,3 1 1 0 0,33-99-1 0 0,-41 156 3 0 0,1 0 0 0 0,1 1 0 0 0,1 0 1 0 0,0 0-1 0 0,1 1 0 0 0,16-20 0 0 0,-26 37-374 0 0,0 0 1 0 0,1 1-1 0 0,-1-1 0 0 0,1 0 1 0 0,-1 1-1 0 0,1-1 0 0 0,0 0 1 0 0,-1 1-1 0 0,1-1 0 0 0,-1 1 1 0 0,1-1-1 0 0,0 1 1 0 0,0-1-1 0 0,-1 1 0 0 0,1-1 1 0 0,0 1-1 0 0,0 0 0 0 0,0-1 1 0 0,-1 1-1 0 0,1 0 0 0 0,0 0 1 0 0,0 0-1 0 0,0-1 0 0 0,0 1 1 0 0,0 0-1 0 0,0 0 0 0 0,-1 1 1 0 0,1-1-1 0 0,2 0 1 0 0,-2 1-8 0 0,0 0 0 0 0,0 0 0 0 0,0 0 0 0 0,0 1 0 0 0,0-1 0 0 0,0 0 0 0 0,0 1 0 0 0,0-1 0 0 0,0 0 0 0 0,0 1 0 0 0,-1-1 0 0 0,1 1 0 0 0,-1-1 0 0 0,1 4 0 0 0,2 8-15 0 0,0 1 0 0 0,0 24 0 0 0,-3-36 1 0 0,27 635-943 0 0,19 276-1314 0 0,-45-886 2077 0 0,-2-21 31 0 0,1 1 0 0 0,1-1 0 0 0,-1 1 0 0 0,1-1 0 0 0,0 1 0 0 0,0-1 1 0 0,3 9-1 0 0,-2-18-13 0 0,-1 1 1 0 0,0-1 0 0 0,1 1 0 0 0,-1-1 0 0 0,0 1 0 0 0,0-1 0 0 0,-1 1 0 0 0,1-1 0 0 0,0 0-1 0 0,-1-2 1 0 0,46-532-437 0 0,-37 386 715 0 0,8-288 8 0 0,13-157 501 0 0,-10 423-68 0 0,-15 141 55 0 0,2 0 0 0 0,1 0 0 0 0,16-38 0 0 0,-24 69-606 0 0,0 0 1 0 0,1 0-1 0 0,-1 0 1 0 0,0 0-1 0 0,1 0 1 0 0,-1 0-1 0 0,1 0 1 0 0,-1 0-1 0 0,1 0 1 0 0,-1 0-1 0 0,1 0 1 0 0,0 1-1 0 0,-1-1 1 0 0,1 0-1 0 0,0 0 1 0 0,0 1-1 0 0,0-1 1 0 0,1-1-1 0 0,3 16 363 0 0,-6 37 86 0 0,-56 933-2187 0 0,63 3-74 0 0,30-501-2101 0 0,-40-593 1441 0 0,8-91 3220 0 0,-3 168-804 0 0,92-1220 1476 0 0,33 388 1522 0 0,-122 839-2557 0 0,-1 6 311 0 0,0 0-1 0 0,2 0 1 0 0,0 0-1 0 0,14-31 1 0 0,-14 82 1273 0 0,11 820-1933 0 0,2-573-650 0 0,57 288 0 0 0,-68-528 583 0 0,3 19-571 0 0,2 0 1 0 0,3-1 0 0 0,39 102-1 0 0,-53-160 508 0 0,-1 1 0 0 0,0-1-1 0 0,1 0 1 0 0,0 1-1 0 0,-1-1 1 0 0,1 0 0 0 0,0 1-1 0 0,-1-1 1 0 0,1 0-1 0 0,0 0 1 0 0,0 0 0 0 0,0 0-1 0 0,0 0 1 0 0,0 0-1 0 0,0 0 1 0 0,1 0 0 0 0,-1 0-1 0 0,0 0 1 0 0,0-1-1 0 0,3 2 1 0 0,-3-2 37 0 0,0-1 0 0 0,0 1 1 0 0,0 0-1 0 0,0-1 0 0 0,-1 1 0 0 0,1-1 0 0 0,0 1 0 0 0,0-1 1 0 0,0 1-1 0 0,-1-1 0 0 0,1 1 0 0 0,0-1 0 0 0,-1 0 1 0 0,1 0-1 0 0,-1 1 0 0 0,1-1 0 0 0,-1 0 0 0 0,1 0 1 0 0,-1 0-1 0 0,1 1 0 0 0,-1-1 0 0 0,0 0 0 0 0,1-1 1 0 0,4-11-109 0 0,-1 0 1 0 0,-1 0-1 0 0,2-14 1 0 0,-4 24 154 0 0,52-578-173 0 0,-48 487 163 0 0,5-202 202 0 0,18-229 571 0 0,-24 489-441 0 0,2-25 1368 0 0,27-118-1 0 0,-33 178-1648 0 0,0 0 1 0 0,0 1-1 0 0,0-1 1 0 0,0 0-1 0 0,1 0 1 0 0,-1 1 0 0 0,0-1-1 0 0,0 0 1 0 0,1 0-1 0 0,-1 1 1 0 0,0-1-1 0 0,1 0 1 0 0,-1 1 0 0 0,1-1-1 0 0,-1 1 1 0 0,1-1-1 0 0,-1 1 1 0 0,1-1-1 0 0,0 1 1 0 0,-1-1-1 0 0,1 1 1 0 0,0-1 0 0 0,0 1 1 0 0,0 0 1 0 0,-1 0 0 0 0,1 1 0 0 0,-1-1-1 0 0,1 0 1 0 0,-1 1 0 0 0,1-1 0 0 0,-1 0-1 0 0,1 1 1 0 0,-1-1 0 0 0,0 1 0 0 0,1-1-1 0 0,-1 1 1 0 0,1-1 0 0 0,-1 1 0 0 0,0-1 0 0 0,0 1-1 0 0,1-1 1 0 0,-1 1 0 0 0,0-1 0 0 0,1 1-1 0 0,10 39 1009 0 0,26 307-401 0 0,-29-226-777 0 0,139 1296-3160 0 0,-144-1392 3132 0 0,-1-5-206 0 0,0-1 1 0 0,2 0 0 0 0,10 36-1 0 0,-14-55 343 0 0,0 0-1 0 0,0 0 0 0 0,0 0 0 0 0,0-1 0 0 0,0 1 0 0 0,0 0 1 0 0,1 0-1 0 0,-1 0 0 0 0,0 0 0 0 0,0 0 0 0 0,0 0 0 0 0,0 0 1 0 0,0 0-1 0 0,0 0 0 0 0,0 0 0 0 0,0-1 0 0 0,0 1 0 0 0,0 0 1 0 0,0 0-1 0 0,0 0 0 0 0,0 0 0 0 0,0 0 0 0 0,1 0 0 0 0,-1 0 1 0 0,0 0-1 0 0,0 0 0 0 0,0 0 0 0 0,0 0 0 0 0,0 0 0 0 0,0 0 1 0 0,0 0-1 0 0,0 0 0 0 0,1 0 0 0 0,-1 0 0 0 0,0 0 0 0 0,0 0 1 0 0,0 0-1 0 0,0 0 0 0 0,0 0 0 0 0,0 0 0 0 0,0 0 0 0 0,0 0 1 0 0,1 0-1 0 0,-1 0 0 0 0,0 0 0 0 0,0 0 0 0 0,0 0 0 0 0,0 0 1 0 0,0 0-1 0 0,0 0 0 0 0,0 0 0 0 0,0 1 0 0 0,0-1 0 0 0,0 0 1 0 0,0 0-1 0 0,0 0 0 0 0,1 0 0 0 0,-1 0 0 0 0,0 0 0 0 0,0 0 1 0 0,0 0-1 0 0,0 0 0 0 0,0 0 0 0 0,0 1 0 0 0,0-1 0 0 0,0 0 1 0 0,0 0-1 0 0,0 0 0 0 0,0 0 0 0 0,5-13-415 0 0,1-18-23 0 0,22-410-1923 0 0,-20 249 2274 0 0,6-312-147 0 0,-5 83 759 0 0,-6 358 403 0 0,2-1-1 0 0,3 1 1 0 0,16-64-1 0 0,-24 125-808 0 0,1 1-1 0 0,-1-1 1 0 0,0 1 0 0 0,1 0-1 0 0,-1-1 1 0 0,1 1-1 0 0,-1 0 1 0 0,1-1-1 0 0,0 1 1 0 0,0 0-1 0 0,-1-1 1 0 0,1 1-1 0 0,0 0 1 0 0,2-2 0 0 0,-3 3-56 0 0,1 0 0 0 0,-1 0 0 0 0,1 0 0 0 0,-1 1 0 0 0,0-1 0 0 0,1 0 0 0 0,-1 0 0 0 0,1 0 1 0 0,-1 0-1 0 0,0 1 0 0 0,1-1 0 0 0,-1 0 0 0 0,0 0 0 0 0,1 1 0 0 0,-1-1 0 0 0,0 0 1 0 0,1 1-1 0 0,-1-1 0 0 0,0 0 0 0 0,0 1 0 0 0,1-1 0 0 0,-1 0 0 0 0,0 1 0 0 0,0-1 1 0 0,0 1-1 0 0,0-1 0 0 0,1 0 0 0 0,-1 1 0 0 0,0-1 0 0 0,0 1 0 0 0,11 47 1145 0 0,-11-47-1223 0 0,42 439 1043 0 0,-33-292-1018 0 0,3 10-95 0 0,68 664-903 0 0,-80-819 982 0 0,28 140-183 0 0,-24-128 2 0 0,1 0-1 0 0,0-1 0 0 0,1 0 1 0 0,0 0-1 0 0,1-1 1 0 0,1 1-1 0 0,12 15 1 0 0,-19-27 106 0 0,0 0 0 0 0,1-1 0 0 0,-1 1 1 0 0,0 0-1 0 0,1-1 0 0 0,-1 0 0 0 0,1 1 1 0 0,0-1-1 0 0,-1 0 0 0 0,1 0 0 0 0,0 0 1 0 0,0 0-1 0 0,0 0 0 0 0,-1 0 1 0 0,1 0-1 0 0,0-1 0 0 0,3 2 0 0 0,-4-3 11 0 0,1 1-1 0 0,-1 0 0 0 0,0 0 0 0 0,0-1 1 0 0,0 1-1 0 0,0 0 0 0 0,0-1 0 0 0,0 1 1 0 0,0-1-1 0 0,0 0 0 0 0,0 1 0 0 0,0-1 1 0 0,-1 0-1 0 0,1 1 0 0 0,0-1 0 0 0,0 0 1 0 0,0 0-1 0 0,-1 0 0 0 0,1 0 0 0 0,0 0 1 0 0,-1 0-1 0 0,1-1 0 0 0,3-7-199 0 0,0 0 1 0 0,-1-1-1 0 0,-1 1 0 0 0,0-1 0 0 0,2-16 0 0 0,10-156-28 0 0,-11-224 1 0 0,2-58 2195 0 0,-4 445-1603 0 0,-1 7 136 0 0,1 0 1 0 0,0 0 0 0 0,0 1 0 0 0,2-1-1 0 0,-1 0 1 0 0,9-20 0 0 0,-11 32-393 0 0,0 0 0 0 0,0 0 0 0 0,0 0 0 0 0,0 0 0 0 0,0 0 0 0 0,0-1 1 0 0,0 1-1 0 0,0 0 0 0 0,0 0 0 0 0,0 0 0 0 0,0 0 0 0 0,0 0 0 0 0,0 0 0 0 0,0 0 0 0 0,0-1 0 0 0,1 1 0 0 0,-1 0 0 0 0,0 0 1 0 0,0 0-1 0 0,0 0 0 0 0,0 0 0 0 0,0 0 0 0 0,0 0 0 0 0,0 0 0 0 0,1 0 0 0 0,-1 0 0 0 0,0 0 0 0 0,0 0 0 0 0,0 0 0 0 0,0 0 1 0 0,0 0-1 0 0,0 0 0 0 0,1 0 0 0 0,-1 0 0 0 0,0 0 0 0 0,0 0 0 0 0,0 0 0 0 0,0 0 0 0 0,0 0 0 0 0,0 0 0 0 0,1 0 0 0 0,-1 0 1 0 0,0 0-1 0 0,0 0 0 0 0,0 0 0 0 0,0 0 0 0 0,0 0 0 0 0,0 0 0 0 0,1 0 0 0 0,-1 0 0 0 0,0 0 0 0 0,0 1 0 0 0,5 9 667 0 0,3 14-85 0 0,15 93 179 0 0,8 128-1 0 0,-23-165-702 0 0,15 185-363 0 0,22 158-459 0 0,-40-390 673 0 0,-3-13-68 0 0,1-1 0 0 0,0 0 0 0 0,2-1 0 0 0,0 1-1 0 0,16 35 1 0 0,-21-54 106 0 0,0 1-1 0 0,1-1 1 0 0,-1 1-1 0 0,0-1 1 0 0,0 1-1 0 0,1-1 0 0 0,-1 1 1 0 0,1-1-1 0 0,-1 0 1 0 0,0 1-1 0 0,1-1 1 0 0,-1 1-1 0 0,1-1 1 0 0,-1 0-1 0 0,1 1 1 0 0,-1-1-1 0 0,0 0 1 0 0,1 0-1 0 0,0 1 1 0 0,-1-1-1 0 0,1 0 0 0 0,-1 0 1 0 0,1 0-1 0 0,-1 0 1 0 0,1 0-1 0 0,-1 0 1 0 0,1 0-1 0 0,-1 0 1 0 0,1 0-1 0 0,0 0 1 0 0,-1 0-1 0 0,1 0 1 0 0,-1 0-1 0 0,1 0 1 0 0,-1 0-1 0 0,1 0 0 0 0,-1-1 1 0 0,1 1-1 0 0,-1 0 1 0 0,1 0-1 0 0,-1-1 1 0 0,1 1-1 0 0,-1 0 1 0 0,1-1-1 0 0,-1 1 1 0 0,0-1-1 0 0,1 1 1 0 0,-1 0-1 0 0,1-1 1 0 0,-1 1-1 0 0,0-1 0 0 0,0 1 1 0 0,1-1-1 0 0,-1 0 1 0 0,16-30-1053 0 0,-6-6 474 0 0,-2-2 0 0 0,-1 1 0 0 0,2-51 0 0 0,-7 56 668 0 0,1 0-1 0 0,2 1 1 0 0,1 0-1 0 0,1 0 1 0 0,18-47-1 0 0,-24 76-45 0 0,0 0-1 0 0,1 0 1 0 0,-1 1-1 0 0,1-1 1 0 0,-1 1-1 0 0,1-1 1 0 0,0 1 0 0 0,0-1-1 0 0,0 1 1 0 0,0 0-1 0 0,0 0 1 0 0,0 0-1 0 0,1 0 1 0 0,-1 1-1 0 0,4-3 1 0 0,-5 4 35 0 0,1 0 0 0 0,-1-1 0 0 0,1 1 0 0 0,-1 0 0 0 0,1 0 0 0 0,0 0 0 0 0,-1 1 0 0 0,1-1 0 0 0,-1 0 0 0 0,1 1-1 0 0,-1-1 1 0 0,1 1 0 0 0,-1-1 0 0 0,1 1 0 0 0,-1-1 0 0 0,0 1 0 0 0,1 0 0 0 0,-1 0 0 0 0,0 0 0 0 0,1 0 0 0 0,-1 0 0 0 0,0 0 0 0 0,0 0 0 0 0,0 0 0 0 0,0 0 0 0 0,0 1 0 0 0,0-1 0 0 0,0 0 0 0 0,-1 1 0 0 0,2 1 0 0 0,6 11 303 0 0,1 1 1 0 0,-2 0 0 0 0,0 0-1 0 0,-1 1 1 0 0,-1 0 0 0 0,0 0-1 0 0,3 19 1 0 0,11 121 345 0 0,-15-106-470 0 0,-1 0 53 0 0,-2-31-73 0 0,0 0 0 0 0,1 0 0 0 0,1 0 0 0 0,8 30 1 0 0,-10-48-227 0 0,-1 0 0 0 0,0 0 0 0 0,0 0 0 0 0,1 0 0 0 0,-1 0 1 0 0,0 0-1 0 0,1 0 0 0 0,-1 0 0 0 0,1 0 0 0 0,0-1 0 0 0,-1 1 0 0 0,1 0 1 0 0,0 0-1 0 0,-1 0 0 0 0,1-1 0 0 0,0 1 0 0 0,0 0 0 0 0,0-1 1 0 0,-1 1-1 0 0,1-1 0 0 0,0 1 0 0 0,0-1 0 0 0,0 1 0 0 0,0-1 0 0 0,0 1 1 0 0,0-1-1 0 0,0 0 0 0 0,0 0 0 0 0,0 0 0 0 0,0 1 0 0 0,0-1 0 0 0,0 0 1 0 0,0 0-1 0 0,1 0 0 0 0,-1-1 0 0 0,0 1 0 0 0,0 0 0 0 0,0 0 0 0 0,0 0 1 0 0,0-1-1 0 0,0 1 0 0 0,0-1 0 0 0,1 0 0 0 0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53.8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25 1376 0 0,'-7'-24'12003'0'0,"8"29"-11604"0"0,22 201 2770 0 0,-4-23-1280 0 0,-18-175-1699 0 0,1 1 0 0 0,0-1 0 0 0,0 0 1 0 0,1 1-1 0 0,0-1 0 0 0,5 9 0 0 0,11 5-2204 0 0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55.2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1 4609 0 0,'-8'0'8191'0'0,"13"3"-7349"0"0,9 11-239 0 0,0 0 1 0 0,-1 1-1 0 0,0 0 0 0 0,-2 1 1 0 0,1 0-1 0 0,-2 1 1 0 0,12 24-1 0 0,50 141 691 0 0,-9-19-1103 0 0,-19-81-1399 0 0,-22-50-4024 0 0,-8-13-592 0 0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55.6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95 3225 0 0,'-2'-2'153'0'0,"1"0"1"0"0,0 0 0 0 0,-1 0-1 0 0,1-1 1 0 0,0 1 0 0 0,0 0 0 0 0,0-1-1 0 0,1 1 1 0 0,-1-1 0 0 0,1 1-1 0 0,-1-1 1 0 0,1 0 0 0 0,0 1-1 0 0,0-1 1 0 0,0 1 0 0 0,0-1 0 0 0,0 0-1 0 0,1 1 1 0 0,-1-1 0 0 0,1 1-1 0 0,0-1 1 0 0,0 1 0 0 0,0 0-1 0 0,0-1 1 0 0,0 1 0 0 0,0 0 0 0 0,0-1-1 0 0,1 1 1 0 0,-1 0 0 0 0,1 0-1 0 0,0 0 1 0 0,0 0 0 0 0,-1 1-1 0 0,1-1 1 0 0,0 0 0 0 0,1 1 0 0 0,-1-1-1 0 0,0 1 1 0 0,0 0 0 0 0,1 0-1 0 0,-1 0 1 0 0,0 0 0 0 0,1 0-1 0 0,-1 0 1 0 0,1 1 0 0 0,-1-1 0 0 0,1 1-1 0 0,0 0 1 0 0,-1-1 0 0 0,1 1-1 0 0,-1 1 1 0 0,1-1 0 0 0,-1 0-1 0 0,1 0 1 0 0,-1 1 0 0 0,1 0 0 0 0,-1-1-1 0 0,1 1 1 0 0,-1 0 0 0 0,1 0-1 0 0,-1 0 1 0 0,0 1 0 0 0,4 2-1 0 0,5 3-42 0 0,0 1-1 0 0,-1 1 0 0 0,0 0 0 0 0,-1 0 0 0 0,0 1 0 0 0,0 0 0 0 0,-1 0 1 0 0,-1 1-1 0 0,0 0 0 0 0,0 1 0 0 0,6 15 0 0 0,2 10-115 0 0,-2 0 0 0 0,11 55 0 0 0,-15-54 315 0 0,-9-37-248 0 0,0-1 1 0 0,0 1-1 0 0,0-1 0 0 0,0 1 1 0 0,0 0-1 0 0,0-1 1 0 0,1 1-1 0 0,-1-1 0 0 0,0 1 1 0 0,0-1-1 0 0,1 1 1 0 0,-1-1-1 0 0,0 1 1 0 0,1-1-1 0 0,-1 1 0 0 0,0-1 1 0 0,1 0-1 0 0,-1 1 1 0 0,1-1-1 0 0,-1 0 0 0 0,1 1 1 0 0,-1-1-1 0 0,1 0 1 0 0,-1 1-1 0 0,1-1 0 0 0,-1 0 1 0 0,1 0-1 0 0,-1 0 1 0 0,1 1-1 0 0,-1-1 0 0 0,1 0 1 0 0,-1 0-1 0 0,1 0 1 0 0,0 0-1 0 0,-1 0 0 0 0,2 0 1 0 0,0-1 48 0 0,0 0 0 0 0,0 1 1 0 0,0-1-1 0 0,0 0 0 0 0,0 0 0 0 0,0-1 0 0 0,0 1 1 0 0,0 0-1 0 0,3-4 0 0 0,33-37 615 0 0,-1-11-552 0 0,6-7-1633 0 0,-11 24-4232 0 0,-17 23 571 0 0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55.9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 7 3225 0 0,'-1'0'161'0'0,"-1"1"1"0"0,1-1-1 0 0,-1 1 1 0 0,1 0-1 0 0,-1 0 1 0 0,1 0-1 0 0,-1 0 1 0 0,1 0-1 0 0,0 0 1 0 0,-1 0-1 0 0,1 0 1 0 0,0 1-1 0 0,0-1 1 0 0,0 0 0 0 0,0 1-1 0 0,0-1 1 0 0,0 1-1 0 0,0-1 1 0 0,1 1-1 0 0,-1-1 1 0 0,0 1-1 0 0,1-1 1 0 0,0 1-1 0 0,-1 0 1 0 0,1 2-1 0 0,-9 45 2881 0 0,9-41-2768 0 0,-1 0-1 0 0,2-1 0 0 0,-1 1 1 0 0,1 0-1 0 0,0 0 1 0 0,1-1-1 0 0,-1 1 1 0 0,2 0-1 0 0,-1-1 0 0 0,1 0 1 0 0,0 0-1 0 0,1 0 1 0 0,-1 0-1 0 0,7 8 0 0 0,-7-11-145 0 0,1 0 0 0 0,-1 0-1 0 0,1 0 1 0 0,0-1 0 0 0,0 0-1 0 0,0 0 1 0 0,1 0 0 0 0,-1 0-1 0 0,1-1 1 0 0,-1 1 0 0 0,1-1-1 0 0,0 0 1 0 0,0-1 0 0 0,0 1-1 0 0,0-1 1 0 0,0 0 0 0 0,0 0-1 0 0,1-1 1 0 0,-1 1 0 0 0,0-1-1 0 0,0 0 1 0 0,7-1 0 0 0,-8 0-124 0 0,0 0 0 0 0,0-1 0 0 0,0 1 0 0 0,0 0-1 0 0,0-1 1 0 0,0 0 0 0 0,0 0 0 0 0,0 0 0 0 0,0-1 0 0 0,-1 1 0 0 0,0-1 0 0 0,1 0 0 0 0,-1 0 0 0 0,0 0 0 0 0,0 0 0 0 0,-1-1 0 0 0,1 1 0 0 0,-1-1 0 0 0,1 1 0 0 0,-1-1 0 0 0,0 0 0 0 0,0 0-1 0 0,-1 0 1 0 0,1 0 0 0 0,0-5 0 0 0,0 1-29 0 0,1 0 0 0 0,-2-1 0 0 0,1 1-1 0 0,-1-1 1 0 0,0 1 0 0 0,-1 0 0 0 0,0-1-1 0 0,-1 1 1 0 0,1-1 0 0 0,-1 1 0 0 0,-1-1 0 0 0,-2-8-1 0 0,2 14 25 0 0,1-1-1 0 0,-1 1 1 0 0,0 0-1 0 0,0-1 0 0 0,0 1 1 0 0,-1 0-1 0 0,1 0 1 0 0,-1 0-1 0 0,1 1 1 0 0,-1-1-1 0 0,0 0 0 0 0,0 1 1 0 0,0 0-1 0 0,-1 0 1 0 0,1 0-1 0 0,0 0 1 0 0,-1 0-1 0 0,1 1 0 0 0,-1 0 1 0 0,-5-2-1 0 0,1 1-285 0 0,0 1 0 0 0,0-1-1 0 0,0 1 1 0 0,-1 1 0 0 0,1 0-1 0 0,0 0 1 0 0,0 1-1 0 0,-13 2 1 0 0,2 1-5058 0 0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56.3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5 134 4145 0 0,'0'2'292'0'0,"-1"0"1"0"0,0 0 0 0 0,0 0-1 0 0,1 1 1 0 0,0-1-1 0 0,-1 0 1 0 0,1 0-1 0 0,0 0 1 0 0,0 0-1 0 0,0 0 1 0 0,0 0-1 0 0,0 0 1 0 0,0 1 0 0 0,1-1-1 0 0,-1 0 1 0 0,1 0-1 0 0,0 0 1 0 0,-1 0-1 0 0,1 0 1 0 0,0 0-1 0 0,0 0 1 0 0,0-1-1 0 0,0 1 1 0 0,1 0 0 0 0,-1 0-1 0 0,0-1 1 0 0,4 3-1 0 0,-1 2 205 0 0,2 0-1 0 0,-1-1 1 0 0,1 1-1 0 0,-1-2 0 0 0,1 1 1 0 0,13 7-1 0 0,-16-10-361 0 0,0 0 1 0 0,1-1-1 0 0,-1 0 0 0 0,0 1 0 0 0,1-1 0 0 0,-1-1 0 0 0,1 1 0 0 0,-1 0 0 0 0,1-1 1 0 0,-1 0-1 0 0,1 0 0 0 0,0 0 0 0 0,-1 0 0 0 0,1 0 0 0 0,-1-1 0 0 0,1 1 0 0 0,-1-1 1 0 0,6-2-1 0 0,-6 1-117 0 0,-1 1 1 0 0,0-1 0 0 0,1 1-1 0 0,-1-1 1 0 0,0 0 0 0 0,0 0-1 0 0,0 0 1 0 0,-1 0 0 0 0,1 0-1 0 0,0-1 1 0 0,-1 1 0 0 0,1 0-1 0 0,-1-1 1 0 0,0 1 0 0 0,0-1-1 0 0,0 1 1 0 0,0-1 0 0 0,0 0-1 0 0,-1 0 1 0 0,1 1 0 0 0,-1-1-1 0 0,0 0 1 0 0,0 1 0 0 0,0-6-1 0 0,0-4-40 0 0,-1 0 0 0 0,-1 1 0 0 0,0-1 0 0 0,0 1-1 0 0,-1 0 1 0 0,0 0 0 0 0,-9-18 0 0 0,10 24-96 0 0,0 1 1 0 0,0-1-1 0 0,0 1 1 0 0,-1 0-1 0 0,0 0 1 0 0,0 0-1 0 0,0 0 1 0 0,0 1-1 0 0,0-1 0 0 0,-1 1 1 0 0,0 0-1 0 0,1 0 1 0 0,-1 0-1 0 0,-1 0 1 0 0,1 1-1 0 0,0-1 1 0 0,0 1-1 0 0,-1 0 1 0 0,0 1-1 0 0,-7-3 0 0 0,4 4-1829 0 0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56.6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1 196 10594 0 0,'0'-1'50'0'0,"0"1"1"0"0,0 0-1 0 0,0-1 0 0 0,0 1 0 0 0,0 0 0 0 0,0-1 1 0 0,0 1-1 0 0,0 0 0 0 0,0-1 0 0 0,0 1 0 0 0,0 0 0 0 0,0-1 1 0 0,0 1-1 0 0,0 0 0 0 0,1-1 0 0 0,-1 1 0 0 0,0 0 0 0 0,0-1 1 0 0,0 1-1 0 0,1 0 0 0 0,-1 0 0 0 0,0-1 0 0 0,0 1 1 0 0,1 0-1 0 0,-1 0 0 0 0,0-1 0 0 0,1 1 0 0 0,-1 0 0 0 0,0 0 1 0 0,0 0-1 0 0,1 0 0 0 0,-1 0 0 0 0,0-1 0 0 0,1 1 1 0 0,15 4 1535 0 0,10 12 136 0 0,64 90-747 0 0,-89-107-999 0 0,-1 1-1 0 0,1 0 0 0 0,-1 0 0 0 0,1 0 1 0 0,-1-1-1 0 0,1 1 0 0 0,-1 0 1 0 0,1 0-1 0 0,-1-1 0 0 0,1 1 1 0 0,-1 0-1 0 0,0-1 0 0 0,1 1 1 0 0,-1-1-1 0 0,0 1 0 0 0,1 0 1 0 0,-1-1-1 0 0,0 1 0 0 0,1-1 0 0 0,-1 1 1 0 0,0-1-1 0 0,0 1 0 0 0,0-1 1 0 0,0 1-1 0 0,1-1 0 0 0,-1 1 1 0 0,0-1-1 0 0,0 1 0 0 0,0-1 1 0 0,0 1-1 0 0,0-1 0 0 0,0 1 1 0 0,0-2-1 0 0,6-24-700 0 0,-6 25 674 0 0,9-45-987 0 0,13-60-284 0 0,-19 94 1324 0 0,1 0 1 0 0,1 1-1 0 0,0-1 0 0 0,0 1 0 0 0,1 0 1 0 0,9-14-1 0 0,-13 24 51 0 0,-1-1 0 0 0,0 0 0 0 0,0 0 0 0 0,1 1 0 0 0,-1-1 0 0 0,1 1 0 0 0,-1 0 0 0 0,1-1 0 0 0,-1 1 0 0 0,1 0 0 0 0,0 0 0 0 0,0 0 0 0 0,0 0 0 0 0,0 0 0 0 0,0 0 0 0 0,0 1 0 0 0,0-1 0 0 0,0 0 0 0 0,0 1 0 0 0,0 0 0 0 0,0-1 0 0 0,3 1 0 0 0,-2 1 90 0 0,0 0 1 0 0,0-1-1 0 0,0 1 1 0 0,-1 1-1 0 0,1-1 0 0 0,0 0 1 0 0,0 1-1 0 0,-1-1 0 0 0,1 1 1 0 0,-1 0-1 0 0,0 0 0 0 0,1 0 1 0 0,2 4-1 0 0,5 6 299 0 0,0 0-1 0 0,-1 2 1 0 0,0-1 0 0 0,9 22-1 0 0,5 9-2227 0 0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57.2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1 162 8754 0 0,'1'3'419'0'0,"0"-1"0"0"0,1 1 0 0 0,0 0 0 0 0,0-1 0 0 0,-1 0 0 0 0,1 1 0 0 0,1-1 0 0 0,-1 0 0 0 0,0 0 0 0 0,3 2 0 0 0,1 1 181 0 0,12 17-171 0 0,-2 0-1 0 0,0 1 1 0 0,-1 1-1 0 0,-1 0 1 0 0,19 46-1 0 0,-30-60-806 0 0,-6-10-531 0 0,-6-18-332 0 0,4-10 1076 0 0,2 0 1 0 0,0 0-1 0 0,2-31 1 0 0,2 42 224 0 0,0 1 0 0 0,1-1 0 0 0,0 0 0 0 0,2 1 0 0 0,0-1 0 0 0,9-23 0 0 0,-12 39-47 0 0,-1-1 0 0 0,1 0-1 0 0,0 0 1 0 0,-1 0-1 0 0,1 1 1 0 0,0-1 0 0 0,0 0-1 0 0,0 1 1 0 0,1-1 0 0 0,-1 1-1 0 0,0-1 1 0 0,0 1-1 0 0,1 0 1 0 0,-1-1 0 0 0,1 1-1 0 0,0 0 1 0 0,-1 0 0 0 0,1 0-1 0 0,0 0 1 0 0,-1 0-1 0 0,3 0 1 0 0,-2 1 54 0 0,-1 0-1 0 0,1 0 1 0 0,-1 1-1 0 0,1-1 1 0 0,-1 0 0 0 0,1 1-1 0 0,-1-1 1 0 0,1 1-1 0 0,-1 0 1 0 0,0-1-1 0 0,1 1 1 0 0,-1 0-1 0 0,0 0 1 0 0,1 0 0 0 0,-1 0-1 0 0,0 0 1 0 0,0 0-1 0 0,0 0 1 0 0,0 0-1 0 0,1 2 1 0 0,4 6 261 0 0,0 1-1 0 0,0-1 1 0 0,-1 1 0 0 0,0 0 0 0 0,6 19-1 0 0,-8-20-232 0 0,-1-1-71 0 0,1-1-1 0 0,-1 0 0 0 0,-1 1 1 0 0,3 15-1 0 0,-2-48-523 0 0,1 1-1 0 0,2 0 1 0 0,13-43-1 0 0,-13 53 350 0 0,-5 11 100 0 0,12-30-351 0 0,-12 32 395 0 0,1 0-1 0 0,-1-1 0 0 0,1 1 1 0 0,-1 0-1 0 0,1 0 0 0 0,-1-1 1 0 0,1 1-1 0 0,0 0 0 0 0,0 0 0 0 0,0 0 1 0 0,0 0-1 0 0,0 0 0 0 0,0 0 1 0 0,0 0-1 0 0,0 0 0 0 0,0 0 1 0 0,0 1-1 0 0,0-1 0 0 0,1 0 1 0 0,-1 1-1 0 0,1-1 0 0 0,0 2 65 0 0,0 1 0 0 0,0-1 0 0 0,0 1 0 0 0,0-1 0 0 0,0 1 0 0 0,-1 0 0 0 0,1 0 0 0 0,-1 0 0 0 0,0 0 0 0 0,1 0 0 0 0,-1 0 0 0 0,0 0 0 0 0,0 0 1 0 0,0 1-1 0 0,0-1 0 0 0,0 4 0 0 0,10 15 878 0 0,-10-19-999 0 0,0-1 0 0 0,1 1 0 0 0,-1-1 0 0 0,0 0 0 0 0,1 0 0 0 0,-1 1-1 0 0,1-1 1 0 0,-1 0 0 0 0,1-1 0 0 0,0 1 0 0 0,-1 0 0 0 0,1 0 0 0 0,0-1 0 0 0,2 1 0 0 0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58.0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48 72 4609 0 0,'-48'-72'10177'0'0,"87"138"-4978"0"0,12 23-4968 0 0,85 214 686 0 0,-12-28-3043 0 0,-116-258 294 0 0,-1 1 0 0 0,5 20 0 0 0,-7-20-3341 0 0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58.3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0 142 4609 0 0,'0'-2'2649'0'0,"7"-1"-225"0"0,-2-2-1168 0 0,1-1 17 0 0,3-4-1 0 0,-1 0 0 0 0,-1 0-992 0 0,2-4-200 0 0,0-2-80 0 0,2-8-2656 0 0,-3 3-569 0 0,-6 1-112 0 0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58.7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9 120 5529 0 0,'-1'-1'138'0'0,"1"1"0"0"0,-1 0-1 0 0,1-1 1 0 0,-1 1 0 0 0,1 0 0 0 0,-1-1 0 0 0,1 1-1 0 0,-1 0 1 0 0,1-1 0 0 0,-1 1 0 0 0,1-1-1 0 0,0 1 1 0 0,-1-1 0 0 0,1 1 0 0 0,0-1 0 0 0,0 0-1 0 0,-1 1 1 0 0,1-1 0 0 0,0 1 0 0 0,0-1-1 0 0,0 0 1 0 0,-1 1 0 0 0,1-1 0 0 0,0 1-1 0 0,0-1 1 0 0,0 0 0 0 0,0 1 0 0 0,0-1 0 0 0,0 1-1 0 0,0-1 1 0 0,1 0 0 0 0,-1 1 0 0 0,0-1-1 0 0,0 0 1 0 0,1 0 0 0 0,0-3 93 0 0,1 1 0 0 0,0 0 1 0 0,0 0-1 0 0,0 0 0 0 0,1 0 0 0 0,4-6 0 0 0,3 0-873 0 0,0-1-1 0 0,23-14 1 0 0,10 0-3815 0 0,-30 20 3911 0 0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59.1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6913 0 0,'0'0'529'0'0,"14"13"2770"0"0,7 10-1621 0 0,-2 2 1 0 0,-2 0-1 0 0,25 46 0 0 0,32 87-121 0 0,1 44-468 0 0,-33-64-5402 0 0,-36-117-1544 0 0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59.5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46 323 3225 0 0,'-5'-5'265'0'0,"1"0"0"0"0,1-1 0 0 0,-1 0 1 0 0,1 1-1 0 0,0-1 0 0 0,0 0 1 0 0,0-1-1 0 0,-2-11 0 0 0,1 3 607 0 0,1 1-1 0 0,-2-29 1 0 0,5 35-636 0 0,0 0 0 0 0,1-1-1 0 0,0 1 1 0 0,1 0 0 0 0,0 0-1 0 0,0 0 1 0 0,1 0 0 0 0,0 1 0 0 0,0-1-1 0 0,1 1 1 0 0,-1-1 0 0 0,2 1 0 0 0,-1 0-1 0 0,11-11 1 0 0,-11 13-124 0 0,0 0-1 0 0,1 0 1 0 0,0 1-1 0 0,0-1 1 0 0,0 1-1 0 0,0 0 1 0 0,1 0-1 0 0,0 1 1 0 0,0 0-1 0 0,0 0 1 0 0,0 0-1 0 0,0 0 1 0 0,0 1-1 0 0,1 0 1 0 0,-1 1-1 0 0,1 0 1 0 0,0 0-1 0 0,10-1 1 0 0,-14 3-103 0 0,1-1-1 0 0,-1 1 1 0 0,1 0 0 0 0,-1 0 0 0 0,1 1 0 0 0,-1-1 0 0 0,0 1 0 0 0,1-1 0 0 0,-1 1 0 0 0,0 0 0 0 0,0 0 0 0 0,0 1 0 0 0,-1-1 0 0 0,1 0 0 0 0,0 1-1 0 0,-1 0 1 0 0,0 0 0 0 0,1-1 0 0 0,-1 1 0 0 0,0 1 0 0 0,-1-1 0 0 0,1 0 0 0 0,0 0 0 0 0,-1 1 0 0 0,2 5 0 0 0,1 5-49 0 0,0 0 0 0 0,-1 0 0 0 0,0 0 1 0 0,-1 0-1 0 0,0 17 0 0 0,-2 13-481 0 0,-3-1 1 0 0,-12 64-1 0 0,8-59 789 0 0,-4 77-1 0 0,11-124-156 0 0,0 0-1 0 0,0 0 1 0 0,0-1-1 0 0,0 1 1 0 0,0 0 0 0 0,0 0-1 0 0,0 0 1 0 0,1 0-1 0 0,-1-1 1 0 0,0 1-1 0 0,0 0 1 0 0,1 0 0 0 0,-1 0-1 0 0,1-1 1 0 0,-1 1-1 0 0,1 0 1 0 0,-1-1 0 0 0,1 1-1 0 0,-1 0 1 0 0,1-1-1 0 0,-1 1 1 0 0,1-1-1 0 0,0 1 1 0 0,-1 0 0 0 0,1-1-1 0 0,0 0 1 0 0,-1 1-1 0 0,1-1 1 0 0,0 1 0 0 0,1-1-1 0 0,1 1 71 0 0,-1-1 1 0 0,1 0-1 0 0,0 0 0 0 0,0 0 1 0 0,-1 0-1 0 0,1 0 0 0 0,0 0 1 0 0,0-1-1 0 0,4-1 0 0 0,8-3 294 0 0,0-1 0 0 0,21-11 0 0 0,-33 16-394 0 0,66-34 680 0 0,128-71-670 0 0,-167 90-1175 0 0,-9 8-4071 0 0,-6 4-955 0 0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35.0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64 115 3225 0 0,'-3'-4'138'0'0,"0"0"0"0"0,0 0 1 0 0,0 0-1 0 0,1-1 0 0 0,0 1 0 0 0,0-1 1 0 0,0 1-1 0 0,1-1 0 0 0,0 0 1 0 0,-1 0-1 0 0,1-5 0 0 0,0 4 305 0 0,0 0 0 0 0,-1 0-1 0 0,0 1 1 0 0,0-1 0 0 0,0 1-1 0 0,0-1 1 0 0,-5-5 0 0 0,7 10-390 0 0,0 1 1 0 0,0 0 0 0 0,0 0-1 0 0,0-1 1 0 0,0 1 0 0 0,0 0-1 0 0,-1 0 1 0 0,1-1-1 0 0,0 1 1 0 0,0 0 0 0 0,0 0-1 0 0,0 0 1 0 0,-1-1 0 0 0,1 1-1 0 0,0 0 1 0 0,0 0-1 0 0,-1 0 1 0 0,1 0 0 0 0,0 0-1 0 0,0 0 1 0 0,-1-1 0 0 0,1 1-1 0 0,0 0 1 0 0,0 0-1 0 0,-1 0 1 0 0,1 0 0 0 0,0 0-1 0 0,0 0 1 0 0,-1 0 0 0 0,1 0-1 0 0,0 0 1 0 0,-1 0-1 0 0,1 0 1 0 0,0 0 0 0 0,0 0-1 0 0,-1 0 1 0 0,1 1-1 0 0,0-1 1 0 0,-7 11 1115 0 0,2 17-252 0 0,7 21-320 0 0,9 63 1 0 0,0-47 188 0 0,34 108 0 0 0,-45-171-762 0 0,1 1 1 0 0,-1-1-1 0 0,1 0 0 0 0,0 0 0 0 0,0 0 1 0 0,0 0-1 0 0,0 0 0 0 0,0 0 0 0 0,0 0 1 0 0,0 0-1 0 0,1-1 0 0 0,-1 1 1 0 0,1 0-1 0 0,-1-1 0 0 0,1 1 0 0 0,0-1 1 0 0,-1 0-1 0 0,1 1 0 0 0,0-1 0 0 0,4 2 1 0 0,-4-3-10 0 0,-1 0 1 0 0,1 0 0 0 0,0-1-1 0 0,0 1 1 0 0,0 0 0 0 0,-1-1-1 0 0,1 1 1 0 0,0-1-1 0 0,-1 0 1 0 0,1 1 0 0 0,0-1-1 0 0,-1 0 1 0 0,1 0 0 0 0,-1 0-1 0 0,1 0 1 0 0,-1 0-1 0 0,0 0 1 0 0,1-1 0 0 0,-1 1-1 0 0,0 0 1 0 0,0-1 0 0 0,0 1-1 0 0,0-1 1 0 0,0 1 0 0 0,1-4-1 0 0,35-59 733 0 0,-27 45-618 0 0,0 1 0 0 0,1 0 0 0 0,1 0 0 0 0,1 1 0 0 0,19-21 0 0 0,-28 36-351 0 0,0-1-1 0 0,-1 1 0 0 0,1 0 0 0 0,0 0 0 0 0,0 0 0 0 0,0 0 0 0 0,0 1 1 0 0,0 0-1 0 0,1 0 0 0 0,-1 0 0 0 0,7-1 0 0 0,-10 2 88 0 0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35.4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57 2 6449 0 0,'-11'-1'-72'0'0,"8"1"214"0"0,0 0 1 0 0,1 0-1 0 0,-1 0 0 0 0,0 0 0 0 0,0 0 1 0 0,1 1-1 0 0,-1-1 0 0 0,0 1 1 0 0,1-1-1 0 0,-5 3 0 0 0,6-2-8 0 0,0 0 1 0 0,0 0-1 0 0,0 1 0 0 0,0-1 1 0 0,0 0-1 0 0,0 1 0 0 0,1-1 1 0 0,-1 1-1 0 0,0-1 0 0 0,1 1 1 0 0,-1-1-1 0 0,1 1 0 0 0,-1-1 1 0 0,1 1-1 0 0,0-1 0 0 0,0 1 1 0 0,0 0-1 0 0,0-1 0 0 0,0 1 1 0 0,0-1-1 0 0,0 1 0 0 0,1 1 1 0 0,0 10 174 0 0,1 0 1 0 0,0 0-1 0 0,1-1 0 0 0,1 1 1 0 0,0-1-1 0 0,0 0 1 0 0,8 14-1 0 0,50 80 1128 0 0,-28-51-655 0 0,-18-29-1087 0 0,26 34-1 0 0,-29-45-318 0 0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36.0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48 165 1840 0 0,'-3'1'161'0'0,"1"1"0"0"0,-1 0 0 0 0,0 0 0 0 0,1 1 0 0 0,-1-1 0 0 0,1 0 0 0 0,0 1 0 0 0,0 0-1 0 0,0-1 1 0 0,0 1 0 0 0,0 0 0 0 0,1 0 0 0 0,-1 0 0 0 0,1 0 0 0 0,-1 0 0 0 0,1 0 0 0 0,0 1 0 0 0,0 6 0 0 0,-3 8 502 0 0,1 0 1 0 0,1 23 0 0 0,1-31-410 0 0,0 3-25 0 0,2 0-1 0 0,-1 1 1 0 0,1-1 0 0 0,1 1-1 0 0,1-1 1 0 0,0 0 0 0 0,0 0-1 0 0,1 0 1 0 0,1-1 0 0 0,8 18-1 0 0,-11-26-170 0 0,1 0-1 0 0,-1 1 0 0 0,1-2 0 0 0,0 1 1 0 0,0 0-1 0 0,0 0 0 0 0,0-1 0 0 0,1 0 0 0 0,0 0 1 0 0,-1 0-1 0 0,1 0 0 0 0,0 0 0 0 0,0-1 0 0 0,0 1 1 0 0,1-1-1 0 0,-1 0 0 0 0,1-1 0 0 0,-1 1 1 0 0,1-1-1 0 0,-1 0 0 0 0,1 0 0 0 0,0 0 0 0 0,0-1 1 0 0,-1 1-1 0 0,1-1 0 0 0,0-1 0 0 0,0 1 0 0 0,0 0 1 0 0,-1-1-1 0 0,1 0 0 0 0,0 0 0 0 0,5-3 0 0 0,-3 2 8 0 0,-2-1 0 0 0,1 0 0 0 0,0 0 0 0 0,0-1 0 0 0,-1 0 0 0 0,0 0 0 0 0,0 0 0 0 0,0 0 0 0 0,0-1 0 0 0,-1 1 0 0 0,0-1 0 0 0,0-1 0 0 0,0 1 0 0 0,0 0-1 0 0,-1-1 1 0 0,0 0 0 0 0,0 0 0 0 0,-1 0 0 0 0,1 0 0 0 0,-1 0 0 0 0,2-12 0 0 0,-2 9-9 0 0,-1 0 1 0 0,1 0-1 0 0,-1 0 0 0 0,-1 0 0 0 0,0-1 1 0 0,0 1-1 0 0,-1 0 0 0 0,0 0 0 0 0,-1 0 1 0 0,1 0-1 0 0,-2 0 0 0 0,1 1 0 0 0,-2-1 1 0 0,-7-16-1 0 0,7 19-45 0 0,0-1 1 0 0,-1 1-1 0 0,0 0 1 0 0,0 0-1 0 0,0 1 1 0 0,-1 0-1 0 0,1 0 1 0 0,-1 0-1 0 0,-1 0 1 0 0,1 1-1 0 0,-1 0 1 0 0,-8-4-1 0 0,2 3-8 0 0,-1 1 0 0 0,1 0 1 0 0,-1 0-1 0 0,0 2 0 0 0,-24-3 0 0 0,37 5-6 0 0,1 0 0 0 0,0 0 0 0 0,0 0 0 0 0,-1 0 0 0 0,1 0 0 0 0,0 0 1 0 0,0 0-1 0 0,-1 0 0 0 0,1 0 0 0 0,0 0 0 0 0,0 0 0 0 0,-1 0 0 0 0,1 0 0 0 0,0 0 0 0 0,0 0 0 0 0,0 0 0 0 0,-1-1 0 0 0,1 1 1 0 0,0 0-1 0 0,0 0 0 0 0,0 0 0 0 0,-1 0 0 0 0,1 0 0 0 0,0-1 0 0 0,0 1 0 0 0,0 0 0 0 0,-1 0 0 0 0,1 0 0 0 0,0-1 0 0 0,0 1 0 0 0,0 0 1 0 0,0 0-1 0 0,0-1 0 0 0,0 1 0 0 0,0 0 0 0 0,0 0 0 0 0,0-1 0 0 0,0 1 0 0 0,-1 0 0 0 0,1 0 0 0 0,0-1 0 0 0,0 1 0 0 0,1 0 1 0 0,7-14-221 0 0,27-16-259 0 0,-26 22 364 0 0,-2 2 101 0 0,52-42-161 0 0,-55 45 169 0 0,-1 1 1 0 0,1-1-1 0 0,0 1 1 0 0,0 0-1 0 0,0 0 1 0 0,1 0 0 0 0,-1 1-1 0 0,0 0 1 0 0,1-1-1 0 0,-1 1 1 0 0,1 1 0 0 0,-1-1-1 0 0,7 1 1 0 0,-8 0 8 0 0,-1 1 0 0 0,0 0 0 0 0,1 0 0 0 0,-1 0 1 0 0,0 0-1 0 0,0 1 0 0 0,0-1 0 0 0,0 1 0 0 0,0-1 0 0 0,0 1 0 0 0,0-1 1 0 0,-1 1-1 0 0,1 0 0 0 0,0 0 0 0 0,-1 0 0 0 0,0 0 0 0 0,1 0 1 0 0,-1 0-1 0 0,0 1 0 0 0,0-1 0 0 0,0 0 0 0 0,0 1 0 0 0,0 2 1 0 0,3 10-5 0 0,0 1 0 0 0,2 22 0 0 0,-4-27-4 0 0,1 5-47 0 0,0 0 0 0 0,1 0 0 0 0,0 0 0 0 0,12 24 0 0 0,-14-36 52 0 0,0 0 0 0 0,0 1-1 0 0,1-1 1 0 0,0 0 0 0 0,0 0-1 0 0,0-1 1 0 0,1 1 0 0 0,6 5-1 0 0,-8-7-1 0 0,1-1 0 0 0,-1 1-1 0 0,0-1 1 0 0,1 0 0 0 0,-1 0-1 0 0,1 0 1 0 0,-1 0 0 0 0,1 0-1 0 0,-1-1 1 0 0,1 1 0 0 0,0-1-1 0 0,-1 0 1 0 0,1 0 0 0 0,0 0 0 0 0,-1 0-1 0 0,1 0 1 0 0,3-1 0 0 0,-3 0 16 0 0,0 0 0 0 0,0 0 0 0 0,0-1 0 0 0,-1 1 0 0 0,1-1 0 0 0,0 0 0 0 0,-1 1 0 0 0,1-1 0 0 0,-1 0 0 0 0,0-1 0 0 0,0 1 0 0 0,0 0 0 0 0,0-1 0 0 0,0 1 0 0 0,0-1 1 0 0,-1 0-1 0 0,1 1 0 0 0,-1-1 0 0 0,0 0 0 0 0,0 0 0 0 0,2-5 0 0 0,2-8 235 0 0,-1 0 1 0 0,4-27-1 0 0,-8 43-233 0 0,1-9 104 0 0,-1 0 1 0 0,1 0 0 0 0,-1 0 0 0 0,-1 0 0 0 0,0 0 0 0 0,0 0 0 0 0,-1 1 0 0 0,0-1 0 0 0,0 0 0 0 0,-1 1 0 0 0,0 0 0 0 0,-1-1 0 0 0,-4-7 0 0 0,6 13-100 0 0,0-1 1 0 0,0 1-1 0 0,-1-1 0 0 0,0 1 1 0 0,1 0-1 0 0,-1 0 0 0 0,0 0 1 0 0,-1 0-1 0 0,1 1 0 0 0,0-1 0 0 0,-1 1 1 0 0,1 0-1 0 0,-1 0 0 0 0,0 0 1 0 0,0 0-1 0 0,0 1 0 0 0,0-1 0 0 0,0 1 1 0 0,0 0-1 0 0,0 1 0 0 0,0-1 1 0 0,0 1-1 0 0,0-1 0 0 0,-1 1 1 0 0,1 0-1 0 0,0 1 0 0 0,0-1 0 0 0,0 1 1 0 0,-7 2-1 0 0,2-1-138 0 0,0 1-1 0 0,1 0 1 0 0,0 1-1 0 0,-1 0 1 0 0,-10 7-1 0 0,0 2-551 0 0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36.4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1 184 456 0 0,'2'0'425'0'0,"1"0"1"0"0,-1 1-1 0 0,1-1 1 0 0,-1 1-1 0 0,0 0 0 0 0,1 0 1 0 0,-1 0-1 0 0,0 0 0 0 0,1 0 1 0 0,-1 0-1 0 0,0 1 0 0 0,0-1 1 0 0,0 1-1 0 0,0-1 1 0 0,2 3-1 0 0,28 35 1405 0 0,-11-13-1048 0 0,-16-26-382 0 0,-3-10 42 0 0,-4-21 400 0 0,2 17-487 0 0,0-8 354 0 0,2-1 0 0 0,7-40 1 0 0,-7 54-537 0 0,0 0 0 0 0,1-1 1 0 0,0 1-1 0 0,0 1 0 0 0,1-1 1 0 0,0 0-1 0 0,1 1 0 0 0,0 0 1 0 0,8-11-1 0 0,-12 19-149 0 0,-1-1 1 0 0,0 1-1 0 0,1-1 1 0 0,-1 1-1 0 0,1-1 1 0 0,-1 1-1 0 0,1 0 1 0 0,-1-1-1 0 0,1 1 0 0 0,-1 0 1 0 0,1 0-1 0 0,0-1 1 0 0,-1 1-1 0 0,1 0 1 0 0,-1 0-1 0 0,1 0 0 0 0,0 0 1 0 0,-1-1-1 0 0,1 1 1 0 0,0 0-1 0 0,-1 0 1 0 0,1 0-1 0 0,-1 1 0 0 0,1-1 1 0 0,0 0-1 0 0,-1 0 1 0 0,2 0-1 0 0,16 15 493 0 0,10 29 128 0 0,-24-36-535 0 0,65 100 313 0 0,-14-23-3622 0 0,-42-64 2064 0 0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37.4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14 252 2761 0 0,'-13'-21'11303'0'0,"21"28"-11033"0"0,-1 0 0 0 0,1 1 0 0 0,-2-1-1 0 0,1 1 1 0 0,-1 1 0 0 0,0-1 0 0 0,0 1 0 0 0,7 17-1 0 0,-8-15-201 0 0,1 0 0 0 0,1-1 0 0 0,-1 0-1 0 0,2 0 1 0 0,-1 0 0 0 0,16 14-1 0 0,-4-16-96 0 0,-19-8 28 0 0,0-1 0 0 0,0 1 0 0 0,0 0 0 0 0,-1 0 1 0 0,1 0-1 0 0,0 0 0 0 0,0-1 0 0 0,0 1 1 0 0,0 0-1 0 0,0 0 0 0 0,0 0 0 0 0,0-1 1 0 0,0 1-1 0 0,0 0 0 0 0,0 0 0 0 0,0 0 1 0 0,0-1-1 0 0,0 1 0 0 0,0 0 0 0 0,0 0 1 0 0,0 0-1 0 0,0-1 0 0 0,0 1 0 0 0,1 0 0 0 0,-1 0 1 0 0,0 0-1 0 0,0 0 0 0 0,0-1 0 0 0,0 1 1 0 0,0 0-1 0 0,0 0 0 0 0,1 0 0 0 0,-1 0 1 0 0,0 0-1 0 0,0-1 0 0 0,0 1 0 0 0,0 0 1 0 0,1 0-1 0 0,-1 0 0 0 0,0 0 0 0 0,0 0 1 0 0,0 0-1 0 0,0 0 0 0 0,1 0 0 0 0,-1 0 0 0 0,0 0 1 0 0,0 0-1 0 0,0 0 0 0 0,1 0 0 0 0,-1 0 1 0 0,0 0-1 0 0,0 0 0 0 0,0 0 0 0 0,1 0 1 0 0,-1 0-1 0 0,0 0 0 0 0,0 0 0 0 0,1 0 1 0 0,-6-8 45 0 0,1-1 0 0 0,0 0 0 0 0,0 1 0 0 0,1-1 0 0 0,1-1 0 0 0,-1 1 0 0 0,-1-16 1 0 0,1 9 65 0 0,2 9-98 0 0,-3-12 78 0 0,0-1 0 0 0,1 0 0 0 0,1-26-1 0 0,2 40-66 0 0,0 1 0 0 0,1 0-1 0 0,0 0 1 0 0,0-1 0 0 0,0 1-1 0 0,1 0 1 0 0,3-9 0 0 0,-4 12-20 0 0,0 0 1 0 0,1 0 0 0 0,-1 0-1 0 0,1 0 1 0 0,-1 0-1 0 0,1 0 1 0 0,0 0-1 0 0,0 0 1 0 0,-1 1-1 0 0,1-1 1 0 0,0 1 0 0 0,1-1-1 0 0,-1 1 1 0 0,0 0-1 0 0,0 0 1 0 0,1 0-1 0 0,2-1 1 0 0,-3 2-5 0 0,1 0 0 0 0,-1-1 0 0 0,1 2 0 0 0,-1-1 0 0 0,0 0 0 0 0,1 0 0 0 0,-1 1 0 0 0,1-1 0 0 0,-1 1 0 0 0,0 0 0 0 0,1 0 0 0 0,-1 0 0 0 0,0 0 0 0 0,0 0 0 0 0,0 0 0 0 0,0 0 0 0 0,0 1 0 0 0,0-1 0 0 0,0 1 0 0 0,0 0 0 0 0,0-1 0 0 0,-1 1 0 0 0,3 4 0 0 0,6 6 0 0 0,-1 0 0 0 0,11 20 0 0 0,-18-28 0 0 0,0 0 3 0 0,0-1 1 0 0,0 0 0 0 0,0 0-1 0 0,1 0 1 0 0,-1 0-1 0 0,1 0 1 0 0,0 0 0 0 0,-1-1-1 0 0,7 5 1 0 0,-8-7-3 0 0,-1 1 0 0 0,1-1 0 0 0,-1 0 0 0 0,1 0 0 0 0,0 0 0 0 0,-1 1 0 0 0,1-1-1 0 0,-1 0 1 0 0,1 0 0 0 0,-1 0 0 0 0,1 0 0 0 0,-1 0 0 0 0,1 0 0 0 0,0 0 0 0 0,-1 0 0 0 0,1-1 0 0 0,-1 1 0 0 0,1 0 0 0 0,-1 0 0 0 0,1 0 0 0 0,-1 0 0 0 0,1-1 0 0 0,-1 1 0 0 0,1 0 0 0 0,0-1 0 0 0,0-1-1 0 0,1 1 1 0 0,-1-1 0 0 0,0 1 0 0 0,0-1 0 0 0,0 1 0 0 0,0-1 0 0 0,-1 0 0 0 0,1 1-1 0 0,0-1 1 0 0,-1 0 0 0 0,1 0 0 0 0,-1-2 0 0 0,3-12 25 0 0,-1 1 0 0 0,0-33 1 0 0,-3 37-6 0 0,1 0 1 0 0,0 1 0 0 0,1-1 0 0 0,0 0 0 0 0,1 1-1 0 0,0-1 1 0 0,1 1 0 0 0,7-19 0 0 0,-10 28-5 0 0,0 0 0 0 0,1 1 0 0 0,-1-1 0 0 0,0 0 0 0 0,1 1 0 0 0,-1-1 0 0 0,1 1 0 0 0,-1-1 0 0 0,1 1 0 0 0,-1-1 0 0 0,1 1 0 0 0,-1-1 0 0 0,1 1 0 0 0,-1-1 0 0 0,1 1 0 0 0,0-1 0 0 0,-1 1 0 0 0,1 0 0 0 0,0 0 0 0 0,-1-1 0 0 0,1 1 0 0 0,0 0 0 0 0,-1 0 0 0 0,1 0 0 0 0,0 0 0 0 0,0 0 0 0 0,-1 0 0 0 0,1 0 0 0 0,0 0 0 0 0,0 0 0 0 0,-1 0 1 0 0,1 0-1 0 0,0 0 0 0 0,-1 0 0 0 0,1 1 0 0 0,0-1 0 0 0,-1 0 0 0 0,1 1 0 0 0,0-1 0 0 0,-1 0 0 0 0,1 1 0 0 0,0-1 0 0 0,-1 1 0 0 0,1-1 0 0 0,-1 1 0 0 0,1-1 0 0 0,-1 1 0 0 0,1-1 0 0 0,0 2 0 0 0,27 36 201 0 0,-22-29-176 0 0,33 39-181 0 0,-23-32-132 0 0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38.2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77 33 4145 0 0,'-36'-16'973'0'0,"-5"-1"4338"0"0,52 41-2541 0 0,67 132-1205 0 0,95 170-2201 0 0,-154-291-2215 0 0,-12-20-1400 0 0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38.7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5 167 1840 0 0,'-1'-2'155'0'0,"0"-1"0"0"0,0 0 0 0 0,0 0 0 0 0,1-1 0 0 0,-1 1 0 0 0,1 0 0 0 0,0 0 0 0 0,0 0 0 0 0,0 0 0 0 0,1 0 0 0 0,-1 0 0 0 0,1 0 0 0 0,-1 0-1 0 0,1 0 1 0 0,0 0 0 0 0,0 0 0 0 0,1 0 0 0 0,-1 0 0 0 0,0 1 0 0 0,1-1 0 0 0,0 0 0 0 0,-1 1 0 0 0,1-1 0 0 0,0 1 0 0 0,3-3 0 0 0,5-7 686 0 0,1 1 0 0 0,1 0 1 0 0,20-16-1 0 0,-28 24-638 0 0,1-1 1 0 0,-1 1-1 0 0,1 1 1 0 0,-1-1-1 0 0,1 1 0 0 0,0 0 1 0 0,0 0-1 0 0,0 0 1 0 0,0 1-1 0 0,1-1 0 0 0,-1 1 1 0 0,0 1-1 0 0,1-1 1 0 0,-1 1-1 0 0,10 0 0 0 0,-11 1-180 0 0,0 0 0 0 0,-1 0 0 0 0,1 0-1 0 0,-1 0 1 0 0,1 1 0 0 0,-1-1 0 0 0,0 1 0 0 0,0 0-1 0 0,0 0 1 0 0,0 0 0 0 0,0 0 0 0 0,0 1-1 0 0,0-1 1 0 0,-1 1 0 0 0,1 0 0 0 0,-1 0-1 0 0,1 0 1 0 0,-1 0 0 0 0,0 0 0 0 0,-1 0-1 0 0,1 1 1 0 0,0-1 0 0 0,0 5 0 0 0,3 8-16 0 0,0 0-1 0 0,-2 1 1 0 0,0 0 0 0 0,-1-1 0 0 0,-1 1 0 0 0,0 0 0 0 0,-3 23 0 0 0,2-14 174 0 0,0-1 1 0 0,4 29 0 0 0,-3-51-164 0 0,-1-1 0 0 0,0 0 0 0 0,1 0 1 0 0,-1 0-1 0 0,1 0 0 0 0,0 0 0 0 0,-1 0 0 0 0,1 0 1 0 0,0 0-1 0 0,0 0 0 0 0,1 0 0 0 0,-1 0 0 0 0,0-1 1 0 0,0 1-1 0 0,3 2 0 0 0,-2-3-13 0 0,-1-1 0 0 0,0 1 0 0 0,0 0 0 0 0,1-1 0 0 0,-1 1 0 0 0,1-1 0 0 0,-1 1 0 0 0,0-1 0 0 0,1 0 0 0 0,-1 1 0 0 0,1-1 0 0 0,-1 0 0 0 0,1 0 0 0 0,-1 0 0 0 0,1 0 0 0 0,-1-1 0 0 0,3 1 0 0 0,6-4-15 0 0,0 1-1 0 0,-1-1 1 0 0,0-1-1 0 0,0 0 1 0 0,13-9-1 0 0,14-7 61 0 0,-34 20-27 0 0,1 0 0 0 0,-1 0 0 0 0,0 0 0 0 0,1 0 0 0 0,-1 0 0 0 0,1 1 0 0 0,-1-1 0 0 0,1 1 0 0 0,-1 0 0 0 0,1 0 0 0 0,-1-1 0 0 0,1 2 0 0 0,-1-1 0 0 0,1 0 0 0 0,-1 0 0 0 0,1 1 0 0 0,-1 0 0 0 0,1-1 0 0 0,-1 1 0 0 0,0 0 0 0 0,1 0 0 0 0,-1 0 0 0 0,0 0 0 0 0,0 1 0 0 0,0-1 0 0 0,4 4 0 0 0,-4-2 58 0 0,0 0 1 0 0,0 0 0 0 0,0 0-1 0 0,-1 0 1 0 0,1 0 0 0 0,-1 0-1 0 0,0 0 1 0 0,0 1 0 0 0,0-1-1 0 0,0 1 1 0 0,0-1 0 0 0,-1 1-1 0 0,0-1 1 0 0,1 1 0 0 0,-2-1-1 0 0,1 1 1 0 0,0-1 0 0 0,-2 7-1 0 0,-7 32 284 0 0,4-24-307 0 0,1 0 1 0 0,-1 21-1 0 0,5-33-496 0 0,0-1 0 0 0,0 1 0 0 0,0 0 0 0 0,1 0 0 0 0,0-1-1 0 0,2 9 1 0 0,2-3-727 0 0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39.1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 97 1840 0 0,'-2'-2'501'0'0,"0"-1"-1"0"0,0 1 0 0 0,0-1 1 0 0,0 1-1 0 0,0-1 0 0 0,1 0 1 0 0,-1 0-1 0 0,1 0 0 0 0,0 0 1 0 0,0 0-1 0 0,0 0 1 0 0,0-1-1 0 0,0-4 0 0 0,-3-44 7489 0 0,22 79-5635 0 0,-3 5-2110 0 0,20 65 0 0 0,-24-62-76 0 0,24 52 0 0 0,-33-82-157 0 0,0-1 0 0 0,1 1 0 0 0,0 0 0 0 0,0-1 0 0 0,1 1 0 0 0,-1-1 0 0 0,1 0-1 0 0,5 4 1 0 0,-7-7-6 0 0,-1 0-1 0 0,0 0 1 0 0,1 0-1 0 0,-1 0 0 0 0,1-1 1 0 0,-1 1-1 0 0,1 0 1 0 0,-1-1-1 0 0,1 1 1 0 0,-1-1-1 0 0,1 0 1 0 0,0 0-1 0 0,-1 1 0 0 0,1-1 1 0 0,0 0-1 0 0,-1 0 1 0 0,1-1-1 0 0,-1 1 1 0 0,1 0-1 0 0,0 0 1 0 0,-1-1-1 0 0,1 1 0 0 0,-1-1 1 0 0,1 1-1 0 0,-1-1 1 0 0,1 0-1 0 0,-1 0 1 0 0,1 0-1 0 0,-1 0 0 0 0,0 0 1 0 0,2-1-1 0 0,10-9 70 0 0,-1-2 0 0 0,0 1 0 0 0,-1-2 0 0 0,15-21 0 0 0,-13 16-519 0 0,29-30-1 0 0,-36 43-224 0 0,1 0-1 0 0,0 0 0 0 0,0 1 1 0 0,12-7-1 0 0,-4 4-5377 0 0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39.6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20 125 2761 0 0,'0'-1'99'0'0,"-1"1"1"0"0,1 0-1 0 0,0-1 1 0 0,-1 1 0 0 0,1 0-1 0 0,-1 0 1 0 0,1-1 0 0 0,0 1-1 0 0,-1 0 1 0 0,1 0 0 0 0,-1 0-1 0 0,1-1 1 0 0,-1 1-1 0 0,1 0 1 0 0,-1 0 0 0 0,1 0-1 0 0,-1 0 1 0 0,1 0 0 0 0,-1 0-1 0 0,1 0 1 0 0,0 0-1 0 0,-1 0 1 0 0,1 0 0 0 0,-1 0-1 0 0,1 0 1 0 0,-1 0 0 0 0,1 1-1 0 0,-1-1 1 0 0,1 0-1 0 0,-1 0 1 0 0,1 0 0 0 0,0 1-1 0 0,-1-1 1 0 0,1 0 0 0 0,-1 0-1 0 0,1 1 1 0 0,0-1-1 0 0,-1 0 1 0 0,1 1 0 0 0,0-1-1 0 0,-1 1 1 0 0,1-1 0 0 0,0 0-1 0 0,0 1 1 0 0,0-1 0 0 0,-1 1-1 0 0,1-1 1 0 0,0 0-1 0 0,0 1 1 0 0,0-1 0 0 0,0 1-1 0 0,0-1 1 0 0,0 1 0 0 0,-1-1-1 0 0,1 1 1 0 0,0-1-1 0 0,1 1 1 0 0,-1-1 0 0 0,0 1-1 0 0,0-1 1 0 0,0 1 0 0 0,0-1-1 0 0,0 1 1 0 0,0-1-1 0 0,0 0 1 0 0,1 1 0 0 0,-1 0-1 0 0,4 8 272 0 0,-1 1-1 0 0,2-1 0 0 0,-1 0 0 0 0,2 0 0 0 0,-1 0 0 0 0,1-1 1 0 0,0 1-1 0 0,1-2 0 0 0,-1 1 0 0 0,2-1 0 0 0,11 10 0 0 0,-16-14-331 0 0,1 0 0 0 0,0 0-1 0 0,0 0 1 0 0,0-1-1 0 0,1 0 1 0 0,-1 0-1 0 0,0 0 1 0 0,1 0 0 0 0,-1-1-1 0 0,1 1 1 0 0,0-1-1 0 0,-1 0 1 0 0,1-1 0 0 0,0 1-1 0 0,0-1 1 0 0,0 0-1 0 0,-1 0 1 0 0,1 0-1 0 0,0-1 1 0 0,0 0 0 0 0,-1 0-1 0 0,1 0 1 0 0,0 0-1 0 0,-1-1 1 0 0,1 0 0 0 0,5-2-1 0 0,-7 1-32 0 0,0 1 1 0 0,0-1-1 0 0,0 0 0 0 0,0 0 0 0 0,-1 0 1 0 0,1 0-1 0 0,-1 0 0 0 0,0 0 0 0 0,0-1 0 0 0,0 1 1 0 0,0-1-1 0 0,0 0 0 0 0,-1 1 0 0 0,0-1 0 0 0,1 0 1 0 0,-1 0-1 0 0,-1 0 0 0 0,1-5 0 0 0,1-10 32 0 0,0 0-1 0 0,-3-29 1 0 0,0 36-2 0 0,-1-13 68 0 0,1 19 3 0 0,0-1-1 0 0,0 1 1 0 0,1 0-1 0 0,0-1 1 0 0,0 1-1 0 0,0 0 1 0 0,1 0-1 0 0,0-1 1 0 0,3-8 0 0 0,26 40 1349 0 0,14 23-498 0 0,56 59-2863 0 0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40.0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136 302 9218 0 0,'0'-3'283'0'0,"1"0"-1"0"0,-1-1 1 0 0,0 1 0 0 0,1 0-1 0 0,0-1 1 0 0,0 1 0 0 0,0 0-1 0 0,0 0 1 0 0,1 0-1 0 0,-1 0 1 0 0,1 0 0 0 0,3-5-1 0 0,1-4 414 0 0,-2-1-326 0 0,0 0 1 0 0,0 0-1 0 0,-1 0 0 0 0,-1 0 0 0 0,0-1 1 0 0,-1-23-1 0 0,-1 31-349 0 0,0-1 1 0 0,0 1-1 0 0,-1-1 0 0 0,0 1 0 0 0,0-1 1 0 0,-1 1-1 0 0,1 0 0 0 0,-1 0 1 0 0,-1-1-1 0 0,1 1 0 0 0,-1 1 1 0 0,0-1-1 0 0,-1 0 0 0 0,1 1 1 0 0,-9-10-1 0 0,9 13-48 0 0,0 0-1 0 0,1 0 1 0 0,-1 0 0 0 0,0 0 0 0 0,-1 0-1 0 0,1 1 1 0 0,0-1 0 0 0,0 1-1 0 0,-1 0 1 0 0,1 0 0 0 0,-1 0 0 0 0,1 1-1 0 0,-1-1 1 0 0,1 1 0 0 0,-1-1 0 0 0,0 1-1 0 0,1 1 1 0 0,-1-1 0 0 0,1 0-1 0 0,-1 1 1 0 0,1 0 0 0 0,-1 0 0 0 0,1 0-1 0 0,0 0 1 0 0,-1 0 0 0 0,1 1 0 0 0,0-1-1 0 0,0 1 1 0 0,0 0 0 0 0,0 0 0 0 0,0 0-1 0 0,0 0 1 0 0,1 1 0 0 0,-1-1-1 0 0,1 1 1 0 0,-1 0 0 0 0,1-1 0 0 0,0 1-1 0 0,0 0 1 0 0,0 0 0 0 0,1 1 0 0 0,-1-1-1 0 0,1 0 1 0 0,-1 0 0 0 0,1 1 0 0 0,-1 5-1 0 0,0 3 80 0 0,1 0-1 0 0,0-1 1 0 0,1 1-1 0 0,0 0 1 0 0,0 0-1 0 0,2 0 1 0 0,-1-1-1 0 0,2 1 1 0 0,-1 0-1 0 0,2-1 1 0 0,-1 0-1 0 0,11 20 1 0 0,-10-23 87 0 0,0 0 1 0 0,1-1 0 0 0,0 0 0 0 0,0 0-1 0 0,1-1 1 0 0,-1 1 0 0 0,2-1-1 0 0,-1 0 1 0 0,1-1 0 0 0,0 1-1 0 0,0-1 1 0 0,0-1 0 0 0,1 1-1 0 0,-1-2 1 0 0,1 1 0 0 0,0-1-1 0 0,1 0 1 0 0,8 2 0 0 0,2-1 21 0 0,1-1 0 0 0,-1-1 0 0 0,1-1 0 0 0,0-1 0 0 0,-1-1 0 0 0,28-4 0 0 0,22-8-5539 0 0,-40 7-764 0 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13.8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612 0 3225 0 0,'-8'0'10075'0'0,"-9"24"-9167"0"0,-2 3 467 0 0,-113 86 802 0 0,24-23-2032 0 0,-15 41 388 0 0,93-95-551 0 0,-1-2 0 0 0,-2-1 0 0 0,-1-2 0 0 0,-42 30 0 0 0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14.2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77 2 920 0 0,'-11'0'2474'0'0,"6"-1"-1822"0"0,1 1-1 0 0,-1 0 1 0 0,0 0 0 0 0,0 0 0 0 0,1 0 0 0 0,-1 1-1 0 0,0 0 1 0 0,1 0 0 0 0,-1 0 0 0 0,-13 15 7272 0 0,39-7-7230 0 0,-20-9-535 0 0,19 11 108 0 0,-1-1-1 0 0,0 2 0 0 0,-1 1 1 0 0,-1 0-1 0 0,0 1 0 0 0,-1 1 1 0 0,18 20-1 0 0,18 15-25 0 0,-35-34-182 0 0,112 94 134 0 0,-102-90-188 0 0,1 0 0 0 0,61 30-1 0 0,-75-44-133 0 0,-8-4-28 0 0,0 0-1 0 0,0 1 1 0 0,0 0 0 0 0,0 0 0 0 0,-1 1-1 0 0,1-1 1 0 0,-1 1 0 0 0,0 0 0 0 0,0 0-1 0 0,0 1 1 0 0,6 7 0 0 0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15.6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163 71 4609 0 0,'-3'3'67'0'0,"0"1"0"0"0,0 0 1 0 0,1 0-1 0 0,-1 0 0 0 0,1 1 0 0 0,0-1 1 0 0,0 0-1 0 0,1 1 0 0 0,-2 5 1 0 0,-9 51 593 0 0,5-24-323 0 0,-14 59 383 0 0,4-13 215 0 0,-4-2 0 0 0,-40 104 0 0 0,107-334-2011 0 0,-31 106 505 0 0,55-187-1646 0 0,-60 188 2936 0 0,-2-1-1 0 0,-2 1 1 0 0,1-69 2035 0 0,-10 116-1411 0 0,-5 19-146 0 0,-7 31-683 0 0,-5 63-255 0 0,10-51-401 0 0,-33 115 1 0 0,61-229-404 0 0,26-81-1215 0 0,-38 99 1822 0 0,-1 0 1 0 0,-1 0 0 0 0,0-38 0 0 0,-4 116 1398 0 0,-1 69-845 0 0,17 124 0 0 0,-15-232-648 0 0,-1-6 3 0 0,0 1 0 0 0,0 0-1 0 0,1-1 1 0 0,0 1 0 0 0,0 0-1 0 0,0-1 1 0 0,1 1 0 0 0,-1-1 0 0 0,1 0-1 0 0,0 1 1 0 0,0-1 0 0 0,5 7-1 0 0,-6-11 9 0 0,-1 0-1 0 0,1 1 1 0 0,-1-1-1 0 0,1 0 1 0 0,-1 0-1 0 0,1 0 0 0 0,-1 0 1 0 0,1 0-1 0 0,-1 0 1 0 0,0 0-1 0 0,1 0 1 0 0,-1 0-1 0 0,1-1 0 0 0,-1 1 1 0 0,1 0-1 0 0,-1 0 1 0 0,1 0-1 0 0,-1 0 1 0 0,0-1-1 0 0,1 1 0 0 0,-1 0 1 0 0,1 0-1 0 0,-1-1 1 0 0,0 1-1 0 0,1 0 1 0 0,-1-1-1 0 0,0 1 0 0 0,1 0 1 0 0,-1-1-1 0 0,0 1 1 0 0,0 0-1 0 0,1-1 1 0 0,-1 1-1 0 0,0-1 0 0 0,0 1 1 0 0,0-1-1 0 0,0 1 1 0 0,1-1-1 0 0,7-20-547 0 0,-8 19 503 0 0,12-40-574 0 0,-2 0 0 0 0,-1-1 0 0 0,3-73 0 0 0,-9 52 2099 0 0,-12-120-1 0 0,4 282 1771 0 0,3 52-2938 0 0,-5 156-1660 0 0,40-489 966 0 0,0 14 20 0 0,-15 29 447 0 0,-9 210 1800 0 0,-10 52-1063 0 0,-1-71-766 0 0,6 65 0 0 0,-4-115-39 0 0,0 0-1 0 0,0 1 1 0 0,0-1 0 0 0,1 1-1 0 0,-1-1 1 0 0,0 1-1 0 0,0-1 1 0 0,1 1-1 0 0,-1-1 1 0 0,1 0-1 0 0,-1 1 1 0 0,1-1 0 0 0,0 0-1 0 0,-1 1 1 0 0,1-1-1 0 0,0 0 1 0 0,0 0-1 0 0,0 0 1 0 0,0 0 0 0 0,1 2-1 0 0,-1-3 1 0 0,0 0 0 0 0,0 0 1 0 0,0 0-1 0 0,0 0 0 0 0,0 0 0 0 0,-1-1 0 0 0,1 1 1 0 0,0 0-1 0 0,0 0 0 0 0,0 0 0 0 0,-1-1 0 0 0,1 1 1 0 0,0-1-1 0 0,0 1 0 0 0,-1 0 0 0 0,1-1 0 0 0,0 1 1 0 0,0-1-1 0 0,-1 1 0 0 0,1-1 0 0 0,-1 0 0 0 0,1 1 1 0 0,-1-1-1 0 0,1-1 0 0 0,5-4-30 0 0,-1-1 0 0 0,0 0-1 0 0,-1-1 1 0 0,0 1 0 0 0,5-12 0 0 0,0-11-243 0 0,9-52 1 0 0,-14 59 390 0 0,1-1-1 0 0,1 1 1 0 0,1 1 0 0 0,12-28 0 0 0,-19 49-103 0 0,0 0 0 0 0,1 0 1 0 0,-1 0-1 0 0,1 0 0 0 0,-1 0 1 0 0,1 0-1 0 0,-1 0 0 0 0,1 0 1 0 0,0 0-1 0 0,-1 0 0 0 0,1 0 1 0 0,0 0-1 0 0,0 1 0 0 0,-1-1 1 0 0,1 0-1 0 0,0 1 0 0 0,0-1 1 0 0,0 0-1 0 0,0 1 1 0 0,0-1-1 0 0,1 1 0 0 0,-1 0-6 0 0,-1 0 0 0 0,1 1 1 0 0,0-1-1 0 0,-1 0 0 0 0,1 1 0 0 0,-1-1 0 0 0,1 1 0 0 0,-1-1 0 0 0,1 1 0 0 0,-1 0 0 0 0,1-1 0 0 0,-1 1 1 0 0,0-1-1 0 0,1 1 0 0 0,-1 0 0 0 0,0-1 0 0 0,1 1 0 0 0,-1 0 0 0 0,0-1 0 0 0,0 1 0 0 0,0 0 0 0 0,1 1 1 0 0,4 49 103 0 0,-5 26 65 0 0,-2-54-85 0 0,1 1 1 0 0,2-1-1 0 0,0 0 1 0 0,2 0-1 0 0,10 45 1 0 0,-13-66-94 0 0,0-1 0 0 0,1 0 1 0 0,-1 1-1 0 0,0-1 0 0 0,1 1 0 0 0,0-1 1 0 0,-1 0-1 0 0,1 0 0 0 0,0 1 0 0 0,-1-1 1 0 0,1 0-1 0 0,0 0 0 0 0,0 0 0 0 0,0 0 1 0 0,0 0-1 0 0,0 0 0 0 0,0 0 0 0 0,0 0 1 0 0,1 0-1 0 0,-1-1 0 0 0,0 1 0 0 0,2 0 1 0 0,-1-1-5 0 0,-1 0-1 0 0,0 0 1 0 0,0 0 0 0 0,1 0 0 0 0,-1-1 0 0 0,0 1 0 0 0,0 0-1 0 0,0-1 1 0 0,1 1 0 0 0,-1-1 0 0 0,0 1 0 0 0,0-1 0 0 0,0 0-1 0 0,0 1 1 0 0,0-1 0 0 0,0 0 0 0 0,0 0 0 0 0,0 0 0 0 0,1-2 0 0 0,3-3-29 0 0,0 0 1 0 0,-1-1-1 0 0,0 0 1 0 0,0 0-1 0 0,0 0 1 0 0,4-12-1 0 0,-2-1-29 0 0,-3 9 49 0 0,1-1-1 0 0,0 1 1 0 0,0 0 0 0 0,9-14-1 0 0,-11 25 84 0 0,1 0-1 0 0,-1 0 1 0 0,0 1-1 0 0,1-1 1 0 0,-1 1-1 0 0,0 0 0 0 0,0-1 1 0 0,1 1-1 0 0,-1 0 1 0 0,0 0-1 0 0,0 1 0 0 0,0-1 1 0 0,3 3-1 0 0,8 3 430 0 0,-10-6-389 0 0,1 0 0 0 0,0 0 0 0 0,0 0 0 0 0,0-1 0 0 0,0 0 0 0 0,0 0 0 0 0,0 0 0 0 0,4 0 0 0 0,20 0-1461 0 0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43.4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52 164 456 0 0,'-16'-29'2725'0'0,"12"24"-1971"0"0,1 0-1 0 0,0 0 1 0 0,1 0-1 0 0,-1 0 0 0 0,1 0 1 0 0,0-1-1 0 0,0 1 1 0 0,0-1-1 0 0,1 1 1 0 0,0-1-1 0 0,-1-11 1 0 0,3 10-254 0 0,-1-26 639 0 0,0 32-1073 0 0,0 1 0 0 0,0-1 0 0 0,0 0 0 0 0,0 0 0 0 0,0 0 1 0 0,0 1-1 0 0,0-1 0 0 0,0 0 0 0 0,-1 0 0 0 0,1 1 0 0 0,0-1 0 0 0,0 0 0 0 0,-1 0 0 0 0,1 1 0 0 0,0-1 0 0 0,-1 0 0 0 0,1 1 0 0 0,-6-6 2647 0 0,14 549-689 0 0,-10-459-2953 0 0,1-62 26 0 0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44.7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43 462 3217 0 0,'7'-16'35'0'0,"-1"-1"-1"0"0,0 0 1 0 0,-2 0 0 0 0,1 0 0 0 0,-2 0 0 0 0,-1-1-1 0 0,0 0 1 0 0,-1-33 0 0 0,-2 25-39 0 0,-1 1 0 0 0,-2 0-1 0 0,0 0 1 0 0,-1 0 0 0 0,-15-40 0 0 0,0 8 1595 0 0,9 31 4538 0 0,10 26-6084 0 0,-2 9 1049 0 0,-1 12-727 0 0,0 352 392 0 0,8-229-838 0 0,15 157 142 0 0,-6-133 37 0 0,-12-155-578 0 0,0 0 0 0 0,6 24 0 0 0,-3-25-3892 0 0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46.5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54 20 5065 0 0,'0'-1'156'0'0,"-1"0"1"0"0,1 0-1 0 0,0 0 0 0 0,-1 0 1 0 0,1 0-1 0 0,-1 0 0 0 0,0 0 1 0 0,1 0-1 0 0,-1 0 0 0 0,0 1 1 0 0,1-1-1 0 0,-1 0 0 0 0,0 0 1 0 0,0 0-1 0 0,0 1 0 0 0,1-1 1 0 0,-1 1-1 0 0,0-1 0 0 0,0 1 1 0 0,0-1-1 0 0,0 1 0 0 0,0-1 0 0 0,0 1 1 0 0,0 0-1 0 0,-1-1 0 0 0,1 1 1 0 0,0 0-1 0 0,0 0 0 0 0,0 0 1 0 0,0 0-1 0 0,0 0 0 0 0,0 0 1 0 0,0 0-1 0 0,0 0 0 0 0,0 1 1 0 0,0-1-1 0 0,-2 1 0 0 0,2 0-70 0 0,-1 0 1 0 0,1 0-1 0 0,0 0 0 0 0,-1 0 0 0 0,1 0 0 0 0,0 1 0 0 0,0-1 1 0 0,0 0-1 0 0,0 1 0 0 0,0-1 0 0 0,0 1 0 0 0,0-1 0 0 0,0 1 0 0 0,1 0 1 0 0,-1-1-1 0 0,0 1 0 0 0,1 0 0 0 0,0-1 0 0 0,-1 1 0 0 0,1 0 0 0 0,0 0 1 0 0,0 2-1 0 0,2 26 149 0 0,2-1 0 0 0,0 0 1 0 0,2 0-1 0 0,1 0 0 0 0,2-1 0 0 0,1 0 1 0 0,1-1-1 0 0,1 0 0 0 0,23 38 0 0 0,-30-57-237 0 0,1 1 0 0 0,0-1 0 0 0,1 0 0 0 0,0-1 0 0 0,0 1 1 0 0,1-1-1 0 0,16 11 0 0 0,-21-15-1 0 0,1-1 1 0 0,0 1 0 0 0,0-1-1 0 0,0 0 1 0 0,0 0-1 0 0,0 0 1 0 0,0-1 0 0 0,0 0-1 0 0,1 0 1 0 0,-1 0 0 0 0,1 0-1 0 0,-1 0 1 0 0,1-1-1 0 0,-1 0 1 0 0,0 0 0 0 0,1 0-1 0 0,-1-1 1 0 0,1 1 0 0 0,-1-1-1 0 0,8-3 1 0 0,-10 4-7 0 0,-1-1 0 0 0,1 0 1 0 0,0 1-1 0 0,-1-1 0 0 0,1 0 0 0 0,-1 0 1 0 0,1 0-1 0 0,-1-1 0 0 0,0 1 0 0 0,0 0 1 0 0,1 0-1 0 0,-1-1 0 0 0,0 1 0 0 0,0-1 0 0 0,0 1 1 0 0,0-1-1 0 0,0 1 0 0 0,-1-1 0 0 0,1 0 1 0 0,0 1-1 0 0,0-4 0 0 0,-1 2 32 0 0,1-1 0 0 0,-1 1 0 0 0,0-1 1 0 0,-1 1-1 0 0,1-1 0 0 0,0 1 0 0 0,-1-1 0 0 0,0 1 0 0 0,0 0 0 0 0,-2-6 0 0 0,-1-1 99 0 0,-2-1-1 0 0,1 1 1 0 0,-1 0 0 0 0,0 1-1 0 0,-14-16 1 0 0,17 21-79 0 0,0 1 0 0 0,-1-1-1 0 0,1 1 1 0 0,-1 0 0 0 0,0 0 0 0 0,0 0 0 0 0,0 1 0 0 0,0 0 0 0 0,0-1 0 0 0,-1 1 0 0 0,1 1-1 0 0,-1-1 1 0 0,-4-1 0 0 0,7 3-33 0 0,0 0-1 0 0,-1 0 1 0 0,1 0-1 0 0,0 0 0 0 0,0 0 1 0 0,0 1-1 0 0,-1-1 1 0 0,1 1-1 0 0,0-1 1 0 0,0 1-1 0 0,0 0 1 0 0,0 0-1 0 0,0 0 1 0 0,0 0-1 0 0,0 0 0 0 0,0 0 1 0 0,1 0-1 0 0,-1 1 1 0 0,0-1-1 0 0,1 1 1 0 0,-1-1-1 0 0,1 1 1 0 0,-1 0-1 0 0,1-1 1 0 0,0 1-1 0 0,-1 0 0 0 0,1 0 1 0 0,0 0-1 0 0,1 0 1 0 0,-2 2-1 0 0,-12 35-2416 0 0,12-25-2902 0 0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49.0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153 222 1840 0 0,'-3'1'238'0'0,"-1"1"0"0"0,1 0 0 0 0,0-1 0 0 0,0 1 0 0 0,-1-1 0 0 0,1 0-1 0 0,-1 0 1 0 0,1 0 0 0 0,-1-1 0 0 0,1 1 0 0 0,-1-1 0 0 0,1 0 0 0 0,-1 0 0 0 0,0 0-1 0 0,1-1 1 0 0,-1 1 0 0 0,1-1 0 0 0,-1 1 0 0 0,1-1 0 0 0,-1-1 0 0 0,1 1 0 0 0,0 0-1 0 0,-6-4 1 0 0,5 3-52 0 0,-1 0 0 0 0,0-1-1 0 0,1 0 1 0 0,0 0-1 0 0,0-1 1 0 0,0 1 0 0 0,0-1-1 0 0,0 0 1 0 0,1 0 0 0 0,-1 0-1 0 0,1 0 1 0 0,0-1 0 0 0,0 1-1 0 0,1-1 1 0 0,-3-7 0 0 0,4 7-142 0 0,0 1-1 0 0,0-1 1 0 0,1 1 0 0 0,-1-1 0 0 0,1 0 0 0 0,1 1 0 0 0,-1-1 0 0 0,1 0 0 0 0,-1 1 0 0 0,1-1 0 0 0,1 1 0 0 0,-1-1 0 0 0,1 1 0 0 0,-1 0-1 0 0,1-1 1 0 0,1 1 0 0 0,-1 0 0 0 0,0 0 0 0 0,1 0 0 0 0,0 1 0 0 0,4-5 0 0 0,-3 3-80 0 0,1-1 0 0 0,0 1 0 0 0,1 1 0 0 0,-1-1 1 0 0,1 1-1 0 0,0 0 0 0 0,0 0 0 0 0,0 0 0 0 0,1 1 0 0 0,-1 0 0 0 0,1 1 0 0 0,0-1 1 0 0,9-1-1 0 0,-15 4 1 0 0,1 0 0 0 0,-1 0 0 0 0,0 0 0 0 0,1 0 0 0 0,-1 0 0 0 0,1 0 0 0 0,-1 0 0 0 0,0 1 0 0 0,0-1 0 0 0,1 0 0 0 0,-1 1 0 0 0,0-1 0 0 0,0 1 0 0 0,1 0 0 0 0,-1-1 0 0 0,0 1 0 0 0,0 0 0 0 0,0 0 0 0 0,0 0 0 0 0,0 0 0 0 0,0 0 0 0 0,0 0 0 0 0,0 0 0 0 0,0 0 0 0 0,-1 0 0 0 0,1 0 0 0 0,0 0 0 0 0,-1 0 0 0 0,1 1 0 0 0,-1-1 0 0 0,1 0-1 0 0,-1 0 1 0 0,0 1 0 0 0,1-1 0 0 0,-1 0 0 0 0,0 1 0 0 0,0-1 0 0 0,0 2 0 0 0,1 9-311 0 0,0-1 0 0 0,-1 0 0 0 0,-2 18 0 0 0,2-21 135 0 0,-5 44 87 0 0,2-29 227 0 0,1 0-1 0 0,1 0 1 0 0,1 1-1 0 0,1-1 0 0 0,5 25 1 0 0,-6-47-84 0 0,0 1 1 0 0,0-1 0 0 0,0 1-1 0 0,1-1 1 0 0,-1 1 0 0 0,1 0-1 0 0,-1-1 1 0 0,1 0 0 0 0,-1 1-1 0 0,1-1 1 0 0,0 1 0 0 0,0-1-1 0 0,-1 0 1 0 0,1 1 0 0 0,0-1-1 0 0,0 0 1 0 0,0 0 0 0 0,1 0-1 0 0,-1 0 1 0 0,0 0 0 0 0,0 0-1 0 0,1 0 1 0 0,-1 0 0 0 0,0 0-1 0 0,1-1 1 0 0,-1 1 0 0 0,1 0-1 0 0,-1-1 1 0 0,1 0 0 0 0,-1 1-1 0 0,1-1 1 0 0,-1 0-1 0 0,1 1 1 0 0,-1-1 0 0 0,1 0-1 0 0,0 0 1 0 0,-1 0 0 0 0,1-1-1 0 0,-1 1 1 0 0,1 0 0 0 0,-1-1-1 0 0,1 1 1 0 0,-1 0 0 0 0,1-1-1 0 0,1-1 1 0 0,1 1 167 0 0,-1-1 0 0 0,1 0 1 0 0,-1 0-1 0 0,1-1 0 0 0,-1 1 0 0 0,0-1 0 0 0,0 0 0 0 0,0 0 1 0 0,0 0-1 0 0,-1 0 0 0 0,1 0 0 0 0,-1-1 0 0 0,0 1 0 0 0,0-1 1 0 0,0 1-1 0 0,2-6 0 0 0,-3 5-131 0 0,0 1 0 0 0,0 0-1 0 0,-1-1 1 0 0,1 1 0 0 0,-1 0 0 0 0,0-1 0 0 0,0 1 0 0 0,0 0-1 0 0,0-1 1 0 0,-1 1 0 0 0,1 0 0 0 0,-1-1 0 0 0,0 1-1 0 0,0 0 1 0 0,0 0 0 0 0,0 0 0 0 0,-1 0 0 0 0,1 0-1 0 0,-1 0 1 0 0,0 0 0 0 0,0 0 0 0 0,-3-3 0 0 0,3 4-37 0 0,0 1 1 0 0,0-1 0 0 0,0 1 0 0 0,0 0-1 0 0,0-1 1 0 0,0 1 0 0 0,0 0-1 0 0,-1 0 1 0 0,1 0 0 0 0,0 1 0 0 0,-1-1-1 0 0,1 1 1 0 0,-1-1 0 0 0,1 1 0 0 0,-1 0-1 0 0,1 0 1 0 0,0 0 0 0 0,-1 0-1 0 0,1 0 1 0 0,-1 0 0 0 0,1 1 0 0 0,-1-1-1 0 0,1 1 1 0 0,-1 0 0 0 0,1 0-1 0 0,0 0 1 0 0,0 0 0 0 0,-1 0 0 0 0,1 0-1 0 0,-3 3 1 0 0,-22 16-386 0 0,16-11-3263 0 0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49.4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23 3225 0 0,'1'-2'302'0'0,"-1"0"1"0"0,1 0-1 0 0,0 1 1 0 0,0-1-1 0 0,0 0 1 0 0,0 1-1 0 0,0-1 1 0 0,1 1-1 0 0,-1-1 1 0 0,0 1 0 0 0,1 0-1 0 0,1-2 1 0 0,3 7 2172 0 0,-1 14-2098 0 0,0 28 1153 0 0,-2-14-930 0 0,1 0-1 0 0,12 43 1 0 0,-14-68-549 0 0,0 1 0 0 0,1-1 0 0 0,-1 0 0 0 0,2 0 0 0 0,-1 0 0 0 0,1 0 0 0 0,0-1 0 0 0,1 1 0 0 0,-1-1 0 0 0,1 0 0 0 0,0 0 0 0 0,1-1 0 0 0,0 0 0 0 0,0 0 0 0 0,7 5 0 0 0,-11-8-24 0 0,1-1-1 0 0,0 1 1 0 0,-1-1 0 0 0,1 0-1 0 0,0 0 1 0 0,0 0 0 0 0,0-1-1 0 0,0 1 1 0 0,0-1-1 0 0,0 1 1 0 0,0-1 0 0 0,0 0-1 0 0,0 0 1 0 0,-1 0 0 0 0,1-1-1 0 0,0 1 1 0 0,0-1 0 0 0,0 1-1 0 0,0-1 1 0 0,0 0 0 0 0,0 0-1 0 0,-1 0 1 0 0,1-1-1 0 0,0 1 1 0 0,-1-1 0 0 0,1 1-1 0 0,-1-1 1 0 0,0 0 0 0 0,1 0-1 0 0,-1 0 1 0 0,0 0 0 0 0,0 0-1 0 0,0-1 1 0 0,-1 1 0 0 0,1-1-1 0 0,1-2 1 0 0,1 0 53 0 0,-1 0 0 0 0,-1 0 0 0 0,1-1 0 0 0,-1 1 1 0 0,0 0-1 0 0,0-1 0 0 0,0 0 0 0 0,-1 1 0 0 0,0-1 0 0 0,0 0 0 0 0,0 0 1 0 0,-1 0-1 0 0,0 0 0 0 0,0 1 0 0 0,0-1 0 0 0,-1 0 0 0 0,-2-10 1 0 0,-3 2 15 0 0,0 1 1 0 0,0 0-1 0 0,-1 0 1 0 0,-1 1-1 0 0,0-1 1 0 0,-11-10-1 0 0,13 16-47 0 0,1 1 0 0 0,-2-1 0 0 0,1 1 0 0 0,-1 1-1 0 0,0-1 1 0 0,0 1 0 0 0,0 0 0 0 0,-1 1 0 0 0,1 0 0 0 0,-1 0-1 0 0,-12-4 1 0 0,18 8-155 0 0,1-1 0 0 0,-1 1-1 0 0,0 0 1 0 0,0-1 0 0 0,0 1-1 0 0,1 0 1 0 0,-1 0 0 0 0,0 0-1 0 0,0 0 1 0 0,0 0 0 0 0,0 1-1 0 0,1-1 1 0 0,-1 0 0 0 0,0 1-1 0 0,0 0 1 0 0,1-1 0 0 0,-3 2-1 0 0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50.1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23 124 4609 0 0,'-22'-41'6779'0'0,"32"64"-6268"0"0,8 17 54 0 0,2 0 0 0 0,27 40 1 0 0,-39-70-647 0 0,-8-17-66 0 0,0-9 79 0 0,0-41 143 0 0,0 31-20 0 0,4-45 1 0 0,-3 64-59 0 0,0 0 0 0 0,0 1 0 0 0,1-1 0 0 0,0 1 0 0 0,0-1 0 0 0,1 1 0 0 0,-1 0-1 0 0,1 0 1 0 0,1 0 0 0 0,-1 0 0 0 0,8-8 0 0 0,-10 12 54 0 0,1 1-1 0 0,-1 0 1 0 0,1-1 0 0 0,0 1-1 0 0,-1 0 1 0 0,1 0-1 0 0,0 0 1 0 0,-1 0 0 0 0,1 1-1 0 0,0-1 1 0 0,0 0-1 0 0,0 1 1 0 0,0-1 0 0 0,0 1-1 0 0,0 0 1 0 0,0-1-1 0 0,0 1 1 0 0,0 0 0 0 0,0 0-1 0 0,0 0 1 0 0,0 1-1 0 0,0-1 1 0 0,0 0-1 0 0,0 1 1 0 0,-1-1 0 0 0,1 1-1 0 0,0 0 1 0 0,0 0-1 0 0,2 1 1 0 0,7 4 349 0 0,-1 0-1 0 0,1 1 1 0 0,16 14 0 0 0,-1-1-505 0 0,28 18-3179 0 0,-41-25 2087 0 0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50.9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75 2304 0 0,'0'-1'224'0'0,"0"-1"-1"0"0,-1 1 0 0 0,1-1 1 0 0,0 1-1 0 0,0 0 0 0 0,0-1 0 0 0,1 1 1 0 0,-1 0-1 0 0,0-1 0 0 0,0 1 1 0 0,1 0-1 0 0,-1-1 0 0 0,1 1 0 0 0,-1 0 1 0 0,1 0-1 0 0,0 0 0 0 0,-1-1 0 0 0,1 1 1 0 0,0 0-1 0 0,0 0 0 0 0,0 0 1 0 0,0 0-1 0 0,1-1 0 0 0,-1 2-117 0 0,0 0-1 0 0,1 0 1 0 0,-1 1 0 0 0,0-1-1 0 0,0 0 1 0 0,1 1 0 0 0,-1-1-1 0 0,0 0 1 0 0,0 1 0 0 0,0 0-1 0 0,0-1 1 0 0,0 1 0 0 0,1 0-1 0 0,-1-1 1 0 0,0 1 0 0 0,0 0-1 0 0,-1 0 1 0 0,1 0 0 0 0,0 0-1 0 0,0 0 1 0 0,0 0 0 0 0,-1 0-1 0 0,1 0 1 0 0,0 0 0 0 0,0 2-1 0 0,9 14 310 0 0,0 1 0 0 0,-1 1 0 0 0,-1 0-1 0 0,-1 0 1 0 0,6 21 0 0 0,17 44-1720 0 0,-30-84 1276 0 0,0 0-1 0 0,0 0 0 0 0,0 0 0 0 0,0 1 1 0 0,0-1-1 0 0,0 0 0 0 0,0 0 1 0 0,0 0-1 0 0,0 0 0 0 0,0 1 0 0 0,0-1 1 0 0,0 0-1 0 0,0 0 0 0 0,0 0 0 0 0,0 0 1 0 0,0 1-1 0 0,0-1 0 0 0,0 0 0 0 0,0 0 1 0 0,0 0-1 0 0,0 0 0 0 0,0 1 0 0 0,0-1 1 0 0,0 0-1 0 0,0 0 0 0 0,1 0 0 0 0,-1 0 1 0 0,0 0-1 0 0,0 0 0 0 0,0 1 0 0 0,0-1 1 0 0,0 0-1 0 0,0 0 0 0 0,1 0 0 0 0,-1 0 1 0 0,0 0-1 0 0,0 0 0 0 0,0 0 0 0 0,0 0 1 0 0,1 0-1 0 0,-1 0 0 0 0,0 0 0 0 0,0 0 1 0 0,0 0-1 0 0,0 0 0 0 0,1 0 0 0 0,-1 0 1 0 0,0 0-1 0 0,0 0 0 0 0,0 0 0 0 0,0 0 1 0 0,1 0-1 0 0,-1 0 0 0 0,0 0 0 0 0,0 0 1 0 0,0 0-1 0 0,0 0 0 0 0,0 0 1 0 0,1 0-1 0 0,-1-1 0 0 0,0 1 0 0 0,0 0 1 0 0,0 0-1 0 0,0 0 0 0 0,0 0 0 0 0,4-17-588 0 0,-4-22 384 0 0,-5-13-36 0 0,2 29 513 0 0,1-1 1 0 0,1 0-1 0 0,4-45 0 0 0,4 48 240 0 0,-6 20-457 0 0,-1 1 0 0 0,0 0 0 0 0,1-1 0 0 0,-1 1 0 0 0,1 0-1 0 0,-1-1 1 0 0,0 1 0 0 0,1 0 0 0 0,-1 0 0 0 0,1 0 0 0 0,-1-1 0 0 0,1 1 0 0 0,-1 0 0 0 0,1 0 0 0 0,-1 0 0 0 0,1 0 0 0 0,-1 0 0 0 0,1 0 0 0 0,-1 0 0 0 0,1 0 0 0 0,-1 0 0 0 0,1 0-1 0 0,-1 0 1 0 0,1 0 0 0 0,0 0 0 0 0,1 1 65 0 0,0 0 0 0 0,-1 0-1 0 0,1 1 1 0 0,0-1-1 0 0,0 0 1 0 0,0 1 0 0 0,-1-1-1 0 0,1 1 1 0 0,-1 0-1 0 0,1-1 1 0 0,-1 1 0 0 0,0 0-1 0 0,0 0 1 0 0,2 3 0 0 0,-1-1-26 0 0,1 0 0 0 0,0 0 0 0 0,-1 0 0 0 0,1 0 0 0 0,1 0 0 0 0,-1-1 0 0 0,0 1 0 0 0,1-1 0 0 0,0 0 0 0 0,0 0 1 0 0,0 0-1 0 0,0-1 0 0 0,0 1 0 0 0,1-1 0 0 0,-1 0 0 0 0,1 0 0 0 0,-1-1 0 0 0,1 1 0 0 0,0-1 0 0 0,-1 0 0 0 0,1 0 1 0 0,0-1-1 0 0,0 1 0 0 0,0-1 0 0 0,6-1 0 0 0,-13-2 171 0 0,0 0 0 0 0,1-1-1 0 0,0 1 1 0 0,0 0 0 0 0,0-1 0 0 0,0 1 0 0 0,0-1-1 0 0,1 0 1 0 0,0 1 0 0 0,0-7 0 0 0,0 6-89 0 0,0 1 1 0 0,0 0 0 0 0,1-1-1 0 0,-1 1 1 0 0,1-1-1 0 0,0 1 1 0 0,0 0 0 0 0,0 0-1 0 0,0 0 1 0 0,4-6-1 0 0,-5 8-125 0 0,1 0 0 0 0,0 1 0 0 0,-1-1 0 0 0,1 0 0 0 0,0 1 0 0 0,-1-1 0 0 0,1 0 0 0 0,0 1-1 0 0,0-1 1 0 0,0 1 0 0 0,0-1 0 0 0,-1 1 0 0 0,1 0 0 0 0,0-1 0 0 0,0 1 0 0 0,0 0-1 0 0,0-1 1 0 0,0 1 0 0 0,0 0 0 0 0,0 0 0 0 0,0 0 0 0 0,0 0 0 0 0,0 0 0 0 0,0 0 0 0 0,0 0-1 0 0,0 0 1 0 0,0 1 0 0 0,0-1 0 0 0,0 0 0 0 0,0 1 0 0 0,0-1 0 0 0,0 0 0 0 0,-1 1-1 0 0,1-1 1 0 0,0 1 0 0 0,0-1 0 0 0,0 1 0 0 0,-1 0 0 0 0,1-1 0 0 0,0 1 0 0 0,-1 0 0 0 0,2 0-1 0 0,13 12-144 0 0,0-1 0 0 0,1-1 0 0 0,34 17 0 0 0,-38-22-646 0 0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0:26.09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5 312 5985 0 0,'0'0'101'0'0,"0"0"-1"0"0,-1 0 0 0 0,1 0 0 0 0,0 0 0 0 0,0 0 1 0 0,0 0-1 0 0,-1 0 0 0 0,1 0 0 0 0,0 0 1 0 0,0 0-1 0 0,-1-1 0 0 0,1 1 0 0 0,0 0 0 0 0,0 0 1 0 0,0 0-1 0 0,0 0 0 0 0,-1-1 0 0 0,1 1 1 0 0,0 0-1 0 0,0 0 0 0 0,0 0 0 0 0,0-1 1 0 0,0 1-1 0 0,0 0 0 0 0,0 0 0 0 0,0-1 0 0 0,-1 1 1 0 0,1 0-1 0 0,0 0 0 0 0,0 0 0 0 0,0-1 1 0 0,0 1-1 0 0,0 0 0 0 0,0 0 0 0 0,0-1 0 0 0,0 1 1 0 0,0 0-1 0 0,1 0 0 0 0,-1-1 0 0 0,8-11 1657 0 0,22-12-1478 0 0,-22 18-157 0 0,41-36 426 0 0,47-51 0 0 0,-6-5-5322 0 0,-89 97 4676 0 0,26-28-3525 0 0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0:26.48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7 487 10138 0 0,'-1'-1'43'0'0,"1"0"0"0"0,-1 0-1 0 0,0-1 1 0 0,1 1 0 0 0,-1 0-1 0 0,1-1 1 0 0,-1 1 0 0 0,1 0-1 0 0,-1-1 1 0 0,1 1 0 0 0,0-1-1 0 0,0 1 1 0 0,0-1 0 0 0,0 1-1 0 0,0-1 1 0 0,0 1 0 0 0,0 0-1 0 0,0-1 1 0 0,1 1 0 0 0,-1-1-1 0 0,1 1 1 0 0,-1 0 0 0 0,1-1-1 0 0,0-1 1 0 0,20-43-426 0 0,-15 36 571 0 0,90-168-1750 0 0,3-4-3565 0 0,-84 148 5031 0 0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0:26.84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1275 6913 0 0,'2'-18'192'0'0,"1"-1"0"0"0,1 1 0 0 0,1 0 0 0 0,0-1 0 0 0,14-29 0 0 0,49-82-788 0 0,-63 122 505 0 0,10-18-1117 0 0,51-101-2706 0 0,-57 106 3914 0 0</inkml:trace>
  <inkml:trace contextRef="#ctx0" brushRef="#br0" timeOffset="1">410 425 5529 0 0,'-1'-14'382'0'0,"0"0"-1"0"0,1 0 0 0 0,0 0 1 0 0,1 1-1 0 0,0-1 0 0 0,2 0 1 0 0,0 0-1 0 0,0 1 0 0 0,8-22 0 0 0,2 4 295 0 0,1-1-1 0 0,31-51 0 0 0,-28 57-1273 0 0,1 1 1 0 0,26-29-1 0 0,-31 40-2920 0 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0:27.17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20 10594 0 0,'2'-2'59'0'0,"0"0"-1"0"0,-1 1 0 0 0,1-1 1 0 0,0 1-1 0 0,0-1 0 0 0,0 1 1 0 0,0 0-1 0 0,0 0 0 0 0,0 0 1 0 0,1 0-1 0 0,-1 0 0 0 0,0 0 1 0 0,0 0-1 0 0,1 1 1 0 0,-1 0-1 0 0,0-1 0 0 0,1 1 1 0 0,-1 0-1 0 0,1 0 0 0 0,-1 0 1 0 0,0 0-1 0 0,1 0 0 0 0,-1 1 1 0 0,1-1-1 0 0,2 2 0 0 0,3 0 44 0 0,0 0-1 0 0,-1 0 1 0 0,1 1-1 0 0,-1 1 1 0 0,1-1-1 0 0,9 7 0 0 0,119 91-4135 0 0,-98-70 577 0 0,-25-19 1144 0 0</inkml:trace>
  <inkml:trace contextRef="#ctx0" brushRef="#br0" timeOffset="1">730 478 11058 0 0,'6'2'220'0'0,"0"0"-1"0"0,0 0 1 0 0,0 1-1 0 0,-1-1 0 0 0,1 1 1 0 0,-1 0-1 0 0,0 1 0 0 0,0-1 1 0 0,8 8-1 0 0,35 32-397 0 0,-37-32-1035 0 0,0 0 0 0 0,-1 1 0 0 0,0 0 0 0 0,10 18 0 0 0,-16-22 725 0 0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0:27.53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3225 0 0,'11'12'1204'0'0,"-1"1"0"0"0,0 0 0 0 0,-1 0 0 0 0,0 1 0 0 0,-1 0 0 0 0,9 22 0 0 0,5 0-2048 0 0,-13-25 461 0 0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0:27.89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11979 0 0,'56'35'-1582'0'0,"-52"-31"1226"0"0,-1-1 1 0 0,1 1 0 0 0,-1 0-1 0 0,0 0 1 0 0,0 0-1 0 0,0 0 1 0 0,0 0-1 0 0,-1 1 1 0 0,1-1-1 0 0,-1 1 1 0 0,0 0-1 0 0,-1 0 1 0 0,1-1 0 0 0,0 8-1 0 0,1-3-628 0 0</inkml:trace>
  <inkml:trace contextRef="#ctx0" brushRef="#br0" timeOffset="1">310 491 7370 0 0,'1'1'656'0'0,"0"2"-528"0"0,2 1-128 0 0,-1-1 0 0 0,1 1 840 0 0,-1-1 144 0 0,1 0 24 0 0,2 5 9 0 0,4 2-817 0 0,1 4-200 0 0,1 4 0 0 0,1-3 0 0 0,-1 1-160 0 0,-2-1-80 0 0,1-1-17 0 0,-4-4 1 0 0,0-3 256 0 0,-3-8 64 0 0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0:28.26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13363 0 0,'0'2'49'0'0,"0"0"1"0"0,0 0-1 0 0,0 0 1 0 0,0 0-1 0 0,0 1 0 0 0,0-1 1 0 0,1 0-1 0 0,-1 0 1 0 0,1 0-1 0 0,-1 0 1 0 0,1 0-1 0 0,0 0 0 0 0,0 0 1 0 0,0 0-1 0 0,0 0 1 0 0,0-1-1 0 0,3 4 0 0 0,26 33 307 0 0,-28-36-353 0 0,4 5-276 0 0,1 0 1 0 0,0-1-1 0 0,0 0 0 0 0,0 0 1 0 0,1 0-1 0 0,0-1 0 0 0,0 0 1 0 0,0-1-1 0 0,1 0 0 0 0,-1 0 1 0 0,1-1-1 0 0,9 2 0 0 0,-7-2 273 0 0</inkml:trace>
  <inkml:trace contextRef="#ctx0" brushRef="#br0" timeOffset="1">320 411 10138 0 0,'1'7'448'0'0,"0"-2"96"0"0,0 1-440 0 0,1 0-104 0 0,0-2 0 0 0,0 0 0 0 0,-1 1 248 0 0,3 2 25 0 0,1 7 7 0 0,1 3 0 0 0,0 2-160 0 0,2 0-32 0 0,-2 0-8 0 0,0 0 0 0 0,0-2-80 0 0,-4-2 0 0 0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0:28.61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17972 0 0,'0'6'800'0'0,"1"1"160"0"0,2 0-768 0 0,-1 0-192 0 0,2-4 0 0 0,-1 0 0 0 0,0 1 360 0 0,5 3 40 0 0,3 6 9 0 0,4 3-1 0 0,3 3-568 0 0,1-2-120 0 0,0-1-17 0 0,3 6-5280 0 0,-9-6-1056 0 0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27.1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79 147 9218 0 0,'-13'-29'1439'0'0,"-19"-29"0"0"0,-2-1 3035 0 0,39 75-3923 0 0,-1 1 0 0 0,0 0 0 0 0,-1 1 0 0 0,0 28 0 0 0,0-10-178 0 0,24 201 143 0 0,-2-40-345 0 0,-2 207 0 0 0,24 559-73 0 0,-27-776 208 0 0,-2-3 79 0 0,58 253 0 0 0,-67-403-854 0 0,14 61 1067 0 0,-15-32-7328 0 0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27.8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368 412 1840 0 0,'-204'24'2247'0'0,"69"-2"2526"0"0,107-19 1295 0 0,69-21-5118 0 0,64-9-320 0 0,206-24 0 0 0,-174 32-530 0 0,1264-118 207 0 0,-291 63 1596 0 0,-464 12 492 0 0,-219 0-4587 0 0,-386 57-24 0 0,64-1 0 0 0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28.4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94 29 5065 0 0,'-30'-11'849'0'0,"22"7"-8"0"0,1 1 0 0 0,-1 0 0 0 0,0 1 0 0 0,0 0 0 0 0,0 0 0 0 0,-9 0 0 0 0,58 27 2788 0 0,119 48-989 0 0,-123-59-2543 0 0,0 1 0 0 0,-2 2 0 0 0,0 2 0 0 0,-1 1 0 0 0,36 27 0 0 0,-69-46-49 0 0,1 0-1 0 0,-1 0 1 0 0,1 1-1 0 0,-1-1 1 0 0,0 1 0 0 0,1-1-1 0 0,-1 1 1 0 0,0-1 0 0 0,0 1-1 0 0,0 0 1 0 0,0-1-1 0 0,0 1 1 0 0,0 0 0 0 0,-1 0-1 0 0,1 0 1 0 0,-1 0-1 0 0,1-1 1 0 0,-1 1 0 0 0,0 0-1 0 0,1 0 1 0 0,-1 0 0 0 0,0 0-1 0 0,0 0 1 0 0,-1 0-1 0 0,1 0 1 0 0,0 0 0 0 0,-1 0-1 0 0,1 0 1 0 0,-1 0-1 0 0,1 0 1 0 0,-1-1 0 0 0,0 1-1 0 0,0 0 1 0 0,0 0 0 0 0,0-1-1 0 0,0 1 1 0 0,0-1-1 0 0,0 1 1 0 0,-1-1 0 0 0,-2 3-1 0 0,-6 6 230 0 0,0-1 0 0 0,-1 0 0 0 0,-1 0 1 0 0,-18 10-1 0 0,19-12-256 0 0,-28 17-128 0 0,-36 24 261 0 0,28-13-7163 0 0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29.0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4 7834 0 0,'-3'-4'8636'0'0,"30"16"-7648"0"0,0 1-1 0 0,-1 1 0 0 0,44 32 1 0 0,-5-4-649 0 0,277 182 528 0 0,-305-199-752 0 0,26 16 88 0 0,-16-11 53 0 0,68 57-1 0 0,-105-74-643 0 0,-10-12 242 0 0,0-1-1 0 0,0 0 0 0 0,0 1 0 0 0,1-1 0 0 0,-1 0 0 0 0,0 1 0 0 0,0-1 0 0 0,-1 1 0 0 0,1-1 0 0 0,0 0 1 0 0,0 1-1 0 0,0-1 0 0 0,0 0 0 0 0,0 1 0 0 0,0-1 0 0 0,0 0 0 0 0,-1 1 0 0 0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29.5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253 11 920 0 0,'-16'-10'8083'0'0,"15"10"-7578"0"0,0 0 0 0 0,-3 0 0 0 0,3 0-188 0 0,0 0 0 0 0,-1 1 0 0 0,1-1 0 0 0,0 1 0 0 0,0-1 0 0 0,0 1 0 0 0,0-1 0 0 0,-1 1 0 0 0,1 0 0 0 0,0-1-1 0 0,0 1 1 0 0,0 0 0 0 0,0 0 0 0 0,-1 2 0 0 0,-3 4 88 0 0,0-1 0 0 0,1 2 0 0 0,0-1 0 0 0,-5 13 0 0 0,1-3 254 0 0,-41 64 627 0 0,25-45-901 0 0,3 1 0 0 0,0 0 0 0 0,-20 57 0 0 0,32-72-132 0 0,0 2-909 0 0,5-8-5936 0 0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44.6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81 1840 0 0,'5'-43'1476'0'0,"12"5"7795"0"0,-10 55-8298 0 0,9 57 343 0 0,-3 1 1 0 0,6 149-1 0 0,-3-9-834 0 0,14-50-349 0 0,-2-19-69 0 0,-27-137-298 0 0,0 1 0 0 0,-1-1 0 0 0,-1 20 0 0 0,-9 6-3919 0 0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45.0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117 127 1376 0 0,'-7'-9'-253'0'0,"7"8"420"0"0,-1 0 1 0 0,1 0 0 0 0,-1 0-1 0 0,0 0 1 0 0,1 0 0 0 0,-1 0 0 0 0,0 0-1 0 0,0 0 1 0 0,0 0 0 0 0,0 0-1 0 0,0 0 1 0 0,0 1 0 0 0,0-1-1 0 0,-2-1 1 0 0,2 3-73 0 0,0 0 1 0 0,0-1-1 0 0,0 1 1 0 0,0 0-1 0 0,0-1 0 0 0,0 1 1 0 0,1 0-1 0 0,-1 0 0 0 0,0 0 1 0 0,0 0-1 0 0,1 0 1 0 0,-1 0-1 0 0,1 0 0 0 0,-1 0 1 0 0,0 0-1 0 0,1 0 1 0 0,0 0-1 0 0,-1 0 0 0 0,1 1 1 0 0,0 0-1 0 0,-72 223 2329 0 0,65-203-2055 0 0,7-21-337 0 0,-1-1 0 0 0,1 1 1 0 0,0-1-1 0 0,0 1 0 0 0,-1-1 0 0 0,1 1 1 0 0,0-1-1 0 0,0 1 0 0 0,0 0 0 0 0,0-1 1 0 0,0 1-1 0 0,0-1 0 0 0,0 1 0 0 0,0 0 1 0 0,0-1-1 0 0,0 1 0 0 0,0 0 0 0 0,0-1 1 0 0,0 1-1 0 0,0-1 0 0 0,0 1 0 0 0,1-1 1 0 0,-1 1-1 0 0,0 0 0 0 0,1 0 0 0 0,10-8 591 0 0,14-24-89 0 0,-12 4-377 0 0,0 0 0 0 0,-2-1 0 0 0,-1 0 0 0 0,9-40 0 0 0,-8 29 630 0 0,22-55 0 0 0,-32 91-566 0 0,0 0 0 0 0,1 1 0 0 0,-1-1 1 0 0,1 0-1 0 0,-1 1 0 0 0,1-1 0 0 0,0 1 0 0 0,0 0 0 0 0,0-1 0 0 0,0 1 1 0 0,1 0-1 0 0,4-3 0 0 0,-6 4-116 0 0,0 1 0 0 0,1 0-1 0 0,-1-1 1 0 0,0 1 0 0 0,0 0 0 0 0,1 0 0 0 0,-1 0 0 0 0,0 0 0 0 0,0 0 0 0 0,1 0-1 0 0,-1 0 1 0 0,0 0 0 0 0,1 1 0 0 0,-1-1 0 0 0,0 0 0 0 0,0 1 0 0 0,1-1 0 0 0,-1 1-1 0 0,0-1 1 0 0,0 1 0 0 0,0 0 0 0 0,0-1 0 0 0,0 1 0 0 0,0 0 0 0 0,0 0 0 0 0,0 0-1 0 0,0 0 1 0 0,0 0 0 0 0,0 0 0 0 0,-1 0 0 0 0,2 2 0 0 0,70 92-360 0 0,-59-78-6474 0 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48.0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145 74 456 0 0,'0'-2'106'0'0,"0"-1"1"0"0,0 0-1 0 0,0 0 1 0 0,-1 1-1 0 0,1-1 0 0 0,-1 0 1 0 0,0 1-1 0 0,1-1 1 0 0,-1 1-1 0 0,0-1 0 0 0,0 1 1 0 0,-1-1-1 0 0,-1-2 0 0 0,2 4 88 0 0,0 0 0 0 0,0 0 0 0 0,0 0 0 0 0,0 0 0 0 0,0 0 0 0 0,-1 0 0 0 0,1 0 0 0 0,0 0 0 0 0,0 1 0 0 0,-1-1 0 0 0,1 0 0 0 0,-1 1 0 0 0,1 0 0 0 0,0-1 0 0 0,-1 1 0 0 0,1 0 0 0 0,-1-1 0 0 0,-1 1 0 0 0,-1 1 79 0 0,0-1 0 0 0,0 1 0 0 0,0 0 1 0 0,0 0-1 0 0,0 0 0 0 0,0 0 0 0 0,1 1 0 0 0,-1 0 0 0 0,0-1 0 0 0,1 1 0 0 0,0 1 1 0 0,-1-1-1 0 0,1 0 0 0 0,0 1 0 0 0,0 0 0 0 0,-4 5 0 0 0,2-2-199 0 0,0 1 0 0 0,0 0-1 0 0,1 0 1 0 0,0 1 0 0 0,1-1 0 0 0,-1 1-1 0 0,1 0 1 0 0,1 0 0 0 0,0 0 0 0 0,0 0-1 0 0,0 1 1 0 0,1-1 0 0 0,0 0-1 0 0,1 14 1 0 0,1 0-172 0 0,1-1 0 0 0,0 1 0 0 0,2 0 0 0 0,8 30 0 0 0,-11-48 16 0 0,0-1 0 0 0,0 0 0 0 0,0 0-1 0 0,0 0 1 0 0,1 0 0 0 0,-1 0-1 0 0,1 0 1 0 0,-1-1 0 0 0,1 1 0 0 0,0 0-1 0 0,0-1 1 0 0,0 0 0 0 0,1 1 0 0 0,-1-1-1 0 0,0 0 1 0 0,1 0 0 0 0,0 0-1 0 0,-1 0 1 0 0,1-1 0 0 0,0 1 0 0 0,4 1-1 0 0,-5-3 20 0 0,1 1 0 0 0,0-1 0 0 0,0 0 0 0 0,0 0 0 0 0,-1 0 0 0 0,1 0 0 0 0,0-1 0 0 0,0 1 0 0 0,-1-1 0 0 0,1 0 0 0 0,0 1 0 0 0,-1-1 0 0 0,1-1 0 0 0,0 1 1 0 0,-1 0-1 0 0,0 0 0 0 0,1-1 0 0 0,-1 0 0 0 0,0 1 0 0 0,0-1 0 0 0,1 0 0 0 0,-2 0 0 0 0,1 0 0 0 0,3-4 0 0 0,1-2 8 0 0,0-1 0 0 0,-1 1 0 0 0,0-1 0 0 0,-1 0 0 0 0,0 0 0 0 0,0 0-1 0 0,-1 0 1 0 0,0-1 0 0 0,-1 1 0 0 0,0-1 0 0 0,-1 0 0 0 0,1 0 0 0 0,-2 1 0 0 0,0-1 0 0 0,0-12 0 0 0,-2-2 688 0 0,-1 0-1 0 0,-1 0 0 0 0,-1 1 1 0 0,-2-1-1 0 0,-9-24 1 0 0,13 41-223 0 0,3 7-350 0 0,-1-1 1 0 0,1 1 0 0 0,0 0-1 0 0,0-1 1 0 0,-1 1 0 0 0,1 0 0 0 0,0-1-1 0 0,0 1 1 0 0,-1-1 0 0 0,1 1-1 0 0,0-1 1 0 0,0 1 0 0 0,0-1 0 0 0,0 1-1 0 0,0 0 1 0 0,0-1 0 0 0,0 1-1 0 0,0-1 1 0 0,0 1 0 0 0,0-1-1 0 0,0 1 1 0 0,0-1 0 0 0,0 1 0 0 0,0-1-1 0 0,0 1 1 0 0,0-1 0 0 0,0 1-1 0 0,1 0 1 0 0,-1-1 0 0 0,0 1 0 0 0,0-1-1 0 0,1 1 1 0 0,-1-1 0 0 0,0 1-1 0 0,0 0 1 0 0,1-1 0 0 0,-1 1 0 0 0,0 0-1 0 0,1-1 1 0 0,-1 1 0 0 0,1 0-1 0 0,-1 0 1 0 0,0-1 0 0 0,1 1 0 0 0,1-1 764 0 0,18 8-436 0 0,-16-4-294 0 0,0 0 0 0 0,-1 1-1 0 0,1-1 1 0 0,-1 1-1 0 0,1 0 1 0 0,-1 0-1 0 0,0 0 1 0 0,-1 0-1 0 0,1 1 1 0 0,-1-1-1 0 0,0 1 1 0 0,2 5-1 0 0,3 4 48 0 0,10 16-19 0 0,2 0 0 0 0,27 34 0 0 0,-3-17-2979 0 0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48.3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6 11522 0 0,'-9'-5'1629'0'0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49.0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37 1840 0 0,'8'14'7045'0'0,"8"34"-5825"0"0,4 11-267 0 0,-15-45-657 0 0,1-1 0 0 0,1 0 0 0 0,0 0 0 0 0,17 22-1 0 0,-22-32-240 0 0,0 0-1 0 0,0-1 0 0 0,0 1 1 0 0,1-1-1 0 0,-1 1 0 0 0,1-1 0 0 0,-1 0 1 0 0,1 0-1 0 0,0 0 0 0 0,0 0 0 0 0,0 0 1 0 0,0 0-1 0 0,0-1 0 0 0,0 0 1 0 0,1 0-1 0 0,-1 0 0 0 0,0 0 0 0 0,1 0 1 0 0,-1-1-1 0 0,0 1 0 0 0,1-1 1 0 0,-1 0-1 0 0,1 0 0 0 0,-1 0 0 0 0,1 0 1 0 0,5-2-1 0 0,-5 1-19 0 0,-1 0 0 0 0,0-1 0 0 0,0 1 0 0 0,0-1 0 0 0,0 0 0 0 0,0 0 0 0 0,0 0 0 0 0,0 0 0 0 0,-1 0 0 0 0,1-1 0 0 0,-1 1 0 0 0,0-1 0 0 0,1 1 0 0 0,-1-1 0 0 0,-1 0 0 0 0,1 0 0 0 0,0 0 0 0 0,-1 0 0 0 0,1 0 0 0 0,-1-1 0 0 0,0 1 0 0 0,0 0 0 0 0,0-1 0 0 0,0 1 1 0 0,-1 0-1 0 0,1-5 0 0 0,-1-3-48 0 0,0 0 1 0 0,0 0 0 0 0,-1 1-1 0 0,-1-1 1 0 0,0 0 0 0 0,0 1-1 0 0,-4-11 1 0 0,-4-12-54 0 0,5 14 155 0 0,-1 0-1 0 0,-11-22 1 0 0,40 54 1601 0 0,-6 5-1432 0 0,0 1 0 0 0,-1 0 0 0 0,-1 2 0 0 0,21 34 0 0 0,-23-33-845 0 0,0 0 0 0 0,2-1-1 0 0,1-1 1 0 0,19 19 0 0 0,-25-29-784 0 0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49.3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0 6449 0 0,'-10'4'8906'0'0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54.2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 1 3681 0 0,'-37'0'5856'0'0,"45"21"-5204"0"0,0 1 0 0 0,-1 0 0 0 0,-2 0 0 0 0,0 0 0 0 0,2 29 0 0 0,6 23 134 0 0,-1-24-729 0 0,3 0 0 0 0,2 0 0 0 0,41 80 0 0 0,-40-90-1512 0 0,-11-21-3247 0 0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54.4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7834 0 0,'1'2'53'0'0,"-1"-1"1"0"0,1 1 0 0 0,0 0-1 0 0,0 0 1 0 0,0-1 0 0 0,-1 1-1 0 0,2 0 1 0 0,-1-1 0 0 0,0 1-1 0 0,0-1 1 0 0,0 0 0 0 0,1 1-1 0 0,-1-1 1 0 0,1 0 0 0 0,-1 0-1 0 0,1 1 1 0 0,-1-1 0 0 0,1 0-1 0 0,0-1 1 0 0,-1 1 0 0 0,1 0-1 0 0,3 0 1 0 0,42 13-56 0 0,-42-13-163 0 0,0 0 1 0 0,0-1-1 0 0,0 0 1 0 0,0 0 0 0 0,-1 0-1 0 0,1-1 1 0 0,0 1-1 0 0,8-3 1 0 0,-6 0 164 0 0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54.9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0 105 2761 0 0,'3'-2'307'0'0,"-1"0"0"0"0,1 0 0 0 0,0 0 0 0 0,-1 0 0 0 0,1 0 0 0 0,0 0 0 0 0,0 1 0 0 0,0 0 0 0 0,0 0 0 0 0,1-1 0 0 0,-1 2 0 0 0,0-1 1 0 0,0 0-1 0 0,1 1 0 0 0,-1-1 0 0 0,7 1 0 0 0,-8 1-110 0 0,1 0 0 0 0,-1 0 0 0 0,1 0 0 0 0,-1 0 0 0 0,0 1 0 0 0,1-1 0 0 0,-1 1 0 0 0,0-1 0 0 0,0 1 0 0 0,0 0 0 0 0,0 0 0 0 0,0 0 0 0 0,0 0 0 0 0,-1 0 0 0 0,1 0 0 0 0,-1 0 0 0 0,1 0 0 0 0,-1 1 0 0 0,0-1 0 0 0,0 1 0 0 0,1 4 0 0 0,10 33 437 0 0,-11-33-635 0 0,0-1 0 0 0,1 1-1 0 0,0-1 1 0 0,0 1 0 0 0,1-1-1 0 0,-1 0 1 0 0,1 0 0 0 0,7 9-1 0 0,-10-14-11 0 0,0-1 0 0 0,0 1 0 0 0,1-1-1 0 0,-1 0 1 0 0,0 1 0 0 0,1-1-1 0 0,-1 0 1 0 0,0 1 0 0 0,1-1 0 0 0,-1 0-1 0 0,1 1 1 0 0,-1-1 0 0 0,1 0-1 0 0,-1 0 1 0 0,0 1 0 0 0,1-1 0 0 0,-1 0-1 0 0,1 0 1 0 0,-1 0 0 0 0,1 0-1 0 0,-1 0 1 0 0,1 0 0 0 0,-1 0 0 0 0,1 0-1 0 0,-1 0 1 0 0,1 0 0 0 0,-1 0 0 0 0,1 0-1 0 0,-1 0 1 0 0,1 0 0 0 0,-1 0-1 0 0,1 0 1 0 0,-1-1 0 0 0,1 1 0 0 0,0 0-1 0 0,11-19-869 0 0,2-25-887 0 0,-11 19 1460 0 0,12-50-23 0 0,-13 67 346 0 0,1 1-1 0 0,-1 0 1 0 0,1 0-1 0 0,0 0 1 0 0,1 1-1 0 0,-1-1 1 0 0,9-10-1 0 0,-11 16 5 0 0,0 0 0 0 0,0 0 0 0 0,0 1 0 0 0,0-1-1 0 0,0 0 1 0 0,0 1 0 0 0,0-1 0 0 0,0 1 0 0 0,0-1 0 0 0,0 1-1 0 0,0 0 1 0 0,0-1 0 0 0,0 1 0 0 0,1 0 0 0 0,-1 0 0 0 0,0 0-1 0 0,0 0 1 0 0,0 0 0 0 0,0 0 0 0 0,1 0 0 0 0,-1 0 0 0 0,0 0-1 0 0,0 1 1 0 0,0-1 0 0 0,0 0 0 0 0,0 1 0 0 0,0-1-1 0 0,0 1 1 0 0,0-1 0 0 0,0 1 0 0 0,0-1 0 0 0,0 1 0 0 0,0 0-1 0 0,0 0 1 0 0,0-1 0 0 0,0 1 0 0 0,1 1 0 0 0,6 6 202 0 0,-1 0 1 0 0,1 0-1 0 0,6 11 1 0 0,-5-8-127 0 0,13 12-1061 0 0,-14-16-2601 0 0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55.1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3 5529 0 0,'0'0'127'0'0,"-1"-1"0"0"0,1 1 0 0 0,-1 0-1 0 0,1 0 1 0 0,-1-1 0 0 0,0 1 0 0 0,1 0 0 0 0,-1 0 0 0 0,1 0-1 0 0,-1-1 1 0 0,1 1 0 0 0,-1 0 0 0 0,0 0 0 0 0,1 0-1 0 0,-1 0 1 0 0,1 0 0 0 0,-1 0 0 0 0,0 1 0 0 0,1-1 0 0 0,-1 0-1 0 0,1 0 1 0 0,-1 0 0 0 0,1 0 0 0 0,-1 1 0 0 0,1-1 0 0 0,-1 0-1 0 0,1 0 1 0 0,-1 1 0 0 0,1-1 0 0 0,-1 0 0 0 0,1 1-1 0 0,-1-1 1 0 0,1 1 0 0 0,-1-1 0 0 0,1 1 0 0 0,9 20 4966 0 0,-5-13-5842 0 0,69 137 2384 0 0,8 13-2406 0 0,-66-135-1204 0 0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55.3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23 155 5065 0 0,'-1'1'25'0'0,"1"-1"1"0"0,-1 1-1 0 0,0-1 0 0 0,1 1 1 0 0,-1-1-1 0 0,0 0 0 0 0,0 1 1 0 0,0-1-1 0 0,1 0 0 0 0,-1 0 1 0 0,0 1-1 0 0,0-1 0 0 0,0 0 1 0 0,0 0-1 0 0,1 0 1 0 0,-1 0-1 0 0,0 0 0 0 0,0 0 1 0 0,0 0-1 0 0,0 0 0 0 0,1-1 1 0 0,-1 1-1 0 0,0 0 0 0 0,0 0 1 0 0,0-1-1 0 0,0 0 0 0 0,1 0 9 0 0,0 0-1 0 0,0 0 1 0 0,1 0 0 0 0,-1 0-1 0 0,0 0 1 0 0,1 0-1 0 0,-1 0 1 0 0,1 0 0 0 0,-1 0-1 0 0,1 0 1 0 0,-1 0-1 0 0,1 0 1 0 0,0 0 0 0 0,-1 0-1 0 0,2-1 1 0 0,38-38 663 0 0,64-47 105 0 0,-87 74-738 0 0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56.0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96 248 2761 0 0,'2'-1'38'0'0,"0"-1"1"0"0,0 0 0 0 0,0 0 0 0 0,0 0-1 0 0,0 1 1 0 0,-1-2 0 0 0,1 1 0 0 0,0 0 0 0 0,-1 0-1 0 0,0-1 1 0 0,1 1 0 0 0,-1 0 0 0 0,0-1 0 0 0,1-3-1 0 0,-1 2-9 0 0,7-13 87 0 0,-1-1 0 0 0,-1 0 1 0 0,5-24-1 0 0,-9 37-46 0 0,-1 0 1 0 0,0 0 0 0 0,-1-1 0 0 0,1 1-1 0 0,-1 0 1 0 0,0-1 0 0 0,0 1 0 0 0,-1 0-1 0 0,1-1 1 0 0,-1 1 0 0 0,0 0 0 0 0,-1 0-1 0 0,1 0 1 0 0,-1 0 0 0 0,0 0 0 0 0,-5-8-1 0 0,6 12-62 0 0,-1-1-1 0 0,0 1 0 0 0,1-1 1 0 0,-1 1-1 0 0,0 0 0 0 0,0 0 0 0 0,0-1 1 0 0,0 1-1 0 0,0 1 0 0 0,-1-1 1 0 0,1 0-1 0 0,0 0 0 0 0,0 1 1 0 0,0-1-1 0 0,-1 1 0 0 0,1 0 0 0 0,0 0 1 0 0,-1 0-1 0 0,1 0 0 0 0,0 0 1 0 0,0 0-1 0 0,-1 0 0 0 0,1 1 0 0 0,0 0 1 0 0,0-1-1 0 0,-1 1 0 0 0,1 0 1 0 0,0 0-1 0 0,0 0 0 0 0,0 0 1 0 0,-3 2-1 0 0,0 0 7 0 0,-1 0 1 0 0,1 0 0 0 0,0 1-1 0 0,0 0 1 0 0,0 0 0 0 0,0 0-1 0 0,1 1 1 0 0,0-1 0 0 0,0 1-1 0 0,-6 8 1 0 0,8-9-15 0 0,0 0 0 0 0,0 0 0 0 0,1 0 0 0 0,-1 0 0 0 0,1 0 0 0 0,0 0 0 0 0,0 1 0 0 0,0-1 0 0 0,1 0 0 0 0,0 1 0 0 0,-1-1 0 0 0,2 0 0 0 0,-1 1 0 0 0,0-1 0 0 0,1 0 0 0 0,0 0 0 0 0,2 8 0 0 0,-2-9 0 0 0,1 0 0 0 0,-1 0 0 0 0,1 0 0 0 0,0-1 0 0 0,0 1 0 0 0,0 0 0 0 0,1-1 0 0 0,-1 1 0 0 0,0-1 0 0 0,1 0 0 0 0,0 0 0 0 0,0 0 0 0 0,-1 0 0 0 0,1 0 0 0 0,0-1 0 0 0,0 1 0 0 0,0-1 0 0 0,1 0 0 0 0,-1 0 0 0 0,0 0 0 0 0,0 0 0 0 0,1-1 0 0 0,3 1 0 0 0,0 0-3 0 0,0 0 0 0 0,0-1 0 0 0,0 0 0 0 0,0 0 0 0 0,0-1-1 0 0,0 0 1 0 0,0 0 0 0 0,0-1 0 0 0,0 1 0 0 0,0-2 0 0 0,-1 1 0 0 0,1-1 0 0 0,-1 0-1 0 0,0 0 1 0 0,12-8 0 0 0,-9 3 3 0 0,0 0 1 0 0,0 0-1 0 0,-1-1 0 0 0,0 0 0 0 0,0-1 0 0 0,-1 0 1 0 0,-1 0-1 0 0,8-14 0 0 0,-13 21 141 0 0,0 0 0 0 0,1 0 0 0 0,-1 1 1 0 0,1-1-1 0 0,0 1 0 0 0,0-1 0 0 0,0 1 0 0 0,0 0 0 0 0,0-1 0 0 0,1 1 0 0 0,-1 0 0 0 0,1 1 0 0 0,-1-1 0 0 0,5-2 1 0 0,-6 4-98 0 0,1 0 0 0 0,-1 0 0 0 0,1 0 0 0 0,-1 0 0 0 0,1 0 0 0 0,0 0 0 0 0,-1 0 0 0 0,1 1 0 0 0,-1-1 0 0 0,1 1 0 0 0,-1-1 0 0 0,1 1 0 0 0,-1-1 0 0 0,0 1 0 0 0,1 0 0 0 0,-1 0 0 0 0,1-1 0 0 0,-1 1 0 0 0,0 0 0 0 0,0 0 0 0 0,0 0 0 0 0,0 1 0 0 0,0-1 0 0 0,0 0 0 0 0,0 0 0 0 0,0 1 0 0 0,0-1 0 0 0,0 0 0 0 0,0 3 0 0 0,4 3-39 0 0,2 4 9 0 0,1 0 0 0 0,0 0 0 0 0,0-1 1 0 0,15 14-1 0 0,-21-23-13 0 0,-1 1 0 0 0,1-1 1 0 0,-1 0-1 0 0,1 1 0 0 0,-1-1 0 0 0,1 0 0 0 0,0 0 1 0 0,0 0-1 0 0,0 0 0 0 0,-1 0 0 0 0,1-1 1 0 0,0 1-1 0 0,0-1 0 0 0,0 1 0 0 0,0-1 1 0 0,0 1-1 0 0,0-1 0 0 0,0 0 0 0 0,0 0 1 0 0,0 0-1 0 0,0 0 0 0 0,0-1 0 0 0,0 1 0 0 0,0 0 1 0 0,0-1-1 0 0,0 0 0 0 0,0 1 0 0 0,0-1 1 0 0,0 0-1 0 0,0 0 0 0 0,0 0 0 0 0,-1 0 1 0 0,1 0-1 0 0,0 0 0 0 0,-1-1 0 0 0,1 1 0 0 0,-1 0 1 0 0,2-3-1 0 0,0 0 5 0 0,-1 0-1 0 0,1 0 1 0 0,-1-1 0 0 0,0 1 0 0 0,0-1-1 0 0,-1 0 1 0 0,1 1 0 0 0,-1-1 0 0 0,0 0-1 0 0,-1 0 1 0 0,1-5 0 0 0,-1 6-1 0 0,0 0 0 0 0,1 0 0 0 0,-1 0 1 0 0,1 0-1 0 0,0 0 0 0 0,0 0 0 0 0,0 0 0 0 0,1 0 1 0 0,-1 1-1 0 0,1-1 0 0 0,0 0 0 0 0,0 1 0 0 0,0 0 1 0 0,1-1-1 0 0,4-5 0 0 0,-6 9-13 0 0,0 0 1 0 0,-1 1-1 0 0,1-1 1 0 0,0 0-1 0 0,-1 0 0 0 0,1 0 1 0 0,-1 0-1 0 0,1 0 1 0 0,0 1-1 0 0,-1-1 1 0 0,1 0-1 0 0,-1 1 0 0 0,1-1 1 0 0,0 0-1 0 0,-1 1 1 0 0,1-1-1 0 0,-1 1 0 0 0,1-1 1 0 0,-1 1-1 0 0,0-1 1 0 0,1 1-1 0 0,-1-1 0 0 0,1 1 1 0 0,-1-1-1 0 0,0 1 1 0 0,1-1-1 0 0,-1 1 1 0 0,0 0-1 0 0,0-1 0 0 0,0 1 1 0 0,1 0-1 0 0,2 7-117 0 0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56.4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91 0 2761 0 0,'-14'9'2378'0'0,"9"-6"-1802"0"0,-1 1 0 0 0,1-1 1 0 0,-1 1-1 0 0,1 0 0 0 0,0 0 0 0 0,0 1 1 0 0,1-1-1 0 0,0 1 0 0 0,-1 0 1 0 0,2 1-1 0 0,-1-1 0 0 0,0 1 1 0 0,-2 6-1 0 0,4-9-545 0 0,1 0 1 0 0,0-1-1 0 0,0 1 1 0 0,0 0-1 0 0,0 0 1 0 0,0 0-1 0 0,0 0 1 0 0,1 0-1 0 0,0 0 0 0 0,-1 1 1 0 0,1-1-1 0 0,1 0 1 0 0,-1 0-1 0 0,0 0 1 0 0,1 0-1 0 0,-1 0 1 0 0,1 0-1 0 0,0 0 1 0 0,0 0-1 0 0,0 0 0 0 0,0 0 1 0 0,2 3-1 0 0,0-3-46 0 0,0 0-1 0 0,0 0 1 0 0,0 0-1 0 0,0 0 1 0 0,1-1-1 0 0,-1 1 1 0 0,1-1-1 0 0,-1 0 1 0 0,1 0-1 0 0,0-1 1 0 0,0 1-1 0 0,0-1 1 0 0,0 1-1 0 0,0-1 1 0 0,0 0-1 0 0,5 0 1 0 0,24 4-86 0 0,-7-2 114 0 0,39 11 0 0 0,-60-13-4 0 0,0 1 0 0 0,0 0 0 0 0,0 0 0 0 0,0 0 0 0 0,0 0 0 0 0,0 1 0 0 0,0 0 0 0 0,-1 0 0 0 0,0 0 0 0 0,1 1 0 0 0,-1-1 0 0 0,0 1 0 0 0,5 6 0 0 0,-8-7 0 0 0,0-1 1 0 0,0 1-1 0 0,0 0 0 0 0,-1-1 1 0 0,1 1-1 0 0,-1 0 1 0 0,1-1-1 0 0,-1 1 1 0 0,0 0-1 0 0,0 0 1 0 0,0-1-1 0 0,-1 1 1 0 0,1 0-1 0 0,-1 0 1 0 0,1-1-1 0 0,-1 1 1 0 0,0 0-1 0 0,0-1 0 0 0,0 1 1 0 0,0-1-1 0 0,0 1 1 0 0,-1-1-1 0 0,1 0 1 0 0,-1 0-1 0 0,0 1 1 0 0,-2 2-1 0 0,-5 6 3 0 0,0-1 0 0 0,-1 0 1 0 0,-20 16-1 0 0,16-15-167 0 0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56.6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1840 0 0,'2'0'352'0'0,"0"1"0"0"0,-1-1 0 0 0,1 1-1 0 0,0 0 1 0 0,0 0 0 0 0,-1 0-1 0 0,1 0 1 0 0,0 0 0 0 0,-1 0 0 0 0,1 1-1 0 0,-1-1 1 0 0,0 0 0 0 0,1 1 0 0 0,-1-1-1 0 0,0 1 1 0 0,0 0 0 0 0,0-1-1 0 0,1 3 1 0 0,17 33 4150 0 0,-2 32-1733 0 0,-15-55-3222 0 0,0 1 0 0 0,-2 26 0 0 0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56.8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45 24 5529 0 0,'-4'-6'111'0'0,"-11"-12"1193"0"0,8 21-975 0 0,0 12-857 0 0,-1 17-1611 0 0,5-18 1878 0 0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57.0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0 6913 0 0,'-2'3'237'0'0,"1"-1"0"0"0,0 0-1 0 0,0 0 1 0 0,0 1 0 0 0,0-1-1 0 0,0 1 1 0 0,0-1 0 0 0,0 0-1 0 0,1 1 1 0 0,0 0 0 0 0,-1-1-1 0 0,1 1 1 0 0,0-1 0 0 0,0 1-1 0 0,0-1 1 0 0,1 1 0 0 0,-1-1-1 0 0,1 1 1 0 0,-1-1 0 0 0,2 4-1 0 0,19 50 1635 0 0,-21-56-1871 0 0,15 34 657 0 0,-1-4 243 0 0,17 50 1 0 0,-29-71-871 0 0,1 1 1 0 0,-1-1 0 0 0,-1 1-1 0 0,1-1 1 0 0,-2 1 0 0 0,1-1-1 0 0,-1 1 1 0 0,-1-1 0 0 0,0 1-1 0 0,-2 10 1 0 0,-1-6-225 0 0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57.8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35 4145 0 0,'5'-3'297'0'0,"0"0"0"0"0,1 0 0 0 0,-1 0 0 0 0,0 1 0 0 0,1 0 0 0 0,-1 0 0 0 0,1 0 0 0 0,0 1 0 0 0,0 0 0 0 0,-1 0 0 0 0,1 0 0 0 0,0 1 0 0 0,9 0 0 0 0,33-6-446 0 0,-36 2 149 0 0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58.2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65 920 0 0,'0'2'73'0'0,"-1"0"-1"0"0,0 0 0 0 0,1 0 0 0 0,-1 0 1 0 0,1 1-1 0 0,0-1 0 0 0,0 0 1 0 0,0 0-1 0 0,0 0 0 0 0,0 1 1 0 0,0-1-1 0 0,1 0 0 0 0,-1 0 0 0 0,1 0 1 0 0,-1 0-1 0 0,1 1 0 0 0,0-1 1 0 0,0 0-1 0 0,0 0 0 0 0,0-1 1 0 0,0 1-1 0 0,1 0 0 0 0,-1 0 1 0 0,0 0-1 0 0,1-1 0 0 0,-1 1 0 0 0,1-1 1 0 0,0 1-1 0 0,-1-1 0 0 0,1 0 1 0 0,3 2-1 0 0,-4-2-11 0 0,1 0 0 0 0,-1 0 0 0 0,1 0 0 0 0,-1 0 0 0 0,1 0 0 0 0,0 0 0 0 0,-1-1 0 0 0,1 1 0 0 0,0-1 0 0 0,-1 1 0 0 0,1-1 0 0 0,0 0 0 0 0,0 0 0 0 0,0 1 0 0 0,0-1 0 0 0,-1-1 0 0 0,1 1-1 0 0,0 0 1 0 0,0 0 0 0 0,0-1 0 0 0,-1 1 0 0 0,1-1 0 0 0,0 1 0 0 0,-1-1 0 0 0,1 0 0 0 0,0 1 0 0 0,-1-1 0 0 0,1 0 0 0 0,-1 0 0 0 0,1 0 0 0 0,-1-1 0 0 0,1 1 0 0 0,-1 0 0 0 0,0 0 0 0 0,0-1 0 0 0,1 1 0 0 0,-1-1 0 0 0,1-2 0 0 0,6-9 495 0 0,-2 0 218 0 0,0 1 0 0 0,1 0 1 0 0,1 0-1 0 0,0 1 1 0 0,1 0-1 0 0,0 0 0 0 0,11-9 1 0 0,-19 20-717 0 0,-1 0 1 0 0,1 0 0 0 0,0 1-1 0 0,-1-1 1 0 0,1 0-1 0 0,0 0 1 0 0,-1 1 0 0 0,1-1-1 0 0,-1 0 1 0 0,1 1 0 0 0,-1-1-1 0 0,1 0 1 0 0,-1 1 0 0 0,1-1-1 0 0,-1 1 1 0 0,1-1-1 0 0,-1 1 1 0 0,1-1 0 0 0,-1 1-1 0 0,0-1 1 0 0,1 1 0 0 0,-1-1-1 0 0,0 1 1 0 0,1 0 0 0 0,-1-1-1 0 0,0 1 1 0 0,0-1-1 0 0,0 1 1 0 0,0 0 0 0 0,0-1-1 0 0,1 2 1 0 0,7 24 637 0 0,-8-25-660 0 0,8 30 383 0 0,-2 1-1 0 0,-2 0 0 0 0,0 0 1 0 0,-3 1-1 0 0,0-1 0 0 0,-2 0 1 0 0,-2 1-1 0 0,-12 60 0 0 0,5-51-533 0 0,-1-1-1 0 0,-3-1 0 0 0,-1 0 1 0 0,-2-1-1 0 0,-2-1 0 0 0,-31 49 0 0 0,29-57-6304 0 0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8:24.5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4680 5033 0 0,'7'-7'7375'0'0,"-6"8"-7413"0"0,0 0 0 0 0,0 0 0 0 0,1 0 0 0 0,-1 0 0 0 0,0 0 0 0 0,0 1 0 0 0,0-1 0 0 0,0 0 1 0 0,0 1-1 0 0,-1-1 0 0 0,1 0 0 0 0,0 1 0 0 0,-1-1 0 0 0,1 1 0 0 0,0-1 0 0 0,-1 1 0 0 0,0-1 0 0 0,1 1 0 0 0,-1 0 0 0 0,0-1 0 0 0,0 1 0 0 0,0-1 0 0 0,0 1 0 0 0,0 0 0 0 0,0-1 1 0 0,-1 1-1 0 0,1-1 0 0 0,0 1 0 0 0,-1 0 0 0 0,1-1 0 0 0,-1 1 0 0 0,0-1 0 0 0,1 0 0 0 0,-1 1 0 0 0,0-1 0 0 0,0 1 0 0 0,0-1 0 0 0,0 0 0 0 0,-1 1 0 0 0,0 6-198 0 0,2-8 233 0 0,0-1-1 0 0,0 1 1 0 0,0 0 0 0 0,0 0 0 0 0,0 0 0 0 0,0 0 0 0 0,0 0 0 0 0,0 0 0 0 0,0 0-1 0 0,0 0 1 0 0,0 0 0 0 0,1 0 0 0 0,-1 0 0 0 0,0 0 0 0 0,0 0 0 0 0,0 0 0 0 0,0 0-1 0 0,0 0 1 0 0,0 0 0 0 0,0 0 0 0 0,0 0 0 0 0,0 0 0 0 0,0 0 0 0 0,0 0 0 0 0,2 2 869 0 0,1-3-595 0 0,3 0-110 0 0,0 0-1 0 0,0 0 1 0 0,0 1-1 0 0,0-1 1 0 0,0 1-1 0 0,0 1 1 0 0,0-1 0 0 0,0 1-1 0 0,0 0 1 0 0,-1 1-1 0 0,10 2 1 0 0,-4-1-126 0 0,0 0 1 0 0,-1-1-1 0 0,17 0 1 0 0,79 0 195 0 0,78-1 143 0 0,-150-3-257 0 0,0-2 1 0 0,0 0-1 0 0,42-13 1 0 0,-64 13 7 0 0,0-1 1 0 0,0 0-1 0 0,0-1 1 0 0,-1-1-1 0 0,0 1 1 0 0,-1-2-1 0 0,15-12 1 0 0,65-68 786 0 0,-78 75-949 0 0,3-5 84 0 0,-1 0 1 0 0,-2-2-1 0 0,1 0 1 0 0,-2 0 0 0 0,9-24-1 0 0,13-21 32 0 0,-25 48-79 0 0,0 0 0 0 0,-1-1 0 0 0,-1 0 0 0 0,6-31 0 0 0,8-79 0 0 0,-15 86 0 0 0,16-333 180 0 0,-16 165-104 0 0,-19-202 520 0 0,4 285-246 0 0,10-205 0 0 0,13 141-350 0 0,18-176 0 0 0,-14 179-27 0 0,-12 100 5 0 0,19-91-1 0 0,-12 120 25 0 0,83-529 60 0 0,-93 515 94 0 0,-14-147 0 0 0,-1 7 36 0 0,13 180-312 0 0,5-122 532 0 0,-3 136-283 0 0,0 1-1 0 0,2-1 0 0 0,0 1 1 0 0,1 0-1 0 0,1 1 1 0 0,10-21-1 0 0,-4 6-220 0 0,-10 26 113 0 0,0 0-1 0 0,0 0 1 0 0,1 0 0 0 0,0 0 0 0 0,0 0-1 0 0,0 0 1 0 0,1 1 0 0 0,4-7 0 0 0,-5 11 42 0 0,6 1-113 0 0,21-10 39 0 0,-25 8 11 0 0,0-1 0 0 0,1 1-1 0 0,0 1 1 0 0,-1-1 0 0 0,1 1-1 0 0,7-1 1 0 0,-11 2 0 0 0,0 0 0 0 0,0 0 0 0 0,0 1 1 0 0,0-1-1 0 0,0 0 0 0 0,0 1 0 0 0,-1-1 0 0 0,1 1 0 0 0,0 0 0 0 0,0 0 0 0 0,0 0 0 0 0,-1 0 0 0 0,1 0 0 0 0,0 0 1 0 0,-1 0-1 0 0,1 0 0 0 0,-1 1 0 0 0,1-1 0 0 0,-1 1 0 0 0,0-1 0 0 0,1 1 0 0 0,-1-1 0 0 0,1 3 0 0 0,7 13-13 0 0,-1-1 0 0 0,12 35-1 0 0,-15-36 5 0 0,1 0-1 0 0,1 0 1 0 0,0-1-1 0 0,12 20 0 0 0,-10-20 12 0 0,0 1-1 0 0,-1 0 0 0 0,-1 1 0 0 0,0 0 0 0 0,-1 0 0 0 0,-1 0 1 0 0,-1 1-1 0 0,4 21 0 0 0,9 143-4 0 0,-15-141-5 0 0,53 460-11 0 0,-10-132 22 0 0,-23-110 25 0 0,28 256 27 0 0,5 34-122 0 0,-42-401 33 0 0,38 174 1 0 0,-36-240 28 0 0,64 277 5 0 0,-30-206 0 0 0,-15-51 0 0 0,33 150 0 0 0,-53-203-16 0 0,30 68 0 0 0,-36-99 12 0 0,0 0 0 0 0,1 0 0 0 0,1-1 0 0 0,1-1 0 0 0,0 0 0 0 0,1 0 0 0 0,17 15 0 0 0,-25-26 0 0 0,0-1-1 0 0,0 0 0 0 0,0 1 0 0 0,0-2 0 0 0,0 1 1 0 0,1 0-1 0 0,-1-1 0 0 0,1 0 0 0 0,0 0 0 0 0,-1 0 1 0 0,1-1-1 0 0,0 1 0 0 0,0-1 0 0 0,0 0 0 0 0,1-1 1 0 0,-1 1-1 0 0,0-1 0 0 0,0 0 0 0 0,9-2 0 0 0,-7 1-2 0 0,0-2 0 0 0,1 1-1 0 0,-1-1 1 0 0,0 0-1 0 0,-1-1 1 0 0,1 0 0 0 0,0 0-1 0 0,-1 0 1 0 0,0-1-1 0 0,0 1 1 0 0,0-1 0 0 0,7-9-1 0 0,115-108-83 0 0,-73 73 25 0 0,53-62-1 0 0,-29 28 67 0 0,-53 58 0 0 0,-1-2 0 0 0,-1 0 0 0 0,25-38 0 0 0,109-148-38 0 0,-36 54 12 0 0,11-7 26 0 0,-67 83 17 0 0,-47 57-8 0 0,1 0 1 0 0,1 2-1 0 0,1 0 1 0 0,38-31-1 0 0,-41 43-17 0 0,0 1 0 0 0,1 1 0 0 0,0 0 0 0 0,0 2 0 0 0,1 1 0 0 0,0 0 0 0 0,24-4 0 0 0,-33 10 8 0 0,0 0 0 0 0,0 1 0 0 0,0 0 0 0 0,0 0 0 0 0,19 4 0 0 0,-15-2 0 0 0,0 0 0 0 0,21-1 0 0 0,-21-2 11 0 0,0 1-1 0 0,-1 1 0 0 0,1 0 1 0 0,-1 1-1 0 0,1 1 0 0 0,-1 0 1 0 0,23 9-1 0 0,-15-3 15 0 0,0 2-1 0 0,0 1 1 0 0,39 26 0 0 0,122 101 1027 0 0,-137-102-805 0 0,103 79-59 0 0,11 34 256 0 0,-107-99-364 0 0,20 13-80 0 0,-47-43 0 0 0,-2 1 0 0 0,37 42 0 0 0,-51-51 0 0 0,14 19 0 0 0,2-1 0 0 0,1-1 0 0 0,59 48 0 0 0,-57-55 0 0 0,2-1 0 0 0,0-2 0 0 0,1-1 0 0 0,65 26 0 0 0,30 14 0 0 0,-89-39 0 0 0,3 3 0 0 0,-34-17 0 0 0,1-1 0 0 0,0 1 0 0 0,1-2 0 0 0,-1 1 0 0 0,1-2 0 0 0,0 1 0 0 0,0-1 0 0 0,0 0 0 0 0,0-1 0 0 0,0-1 0 0 0,22 2 0 0 0,125 2 147 0 0,1 0 2 0 0,-130-5-119 0 0,0 2 1 0 0,0 0-1 0 0,33 8 1 0 0,-19-2 43 0 0,72 0-119 0 0,-23-2 143 0 0,-42-2-152 0 0,-27-3 69 0 0,0 1 1 0 0,-1 1-1 0 0,39 11 0 0 0,-30-6-15 0 0,1-1 0 0 0,54 5 0 0 0,-50-8 0 0 0,59 14 0 0 0,-5 14 0 0 0,-57-20 0 0 0,47 13 0 0 0,-57-20 6 0 0,461 88 129 0 0,-474-92-131 0 0,23 4 24 0 0,-1-2-1 0 0,1-1 1 0 0,49-4 0 0 0,45-2 167 0 0,-97 4-174 0 0,-11-1 60 0 0,-1-1 0 0 0,0-1 0 0 0,29-7 0 0 0,-2-1 14 0 0,-42 10-106 0 0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8:30.9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3673 0 0,'2'29'186'0'0,"6"33"0"0"0,-4-29-166 0 0,5 34-46 0 0,43 537-460 0 0,-54-497 430 0 0,0-38 10 0 0,12 127 0 0 0,1-150-78 0 0,-9-34 124 0 0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8:32.1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152 0 2881 0 0,'-6'257'-35'0'0,"3"-39"-525"0"0,-46 192-30 0 0,43-379 469 0 0,-3 25-451 0 0,-4 102 1 0 0,-7 287 3908 0 0,19-430-3336 0 0,-4 24 53 0 0,2 1 0 0 0,2 1 0 0 0,6 60 0 0 0,8 40-29 0 0,-6 158 0 0 0,-8-259 4 0 0,3 30 0 0 0,-1 36-21 0 0,-13 87 779 0 0,10-159-683 0 0,0-1-108 0 0,0 1 0 0 0,-2-1 0 0 0,-13 49 0 0 0,10-59-64 0 0,-8 45 1 0 0,14-60 51 0 0,1 0 1 0 0,-1 0-1 0 0,1-1 0 0 0,1 1 0 0 0,0 0 1 0 0,0 0-1 0 0,0 0 0 0 0,1 0 1 0 0,4 12-1 0 0,9 14-217 0 0,-9-20 467 0 0,0 0 0 0 0,0 0 0 0 0,-2 1 0 0 0,5 22 1 0 0,-9-36-185 0 0,1 1 0 0 0,-1-1 0 0 0,0 0 1 0 0,0 1-1 0 0,0-1 0 0 0,0 0 1 0 0,0 1-1 0 0,0-1 0 0 0,0 0 0 0 0,-1 1 1 0 0,1-1-1 0 0,0 0 0 0 0,-1 1 1 0 0,1-1-1 0 0,-1 0 0 0 0,1 0 0 0 0,-2 2 1 0 0,0 2 273 0 0,2-4-320 0 0,0 0 0 0 0,0 1 0 0 0,0-1 1 0 0,0 1-1 0 0,0-1 0 0 0,1 0 0 0 0,-1 1 0 0 0,1-1 0 0 0,-1 0 0 0 0,1 0 0 0 0,-1 1 0 0 0,2 0 0 0 0,1 4-4 0 0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8:34.8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22 103 456 0 0,'-3'-5'269'0'0,"0"-1"1"0"0,0 1-1 0 0,1-1 1 0 0,0 1-1 0 0,0-1 0 0 0,0 0 1 0 0,1 0-1 0 0,0 0 1 0 0,0 0-1 0 0,0 0 0 0 0,1 0 1 0 0,-1 0-1 0 0,2-1 1 0 0,0-7-1 0 0,-1 14-212 0 0,0-1-1 0 0,0 1 1 0 0,0 0-1 0 0,0 0 1 0 0,0-1-1 0 0,0 1 1 0 0,0 0-1 0 0,0 0 1 0 0,0-1 0 0 0,1 1-1 0 0,-1 0 1 0 0,0 0-1 0 0,0-1 1 0 0,0 1-1 0 0,0 0 1 0 0,0 0 0 0 0,1 0-1 0 0,-1-1 1 0 0,0 1-1 0 0,0 0 1 0 0,0 0-1 0 0,1 0 1 0 0,-1 0 0 0 0,0-1-1 0 0,0 1 1 0 0,0 0-1 0 0,1 0 1 0 0,-1 0-1 0 0,0 0 1 0 0,0 0-1 0 0,1 0 1 0 0,-1 0 0 0 0,0 0-1 0 0,0 0 1 0 0,1 0-1 0 0,-1-1 1 0 0,0 1-1 0 0,0 0 1 0 0,1 1 0 0 0,9 6 1028 0 0,5 15-305 0 0,23 52-334 0 0,-10-16 236 0 0,48 71-1 0 0,-73-125-631 0 0,-1 0 0 0 0,1-1 0 0 0,0 1 1 0 0,0-1-1 0 0,1 1 0 0 0,-1-1 0 0 0,1 0 0 0 0,-1 0 0 0 0,1-1 0 0 0,0 1 0 0 0,0-1 0 0 0,1 0 0 0 0,-1 0 0 0 0,0 0 0 0 0,0-1 1 0 0,1 1-1 0 0,6 0 0 0 0,-7-2-5 0 0,0 1 1 0 0,0-2 0 0 0,0 1-1 0 0,0 0 1 0 0,0-1-1 0 0,0 0 1 0 0,0 0 0 0 0,0 0-1 0 0,0 0 1 0 0,0-1-1 0 0,-1 1 1 0 0,1-1 0 0 0,-1 0-1 0 0,1 0 1 0 0,-1 0-1 0 0,0-1 1 0 0,0 1 0 0 0,0-1-1 0 0,0 0 1 0 0,3-3-1 0 0,34-41-2863 0 0,-39 44 1809 0 0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8:35.1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 23 656 0 0,'-2'-1'259'0'0,"1"0"1"0"0,-1 0-1 0 0,1 0 0 0 0,-1 0 0 0 0,1-1 0 0 0,-1 1 1 0 0,1-1-1 0 0,0 1 0 0 0,0-1 0 0 0,0 1 0 0 0,-1-7 3026 0 0,12 17-1693 0 0,15 22 357 0 0,37 59 0 0 0,-1 0-2289 0 0,-50-76-761 0 0,1 0-1 0 0,1 0 1 0 0,25 21-1 0 0,-37-34 992 0 0,1 0 0 0 0,0 0 0 0 0,-1 1 0 0 0,1-1 0 0 0,0 0 0 0 0,-1 0 0 0 0,1-1 0 0 0,0 1 0 0 0,0 0 0 0 0,0-1-1 0 0,0 1 1 0 0,3 0 0 0 0,-3-4 110 0 0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8:35.5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13 920 0 0,'-4'-9'1477'0'0,"4"9"-1449"0"0,0 0 1 0 0,0 0-1 0 0,0 0 0 0 0,0 0 1 0 0,0 0-1 0 0,0 0 0 0 0,1 0 1 0 0,-1 0-1 0 0,0 0 0 0 0,0 0 1 0 0,0 0-1 0 0,0 0 1 0 0,0 0-1 0 0,0 0 0 0 0,0 0 1 0 0,0 0-1 0 0,0 0 0 0 0,0 0 1 0 0,0 0-1 0 0,1 0 0 0 0,-1-1 1 0 0,0 1-1 0 0,0 0 0 0 0,0 0 1 0 0,0 0-1 0 0,0 0 1 0 0,0 0-1 0 0,0 0 0 0 0,0 0 1 0 0,0 0-1 0 0,0 0 0 0 0,0 0 1 0 0,0-1-1 0 0,0 1 0 0 0,0 0 1 0 0,0 0-1 0 0,0 0 1 0 0,0 0-1 0 0,0 0 0 0 0,0 0 1 0 0,0 0-1 0 0,0 0 0 0 0,0 0 1 0 0,0-1-1 0 0,0 1 0 0 0,0 0 1 0 0,0 0-1 0 0,0 0 1 0 0,0 0-1 0 0,0 0 0 0 0,0 0 1 0 0,0 0-1 0 0,0 0 0 0 0,-1 0 1 0 0,1 0-1 0 0,0 0 0 0 0,0-1 1 0 0,0 1-1 0 0,0 0 0 0 0,0 0 1 0 0,0 0-1 0 0,0 0 1 0 0,10 11 649 0 0,-1 0 0 0 0,0 1 0 0 0,0 0 0 0 0,9 18 0 0 0,-12-19-370 0 0,1 0 1 0 0,0 0-1 0 0,0-1 0 0 0,1 1 1 0 0,1-2-1 0 0,-1 1 0 0 0,21 15 1 0 0,-24-21-211 0 0,1-1 1 0 0,-1 0-1 0 0,1 0 1 0 0,0 0-1 0 0,0 0 0 0 0,0-1 1 0 0,0 0-1 0 0,0-1 1 0 0,7 2-1 0 0,-9-3-23 0 0,0 0-1 0 0,-1 0 1 0 0,1 0 0 0 0,0 0-1 0 0,-1 0 1 0 0,1-1 0 0 0,-1 0 0 0 0,1 0-1 0 0,0 0 1 0 0,-1 0 0 0 0,0 0-1 0 0,1-1 1 0 0,-1 1 0 0 0,0-1-1 0 0,0 0 1 0 0,0 0 0 0 0,3-3-1 0 0,2-1-156 0 0,0 0-1 0 0,-1-1 1 0 0,0 0 0 0 0,-1-1-1 0 0,0 1 1 0 0,7-12-1 0 0,-10 14-353 0 0,-1 1 0 0 0,0-1 0 0 0,-1 1 0 0 0,1-1 0 0 0,-1 1 0 0 0,0-1 0 0 0,0 0 0 0 0,0 0 0 0 0,-1 0 0 0 0,1 0 0 0 0,-1 1 0 0 0,-1-1 0 0 0,1 0 0 0 0,-2-9 0 0 0,0 8-1831 0 0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8:35.7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1 1376 0 0,'-20'0'5728'0'0,"20"0"-5673"0"0,19 21 4810 0 0,0-1-4838 0 0,96 146 1727 0 0,-45-51-4514 0 0,-63-103 1629 0 0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8:37.1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 31 2240 0 0,'-4'-10'5102'0'0,"2"7"-4669"0"0,1 2-317 0 0,1 0-62 0 0,0 0 0 0 0,-1 0 0 0 0,1 1 0 0 0,-1-1 0 0 0,1 0 0 0 0,-1 0 0 0 0,1 0 0 0 0,-1 0 0 0 0,0 1 0 0 0,1-1 0 0 0,-1 0 0 0 0,0 1 0 0 0,1-1 0 0 0,-1 0 0 0 0,0 1 0 0 0,0-1 0 0 0,0 1 0 0 0,0-1 0 0 0,0 1 0 0 0,1 0 0 0 0,-1-1 0 0 0,-1 1 0 0 0,0 20 231 0 0,2-11-140 0 0,0 0 1 0 0,1-1-1 0 0,0 1 0 0 0,1 0 0 0 0,0-1 1 0 0,0 1-1 0 0,1-1 0 0 0,0 0 1 0 0,0 0-1 0 0,7 12 0 0 0,-2-6-247 0 0,2 0-1 0 0,-1-1 1 0 0,2 0-1 0 0,16 17 1 0 0,-26-28 88 0 0,1-1 0 0 0,-1 1 0 0 0,1-1 0 0 0,0 0 0 0 0,-1 0 0 0 0,1 1 0 0 0,0-1 0 0 0,0 0 0 0 0,0 0 0 0 0,4 1 0 0 0,-5-2 7 0 0,-1 0-1 0 0,1 0 1 0 0,0 0-1 0 0,0 0 0 0 0,0 0 1 0 0,-1 0-1 0 0,1 0 1 0 0,0 0-1 0 0,0 0 0 0 0,-1 0 1 0 0,1 0-1 0 0,0-1 1 0 0,-1 1-1 0 0,1 0 0 0 0,0-1 1 0 0,0 1-1 0 0,-1 0 1 0 0,1-1-1 0 0,-1 1 0 0 0,1-1 1 0 0,0 0-1 0 0,1-1 30 0 0,-1 0 0 0 0,1 0 0 0 0,-1 0 0 0 0,0-1 0 0 0,0 1 0 0 0,0 0 0 0 0,0-1-1 0 0,-1 1 1 0 0,1 0 0 0 0,0-1 0 0 0,-1 1 0 0 0,0-1 0 0 0,0 1 0 0 0,0-1 0 0 0,0 1 0 0 0,0-4 0 0 0,-1-12 351 0 0,-2 1 0 0 0,-7-34 0 0 0,8 44-307 0 0,0 0 0 0 0,-1-1 1 0 0,0 1-1 0 0,0 0 1 0 0,-1 0-1 0 0,0 0 0 0 0,0 1 1 0 0,0-1-1 0 0,-7-6 1 0 0,9 11-61 0 0,1 1 0 0 0,-1-1 1 0 0,0 1-1 0 0,0 0 0 0 0,0 0 1 0 0,0 0-1 0 0,0 0 0 0 0,0 0 1 0 0,0 0-1 0 0,0 0 0 0 0,-1 0 1 0 0,1 1-1 0 0,0 0 0 0 0,-1-1 1 0 0,-1 1-1 0 0,-5 1-299 0 0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8:41.2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57 43 1952 0 0,'0'0'147'0'0,"-1"0"-125"0"0,0 0 0 0 0,0 0-1 0 0,0 0 1 0 0,0 0 0 0 0,0 0 0 0 0,-1 0 0 0 0,1-1-1 0 0,0 1 1 0 0,0 0 0 0 0,0-1 0 0 0,0 1 0 0 0,0-1-1 0 0,0 1 1 0 0,0-1 0 0 0,0 1 0 0 0,0-1-1 0 0,0 0 1 0 0,1 1 0 0 0,-1-1 0 0 0,0 0 0 0 0,0 0-1 0 0,0 0 1 0 0,1 0 0 0 0,-1 1 0 0 0,1-1 0 0 0,-1 0-1 0 0,0 0 1 0 0,1 0 0 0 0,0 0 0 0 0,-1-1-1 0 0,1 1 1 0 0,0 0 0 0 0,-1 0 0 0 0,1 0 0 0 0,0-1-1 0 0,-8-16 4539 0 0,1 38-4477 0 0,4-8 16 0 0,0 0 1 0 0,1 1-1 0 0,0-1 0 0 0,1 17 1 0 0,0-9 60 0 0,0 22-74 0 0,7 71 1 0 0,1 2-15 0 0,7 28 391 0 0,-14-141-483 0 0,0 6-149 0 0,0 1 0 0 0,0 0 0 0 0,1 0 0 0 0,0-1-1 0 0,5 17 1 0 0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8:42.7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54 29 5065 0 0,'0'-2'58'0'0,"-1"0"0"0"0,0 0-1 0 0,1 1 1 0 0,-1-1 0 0 0,0 0 0 0 0,0 1-1 0 0,0-1 1 0 0,0 1 0 0 0,0-1 0 0 0,-1 1 0 0 0,1-1-1 0 0,0 1 1 0 0,-1 0 0 0 0,1-1 0 0 0,0 1-1 0 0,-1 0 1 0 0,-2-1 0 0 0,3 2-6 0 0,0-1 1 0 0,0 1-1 0 0,0 0 1 0 0,0 0-1 0 0,0 0 1 0 0,1 1-1 0 0,-1-1 1 0 0,0 0-1 0 0,0 0 0 0 0,0 0 1 0 0,0 1-1 0 0,0-1 1 0 0,1 0-1 0 0,-1 1 1 0 0,0-1-1 0 0,0 0 0 0 0,1 1 1 0 0,-1-1-1 0 0,0 1 1 0 0,1 0-1 0 0,-1-1 1 0 0,0 1-1 0 0,1-1 1 0 0,-1 1-1 0 0,1 0 0 0 0,-1 0 1 0 0,1-1-1 0 0,-1 1 1 0 0,1 0-1 0 0,0 0 1 0 0,-1-1-1 0 0,1 1 1 0 0,0 0-1 0 0,0 0 0 0 0,-1 0 1 0 0,1 0-1 0 0,0 1 1 0 0,-3 10 120 0 0,1-1 1 0 0,1 1-1 0 0,0 0 0 0 0,0-1 1 0 0,1 1-1 0 0,1 0 1 0 0,0 0-1 0 0,0-1 0 0 0,1 1 1 0 0,5 17-1 0 0,6 11-118 0 0,26 60-1 0 0,-28-75 41 0 0,29 48 0 0 0,-36-66-83 0 0,0-1-1 0 0,1 1 1 0 0,0-1-1 0 0,1 0 1 0 0,0-1-1 0 0,-1 1 1 0 0,2-1-1 0 0,-1 0 1 0 0,1-1-1 0 0,-1 1 1 0 0,13 5-1 0 0,-18-10-9 0 0,1 1-1 0 0,-1 0 1 0 0,1-1-1 0 0,0 1 1 0 0,-1-1-1 0 0,1 0 0 0 0,-1 0 1 0 0,1 1-1 0 0,0-1 1 0 0,-1 0-1 0 0,1 0 1 0 0,-1-1-1 0 0,1 1 1 0 0,0 0-1 0 0,-1 0 1 0 0,1-1-1 0 0,-1 1 1 0 0,1-1-1 0 0,-1 1 1 0 0,1-1-1 0 0,-1 0 0 0 0,1 0 1 0 0,-1 0-1 0 0,1 1 1 0 0,-1-1-1 0 0,0 0 1 0 0,0-1-1 0 0,0 1 1 0 0,1 0-1 0 0,-1 0 1 0 0,0 0-1 0 0,0-1 1 0 0,-1 1-1 0 0,1-1 1 0 0,0 1-1 0 0,0 0 0 0 0,-1-1 1 0 0,1 1-1 0 0,-1-1 1 0 0,1 0-1 0 0,-1 1 1 0 0,1-3-1 0 0,2-8 172 0 0,-1 0 0 0 0,0 0 0 0 0,-1-1 0 0 0,0-14 0 0 0,0 24-98 0 0,-1-5 96 0 0,0-8 426 0 0,0-1-1 0 0,-4-30 0 0 0,4 44-556 0 0,0 0 0 0 0,-1 1 0 0 0,1-1 0 0 0,-1 0-1 0 0,1 1 1 0 0,-1-1 0 0 0,0 0 0 0 0,0 1 0 0 0,0 0 0 0 0,-1-1 0 0 0,1 1 0 0 0,-1 0-1 0 0,1-1 1 0 0,-1 1 0 0 0,0 0 0 0 0,1 0 0 0 0,-1 0 0 0 0,0 0 0 0 0,-1 1 0 0 0,1-1-1 0 0,0 1 1 0 0,0-1 0 0 0,-1 1 0 0 0,1 0 0 0 0,-4-2 0 0 0,4 3 17 0 0,0 0 1 0 0,0 0 0 0 0,-1 0-1 0 0,1 0 1 0 0,0 0-1 0 0,0 1 1 0 0,0-1-1 0 0,0 1 1 0 0,0 0 0 0 0,0-1-1 0 0,0 1 1 0 0,0 0-1 0 0,0 0 1 0 0,0 0 0 0 0,0 0-1 0 0,1 1 1 0 0,-1-1-1 0 0,0 0 1 0 0,1 1-1 0 0,-1-1 1 0 0,1 1 0 0 0,-1 0-1 0 0,1-1 1 0 0,0 1-1 0 0,0 0 1 0 0,0 0 0 0 0,0 0-1 0 0,0 0 1 0 0,-1 3-1 0 0,-3 7-6 0 0,0-1-1 0 0,1 1 1 0 0,-4 20-1 0 0,6-20-209 0 0,-1 1 0 0 0,2 1 0 0 0,0-1 0 0 0,0 0 0 0 0,3 20 0 0 0,7 7-4842 0 0,-4-30 506 0 0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8:43.3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36 27 5529 0 0,'-1'-2'157'0'0,"0"0"0"0"0,0 0 0 0 0,-1 0 0 0 0,1 0 0 0 0,0 0 0 0 0,-1 0 0 0 0,1 1 0 0 0,-1-1-1 0 0,1 0 1 0 0,-1 1 0 0 0,0-1 0 0 0,0 1 0 0 0,-2-1 0 0 0,4 1-86 0 0,0 1 0 0 0,-1 0 0 0 0,1 0 0 0 0,0 0 0 0 0,0 0 0 0 0,-1 0 0 0 0,1 0-1 0 0,0 0 1 0 0,-1 0 0 0 0,1 0 0 0 0,0 0 0 0 0,-1 0 0 0 0,1 0 0 0 0,0 0 0 0 0,-1 0 0 0 0,1 0 0 0 0,0 0 0 0 0,-1 1 0 0 0,1-1-1 0 0,0 0 1 0 0,0 0 0 0 0,-1 0 0 0 0,1 0 0 0 0,0 1 0 0 0,-1-1 0 0 0,1 0 0 0 0,0 0 0 0 0,0 0 0 0 0,0 1 0 0 0,-1-1 0 0 0,1 1 0 0 0,-4 18 1359 0 0,5-4-1197 0 0,0-1-1 0 0,0 1 0 0 0,2-1 1 0 0,0 0-1 0 0,0 0 0 0 0,2 0 1 0 0,6 15-1 0 0,-9-22-136 0 0,1-1 0 0 0,0 1 0 0 0,1-1-1 0 0,0 0 1 0 0,0 0 0 0 0,0 0 0 0 0,0-1 0 0 0,1 1 0 0 0,0-1 0 0 0,0 0 0 0 0,1-1 0 0 0,-1 1 0 0 0,1-1-1 0 0,0 0 1 0 0,0 0 0 0 0,10 4 0 0 0,-15-8-88 0 0,0 1 0 0 0,0-1 0 0 0,0 0 0 0 0,0 1 0 0 0,0-1 0 0 0,1 0 0 0 0,-1 0 0 0 0,0 0 0 0 0,0 0 0 0 0,0 1 0 0 0,1-2 0 0 0,-1 1 0 0 0,0 0 0 0 0,0 0 0 0 0,0 0 0 0 0,0 0 0 0 0,1-1 0 0 0,-1 1 0 0 0,0-1 0 0 0,0 1 0 0 0,0-1 0 0 0,0 1 0 0 0,0-1 0 0 0,0 0 0 0 0,0 1 0 0 0,1-2 0 0 0,0 0 33 0 0,-1 0-1 0 0,0 0 1 0 0,1 0 0 0 0,-1-1-1 0 0,0 1 1 0 0,0 0 0 0 0,0-1-1 0 0,-1 1 1 0 0,1-1-1 0 0,0 1 1 0 0,-1-5 0 0 0,1-4 97 0 0,0 1 0 0 0,-2 0-1 0 0,1-1 1 0 0,-1 1 0 0 0,-3-12 0 0 0,1 11-68 0 0,2 2 81 0 0,-1 0 1 0 0,0 1-1 0 0,-1-1 1 0 0,0 0-1 0 0,0 1 1 0 0,-1 0-1 0 0,0-1 1 0 0,0 2-1 0 0,-9-12 1 0 0,8 17-275 0 0,5 10-778 0 0,5 13-748 0 0,-5-18 1778 0 0,0-1 1 0 0,0 1-1 0 0,-1-1 1 0 0,1 1-1 0 0,-1-1 0 0 0,0 1 1 0 0,1-1-1 0 0,-1 1 1 0 0,0-1-1 0 0,-1 0 0 0 0,-1 4 1 0 0,-5 11 43 0 0,8-13-171 0 0,-1 1 0 0 0,1-1 0 0 0,-1 0 0 0 0,1 1 0 0 0,0-1 0 0 0,1 0 1 0 0,-1 1-1 0 0,1-1 0 0 0,0 0 0 0 0,0 0 0 0 0,0 0 0 0 0,2 6 0 0 0,9 14-4856 0 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8:43.7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52 56 3225 0 0,'-21'-10'-1239'0'0,"20"9"1505"0"0,0 0 0 0 0,-1 0 0 0 0,1 0 0 0 0,0 0 0 0 0,-1 0 0 0 0,1 0-1 0 0,-1 1 1 0 0,1-1 0 0 0,-1 0 0 0 0,1 1 0 0 0,-1-1 0 0 0,1 1 0 0 0,-1 0 0 0 0,1 0 0 0 0,-1-1 0 0 0,0 1 0 0 0,1 0 0 0 0,-3 1 0 0 0,3 10 3823 0 0,11 16-3204 0 0,-8-22-527 0 0,4 11-163 0 0,0-1 0 0 0,1 1 1 0 0,1-1-1 0 0,19 27 0 0 0,-24-39-182 0 0,-1 0 0 0 0,1 0 1 0 0,0 0-1 0 0,0 0 0 0 0,0 0 0 0 0,0-1 0 0 0,1 1 0 0 0,-1-1 0 0 0,1 0 0 0 0,-1 0 0 0 0,8 2 1 0 0,-9-3-2 0 0,1-1 1 0 0,-1 0 0 0 0,1 1-1 0 0,-1-1 1 0 0,1 0 0 0 0,-1 0-1 0 0,1 0 1 0 0,0-1 0 0 0,-1 1-1 0 0,1-1 1 0 0,-1 1 0 0 0,1-1-1 0 0,-1 0 1 0 0,0 0 0 0 0,1 0 0 0 0,-1 0-1 0 0,0-1 1 0 0,0 1 0 0 0,1 0-1 0 0,2-3 1 0 0,-2 1 74 0 0,0 0 0 0 0,-1 0 0 0 0,1 0 1 0 0,0-1-1 0 0,-1 1 0 0 0,0-1 0 0 0,0 1 0 0 0,0-1 1 0 0,0 0-1 0 0,-1 0 0 0 0,1 1 0 0 0,-1-1 0 0 0,0 0 0 0 0,0 0 1 0 0,0-1-1 0 0,-1 1 0 0 0,1 0 0 0 0,-1 0 0 0 0,0 0 1 0 0,0 0-1 0 0,-1 0 0 0 0,1-1 0 0 0,-1 1 0 0 0,0 0 0 0 0,0 0 1 0 0,0 0-1 0 0,-1 0 0 0 0,1 1 0 0 0,-4-7 0 0 0,2 4-130 0 0,1 1 1 0 0,-1 0-1 0 0,0 0 0 0 0,0 0 0 0 0,-1 0 0 0 0,1 0 1 0 0,-1 1-1 0 0,0-1 0 0 0,0 1 0 0 0,-1 0 0 0 0,1 0 1 0 0,-1 1-1 0 0,0 0 0 0 0,0-1 0 0 0,0 1 0 0 0,0 1 1 0 0,0-1-1 0 0,-1 1 0 0 0,0 0 0 0 0,-8-2 0 0 0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8:44.1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55 17 3225 0 0,'-4'-3'210'0'0,"0"1"1"0"0,-1 0 0 0 0,1 0 0 0 0,0 0 0 0 0,-1 0-1 0 0,-6-1 1 0 0,10 3-125 0 0,0 0 0 0 0,1 0 0 0 0,-1 0 0 0 0,0 0 0 0 0,1 0 0 0 0,-1 0 0 0 0,1 0 0 0 0,-1 0-1 0 0,0 0 1 0 0,1 0 0 0 0,-1 0 0 0 0,1 1 0 0 0,-1-1 0 0 0,0 0 0 0 0,1 0 0 0 0,-1 1 0 0 0,1-1 0 0 0,-1 0-1 0 0,1 1 1 0 0,-1-1 0 0 0,1 0 0 0 0,-1 1 0 0 0,0 0 4 0 0,1 0-1 0 0,-1 1 1 0 0,1-1-1 0 0,0 0 1 0 0,-1 0 0 0 0,1 0-1 0 0,0 0 1 0 0,0 0-1 0 0,0 1 1 0 0,-1-1 0 0 0,1 0-1 0 0,1 0 1 0 0,-1 0-1 0 0,0 0 1 0 0,0 1-1 0 0,1 1 1 0 0,42 177 2147 0 0,-15-72-2135 0 0,-6-21-807 0 0,-14-63-2823 0 0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8:45.7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96 43 2641 0 0,'-15'-15'35'0'0,"14"14"110"0"0,-1 0-1 0 0,1 0 1 0 0,-1-1 0 0 0,1 1 0 0 0,-1 0 0 0 0,1-1 0 0 0,0 1 0 0 0,0-1-1 0 0,0 1 1 0 0,0-1 0 0 0,0 1 0 0 0,0-1 0 0 0,0 0 0 0 0,0 0 0 0 0,1 1 0 0 0,-2-4 307 0 0,2 36 1780 0 0,-3 54-930 0 0,-35 501-956 0 0,23-185-289 0 0,15-315-54 0 0,-2 13 59 0 0,-1-47-29 0 0,8 90 0 0 0,-1-108-39 0 0,3 17-38 0 0,-2 0 1 0 0,-3 77 0 0 0,-3-114 102 0 0,-1 0 0 0 0,-1 0 0 0 0,-7 23 0 0 0,10-36-82 0 0,-1 0 0 0 0,1 0 0 0 0,0 0 1 0 0,0 0-1 0 0,0 1 0 0 0,0-1 0 0 0,0 0 0 0 0,0 0 0 0 0,1 0 0 0 0,-1 0 1 0 0,0 0-1 0 0,0 0 0 0 0,1 0 0 0 0,-1 1 0 0 0,1-1 0 0 0,-1 0 0 0 0,1 0 1 0 0,-1 0-1 0 0,1-1 0 0 0,1 3 0 0 0,-1-2-197 0 0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8:46.3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1 234 5529 0 0,'1'-6'269'0'0,"1"0"1"0"0,0 0-1 0 0,0 0 0 0 0,1 0 0 0 0,-1 0 0 0 0,1 0 1 0 0,1 1-1 0 0,5-9 0 0 0,0-1 230 0 0,26-40 684 0 0,-22 36-1706 0 0,0 0 1 0 0,-2-1 0 0 0,10-25-1 0 0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8:46.6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0 920 0 0,'0'2'41'0'0,"0"-1"0"0"0,1 0 0 0 0,-1 0 0 0 0,0 1 0 0 0,1-1 0 0 0,-1 0 0 0 0,1 0 0 0 0,0 0 0 0 0,-1 0 0 0 0,1 0 0 0 0,0 0 0 0 0,0 0 0 0 0,-1 0 0 0 0,1 0 0 0 0,0 0 0 0 0,0 0 0 0 0,0 0 0 0 0,0 0 0 0 0,0-1 0 0 0,0 1 0 0 0,0 0 0 0 0,1-1-1 0 0,-1 1 1 0 0,0-1 0 0 0,0 1 0 0 0,0-1 0 0 0,1 0 0 0 0,-1 1 0 0 0,0-1 0 0 0,0 0 0 0 0,1 0 0 0 0,-1 0 0 0 0,2 0 0 0 0,52-1 2033 0 0,-41 0-1775 0 0,3-1 160 0 0,-9 1-247 0 0,0 1 0 0 0,1 0 0 0 0,-1 0 0 0 0,0 0 1 0 0,0 1-1 0 0,10 2 0 0 0,-16-3-181 0 0,-1 1 1 0 0,1 0 0 0 0,0 0-1 0 0,-1 0 1 0 0,1-1 0 0 0,-1 1-1 0 0,1 1 1 0 0,-1-1 0 0 0,1 0-1 0 0,-1 0 1 0 0,0 0 0 0 0,1 1-1 0 0,-1-1 1 0 0,0 1-1 0 0,0-1 1 0 0,0 1 0 0 0,0-1-1 0 0,0 1 1 0 0,-1 0 0 0 0,1-1-1 0 0,0 1 1 0 0,-1 0 0 0 0,1 0-1 0 0,-1-1 1 0 0,0 1 0 0 0,1 0-1 0 0,-1 0 1 0 0,0 0-1 0 0,0 0 1 0 0,0 0 0 0 0,0-1-1 0 0,-1 1 1 0 0,1 2 0 0 0,-6 28 195 0 0,0 0 0 0 0,-2-1 1 0 0,-21 54-1 0 0,9-29-302 0 0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8:47.1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5 153 1840 0 0,'0'0'59'0'0,"0"0"0"0"0,0 0 0 0 0,-1 0 0 0 0,1 0 0 0 0,0 1 0 0 0,0-1 0 0 0,-1 0 0 0 0,1 0 0 0 0,0 0 0 0 0,0 0 0 0 0,-1 1 0 0 0,1-1 0 0 0,0 0 0 0 0,0 0 0 0 0,0 1 0 0 0,0-1 0 0 0,-1 0 0 0 0,1 0 0 0 0,0 1 0 0 0,0-1 0 0 0,0 0 0 0 0,0 0 0 0 0,0 1 0 0 0,0-1 0 0 0,0 0 0 0 0,0 1 1 0 0,0-1-1 0 0,0 0 0 0 0,0 1 0 0 0,0-1 0 0 0,0 0 0 0 0,0 0 0 0 0,0 1 0 0 0,0-1 0 0 0,0 0 0 0 0,0 1 0 0 0,0-1 0 0 0,0 0 0 0 0,0 0 0 0 0,0 1 0 0 0,1-1 0 0 0,-1 0 0 0 0,0 0 0 0 0,0 1 0 0 0,0-1 0 0 0,1 0 0 0 0,-1 0 0 0 0,0 0 0 0 0,0 1 0 0 0,0-1 0 0 0,1 0 0 0 0,-1 0 0 0 0,0 0 0 0 0,0 0 0 0 0,1 1 0 0 0,-1-1 0 0 0,22 17 773 0 0,-14-11-571 0 0,4 3 101 0 0,8 7 317 0 0,1-1 0 0 0,23 13 0 0 0,-39-25-634 0 0,-1 0 0 0 0,2 0 1 0 0,-1-1-1 0 0,0 0 0 0 0,0 0 0 0 0,1-1 0 0 0,-1 1 0 0 0,1-1 0 0 0,-1 0 0 0 0,1 0 0 0 0,-1-1 1 0 0,1 0-1 0 0,0 0 0 0 0,-1 0 0 0 0,9-2 0 0 0,-12 1-48 0 0,1-1 0 0 0,-1 1 1 0 0,0 0-1 0 0,0-1 0 0 0,0 1 0 0 0,0-1 0 0 0,0 0 1 0 0,-1 1-1 0 0,1-1 0 0 0,0 0 0 0 0,-1 0 0 0 0,1 0 1 0 0,-1 0-1 0 0,0-1 0 0 0,0 1 0 0 0,0 0 1 0 0,0 0-1 0 0,0-1 0 0 0,0 1 0 0 0,0-5 0 0 0,9-53-111 0 0,-9 54 36 0 0,0-13-688 0 0,0 0 0 0 0,-2-27 0 0 0,1 41 700 0 0,0-1 1 0 0,-1 1 0 0 0,0 0-1 0 0,0 0 1 0 0,0 0-1 0 0,-1 0 1 0 0,0 0 0 0 0,0 0-1 0 0,0 0 1 0 0,-1 0-1 0 0,1 1 1 0 0,-1-1 0 0 0,-5-5-1 0 0,-1 4 3450 0 0,10 15-1184 0 0,12 17-870 0 0,192 321 1134 0 0,-173-282-3995 0 0,-3 2-5454 0 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8:47.5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 50 456 0 0,'22'45'4692'0'0,"15"31"-3823"0"0,-29-62-686 0 0,1-1 0 0 0,0 0 0 0 0,1 0-1 0 0,14 13 1 0 0,-20-22-132 0 0,1 0-1 0 0,-1 0 0 0 0,1-1 1 0 0,0 1-1 0 0,0-1 0 0 0,9 4 1 0 0,-12-6-45 0 0,0 0 0 0 0,1-1 0 0 0,-1 1 1 0 0,0-1-1 0 0,1 1 0 0 0,-1-1 0 0 0,1 0 1 0 0,-1 1-1 0 0,0-1 0 0 0,1 0 0 0 0,-1-1 0 0 0,1 1 1 0 0,-1 0-1 0 0,1-1 0 0 0,-1 1 0 0 0,4-2 1 0 0,-3 0 112 0 0,0 0 1 0 0,-1 0 0 0 0,1 0 0 0 0,-1 0 0 0 0,1 0 0 0 0,-1-1 0 0 0,0 1 0 0 0,1-1 0 0 0,-1 0 0 0 0,-1 1-1 0 0,1-1 1 0 0,0 0 0 0 0,-1 0 0 0 0,1 0 0 0 0,-1 0 0 0 0,0 0 0 0 0,0-1 0 0 0,0 1 0 0 0,-1 0-1 0 0,1 0 1 0 0,-1-1 0 0 0,1 1 0 0 0,-1-5 0 0 0,0 0 238 0 0,0 1 1 0 0,0-1-1 0 0,-1 0 1 0 0,0 1-1 0 0,0-1 0 0 0,-1 1 1 0 0,0 0-1 0 0,0-1 1 0 0,-5-8-1 0 0,2 8-81 0 0,0 0 1 0 0,-1 0-1 0 0,1 1 0 0 0,-2 0 1 0 0,1 0-1 0 0,-1 0 0 0 0,0 1 1 0 0,-1 0-1 0 0,1 0 0 0 0,-1 1 1 0 0,0 0-1 0 0,0 0 0 0 0,-15-5 1 0 0,8 4-206 0 0,0 1 1 0 0,-28-6 0 0 0,27 8-1605 0 0,0 1-1 0 0,-24-1 1 0 0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8:51.2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41 12 5065 0 0,'-26'-9'419'0'0,"12"6"2796"0"0,32 20-1253 0 0,66 61 403 0 0,7 6-839 0 0,14 11-909 0 0,-74-65-586 0 0,0-1-1 0 0,3-2 1 0 0,45 30-1 0 0,-78-57-141 0 0,31 21 194 0 0,-18-7-1402 0 0,-8-1-3786 0 0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8:51.6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45 290 2737 0 0,'-6'-9'276'0'0,"0"-1"1"0"0,1 0-1 0 0,0 0 0 0 0,1-1 1 0 0,0 0-1 0 0,0 1 1 0 0,1-1-1 0 0,1 0 1 0 0,0-1-1 0 0,0 1 1 0 0,1 0-1 0 0,1-20 1 0 0,0 25-121 0 0,1 0 0 0 0,0 0 1 0 0,0 1-1 0 0,0-1 0 0 0,1 0 1 0 0,0 1-1 0 0,0-1 0 0 0,0 1 1 0 0,1-1-1 0 0,-1 1 0 0 0,1 0 1 0 0,1 0-1 0 0,-1 0 0 0 0,1 1 1 0 0,0-1-1 0 0,0 1 0 0 0,0 0 1 0 0,0 0-1 0 0,1 0 0 0 0,0 1 1 0 0,0 0-1 0 0,0 0 0 0 0,0 0 1 0 0,0 0-1 0 0,0 1 0 0 0,7-3 1 0 0,-9 4-139 0 0,1-1 0 0 0,0 1 0 0 0,0 0 0 0 0,0 0 0 0 0,0 0 0 0 0,0 1 0 0 0,0-1 1 0 0,0 1-1 0 0,0 0 0 0 0,0 0 0 0 0,0 1 0 0 0,0-1 0 0 0,0 1 0 0 0,0 0 0 0 0,0 0 1 0 0,0 0-1 0 0,0 0 0 0 0,-1 1 0 0 0,1-1 0 0 0,0 1 0 0 0,-1 0 0 0 0,1 0 0 0 0,-1 1 1 0 0,0-1-1 0 0,0 1 0 0 0,0-1 0 0 0,0 1 0 0 0,0 0 0 0 0,0 0 0 0 0,-1 0 0 0 0,1 1 1 0 0,-1-1-1 0 0,0 0 0 0 0,2 6 0 0 0,1 2 9 0 0,0 1 0 0 0,-1 0 1 0 0,0 0-1 0 0,-1 0 0 0 0,-1 0 0 0 0,0 0 1 0 0,0 0-1 0 0,-1 1 0 0 0,-1 23 0 0 0,-11 26-18 0 0,8-47 135 0 0,0-1 0 0 0,-1 29 0 0 0,4-43-127 0 0,0 1 0 0 0,0-1 1 0 0,0 0-1 0 0,0 0 1 0 0,0 1-1 0 0,0-1 0 0 0,0 0 1 0 0,0 0-1 0 0,0 1 1 0 0,0-1-1 0 0,0 0 1 0 0,0 0-1 0 0,0 1 0 0 0,0-1 1 0 0,0 0-1 0 0,0 0 1 0 0,0 1-1 0 0,0-1 0 0 0,1 0 1 0 0,-1 0-1 0 0,0 0 1 0 0,0 1-1 0 0,0-1 1 0 0,0 0-1 0 0,1 0 0 0 0,-1 0 1 0 0,0 0-1 0 0,0 1 1 0 0,0-1-1 0 0,1 0 0 0 0,-1 0 1 0 0,0 0-1 0 0,0 0 1 0 0,1 0-1 0 0,-1 0 1 0 0,0 0-1 0 0,0 0 0 0 0,0 0 1 0 0,1 1-1 0 0,-1-1 1 0 0,0 0-1 0 0,0 0 0 0 0,1 0 1 0 0,-1 0-1 0 0,0-1 1 0 0,0 1-1 0 0,1 0 0 0 0,16-8 686 0 0,11-17 290 0 0,30-42 1197 0 0,-37 43-1936 0 0,0 0 0 0 0,1 1 0 0 0,1 1 0 0 0,45-33 0 0 0,-43 37-1917 0 0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8:52.6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98 97 5065 0 0,'-5'-1'430'0'0,"0"-1"-212"0"0,0 1 0 0 0,-1-1-1 0 0,1 1 1 0 0,0 0 0 0 0,0 0 0 0 0,-1 1 0 0 0,1-1-1 0 0,-1 1 1 0 0,1 0 0 0 0,0 1 0 0 0,-1 0 0 0 0,1-1-1 0 0,0 2 1 0 0,-10 2 0 0 0,15-4-160 0 0,-1 1 0 0 0,1 0 1 0 0,0 0-1 0 0,-1 0 0 0 0,1 0 0 0 0,0-1 1 0 0,-1 1-1 0 0,1 0 0 0 0,0 0 0 0 0,0 0 1 0 0,0 0-1 0 0,0 0 0 0 0,0 0 0 0 0,0 0 1 0 0,0 0-1 0 0,0 0 0 0 0,0 0 0 0 0,0-1 1 0 0,0 1-1 0 0,1 0 0 0 0,0 2 0 0 0,7 25 411 0 0,-5-21-267 0 0,1 7-115 0 0,2-1-1 0 0,0 0 0 0 0,1-1 0 0 0,0 1 0 0 0,0-1 1 0 0,1 0-1 0 0,1-1 0 0 0,0 0 0 0 0,1 0 1 0 0,0-1-1 0 0,1-1 0 0 0,0 1 0 0 0,0-2 1 0 0,1 1-1 0 0,0-2 0 0 0,0 0 0 0 0,1 0 1 0 0,0-1-1 0 0,0 0 0 0 0,0-1 0 0 0,1-1 1 0 0,0 0-1 0 0,0-1 0 0 0,0-1 0 0 0,0 0 1 0 0,20 0-1 0 0,-30-2-122 0 0,0 0 0 0 0,0 0 0 0 0,-1-1 0 0 0,1 1 1 0 0,0-1-1 0 0,-1 0 0 0 0,1 0 0 0 0,-1-1 0 0 0,1 1 0 0 0,-1-1 1 0 0,6-2-1 0 0,-9 3 24 0 0,1 1 1 0 0,-1-1-1 0 0,1 1 1 0 0,-1 0-1 0 0,1-1 1 0 0,-1 1-1 0 0,1-1 1 0 0,-1 1-1 0 0,0-1 1 0 0,1 1-1 0 0,-1-1 1 0 0,0 1-1 0 0,0-1 1 0 0,1 0-1 0 0,-1 1 1 0 0,0-1-1 0 0,0 1 1 0 0,0-1-1 0 0,0 0 1 0 0,0 1-1 0 0,0-1 1 0 0,0 1-1 0 0,0-1 1 0 0,0 0-1 0 0,0 1 1 0 0,0-2-1 0 0,-1 0 1 0 0,0 1-1 0 0,0-1 1 0 0,0 1 0 0 0,0-1-1 0 0,0 1 1 0 0,0 0-1 0 0,-1-1 1 0 0,1 1-1 0 0,0 0 1 0 0,-1 0-1 0 0,1 0 1 0 0,-1 0 0 0 0,1 0-1 0 0,-3-1 1 0 0,-51-21-282 0 0,48 22 247 0 0,0-1 1 0 0,0 0-1 0 0,0-1 1 0 0,0 1-1 0 0,1-2 1 0 0,0 1-1 0 0,-1 0 0 0 0,1-1 1 0 0,1 0-1 0 0,-1-1 1 0 0,0 0-1 0 0,1 1 1 0 0,0-1-1 0 0,-6-9 0 0 0,9 11 54 0 0,1 1 0 0 0,1-1-1 0 0,-1 0 1 0 0,0 0-1 0 0,1 0 1 0 0,-1 1 0 0 0,1-1-1 0 0,0 0 1 0 0,0 0-1 0 0,0 0 1 0 0,0 0-1 0 0,1 0 1 0 0,-1 0 0 0 0,1 1-1 0 0,0-1 1 0 0,-1 0-1 0 0,1 0 1 0 0,3-4 0 0 0,27-50 179 0 0,-26 50-177 0 0,3-6 154 0 0,1 0 0 0 0,0 0 0 0 0,1 1 0 0 0,0 0 0 0 0,24-21 0 0 0,-31 31-102 0 0,0-1 0 0 0,0 1 1 0 0,1 0-1 0 0,-1 0 0 0 0,0 0 0 0 0,1 1 1 0 0,-1-1-1 0 0,1 1 0 0 0,-1 0 0 0 0,1 0 1 0 0,0 0-1 0 0,-1 0 0 0 0,1 0 0 0 0,0 1 1 0 0,0 0-1 0 0,-1 0 0 0 0,1 0 0 0 0,0 0 1 0 0,0 0-1 0 0,0 1 0 0 0,-1 0 0 0 0,1 0 1 0 0,0 0-1 0 0,-1 0 0 0 0,1 0 0 0 0,-1 1 1 0 0,1 0-1 0 0,-1-1 0 0 0,0 1 1 0 0,4 3-1 0 0,11 11 278 0 0,-1 1 0 0 0,0 0 0 0 0,-2 1 0 0 0,0 1 0 0 0,17 27 0 0 0,5 6 298 0 0,5 12 244 0 0,-24-34-1646 0 0,2-1-3791 0 0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8:53.4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3 6449 0 0,'-5'-2'2855'0'0,"8"12"-1607"0"0,7 11-754 0 0,22 21 254 0 0,2-1 0 0 0,2-2 0 0 0,75 65 0 0 0,-36-36-519 0 0,-39-36-717 0 0,2-1 0 0 0,1-2 0 0 0,65 36 0 0 0,-79-45-2655 0 0,-25-20 3118 0 0,0 0 0 0 0,1 1 0 0 0,-1-1 0 0 0,0 0 0 0 0,1 1 0 0 0,-1-1 0 0 0,0 0 0 0 0,0 1 0 0 0,1-1 0 0 0,-1 0-1 0 0,0 1 1 0 0,0-1 0 0 0,0 1 0 0 0,1-1 0 0 0,-1 1 0 0 0,0-1 0 0 0,0 0 0 0 0,0 1 0 0 0,0-1 0 0 0,0 1-1 0 0,0-1 1 0 0,0 1 0 0 0,0-1 0 0 0,0 1 0 0 0,0-1 0 0 0,0 0 0 0 0,0 1 0 0 0,0-1 0 0 0,-1 1 0 0 0,1-1 0 0 0,0 1-1 0 0,0-1 1 0 0,0 0 0 0 0,-1 1 0 0 0,1-1 0 0 0,0 1 0 0 0,0-1 0 0 0,-1 0 0 0 0,1 1 0 0 0,0-1 0 0 0,-1 0 0 0 0,1 0-1 0 0,0 1 1 0 0,-1-1 0 0 0,1 0 0 0 0,0 0 0 0 0,-1 1 0 0 0,1-1 0 0 0,-1 0 0 0 0,1 0 0 0 0,-1 0 0 0 0,1 0-1 0 0,0 0 1 0 0,-1 0 0 0 0,1 1 0 0 0,-1-1 0 0 0,1 0 0 0 0,-1 0 0 0 0,1 0 0 0 0,-1-1 0 0 0,1 1 0 0 0,0 0 0 0 0,-1 0-1 0 0,1 0 1 0 0,-1 0 0 0 0,-11 0 119 0 0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8:53.8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34 391 5529 0 0,'-3'-2'55'0'0,"1"0"-1"0"0,-1 0 0 0 0,1 0 1 0 0,-1 0-1 0 0,1-1 0 0 0,0 1 1 0 0,0-1-1 0 0,0 1 1 0 0,0-1-1 0 0,1 0 0 0 0,-1 0 1 0 0,1 0-1 0 0,0 0 0 0 0,0 0 1 0 0,0 0-1 0 0,0 0 0 0 0,-1-6 1 0 0,1 0 48 0 0,1-1 1 0 0,0 0-1 0 0,1 1 1 0 0,3-18 0 0 0,-1 11 19 0 0,1 0 0 0 0,1 0 0 0 0,0 0 1 0 0,1 1-1 0 0,1 0 0 0 0,0 0 1 0 0,1 1-1 0 0,16-22 0 0 0,-16 25 142 0 0,0 1 0 0 0,1 0 0 0 0,0 0 0 0 0,0 1 0 0 0,1 0 0 0 0,1 1 0 0 0,-1 0 0 0 0,1 1 0 0 0,0 0 0 0 0,1 1-1 0 0,15-7 1 0 0,-24 12-227 0 0,-1 0-1 0 0,1 0 0 0 0,-1 1 0 0 0,1-1 0 0 0,0 1 1 0 0,0-1-1 0 0,-1 1 0 0 0,1 0 0 0 0,0 0 1 0 0,0 0-1 0 0,-1 0 0 0 0,1 1 0 0 0,0-1 0 0 0,0 1 1 0 0,-1 0-1 0 0,1-1 0 0 0,-1 1 0 0 0,1 0 0 0 0,3 3 1 0 0,-2-2-41 0 0,-1 1-1 0 0,0 0 1 0 0,1 0 0 0 0,-1 0 0 0 0,-1 0 0 0 0,1 1 0 0 0,0-1 0 0 0,-1 1 0 0 0,0-1 0 0 0,0 1 0 0 0,3 6 0 0 0,0 4-127 0 0,0 0 1 0 0,-1 0-1 0 0,-1 1 1 0 0,0-1 0 0 0,-1 1-1 0 0,0 19 1 0 0,-8 86-284 0 0,1-61 320 0 0,5-59 97 0 0,0 1 0 0 0,-1-1 1 0 0,1 1-1 0 0,0-1 0 0 0,0 1 0 0 0,0-1 0 0 0,0 1 0 0 0,0-1 0 0 0,0 1 0 0 0,0-1 0 0 0,0 1 0 0 0,0-1 1 0 0,0 1-1 0 0,0-1 0 0 0,0 1 0 0 0,1-1 0 0 0,-1 1 0 0 0,0-1 0 0 0,0 1 0 0 0,0-1 0 0 0,1 1 0 0 0,-1-1 1 0 0,0 0-1 0 0,0 1 0 0 0,1-1 0 0 0,-1 1 0 0 0,0-1 0 0 0,1 0 0 0 0,-1 1 0 0 0,1-1 0 0 0,-1 0 0 0 0,0 1 0 0 0,1-1 1 0 0,0 0-1 0 0,0 0 14 0 0,1 0 1 0 0,-1 0 0 0 0,0-1 0 0 0,1 1 0 0 0,-1-1-1 0 0,0 1 1 0 0,0-1 0 0 0,0 0 0 0 0,0 1-1 0 0,1-1 1 0 0,-1 0 0 0 0,0 0 0 0 0,1-1-1 0 0,38-41 600 0 0,-33 35-473 0 0,8-8 80 0 0,0-2-99 0 0,1 1 0 0 0,0 1 1 0 0,28-21-1 0 0,-40 34-116 0 0,-1 1 0 0 0,1-1 0 0 0,0 0 1 0 0,1 1-1 0 0,-1 0 0 0 0,0 0 0 0 0,1 0 0 0 0,-1 1 0 0 0,1-1 0 0 0,-1 1 0 0 0,1 0 1 0 0,0 1-1 0 0,-1-1 0 0 0,1 1 0 0 0,0 0 0 0 0,0 0 0 0 0,-1 0 0 0 0,1 1 0 0 0,0-1 1 0 0,0 1-1 0 0,-1 0 0 0 0,1 1 0 0 0,4 1 0 0 0,-6-1 24 0 0,1 1 1 0 0,-1-1-1 0 0,0 1 1 0 0,0-1-1 0 0,0 1 0 0 0,-1 0 1 0 0,1 0-1 0 0,-1 1 0 0 0,0-1 1 0 0,1 0-1 0 0,-1 1 1 0 0,-1-1-1 0 0,1 1 0 0 0,0 0 1 0 0,-1-1-1 0 0,0 1 0 0 0,0 0 1 0 0,0 0-1 0 0,0 0 1 0 0,-1 0-1 0 0,0 0 0 0 0,0 7 1 0 0,1 4 326 0 0,-2 0 0 0 0,0 1-1 0 0,-1-1 1 0 0,-6 24 0 0 0,-7 10 436 0 0,-3-1 0 0 0,-29 58 0 0 0,22-51-667 0 0,11-23-402 0 0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27.9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920 409 2048 0 0,'-1'-9'-6'0'0,"-1"0"0"0"0,0 0 0 0 0,-1 0-1 0 0,0 0 1 0 0,0 0 0 0 0,-1 0-1 0 0,0 1 1 0 0,-1 0 0 0 0,-8-12 0 0 0,8 14 124 0 0,0 1 0 0 0,1 0 0 0 0,-2 0 0 0 0,1 1 0 0 0,-1 0 0 0 0,1 0 1 0 0,-1 0-1 0 0,0 0 0 0 0,-1 1 0 0 0,1 0 0 0 0,0 0 0 0 0,-1 1 0 0 0,-10-3 0 0 0,9 3 61 0 0,-51-13 1553 0 0,-121-15 0 0 0,163 29-1619 0 0,0 0-1 0 0,1 1 1 0 0,-1 0 0 0 0,0 2-1 0 0,0 0 1 0 0,1 0-1 0 0,-1 2 1 0 0,1 0 0 0 0,0 1-1 0 0,0 1 1 0 0,0 0-1 0 0,-18 11 1 0 0,22-9-85 0 0,0 1 0 0 0,1 1-1 0 0,0 0 1 0 0,0 1 0 0 0,1 0 0 0 0,0 0 0 0 0,1 1-1 0 0,1 0 1 0 0,0 1 0 0 0,0 0 0 0 0,1 0 0 0 0,-6 17 0 0 0,-6 22-106 0 0,-25 104 1 0 0,34-115 99 0 0,-82 420-124 0 0,84-395 84 0 0,3 0 0 0 0,3 1 0 0 0,3-1 0 0 0,3 0 0 0 0,13 71 0 0 0,-8-100-34 0 0,1-1 1 0 0,2 0 0 0 0,1 0-1 0 0,2-1 1 0 0,1-1-1 0 0,2-1 1 0 0,1 0 0 0 0,2-2-1 0 0,1 0 1 0 0,1-1 0 0 0,41 40-1 0 0,-49-57-25 0 0,0 0-1 0 0,1 0 0 0 0,1-2 0 0 0,0 0 0 0 0,1-1 0 0 0,0-1 1 0 0,0 0-1 0 0,1-2 0 0 0,0 0 0 0 0,1-1 0 0 0,21 4 1 0 0,-8-5 119 0 0,0-1 1 0 0,0-2 0 0 0,0-1 0 0 0,0-2 0 0 0,0-1 0 0 0,35-8 0 0 0,131-29 361 0 0,-164 29-307 0 0,-1-1 0 0 0,0-2-1 0 0,52-27 1 0 0,-46 18-15 0 0,-2-1 1 0 0,0-2 0 0 0,-2-1 0 0 0,-1-3-1 0 0,-1 0 1 0 0,-2-2 0 0 0,-1-2-1 0 0,-1-1 1 0 0,-2-1 0 0 0,-1-1-1 0 0,-2-1 1 0 0,-2-2 0 0 0,-1 0-1 0 0,29-76 1 0 0,-33 63-3 0 0,-3 0-1 0 0,-1-1 0 0 0,-3 0 1 0 0,-3-1-1 0 0,-2 0 1 0 0,-2-1-1 0 0,-2 1 1 0 0,-3-1-1 0 0,-10-68 1 0 0,-8-12-11 0 0,-6 0 1 0 0,-6 2-1 0 0,-50-136 0 0 0,75 252-109 0 0,-1 0-1 0 0,0 0 1 0 0,-2 1 0 0 0,0 0-1 0 0,-1 0 1 0 0,0 1-1 0 0,-25-27 1 0 0,30 37 12 0 0,-1 0 1 0 0,0 0-1 0 0,-1 0 0 0 0,1 0 1 0 0,-1 1-1 0 0,0 1 1 0 0,0-1-1 0 0,0 1 0 0 0,0 0 1 0 0,-1 0-1 0 0,1 1 1 0 0,-1 0-1 0 0,0 1 0 0 0,0-1 1 0 0,1 1-1 0 0,-1 1 0 0 0,0 0 1 0 0,0 0-1 0 0,0 0 1 0 0,0 1-1 0 0,-8 2 0 0 0,-11 4-546 0 0,-1 4-9 0 0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28.8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976 128 920 0 0,'-14'-12'254'0'0,"-7"-7"78"0"0,0 1 1 0 0,-2 2-1 0 0,-41-25 1 0 0,57 37-338 0 0,1 1-1 0 0,-2 0 1 0 0,1 1-1 0 0,0-1 1 0 0,0 1-1 0 0,-1 1 1 0 0,1-1-1 0 0,-1 1 1 0 0,1 1 0 0 0,-1-1-1 0 0,0 1 1 0 0,1 0-1 0 0,-1 1 1 0 0,1 0-1 0 0,-1 0 1 0 0,1 1-1 0 0,-1 0 1 0 0,-10 4 0 0 0,-2 5-82 0 0,0 0 1 0 0,0 1 0 0 0,1 0-1 0 0,1 2 1 0 0,0 0 0 0 0,1 1-1 0 0,0 1 1 0 0,1 1 0 0 0,1 0-1 0 0,-15 24 1 0 0,-16 26 560 0 0,-53 108 0 0 0,52-88-301 0 0,-136 278 496 0 0,164-318-421 0 0,1 1 0 0 0,3 1 0 0 0,2 0 1 0 0,2 0-1 0 0,2 1 0 0 0,3 1 0 0 0,1 0 0 0 0,4 76 1 0 0,4-90-240 0 0,1-1 0 0 0,2 0 0 0 0,1 0 1 0 0,2-1-1 0 0,17 45 0 0 0,-16-54-74 0 0,2-1 1 0 0,1 0-1 0 0,1-1 0 0 0,1 0 0 0 0,1-1 0 0 0,1-1 1 0 0,29 30-1 0 0,-36-43-34 0 0,1 0 0 0 0,0-1 1 0 0,1 0-1 0 0,0 0 0 0 0,0-1 0 0 0,1-1 1 0 0,-1 0-1 0 0,1-1 0 0 0,1 0 1 0 0,-1-1-1 0 0,1 0 0 0 0,-1-1 0 0 0,26 2 1 0 0,12-3 140 0 0,0-1 0 0 0,75-9 0 0 0,-60 2 435 0 0,35 4 145 0 0,0 5 0 0 0,100 15-1 0 0,-171-15-566 0 0,-12-1-28 0 0,0-1-1 0 0,0 0 0 0 0,0-2 1 0 0,0 0-1 0 0,0-1 0 0 0,-1-1 1 0 0,1-1-1 0 0,0 0 1 0 0,-1-1-1 0 0,0-1 0 0 0,0-1 1 0 0,-1 0-1 0 0,0-1 0 0 0,0-1 1 0 0,0 0-1 0 0,26-23 0 0 0,-14 9 218 0 0,-2-1 0 0 0,0-1 0 0 0,-1-1 0 0 0,-2-1-1 0 0,-1-1 1 0 0,20-35 0 0 0,-27 38-124 0 0,-1-1 0 0 0,-1-1-1 0 0,-1 0 1 0 0,-2-1 0 0 0,-1 0 0 0 0,-1 0-1 0 0,8-55 1 0 0,-8 2 58 0 0,-4 0 1 0 0,-3 0-1 0 0,-3 0 0 0 0,-5 0 1 0 0,-2 0-1 0 0,-22-80 0 0 0,25 137-31 0 0,-2 1 0 0 0,-1 1 1 0 0,-1 0-1 0 0,0 0 0 0 0,-2 1 0 0 0,0 0 0 0 0,-2 1 0 0 0,-17-22 0 0 0,-10-3 249 0 0,-1 2 1 0 0,-51-42-1 0 0,62 60-379 0 0,-2 1 1 0 0,-1 1 0 0 0,0 1-1 0 0,-1 3 1 0 0,-2 0 0 0 0,0 3-1 0 0,0 1 1 0 0,-51-13-1 0 0,53 19-974 0 0,-1 2 0 0 0,-68-4 0 0 0,76 11-147 0 0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29.7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949 119 3225 0 0,'-7'-9'164'0'0,"0"0"0"0"0,0 0 0 0 0,0 0 0 0 0,-1 1 0 0 0,-1 0 0 0 0,1 1 0 0 0,-1 0 1 0 0,0 0-1 0 0,-1 1 0 0 0,0 0 0 0 0,0 1 0 0 0,0 0 0 0 0,0 0 0 0 0,-1 1 0 0 0,0 1 0 0 0,0-1 1 0 0,0 2-1 0 0,0 0 0 0 0,0 0 0 0 0,-1 1 0 0 0,-18 0 0 0 0,12 1-27 0 0,0 1-1 0 0,0 1 1 0 0,0 0-1 0 0,0 1 1 0 0,0 1-1 0 0,0 1 1 0 0,1 1-1 0 0,0 0 1 0 0,0 1-1 0 0,1 1 1 0 0,-1 0-1 0 0,-27 20 1 0 0,-15 18 684 0 0,-81 81 1 0 0,118-103-616 0 0,0 1 1 0 0,2 0-1 0 0,1 2 1 0 0,1 1-1 0 0,1 0 1 0 0,-13 32 0 0 0,6-2-130 0 0,3 1 0 0 0,2 1 1 0 0,4 0-1 0 0,1 2 0 0 0,4 0 1 0 0,2 0-1 0 0,3 1 0 0 0,3-1 1 0 0,2 1-1 0 0,3 0 0 0 0,3-1 1 0 0,25 114-1 0 0,-21-142-124 0 0,0 0 0 0 0,2-1 0 0 0,2-1 0 0 0,1 0 0 0 0,34 53 0 0 0,-35-64 37 0 0,1-1-1 0 0,1-1 1 0 0,0-1 0 0 0,2 0-1 0 0,0-1 1 0 0,1-1 0 0 0,0-1-1 0 0,2 0 1 0 0,22 12 0 0 0,1-4 24 0 0,0-2 0 0 0,2-2 0 0 0,0-2 0 0 0,1-1 0 0 0,0-3 0 0 0,1-2 0 0 0,0-2 0 0 0,1-2 0 0 0,74 0 0 0 0,-74-7-111 0 0,-1-3 1 0 0,1-2-1 0 0,-1-2 1 0 0,57-15-1 0 0,-82 15 126 0 0,0-1-1 0 0,0-1 1 0 0,-1-1-1 0 0,0-1 0 0 0,-1-1 1 0 0,0 0-1 0 0,-1-2 1 0 0,-1 0-1 0 0,0-2 1 0 0,24-24-1 0 0,1-13 233 0 0,-1-3-1 0 0,-4-1 0 0 0,36-67 1 0 0,-62 102-281 0 0,13-23 189 0 0,-2-1-1 0 0,-2-1 1 0 0,-2-1 0 0 0,19-71 0 0 0,-30 85-115 0 0,-2-1-1 0 0,-2 0 1 0 0,-1 0 0 0 0,-2 0 0 0 0,-1 0 0 0 0,-2 0 0 0 0,-8-52 0 0 0,-5 2 553 0 0,-39-127 1 0 0,41 173-385 0 0,-3 1 0 0 0,-1 1 0 0 0,-1 0 0 0 0,-2 1 1 0 0,-36-50-1 0 0,41 69-205 0 0,0 1 0 0 0,-1 1 0 0 0,0 0 0 0 0,-2 1 0 0 0,1 0 0 0 0,-2 2 0 0 0,0 0-1 0 0,0 1 1 0 0,-1 0 0 0 0,0 2 0 0 0,-1 0 0 0 0,0 2 0 0 0,-1 0 0 0 0,1 1 0 0 0,-30-5 0 0 0,-18 2-1181 0 0,-1 3 0 0 0,1 2 0 0 0,-104 9 0 0 0,119-2 335 0 0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31.7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63 386 5985 0 0,'-7'-7'197'0'0,"0"-1"1"0"0,1 1-1 0 0,0-2 0 0 0,0 1 0 0 0,1-1 0 0 0,0 0 0 0 0,0 0 0 0 0,1 0 0 0 0,1 0 1 0 0,-5-18-1 0 0,8 24-138 0 0,0 1 1 0 0,0 0-1 0 0,1 0 1 0 0,-1 0-1 0 0,1 0 1 0 0,0 0 0 0 0,-1 0-1 0 0,1 0 1 0 0,0 0-1 0 0,0 0 1 0 0,0 0-1 0 0,1 1 1 0 0,-1-1-1 0 0,0 0 1 0 0,1 1-1 0 0,-1-1 1 0 0,1 1 0 0 0,2-3-1 0 0,39-27 192 0 0,-29 21-45 0 0,24-15 253 0 0,1 2 0 0 0,1 2-1 0 0,1 1 1 0 0,1 2 0 0 0,0 2 0 0 0,1 2-1 0 0,63-12 1 0 0,-35 13 139 0 0,1 3 0 0 0,1 3 1 0 0,133 5-1 0 0,-124 9-466 0 0,-1 3 0 0 0,-1 4 0 0 0,0 3 1 0 0,112 40-1 0 0,296 143 657 0 0,-51-18-456 0 0,126-12-558 0 0,-146-48-52 0 0,-10 33 123 0 0,-357-131 168 0 0,-1 3 0 0 0,-2 2 0 0 0,0 2 1 0 0,-2 1-1 0 0,-2 3 0 0 0,-1 2 0 0 0,-1 1 0 0 0,64 81 1 0 0,-43-41-343 0 0,-4 4 0 0 0,77 143-1 0 0,-119-193-5432 0 0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32.3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0 324 8290 0 0,'225'-17'4603'0'0,"-55"2"-2509"0"0,426 25 1368 0 0,-240 4-2515 0 0,-156-13-293 0 0,0-8-1 0 0,265-44 1 0 0,-404 40-547 0 0,-1-2 0 0 0,-1-3 1 0 0,0-2-1 0 0,-1-4 1 0 0,-1-1-1 0 0,56-33 1 0 0,32-30-2872 0 0,-120 72-4266 0 0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32.8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 1106 6449 0 0,'-2'1'171'0'0,"1"1"0"0"0,-1 0 0 0 0,1-1 0 0 0,-1 1-1 0 0,1 0 1 0 0,0 0 0 0 0,0 0 0 0 0,0 0 0 0 0,0 0-1 0 0,0 0 1 0 0,0 0 0 0 0,0 0 0 0 0,1 0 0 0 0,-1 1-1 0 0,1-1 1 0 0,0 0 0 0 0,0 0 0 0 0,0 0-1 0 0,0 1 1 0 0,0 2 0 0 0,0-2-26 0 0,0 0-1 0 0,0 0 1 0 0,1 0 0 0 0,-1-1 0 0 0,1 1-1 0 0,-1 0 1 0 0,1-1 0 0 0,0 1-1 0 0,0 0 1 0 0,0-1 0 0 0,0 1 0 0 0,1-1-1 0 0,-1 0 1 0 0,1 1 0 0 0,-1-1-1 0 0,4 3 1 0 0,-3-3-98 0 0,1-1 0 0 0,-1 0 0 0 0,0 0 0 0 0,1-1 0 0 0,-1 1 0 0 0,1 0 0 0 0,-1-1 0 0 0,1 0 0 0 0,-1 1 0 0 0,1-1 0 0 0,-1 0 0 0 0,1 0 0 0 0,0-1 0 0 0,-1 1 0 0 0,1 0 1 0 0,-1-1-1 0 0,1 1 0 0 0,-1-1 0 0 0,0 0 0 0 0,1 0 0 0 0,-1 0 0 0 0,4-3 0 0 0,5-1 135 0 0,-1-1 0 0 0,0-1 0 0 0,14-11 0 0 0,12-10 129 0 0,-2-2 0 0 0,-1-2 0 0 0,-1-1 1 0 0,-2-1-1 0 0,-1-2 0 0 0,-2 0 0 0 0,41-75 1 0 0,-29 30-278 0 0,-2 2-144 0 0,4 1 0 0 0,81-118 0 0 0,-45 101 85 0 0,-33 43-211 0 0,46-74 0 0 0,-84 116 130 0 0,-1 3-69 0 0,0 0-1 0 0,-1 0 1 0 0,1-1 0 0 0,-2 1 0 0 0,1-1 0 0 0,-1 0 0 0 0,-1 0 0 0 0,4-16-1 0 0,-6 23 88 0 0,-1 0 0 0 0,1 0 0 0 0,-1 0 0 0 0,1 0-1 0 0,-1 0 1 0 0,1 0 0 0 0,-1 0 0 0 0,0 0 0 0 0,1 0-1 0 0,-1 0 1 0 0,0 1 0 0 0,0-1 0 0 0,0 0 0 0 0,1 1-1 0 0,-1-1 1 0 0,0 0 0 0 0,0 1 0 0 0,0-1 0 0 0,0 1 0 0 0,0-1-1 0 0,0 1 1 0 0,0 0 0 0 0,0-1 0 0 0,-1 1 0 0 0,1 0-1 0 0,0 0 1 0 0,0 0 0 0 0,0 0 0 0 0,0 0 0 0 0,0 0-1 0 0,-2 0 1 0 0,-2 0-573 0 0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33.50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0 292 7834 0 0,'24'-20'1126'0'0,"0"0"1"0"0,53-31-1 0 0,-55 37-584 0 0,12-6-39 0 0,1 1 0 0 0,1 2 0 0 0,0 2 1 0 0,1 1-1 0 0,47-11 0 0 0,102-9-3465 0 0,-181 33 2301 0 0,33-6-1346 0 0,-37 6 1998 0 0,0 1 0 0 0,0 0 1 0 0,0-1-1 0 0,1 1 0 0 0,-1-1 0 0 0,0 1 0 0 0,0-1 0 0 0,0 0 0 0 0,0 0 0 0 0,0 1 0 0 0,0-1 0 0 0,0 0 0 0 0,0 0 1 0 0,0 0-1 0 0,-1 0 0 0 0,1 0 0 0 0,0 0 0 0 0,-1 0 0 0 0,1 0 0 0 0,0 0 0 0 0,-1-1 0 0 0,1 1 0 0 0,-1 0 0 0 0,0 0 0 0 0,1-2 1 0 0,-1-7-79 0 0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33.7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41 3681 0 0,'-18'-5'623'0'0,"18"4"-579"0"0,0 1 0 0 0,0 0 0 0 0,0 0 0 0 0,-1 0 0 0 0,1 0 1 0 0,0-1-1 0 0,0 1 0 0 0,0 0 0 0 0,0 0 0 0 0,0 0 0 0 0,0 0 0 0 0,-1-1 0 0 0,1 1 0 0 0,0 0 1 0 0,0 0-1 0 0,0-1 0 0 0,0 1 0 0 0,0 0 0 0 0,0 0 0 0 0,0 0 0 0 0,0-1 0 0 0,0 1 1 0 0,0 0-1 0 0,0 0 0 0 0,0-1 0 0 0,0 1 0 0 0,0 0 0 0 0,0 0 0 0 0,0 0 0 0 0,0-1 0 0 0,1 1 1 0 0,-1 0-1 0 0,0 0 0 0 0,0 0 0 0 0,0-1 0 0 0,0 1 0 0 0,1 0 0 0 0,1-2 258 0 0,1-1-1 0 0,-1 1 0 0 0,1 0 1 0 0,0 1-1 0 0,-1-1 0 0 0,1 0 1 0 0,0 1-1 0 0,4-2 1 0 0,1 1-31 0 0,0 0 1 0 0,0 0 0 0 0,0 0-1 0 0,1 1 1 0 0,-1 1-1 0 0,0-1 1 0 0,1 1 0 0 0,-1 1-1 0 0,0 0 1 0 0,0 0 0 0 0,1 0-1 0 0,-1 1 1 0 0,0 0 0 0 0,0 1-1 0 0,-1 0 1 0 0,1 0 0 0 0,0 0-1 0 0,-1 1 1 0 0,8 5 0 0 0,-4-2-136 0 0,1 1 1 0 0,-1 0-1 0 0,0 1 1 0 0,-1 0-1 0 0,0 0 1 0 0,0 1-1 0 0,-1 1 1 0 0,0-1-1 0 0,-1 1 1 0 0,12 22-1 0 0,-16-25-84 0 0,-1 1-1 0 0,-1 0 0 0 0,1 0 1 0 0,-1 0-1 0 0,-1 0 1 0 0,0 0-1 0 0,0 0 0 0 0,-1 0 1 0 0,0 1-1 0 0,0-1 0 0 0,-1 0 1 0 0,0 0-1 0 0,-1 0 1 0 0,0 0-1 0 0,-1 0 0 0 0,-3 9 1 0 0,-2 4-369 0 0,-19 35 1 0 0,-13 14-3761 0 0,20-38-985 0 0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34.4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29 12443 0 0,'2'-23'2100'0'0,"-2"17"-1242"0"0,-1 17 122 0 0,-1 34-117 0 0,2 0 0 0 0,8 63 0 0 0,-6-90-786 0 0,1-1 1 0 0,1 0 0 0 0,0 0-1 0 0,1 0 1 0 0,1-1-1 0 0,1 1 1 0 0,0-1-1 0 0,1-1 1 0 0,13 19 0 0 0,-14-25-73 0 0,0-2 0 0 0,0 1 1 0 0,1-1-1 0 0,0 0 0 0 0,1 0 1 0 0,-1-1-1 0 0,18 9 0 0 0,-23-13-1 0 0,1-1 1 0 0,-1 0-1 0 0,0 0 0 0 0,1 1 0 0 0,-1-2 0 0 0,0 1 0 0 0,1 0 0 0 0,-1-1 0 0 0,1 1 0 0 0,-1-1 0 0 0,1 0 1 0 0,3-1-1 0 0,-5 1 3 0 0,0-1 0 0 0,0 0-1 0 0,0 1 1 0 0,0-1 0 0 0,0 0 0 0 0,0 0 0 0 0,0 0 0 0 0,-1 0 0 0 0,1-1 0 0 0,0 1 0 0 0,-1 0 0 0 0,1-1 0 0 0,-1 1 0 0 0,1-1 0 0 0,-1 1 0 0 0,0-1 0 0 0,0 0 0 0 0,0 0 0 0 0,0 0 0 0 0,0 1 0 0 0,0-1 0 0 0,1-2 0 0 0,-1-3 2 0 0,1 0 0 0 0,-1 0 0 0 0,-1 0 0 0 0,1 0 0 0 0,-1 0 1 0 0,0 0-1 0 0,-1-1 0 0 0,0 1 0 0 0,0 0 0 0 0,0 1 0 0 0,-1-1 1 0 0,0 0-1 0 0,0 0 0 0 0,-1 1 0 0 0,0-1 0 0 0,0 1 0 0 0,-1 0 1 0 0,1 0-1 0 0,-1 0 0 0 0,-1 0 0 0 0,1 1 0 0 0,-10-10 0 0 0,4 12-9 0 0,8 9 0 0 0,14 15 0 0 0,-6-17 12 0 0,1 1-1 0 0,0-1 0 0 0,0 0 1 0 0,0-1-1 0 0,0 0 0 0 0,1 0 0 0 0,-1 0 1 0 0,1-1-1 0 0,0 0 0 0 0,-1 0 1 0 0,1-1-1 0 0,0 0 0 0 0,0-1 0 0 0,0 0 1 0 0,0 0-1 0 0,13-2 0 0 0,-16 2-1 0 0,-1-1-1 0 0,1 0 1 0 0,0 0-1 0 0,0-1 1 0 0,0 1-1 0 0,-1-1 0 0 0,1 0 1 0 0,-1 0-1 0 0,0-1 1 0 0,1 1-1 0 0,-1-1 1 0 0,0 0-1 0 0,0 0 0 0 0,-1 0 1 0 0,1 0-1 0 0,-1-1 1 0 0,0 0-1 0 0,1 0 1 0 0,-2 0-1 0 0,1 0 0 0 0,0 0 1 0 0,-1 0-1 0 0,0-1 1 0 0,0 1-1 0 0,0-1 1 0 0,0 1-1 0 0,1-9 0 0 0,-1-1 117 0 0,0-1 0 0 0,-1 1 0 0 0,0-1 0 0 0,-2 0 0 0 0,-3-28 0 0 0,-10-3-7156 0 0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35.0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 5985 0 0,'-4'1'4335'0'0,"3"8"-2653"0"0,2 11-174 0 0,4 3-422 0 0,1 0 1 0 0,1-1 0 0 0,1 1-1 0 0,1-1 1 0 0,14 25-1 0 0,-15-33-936 0 0,0-1-1 0 0,1 1 0 0 0,0-1 0 0 0,1-1 1 0 0,1 0-1 0 0,0 0 0 0 0,0-1 0 0 0,23 16 1 0 0,-33-26-165 0 0,0-1 0 0 0,-1 0 1 0 0,1 1-1 0 0,0-1 1 0 0,0 0-1 0 0,0 0 1 0 0,0 1-1 0 0,1-1 1 0 0,-1 0-1 0 0,0 0 1 0 0,0 0-1 0 0,0 0 0 0 0,0-1 1 0 0,0 1-1 0 0,0 0 1 0 0,0 0-1 0 0,0 0 1 0 0,0-1-1 0 0,0 1 1 0 0,-1-1-1 0 0,1 1 1 0 0,0-1-1 0 0,0 1 0 0 0,0-1 1 0 0,0 1-1 0 0,0-1 1 0 0,-1 0-1 0 0,1 1 1 0 0,0-1-1 0 0,-1 0 1 0 0,1 0-1 0 0,0 0 0 0 0,-1 1 1 0 0,1-1-1 0 0,-1 0 1 0 0,1 0-1 0 0,-1 0 1 0 0,0 0-1 0 0,1-2 1 0 0,20-48-1406 0 0,-16 37 1036 0 0,5-13-399 0 0,0 0 67 0 0,18-35-1 0 0,-25 55 702 0 0,1 1 0 0 0,0 0-1 0 0,0 0 1 0 0,0 1 0 0 0,1-1-1 0 0,0 1 1 0 0,0 0 0 0 0,0 0-1 0 0,1 0 1 0 0,-1 1 0 0 0,7-4 0 0 0,-10 7 31 0 0,-1 0 0 0 0,1 0 0 0 0,-1 1 1 0 0,1-1-1 0 0,-1 0 0 0 0,1 1 0 0 0,0-1 1 0 0,-1 1-1 0 0,1 0 0 0 0,0-1 1 0 0,0 1-1 0 0,-1 0 0 0 0,1 0 0 0 0,0 0 1 0 0,0 0-1 0 0,-1 0 0 0 0,1 1 0 0 0,0-1 1 0 0,-1 0-1 0 0,1 1 0 0 0,0-1 1 0 0,-1 1-1 0 0,1 0 0 0 0,0 0 0 0 0,-1-1 1 0 0,1 1-1 0 0,-1 0 0 0 0,0 0 1 0 0,1 0-1 0 0,-1 1 0 0 0,0-1 0 0 0,1 0 1 0 0,-1 0-1 0 0,0 1 0 0 0,0-1 0 0 0,0 1 1 0 0,0-1-1 0 0,-1 1 0 0 0,2 2 1 0 0,3 7 248 0 0,0 1 1 0 0,-1-1 0 0 0,0 2 0 0 0,3 18 0 0 0,-1-6-11 0 0,-3-14-242 0 0,1-1 1 0 0,0 1-1 0 0,1-1 1 0 0,0 0-1 0 0,10 14 1 0 0,-13-20-255 0 0,1-1 1 0 0,0 0-1 0 0,-1 0 1 0 0,1 0-1 0 0,0-1 1 0 0,0 1-1 0 0,1-1 1 0 0,4 4-1 0 0,-6-5-118 0 0,0-1 0 0 0,0 1-1 0 0,-1 0 1 0 0,1-1 0 0 0,0 1 0 0 0,0-1 0 0 0,0 0-1 0 0,0 1 1 0 0,0-1 0 0 0,0 0 0 0 0,0 0 0 0 0,-1 0-1 0 0,1-1 1 0 0,0 1 0 0 0,0 0 0 0 0,0-1 0 0 0,0 1-1 0 0,3-2 1 0 0,-3 1 6 0 0,0-1-1 0 0,1 1 1 0 0,-1-1 0 0 0,0 0-1 0 0,0 0 1 0 0,0 0-1 0 0,0 0 1 0 0,-1 0 0 0 0,1 0-1 0 0,0-1 1 0 0,-1 1 0 0 0,0-1-1 0 0,1 1 1 0 0,-1-1-1 0 0,0 1 1 0 0,1-4 0 0 0,11-48-261 0 0,-10 42 535 0 0,4-35 919 0 0,-5 34 12 0 0,0-1 0 0 0,0 1 1 0 0,1-1-1 0 0,1 1 0 0 0,0 0 0 0 0,11-23 0 0 0,-15 35-669 0 0,1 0 0 0 0,-1 0 0 0 0,1 1 0 0 0,-1-1 0 0 0,1 0 0 0 0,-1 1 0 0 0,1-1 0 0 0,-1 0 0 0 0,1 1-1 0 0,-1-1 1 0 0,1 0 0 0 0,0 1 0 0 0,-1-1 0 0 0,1 1 0 0 0,0-1 0 0 0,0 1 0 0 0,-1 0 0 0 0,1-1-1 0 0,0 1 1 0 0,0 0 0 0 0,0-1 0 0 0,-1 1 0 0 0,1 0 0 0 0,0 0 0 0 0,0 0 0 0 0,0 0 0 0 0,0 0 0 0 0,0 0-1 0 0,0 0 1 0 0,0 0 0 0 0,1 1 23 0 0,0 0 1 0 0,0 0-1 0 0,0 0 0 0 0,-1 0 0 0 0,1 0 0 0 0,-1 1 0 0 0,1-1 0 0 0,-1 0 1 0 0,1 1-1 0 0,-1-1 0 0 0,0 1 0 0 0,2 2 0 0 0,3 6-11 0 0,-1 0 0 0 0,0 0-1 0 0,6 18 1 0 0,-8-21-467 0 0,0 0 1 0 0,0-1-1 0 0,0 1 0 0 0,7 9 0 0 0,-4-8-697 0 0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35.2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40 33 5985 0 0,'-10'-9'1334'0'0,"8"6"-885"0"0,0 1 0 0 0,0-1 0 0 0,0 1 1 0 0,0 0-1 0 0,-1 0 0 0 0,1 0 0 0 0,-1 0 0 0 0,0 1 0 0 0,-5-3 1 0 0,8 7-414 0 0,0 1 1 0 0,0 0-1 0 0,0-1 1 0 0,0 1 0 0 0,1-1-1 0 0,-1 1 1 0 0,1-1 0 0 0,0 1-1 0 0,2 5 1 0 0,-2-7-27 0 0,4 15-443 0 0,1 0 1 0 0,8 18-1 0 0,-5-19 290 0 0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35.4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11 10138 0 0,'0'-10'1767'0'0,"6"22"1918"0"0,13 64-28 0 0,-13-43-3176 0 0,1-1 0 0 0,2 0 0 0 0,2-1 0 0 0,0 0 0 0 0,30 53 0 0 0,27 9-219 0 0,-48-69-1203 0 0,-2 0 0 0 0,-1 1 0 0 0,23 44 0 0 0,-28-41-5863 0 0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35.6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45 274 10594 0 0,'-3'0'58'0'0,"1"-1"-1"0"0,-1 1 1 0 0,1-1 0 0 0,-1 1-1 0 0,0-1 1 0 0,1 0-1 0 0,0 0 1 0 0,-1 0-1 0 0,1 0 1 0 0,0-1 0 0 0,-1 1-1 0 0,1-1 1 0 0,0 1-1 0 0,0-1 1 0 0,-3-2 0 0 0,5 2-5 0 0,-1 1 0 0 0,0-1 1 0 0,1 0-1 0 0,-1 1 0 0 0,1-1 1 0 0,0 0-1 0 0,0 1 0 0 0,-1-1 1 0 0,1 0-1 0 0,0 0 0 0 0,0 1 1 0 0,1-1-1 0 0,-1 0 1 0 0,0 1-1 0 0,0-1 0 0 0,1 0 1 0 0,-1 1-1 0 0,1-1 0 0 0,0 1 1 0 0,-1-1-1 0 0,1 0 0 0 0,0 1 1 0 0,0-1-1 0 0,0 1 0 0 0,0 0 1 0 0,1-2-1 0 0,12-14-56 0 0,0 0 0 0 0,2 1 0 0 0,0 1 0 0 0,0 1 0 0 0,29-20 1 0 0,-9 6-934 0 0,23-19 130 0 0,-31 26 779 0 0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35.9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1 299 1376 0 0,'2'0'105'0'0,"0"0"-1"0"0,0 0 0 0 0,0 0 0 0 0,0 0 1 0 0,-1 0-1 0 0,1 0 0 0 0,0 0 1 0 0,0-1-1 0 0,0 1 0 0 0,0-1 0 0 0,0 0 1 0 0,-1 1-1 0 0,1-1 0 0 0,0 0 1 0 0,0 0-1 0 0,-1 0 0 0 0,1 0 1 0 0,2-2-1 0 0,28-25 2381 0 0,-26 20-2145 0 0,-1 0 0 0 0,1 0 1 0 0,-1-1-1 0 0,-1 0 0 0 0,1 0 0 0 0,-2 0 1 0 0,1 0-1 0 0,-1-1 0 0 0,-1 1 1 0 0,1-1-1 0 0,0-11 0 0 0,-2 14-269 0 0,-1 0 0 0 0,1 0 0 0 0,-1-1 0 0 0,-1 1 0 0 0,1 0 0 0 0,-1 0 0 0 0,0 0 0 0 0,-1 1-1 0 0,1-1 1 0 0,-2 0 0 0 0,1 0 0 0 0,-1 1 0 0 0,0 0 0 0 0,0-1 0 0 0,0 1 0 0 0,-8-9 0 0 0,11 14-20 0 0,-1 0-1 0 0,1 0 1 0 0,-1 0 0 0 0,0 0 0 0 0,1 0 0 0 0,-1 0 0 0 0,0 0 0 0 0,0 0 0 0 0,0 0-1 0 0,0 1 1 0 0,0-1 0 0 0,0 0 0 0 0,0 1 0 0 0,0-1 0 0 0,0 1 0 0 0,0-1-1 0 0,0 1 1 0 0,0-1 0 0 0,0 1 0 0 0,0 0 0 0 0,0-1 0 0 0,-1 1 0 0 0,1 0 0 0 0,0 0-1 0 0,0 0 1 0 0,0 0 0 0 0,-1 0 0 0 0,1 0 0 0 0,0 0 0 0 0,0 1 0 0 0,0-1-1 0 0,0 0 1 0 0,-1 1 0 0 0,1-1 0 0 0,0 0 0 0 0,0 1 0 0 0,0 0 0 0 0,0-1 0 0 0,0 1-1 0 0,0 0 1 0 0,0-1 0 0 0,0 1 0 0 0,0 0 0 0 0,1 0 0 0 0,-1 0 0 0 0,0 0-1 0 0,0-1 1 0 0,1 1 0 0 0,-1 0 0 0 0,0 1 0 0 0,1-1 0 0 0,-1 1 0 0 0,-2 3 205 0 0,0 1 0 0 0,1-1 1 0 0,0 1-1 0 0,0 0 1 0 0,0 0-1 0 0,1 0 1 0 0,0 0-1 0 0,-1 11 0 0 0,2-11-170 0 0,1-1-1 0 0,-1 0 1 0 0,1 0-1 0 0,0 0 0 0 0,1 0 1 0 0,-1 0-1 0 0,1 0 1 0 0,0 0-1 0 0,0 0 0 0 0,0-1 1 0 0,1 1-1 0 0,0-1 0 0 0,0 1 1 0 0,0-1-1 0 0,0 0 1 0 0,0 0-1 0 0,1 0 0 0 0,0-1 1 0 0,0 1-1 0 0,6 3 1 0 0,-2-1-268 0 0,1 0 1 0 0,1-1-1 0 0,14 6 1 0 0,31 7-4451 0 0,-21-10-777 0 0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36.3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15203 0 0,'2'1'181'0'0,"-1"-1"-1"0"0,1 0 1 0 0,-1 1 0 0 0,1-1-1 0 0,-1 1 1 0 0,1 0 0 0 0,-1-1-1 0 0,1 1 1 0 0,-1 0-1 0 0,0 0 1 0 0,0 0 0 0 0,1 0-1 0 0,1 2 1 0 0,14 13 458 0 0,-1 0 1 0 0,-1 1-1 0 0,-1 1 1 0 0,0 1-1 0 0,12 21 1 0 0,48 105 492 0 0,-32-41-840 0 0,-28-65-532 0 0,2 1 1 0 0,2-2 0 0 0,31 50-1 0 0,-41-77-1711 0 0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36.5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41 4145 0 0,'-3'-3'2344'0'0,"3"1"-1279"0"0,-1-1 7 0 0,2-2-544 0 0,0 0-112 0 0,1 0-16 0 0,1 0-8 0 0,4 0-1176 0 0,0 1-240 0 0,4 0-40 0 0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37.1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3 6913 0 0,'-12'-2'11631'0'0,"15"27"-8337"0"0,18 41-3684 0 0,-19-62 1028 0 0,4 14-672 0 0,41 104 1076 0 0,-40-108-1488 0 0,0 1 1 0 0,1-1 0 0 0,0-1-1 0 0,2 1 1 0 0,20 22 0 0 0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37.3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25 10594 0 0,'-8'-8'472'0'0,"3"3"96"0"0,1 0-455 0 0,2 2-113 0 0,1 2 192 0 0,1 0 8 0 0,-2-1 216 0 0,4 5-600 0 0,0 2-72 0 0,1 3-24 0 0,2 1-1 0 0,1 1 281 0 0,2 0 0 0 0,1 0 80 0 0,3-1-7 0 0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38.0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148 646 5529 0 0,'-9'-12'240'0'0,"6"9"-55"0"0,1-1-1 0 0,-1 1 1 0 0,0 0 0 0 0,0 0 0 0 0,0 0 0 0 0,-1 0 0 0 0,1 0 0 0 0,-5-2 0 0 0,7 4-89 0 0,-1 1 0 0 0,0-1 0 0 0,0 1-1 0 0,0 0 1 0 0,0-1 0 0 0,1 1 0 0 0,-1 0 0 0 0,0 0 0 0 0,0 0 0 0 0,0 1 0 0 0,0-1 0 0 0,1 0-1 0 0,-1 1 1 0 0,0-1 0 0 0,0 1 0 0 0,0-1 0 0 0,1 1 0 0 0,-1 0 0 0 0,0 0 0 0 0,1 0-1 0 0,-1 0 1 0 0,1 0 0 0 0,-3 2 0 0 0,-3 3 408 0 0,0 0-1 0 0,1 1 1 0 0,0-1 0 0 0,0 1-1 0 0,1 1 1 0 0,0-1-1 0 0,0 1 1 0 0,1-1 0 0 0,0 1-1 0 0,-4 9 1 0 0,8-16-296 0 0,25-30-1183 0 0,-20 22 1042 0 0,0 0 0 0 0,1 1 0 0 0,0 0 0 0 0,0 0 0 0 0,1 0 0 0 0,-1 0 0 0 0,1 1 0 0 0,12-7 0 0 0,-16 11 48 0 0,1-1 0 0 0,0 1 0 0 0,0 0 0 0 0,0 0 0 0 0,0 0 0 0 0,0 0 0 0 0,0 1 0 0 0,0-1 0 0 0,0 1 0 0 0,0 0 1 0 0,0 0-1 0 0,0 1 0 0 0,0-1 0 0 0,0 1 0 0 0,0 0 0 0 0,0 0 0 0 0,0 0 0 0 0,0 1 0 0 0,-1-1 0 0 0,5 3 0 0 0,-1 1 24 0 0,1 0 0 0 0,-2 0 0 0 0,1 0-1 0 0,-1 1 1 0 0,0 0 0 0 0,0 1 0 0 0,0-1-1 0 0,-1 1 1 0 0,0 0 0 0 0,0 0 0 0 0,-1 1-1 0 0,0-1 1 0 0,0 1 0 0 0,-1 0-1 0 0,0 0 1 0 0,0 0 0 0 0,-1 0 0 0 0,2 15-1 0 0,-1-10-110 0 0,-1 0-1 0 0,-1-1 1 0 0,0 1-1 0 0,-1 0 1 0 0,-1 0-1 0 0,0 0 1 0 0,0 0-1 0 0,-1-1 1 0 0,-1 1-1 0 0,0-1 1 0 0,-9 24-1 0 0,10-33-30 0 0,1 0 0 0 0,-1-1 0 0 0,1 1 0 0 0,-1 0 0 0 0,0 0-1 0 0,0-1 1 0 0,0 0 0 0 0,-1 1 0 0 0,1-1 0 0 0,0 0 0 0 0,-5 3-1 0 0,7-5-3 0 0,-1 1-1 0 0,1-1 0 0 0,-1 0 0 0 0,1 0 0 0 0,-1 0 0 0 0,0 1 1 0 0,1-1-1 0 0,-1 0 0 0 0,1 0 0 0 0,-1 0 0 0 0,1 0 0 0 0,-1 0 1 0 0,0 0-1 0 0,1 0 0 0 0,-1 0 0 0 0,1 0 0 0 0,-1-1 0 0 0,1 1 1 0 0,-1 0-1 0 0,1 0 0 0 0,-1 0 0 0 0,1-1 0 0 0,-1 1 0 0 0,1 0 1 0 0,-1-1-1 0 0,-1 0-39 0 0,1 0 1 0 0,0-1 0 0 0,0 1 0 0 0,0-1 0 0 0,0 1-1 0 0,1 0 1 0 0,-1-1 0 0 0,0 0 0 0 0,0 1-1 0 0,1-1 1 0 0,-1 1 0 0 0,1-4 0 0 0,-4-21-685 0 0,2 1 1 0 0,1 0 0 0 0,2-1 0 0 0,0 1-1 0 0,1-1 1 0 0,7-28 0 0 0,0-5 182 0 0,10-93 54 0 0,25-363-2008 0 0,-45 505 3199 0 0,-2 14 870 0 0,1 18 1037 0 0,9 31-1661 0 0,3 0-1 0 0,16 51 1 0 0,-20-87-882 0 0,0 0 1 0 0,1 0 0 0 0,1-1 0 0 0,0 0 0 0 0,1-1 0 0 0,1 0 0 0 0,1 0-1 0 0,0-1 1 0 0,23 24 0 0 0,-25-30-62 0 0,-1-1 0 0 0,1 1 0 0 0,1-1 0 0 0,0-1-1 0 0,11 6 1 0 0,-19-11-34 0 0,-1 0 0 0 0,1 0 0 0 0,0 0 0 0 0,0 0 0 0 0,0-1 0 0 0,0 1 0 0 0,0-1 0 0 0,0 1 0 0 0,0-1-1 0 0,0 0 1 0 0,0 0 0 0 0,0 0 0 0 0,0 0 0 0 0,0 0 0 0 0,-1 0 0 0 0,1-1 0 0 0,0 1 0 0 0,0 0 0 0 0,0-1 0 0 0,0 0-1 0 0,0 1 1 0 0,0-1 0 0 0,0 0 0 0 0,-1 0 0 0 0,1 0 0 0 0,0 0 0 0 0,-1 0 0 0 0,1-1 0 0 0,-1 1 0 0 0,1 0-1 0 0,-1-1 1 0 0,0 1 0 0 0,0-1 0 0 0,1 0 0 0 0,-1 1 0 0 0,0-1 0 0 0,1-3 0 0 0,5-11-145 0 0,-1 0 0 0 0,-1-1 0 0 0,0 0 0 0 0,-1 0 0 0 0,-1 0 0 0 0,1-27 0 0 0,-1 21 287 0 0,0 0 0 0 0,11-41 1 0 0,-14 63-81 0 0,1 0 0 0 0,-1 0 1 0 0,0 0-1 0 0,1 0 0 0 0,-1 0 1 0 0,1 0-1 0 0,-1 1 0 0 0,1-1 0 0 0,-1 0 1 0 0,1 0-1 0 0,-1 0 0 0 0,1 0 1 0 0,0 1-1 0 0,-1-1 0 0 0,1 0 1 0 0,0 1-1 0 0,0-1 0 0 0,0 1 1 0 0,-1-1-1 0 0,1 1 0 0 0,0-1 0 0 0,0 1 1 0 0,0-1-1 0 0,0 1 0 0 0,0 0 1 0 0,0 0-1 0 0,0-1 0 0 0,0 1 1 0 0,0 0-1 0 0,0 0 0 0 0,0 0 1 0 0,0 0-1 0 0,0 0 0 0 0,0 0 1 0 0,0 0-1 0 0,0 1 0 0 0,0-1 0 0 0,0 0 1 0 0,0 0-1 0 0,0 1 0 0 0,0-1 1 0 0,0 1-1 0 0,-1-1 0 0 0,1 1 1 0 0,0-1-1 0 0,0 1 0 0 0,0-1 1 0 0,1 2-1 0 0,7 5 494 0 0,1 1 0 0 0,-1 0 1 0 0,12 14-1 0 0,-3-5-126 0 0,-14-13-607 0 0,0-1 0 0 0,0 0 0 0 0,0 0 0 0 0,0 0 0 0 0,0-1 0 0 0,0 1-1 0 0,1-1 1 0 0,0 0 0 0 0,-1 0 0 0 0,1-1 0 0 0,8 3 0 0 0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38.2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7 137 2761 0 0,'-3'-33'410'0'0,"0"-36"366"0"0,3 65 325 0 0,0 0 0 0 0,1 0 0 0 0,-1 0 0 0 0,11-14 6421 0 0,3 41-5753 0 0,2 11-948 0 0,2 0-1 0 0,0-1 1 0 0,25 33-1 0 0,-30-50-851 0 0,0 0 0 0 0,1-1 0 0 0,1-1 0 0 0,0 0 0 0 0,1-1 0 0 0,1 0 0 0 0,21 12 0 0 0,3-1-1202 0 0,-24-13-54 0 0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38.4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28 417 6449 0 0,'-1'1'157'0'0,"0"-1"-1"0"0,0 0 0 0 0,0 0 1 0 0,0 0-1 0 0,0 0 0 0 0,0 1 1 0 0,0-1-1 0 0,0 0 0 0 0,0-1 1 0 0,0 1-1 0 0,0 0 0 0 0,0 0 1 0 0,0 0-1 0 0,0-1 0 0 0,0 1 1 0 0,0 0-1 0 0,0-1 0 0 0,0 1 1 0 0,0-1-1 0 0,0 1 0 0 0,1-1 1 0 0,-1 1-1 0 0,0-1 0 0 0,0 0 1 0 0,0 0-1 0 0,1 1 0 0 0,-1-1 1 0 0,0-1-1 0 0,1-1 345 0 0,1 0 0 0 0,-1 1 1 0 0,1-1-1 0 0,0 0 0 0 0,0 1 0 0 0,0-1 0 0 0,1 1 0 0 0,-1-1 0 0 0,1 1 0 0 0,2-5 1 0 0,94-130 3331 0 0,-46 75-3811 0 0,69-64-1 0 0,-67 76-141 0 0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35.1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92 116 2304 0 0,'-1'-8'777'0'0,"-1"0"0"0"0,1 0 0 0 0,-1 1 0 0 0,-1-1 0 0 0,1 1 0 0 0,-2 0 0 0 0,1 0 0 0 0,-1 0-1 0 0,0 0 1 0 0,0 0 0 0 0,0 1 0 0 0,-1 0 0 0 0,0 0 0 0 0,-12-11 0 0 0,9 44 1547 0 0,1 7-2035 0 0,0-1 0 0 0,3 2 1 0 0,1-1-1 0 0,2 62 0 0 0,2-75-301 0 0,1 1 1 0 0,1-1-1 0 0,1 1 1 0 0,1-1-1 0 0,1 0 0 0 0,1-1 1 0 0,0 0-1 0 0,19 34 1 0 0,-21-46-58 0 0,0 0 0 0 0,0-1 0 0 0,1 0 0 0 0,0 0 0 0 0,1 0 0 0 0,-1-1 1 0 0,1 0-1 0 0,1 0 0 0 0,-1-1 0 0 0,1 0 0 0 0,15 8 0 0 0,-20-12-1 0 0,1 1-1 0 0,0 0 0 0 0,0-1 1 0 0,0 0-1 0 0,1 0 1 0 0,-1 0-1 0 0,0-1 0 0 0,0 1 1 0 0,1-1-1 0 0,-1 0 1 0 0,0 0-1 0 0,0 0 0 0 0,1-1 1 0 0,-1 0-1 0 0,0 1 1 0 0,0-2-1 0 0,0 1 0 0 0,0 0 1 0 0,0-1-1 0 0,0 0 1 0 0,0 1-1 0 0,-1-2 0 0 0,1 1 1 0 0,0 0-1 0 0,-1-1 1 0 0,0 1-1 0 0,4-5 1 0 0,-1 1-2 0 0,-1-1 0 0 0,1 1 0 0 0,-1-1 1 0 0,-1-1-1 0 0,1 1 0 0 0,-1-1 0 0 0,0 1 1 0 0,-1-1-1 0 0,4-15 0 0 0,-1-2-127 0 0,5-49-1 0 0,-3 18 523 0 0,17 99 965 0 0,-22-39-1195 0 0,0 0 1 0 0,0 0-1 0 0,1 0 0 0 0,-1-1 0 0 0,1 0 0 0 0,0 1 0 0 0,0-1 1 0 0,0 0-1 0 0,0-1 0 0 0,0 1 0 0 0,1-1 0 0 0,0 0 0 0 0,-1 0 1 0 0,1 0-1 0 0,0-1 0 0 0,0 1 0 0 0,0-1 0 0 0,0-1 0 0 0,0 1 1 0 0,0-1-1 0 0,0 1 0 0 0,0-1 0 0 0,0-1 0 0 0,6 0 0 0 0,1-1 147 0 0,0 0 0 0 0,0 0 0 0 0,0-1 0 0 0,0-1 0 0 0,0 0 0 0 0,-1-1 0 0 0,0 0 0 0 0,21-13 0 0 0,-29 15-148 0 0,1 1 0 0 0,-1-1 0 0 0,0 0-1 0 0,0 0 1 0 0,0 0 0 0 0,0 0 0 0 0,-1-1-1 0 0,1 1 1 0 0,-1-1 0 0 0,0 0 0 0 0,0 1 0 0 0,0-1-1 0 0,-1 0 1 0 0,1 0 0 0 0,-1 0 0 0 0,0 0-1 0 0,0 0 1 0 0,0-1 0 0 0,0-5 0 0 0,-1-6-600 0 0,0 0 0 0 0,-1 0-1 0 0,-5-29 1 0 0,0 5-6607 0 0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35.6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139 160 4145 0 0,'11'-74'2786'0'0,"-10"67"-2016"0"0,-1-1 0 0 0,0 1 0 0 0,0 0 0 0 0,-1-1 1 0 0,0 1-1 0 0,0-1 0 0 0,-4-12 0 0 0,5 19-703 0 0,-1 1 0 0 0,1-1 0 0 0,0 0 0 0 0,-1 0 0 0 0,1 1 0 0 0,-1-1 0 0 0,1 0 0 0 0,0 1 0 0 0,-1-1 0 0 0,0 0 0 0 0,1 1 0 0 0,-1-1 0 0 0,1 1 0 0 0,-1-1 0 0 0,0 1 0 0 0,1-1 0 0 0,-1 1 0 0 0,0-1 0 0 0,1 1 0 0 0,-1 0 0 0 0,0-1 0 0 0,0 1 0 0 0,0 0 1 0 0,1 0-1 0 0,-1 0 0 0 0,0-1 0 0 0,0 1 0 0 0,0 0 0 0 0,1 0 0 0 0,-1 0 0 0 0,0 0 0 0 0,0 0 0 0 0,0 1 0 0 0,1-1 0 0 0,-1 0 0 0 0,0 0 0 0 0,0 0 0 0 0,0 1 0 0 0,1-1 0 0 0,-1 0 0 0 0,0 1 0 0 0,1-1 0 0 0,-1 1 0 0 0,0-1 0 0 0,1 1 0 0 0,-1-1 0 0 0,0 1 0 0 0,1-1 0 0 0,-1 1 0 0 0,1 0 0 0 0,-1 0 0 0 0,-31 35 939 0 0,30-34-952 0 0,-11 16 126 0 0,0 1 0 0 0,-18 36-1 0 0,28-50-210 0 0,1 0 0 0 0,0 0 0 0 0,-1 1 0 0 0,2-1 0 0 0,-1 1 0 0 0,1 0 0 0 0,0-1 0 0 0,0 1 0 0 0,0 0-1 0 0,1 0 1 0 0,0 0 0 0 0,0-1 0 0 0,0 1 0 0 0,1 0 0 0 0,0 0 0 0 0,2 7 0 0 0,-3-11-97 0 0,1 0 1 0 0,0 0-1 0 0,0-1 1 0 0,-1 1-1 0 0,1 0 1 0 0,0-1 0 0 0,0 1-1 0 0,1 0 1 0 0,-1-1-1 0 0,0 1 1 0 0,0-1-1 0 0,1 0 1 0 0,-1 1-1 0 0,1-1 1 0 0,-1 0-1 0 0,1 0 1 0 0,-1 0-1 0 0,1 0 1 0 0,0 0 0 0 0,0 0-1 0 0,-1-1 1 0 0,1 1-1 0 0,0 0 1 0 0,0-1-1 0 0,0 0 1 0 0,0 1-1 0 0,0-1 1 0 0,0 0-1 0 0,0 0 1 0 0,-1 0-1 0 0,1 0 1 0 0,0 0 0 0 0,0 0-1 0 0,0-1 1 0 0,0 1-1 0 0,0-1 1 0 0,0 1-1 0 0,0-1 1 0 0,2-1-1 0 0,0 0-105 0 0,0 0 0 0 0,0-1 0 0 0,0 1 0 0 0,-1-1 0 0 0,1 0 0 0 0,-1 0 0 0 0,1 0 0 0 0,-1 0 0 0 0,0-1 0 0 0,0 1 0 0 0,0-1 0 0 0,-1 0 0 0 0,1 0 0 0 0,-1 0 0 0 0,3-7 0 0 0,4-27 846 0 0,-8 31-31 0 0,0 0 0 0 0,1 0 0 0 0,-1 0 0 0 0,1 0 0 0 0,1 0 0 0 0,-1 1 0 0 0,1-1 0 0 0,0 1 0 0 0,1-1 0 0 0,0 1 0 0 0,6-8 0 0 0,-9 14-481 0 0,0-1 1 0 0,1 0-1 0 0,-1 1 0 0 0,0-1 1 0 0,1 1-1 0 0,-1-1 0 0 0,0 1 1 0 0,1-1-1 0 0,-1 1 0 0 0,1 0 1 0 0,-1 0-1 0 0,1 0 0 0 0,-1 0 1 0 0,1 0-1 0 0,-1 0 0 0 0,1 0 1 0 0,-1 1-1 0 0,1-1 0 0 0,-1 0 0 0 0,0 1 1 0 0,1-1-1 0 0,-1 1 0 0 0,0 0 1 0 0,1-1-1 0 0,-1 1 0 0 0,0 0 1 0 0,0 0-1 0 0,1 0 0 0 0,-1 0 1 0 0,0 0-1 0 0,0 0 0 0 0,0 0 1 0 0,0 0-1 0 0,1 2 0 0 0,6 6-46 0 0,0 0 0 0 0,12 21 0 0 0,-16-24-106 0 0,28 39-2822 0 0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35.9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3 112 2761 0 0,'0'-1'150'0'0,"-1"1"0"0"0,1-1 0 0 0,0 0 0 0 0,-1 1 0 0 0,1-1 0 0 0,0 0 0 0 0,0 0 0 0 0,0 1 0 0 0,0-1 0 0 0,0 0 0 0 0,0 0 0 0 0,0 1 0 0 0,0-1 0 0 0,0 0 0 0 0,0 0 0 0 0,0 1 0 0 0,0-1 0 0 0,0 0 0 0 0,0 0 0 0 0,1 1 0 0 0,-1-1 0 0 0,0 0 0 0 0,1 1 0 0 0,-1-1 0 0 0,0 0 0 0 0,1 1 0 0 0,-1-1 0 0 0,2 0 0 0 0,-1 0 108 0 0,1 0 0 0 0,-1 0-1 0 0,0 0 1 0 0,1 1 0 0 0,0-1 0 0 0,-1 1-1 0 0,1-1 1 0 0,-1 1 0 0 0,1 0 0 0 0,0-1-1 0 0,-1 1 1 0 0,4 0 0 0 0,0 0 126 0 0,0 0-1 0 0,0 1 1 0 0,0 0 0 0 0,-1-1-1 0 0,1 1 1 0 0,0 1 0 0 0,-1-1 0 0 0,1 1-1 0 0,6 3 1 0 0,53 45 1833 0 0,-51-38-1834 0 0,-1-1 0 0 0,2-1 0 0 0,0 0 0 0 0,0-1 0 0 0,0 0 0 0 0,1-1 0 0 0,23 8 0 0 0,-37-15-335 0 0,1-1-1 0 0,-1 0 0 0 0,0 0 1 0 0,1 0-1 0 0,-1 0 1 0 0,0 0-1 0 0,1 0 1 0 0,-1 0-1 0 0,0 0 1 0 0,1-1-1 0 0,-1 1 0 0 0,0 0 1 0 0,1-1-1 0 0,-1 1 1 0 0,0-1-1 0 0,0 0 1 0 0,0 1-1 0 0,1-1 0 0 0,-1 0 1 0 0,0 0-1 0 0,0 1 1 0 0,0-1-1 0 0,0 0 1 0 0,0 0-1 0 0,-1 0 0 0 0,1 0 1 0 0,0-1-1 0 0,0 1 1 0 0,-1 0-1 0 0,1 0 1 0 0,0 0-1 0 0,-1 0 1 0 0,1-1-1 0 0,-1 1 0 0 0,0 0 1 0 0,1-3-1 0 0,2-7-108 0 0,0 0 0 0 0,-1-1 0 0 0,1-15 0 0 0,-2 14-140 0 0,1-8-58 0 0,13-68-4934 0 0,-9 67-595 0 0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36.2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1 345 4145 0 0,'1'1'106'0'0,"0"0"0"0"0,1-1 1 0 0,-1 1-1 0 0,1-1 0 0 0,-1 1 1 0 0,1-1-1 0 0,-1 1 0 0 0,1-1 0 0 0,-1 0 1 0 0,1 0-1 0 0,-1 0 0 0 0,1 0 1 0 0,-1 0-1 0 0,1 0 0 0 0,0 0 0 0 0,-1-1 1 0 0,1 1-1 0 0,-1 0 0 0 0,1-1 1 0 0,-1 1-1 0 0,1-1 0 0 0,-1 0 1 0 0,0 1-1 0 0,1-1 0 0 0,-1 0 0 0 0,2-1 1 0 0,34-26 2231 0 0,-29 19-1966 0 0,0 0 1 0 0,-1-1 0 0 0,0-1-1 0 0,0 1 1 0 0,-1-1 0 0 0,-1 0 0 0 0,6-17-1 0 0,-4 9-20 0 0,-1-1 0 0 0,-1 0 0 0 0,5-34 0 0 0,-10 46-326 0 0,1 0 0 0 0,-1 0 0 0 0,-1 0 1 0 0,1 0-1 0 0,-2 0 0 0 0,-1-8 1 0 0,3 14-81 0 0,0 1 1 0 0,-1-1-1 0 0,1 0 1 0 0,-1 0 0 0 0,1 1-1 0 0,-1-1 1 0 0,0 0-1 0 0,0 1 1 0 0,0-1 0 0 0,0 1-1 0 0,0-1 1 0 0,0 1 0 0 0,0-1-1 0 0,0 1 1 0 0,0-1-1 0 0,-1 1 1 0 0,1 0 0 0 0,-1 0-1 0 0,1 0 1 0 0,-1 0 0 0 0,1 0-1 0 0,-1 0 1 0 0,0 0-1 0 0,1 1 1 0 0,-1-1 0 0 0,0 0-1 0 0,0 1 1 0 0,1 0-1 0 0,-1-1 1 0 0,0 1 0 0 0,0 0-1 0 0,-2 0 1 0 0,2 0-36 0 0,0 1 0 0 0,1 0 0 0 0,-1-1 0 0 0,0 1 1 0 0,1 0-1 0 0,-1 0 0 0 0,1 0 0 0 0,-1 0 0 0 0,1 0 0 0 0,0 0 0 0 0,-1 0 0 0 0,1 1 1 0 0,0-1-1 0 0,0 0 0 0 0,0 1 0 0 0,0-1 0 0 0,0 1 0 0 0,0-1 0 0 0,0 1 0 0 0,0 0 0 0 0,1-1 1 0 0,-1 1-1 0 0,1 0 0 0 0,-1-1 0 0 0,1 1 0 0 0,0 0 0 0 0,-1 0 0 0 0,1-1 0 0 0,0 1 1 0 0,0 0-1 0 0,1 2 0 0 0,-2 2 21 0 0,1 0 1 0 0,0 0-1 0 0,1 0 1 0 0,-1 0-1 0 0,1 0 1 0 0,1 0-1 0 0,-1 0 1 0 0,3 6 0 0 0,-1-7 272 0 0,0 1 0 0 0,0-1 0 0 0,1 0 0 0 0,0 0 0 0 0,0-1 0 0 0,0 1 0 0 0,0-1 0 0 0,1 0 0 0 0,0 0 1 0 0,-1 0-1 0 0,2 0 0 0 0,8 4 0 0 0,1-1-409 0 0,1 0 1 0 0,0-1-1 0 0,21 5 1 0 0,-23-7-3649 0 0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36.5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 7370 0 0,'11'-7'7771'0'0,"-2"14"-7126"0"0,-1 1 0 0 0,0 1 0 0 0,0-1 0 0 0,-1 1 0 0 0,0 0 0 0 0,0 1 1 0 0,-1 0-1 0 0,6 13 0 0 0,0 3-373 0 0,-1 0 1 0 0,11 38 0 0 0,-17-43-651 0 0,-1 1 0 0 0,0 0 0 0 0,-2 0 0 0 0,-1 43 0 0 0,-2-43-989 0 0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36.9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0 267 2761 0 0,'6'-7'6021'0'0,"13"-12"-2677"0"0,-15 16-2115 0 0,6-8-507 0 0,0 0 0 0 0,-1 0 0 0 0,0 0 1 0 0,0-1-1 0 0,-2-1 0 0 0,11-20 0 0 0,-16 29-720 0 0,0-1 1 0 0,0 0-1 0 0,-1 1 0 0 0,1-1 0 0 0,-1 0 1 0 0,0 0-1 0 0,-1 0 0 0 0,1 0 0 0 0,-1 0 1 0 0,0 0-1 0 0,0 1 0 0 0,0-1 0 0 0,-1 0 0 0 0,0 0 1 0 0,0 0-1 0 0,0 0 0 0 0,0 0 0 0 0,-1 1 1 0 0,0-1-1 0 0,0 1 0 0 0,0-1 0 0 0,-1 1 1 0 0,-2-5-1 0 0,4 8-58 0 0,1 0 1 0 0,-1 0 0 0 0,1 0-1 0 0,-1 0 1 0 0,0 0-1 0 0,1 0 1 0 0,-1 0-1 0 0,0 0 1 0 0,0 0-1 0 0,0 1 1 0 0,0-1-1 0 0,0 0 1 0 0,0 0-1 0 0,0 1 1 0 0,0-1-1 0 0,0 1 1 0 0,0-1 0 0 0,0 1-1 0 0,0-1 1 0 0,0 1-1 0 0,0 0 1 0 0,-1-1-1 0 0,1 1 1 0 0,0 0-1 0 0,0 0 1 0 0,0 0-1 0 0,0 0 1 0 0,-1 0-1 0 0,1 0 1 0 0,0 0-1 0 0,0 0 1 0 0,0 1 0 0 0,-1-1-1 0 0,1 0 1 0 0,0 1-1 0 0,0-1 1 0 0,0 1-1 0 0,0-1 1 0 0,0 1-1 0 0,0-1 1 0 0,-2 2-1 0 0,2 0-56 0 0,-1 0 0 0 0,1 0-1 0 0,0 0 1 0 0,-1 0 0 0 0,1 0-1 0 0,0 0 1 0 0,0 0 0 0 0,0 0-1 0 0,1 1 1 0 0,-1-1-1 0 0,0 0 1 0 0,1 0 0 0 0,0 1-1 0 0,-1-1 1 0 0,1 0 0 0 0,0 1-1 0 0,0-1 1 0 0,0 0 0 0 0,1 1-1 0 0,0 3 1 0 0,2 6 535 0 0,1 1 0 0 0,1-2 0 0 0,0 1 0 0 0,0 0 0 0 0,1-1 0 0 0,1 0 1 0 0,0 0-1 0 0,14 16 0 0 0,-15-21-415 0 0,-1 0 1 0 0,1-1 0 0 0,0 0-1 0 0,1 0 1 0 0,-1 0-1 0 0,12 5 1 0 0,-13-8-381 0 0,0 1 1 0 0,0-2-1 0 0,0 1 0 0 0,0 0 1 0 0,0-1-1 0 0,1 0 1 0 0,-1 0-1 0 0,1-1 0 0 0,-1 1 1 0 0,8-2-1 0 0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37.8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 4609 0 0,'1'-1'252'0'0,"0"0"0"0"0,0 1 0 0 0,0-1 0 0 0,0 1 0 0 0,0 0-1 0 0,0-1 1 0 0,0 1 0 0 0,1 0 0 0 0,-1-1 0 0 0,0 1 0 0 0,0 0 0 0 0,0 0 0 0 0,0 0 0 0 0,1 0 0 0 0,-1 0 0 0 0,0 0-1 0 0,0 1 1 0 0,0-1 0 0 0,0 0 0 0 0,1 1 0 0 0,-1-1 0 0 0,0 0 0 0 0,0 1 0 0 0,0-1 0 0 0,0 1 0 0 0,0 0 0 0 0,1 0 0 0 0,0 1 2 0 0,-1 0 0 0 0,1 0 1 0 0,0 0-1 0 0,-1 1 1 0 0,0-1-1 0 0,1 0 0 0 0,-1 1 1 0 0,0-1-1 0 0,0 1 1 0 0,0-1-1 0 0,0 5 1 0 0,2 6-40 0 0,-1-1 0 0 0,-1 1 0 0 0,-1 25 1 0 0,-6 64-2994 0 0,19-141-508 0 0,-6 24 2303 0 0,-2 0 490 0 0,2-1-1 0 0,0 1 1 0 0,1 0 0 0 0,18-25 0 0 0,-23 36 710 0 0,1 0 1 0 0,-1 0-1 0 0,1 0 1 0 0,1 0 0 0 0,-1 0-1 0 0,0 1 1 0 0,1 0-1 0 0,6-3 1 0 0,-9 4 25 0 0,1 1 1 0 0,0 0-1 0 0,0 0 0 0 0,0 0 1 0 0,0 1-1 0 0,0-1 0 0 0,0 1 1 0 0,0 0-1 0 0,0-1 0 0 0,0 1 1 0 0,0 1-1 0 0,0-1 0 0 0,0 0 1 0 0,0 1-1 0 0,-1-1 0 0 0,5 2 1 0 0,-5-1-138 0 0,0 0 0 0 0,0-1 1 0 0,-1 1-1 0 0,1 0 0 0 0,0 0 0 0 0,0 1 1 0 0,-1-1-1 0 0,1 0 0 0 0,-1 0 1 0 0,1 1-1 0 0,-1-1 0 0 0,1 1 1 0 0,-1-1-1 0 0,0 1 0 0 0,0 0 1 0 0,0-1-1 0 0,0 1 0 0 0,0 0 0 0 0,0 0 1 0 0,0 0-1 0 0,-1 0 0 0 0,1 2 1 0 0,1 4-109 0 0,-1-1 0 0 0,0 1 0 0 0,-1 0 0 0 0,0 11 0 0 0,0 4-1124 0 0,1-13 149 0 0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38.2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78 65 1376 0 0,'3'-11'62'0'0,"3"-13"4492"0"0,-6 23-4244 0 0,1 0-1 0 0,-1 0 1 0 0,0 0-1 0 0,1 0 1 0 0,-1-1-1 0 0,0 1 1 0 0,0 0-1 0 0,0 0 1 0 0,0 0-1 0 0,0-1 1 0 0,0 1-1 0 0,0 0 1 0 0,0 0-1 0 0,0 0 1 0 0,-1 0-1 0 0,1 0 1 0 0,-1-1-1 0 0,1 1 1 0 0,0 0-1 0 0,-1 0 1 0 0,0 0-1 0 0,1 0 1 0 0,-1 0-1 0 0,0 0 1 0 0,0-1-1 0 0,0 2-200 0 0,-1 0 0 0 0,1 0 0 0 0,0 0 0 0 0,-1 0 0 0 0,1 1 0 0 0,0-1 0 0 0,0 0 0 0 0,-1 0 0 0 0,1 1 0 0 0,0-1 0 0 0,0 1 0 0 0,0-1 0 0 0,0 1 0 0 0,-1 0 0 0 0,1-1 0 0 0,0 1 0 0 0,0 0 0 0 0,0 0 0 0 0,0 0 0 0 0,1 0-1 0 0,-1-1 1 0 0,-1 3 0 0 0,-21 26 446 0 0,19-23-339 0 0,0 0-141 0 0,0 1 1 0 0,1-1 0 0 0,-1 1-1 0 0,1 0 1 0 0,-2 9 0 0 0,4-15-99 0 0,1 1 0 0 0,-1 0 0 0 0,0-1 1 0 0,1 1-1 0 0,0 0 0 0 0,-1 0 0 0 0,1-1 0 0 0,0 1 1 0 0,0 0-1 0 0,0 0 0 0 0,0 0 0 0 0,0-1 0 0 0,0 1 1 0 0,1 0-1 0 0,-1 0 0 0 0,1-1 0 0 0,-1 1 1 0 0,1 0-1 0 0,0-1 0 0 0,-1 1 0 0 0,1 0 0 0 0,0-1 1 0 0,0 1-1 0 0,0-1 0 0 0,0 0 0 0 0,0 1 0 0 0,3 1 1 0 0,-4-3-10 0 0,1 0-1 0 0,0 0 1 0 0,-1 0 0 0 0,1 0 0 0 0,0 0 0 0 0,0 0 0 0 0,-1 0 0 0 0,1 0 0 0 0,0 0 0 0 0,0 0 0 0 0,-1-1 0 0 0,1 1-1 0 0,0 0 1 0 0,-1 0 0 0 0,1-1 0 0 0,0 1 0 0 0,-1 0 0 0 0,1-1 0 0 0,-1 1 0 0 0,1-1 0 0 0,-1 1 0 0 0,1-1 0 0 0,-1 1-1 0 0,1-1 1 0 0,-1 1 0 0 0,1-1 0 0 0,0 0 0 0 0,17-23-63 0 0,-11 15 172 0 0,-6 7 10 0 0,1 1-1 0 0,-1-1 1 0 0,1 0-1 0 0,0 1 1 0 0,0 0-1 0 0,-1-1 1 0 0,1 1-1 0 0,0 0 1 0 0,0 0-1 0 0,4-2 1 0 0,-5 3-21 0 0,0 0 0 0 0,-1-1 0 0 0,1 1 0 0 0,0 0 0 0 0,0 0 0 0 0,0 0 0 0 0,0 0 1 0 0,-1 0-1 0 0,1 0 0 0 0,0 0 0 0 0,0 1 0 0 0,0-1 0 0 0,-1 0 0 0 0,1 0 0 0 0,0 0 1 0 0,0 1-1 0 0,-1-1 0 0 0,1 1 0 0 0,0-1 0 0 0,0 0 0 0 0,0 1 0 0 0,1 1 39 0 0,-1 0-1 0 0,1 0 1 0 0,-1 0 0 0 0,0 1-1 0 0,0-1 1 0 0,1 0-1 0 0,-2 1 1 0 0,1-1 0 0 0,0 0-1 0 0,0 1 1 0 0,-1-1-1 0 0,1 1 1 0 0,-1-1-1 0 0,0 1 1 0 0,1-1 0 0 0,-1 1-1 0 0,-1-1 1 0 0,1 3-1 0 0,-1 11 27 0 0,-1 0 0 0 0,-1-1 0 0 0,0 0-1 0 0,-1 0 1 0 0,-11 28 0 0 0,10-33-630 0 0,0 0 0 0 0,0 0 0 0 0,-1 0 1 0 0,0-1-1 0 0,-10 11 0 0 0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38.4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91 4145 0 0,'5'-20'186'0'0,"8"-28"1137"0"0,-2 26 7849 0 0,-7 43-7573 0 0,-1-4-699 0 0,29 157 2324 0 0,-15-93-4426 0 0,8 103-1 0 0,-24-163 215 0 0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38.9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1 199 3681 0 0,'27'-17'1302'0'0,"44"-18"0"0"0,14-8-289 0 0,-58 27-879 0 0,0-2 0 0 0,-2 0 0 0 0,37-33 0 0 0,-62 51 38 0 0,-5 47 5377 0 0,3-37-5072 0 0,1 0 0 0 0,0 1-1 0 0,1-1 1 0 0,0 12-1 0 0,16 49 447 0 0,-12-57-675 0 0,0 1-1 0 0,-1 1 1 0 0,2 29 0 0 0,20-95-2225 0 0,-22 44 2066 0 0,0 1-1 0 0,0 0 0 0 0,1 0 1 0 0,0 0-1 0 0,0 1 0 0 0,1-1 1 0 0,-1 1-1 0 0,1 0 0 0 0,0 0 0 0 0,0 1 1 0 0,6-4-1 0 0,-9 6 26 0 0,0 0-1 0 0,-1 0 1 0 0,1 1-1 0 0,0-1 1 0 0,0 0-1 0 0,-1 1 1 0 0,1 0-1 0 0,0-1 1 0 0,0 1-1 0 0,0 0 1 0 0,-1 0-1 0 0,1 0 1 0 0,0 0 0 0 0,0 0-1 0 0,0 1 1 0 0,-1-1-1 0 0,1 0 1 0 0,0 1-1 0 0,0-1 1 0 0,-1 1-1 0 0,1 0 1 0 0,0 0-1 0 0,-1 0 1 0 0,1-1-1 0 0,-1 1 1 0 0,1 1-1 0 0,-1-1 1 0 0,1 0 0 0 0,-1 0-1 0 0,0 0 1 0 0,1 1-1 0 0,-1-1 1 0 0,0 1-1 0 0,0-1 1 0 0,0 1-1 0 0,0-1 1 0 0,0 1-1 0 0,-1 0 1 0 0,1-1-1 0 0,0 4 1 0 0,7 15 529 0 0,14 25-89 0 0,-20-42-564 0 0,0-1 0 0 0,0 0 0 0 0,0 1 0 0 0,0-1 1 0 0,0 0-1 0 0,0 0 0 0 0,1-1 0 0 0,-1 1 0 0 0,1 0 0 0 0,-1-1 0 0 0,1 1 0 0 0,0-1 0 0 0,0 0 1 0 0,-1 0-1 0 0,5 1 0 0 0,13 1-70 0 0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44.4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39 5065 0 0,'-1'0'54'0'0,"0"-1"1"0"0,0 0-1 0 0,-1 0 0 0 0,1 1 1 0 0,0-1-1 0 0,0 0 0 0 0,0 0 1 0 0,0 0-1 0 0,1 0 0 0 0,-1 0 0 0 0,0 0 1 0 0,0 0-1 0 0,0-1 0 0 0,1 1 1 0 0,-1 0-1 0 0,1 0 0 0 0,-1-1 1 0 0,0 0-1 0 0,7-16 4983 0 0,2 39-645 0 0,0 0-3736 0 0,20 70-32 0 0,29 166-1 0 0,-10 100 1094 0 0,-16-100-1171 0 0,-15-171-465 0 0,53 156 0 0 0,-45-170-38 0 0,-3 0 0 0 0,-3 2 0 0 0,9 89 0 0 0,-24-125-1127 0 0,0 0-3428 0 0,0 0-1684 0 0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44.8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22 453 6449 0 0,'-1'0'74'0'0,"0"0"1"0"0,-1 0-1 0 0,1-1 0 0 0,0 1 0 0 0,0 0 0 0 0,-1-1 0 0 0,1 1 0 0 0,0-1 0 0 0,0 1 1 0 0,0-1-1 0 0,-1 0 0 0 0,1 0 0 0 0,0 1 0 0 0,-1-2 0 0 0,2 1 50 0 0,0 1 0 0 0,-1 0 1 0 0,1-1-1 0 0,0 1 0 0 0,0-1 0 0 0,0 1 0 0 0,-1-1 0 0 0,1 1 1 0 0,0-1-1 0 0,0 0 0 0 0,0 1 0 0 0,0-1 0 0 0,0 1 0 0 0,0-1 1 0 0,0 1-1 0 0,0-1 0 0 0,0 1 0 0 0,0-1 0 0 0,0 1 0 0 0,0-1 1 0 0,0 1-1 0 0,1-1 0 0 0,-1 0 0 0 0,2-2 196 0 0,-1 0 1 0 0,1 1-1 0 0,0-1 1 0 0,0 1-1 0 0,0-1 1 0 0,1 1-1 0 0,-1 0 0 0 0,0 0 1 0 0,1 0-1 0 0,3-2 1 0 0,15-9 177 0 0,0 1-1 0 0,1 1 1 0 0,1 1 0 0 0,23-7 0 0 0,99-23 1076 0 0,-53 16-667 0 0,391-104 827 0 0,-321 93-1016 0 0,170-15-1 0 0,295 11-717 0 0,1 26 0 0 0,-339 8 0 0 0,508-1-187 0 0,-680 6-481 0 0,-39 2-4190 0 0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46.0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218 102 7834 0 0,'-2'-27'3668'0'0,"0"15"-2027"0"0,-10 32-1285 0 0,-41 84-118 0 0,-77 168 244 0 0,114-232-1025 0 0,14-36-224 0 0,8-29-2271 0 0,10-28-698 0 0,10-66-1 0 0,-10 1 2866 0 0,-13 87 1446 0 0,-2 15 759 0 0,0 0 0 0 0,1 0 0 0 0,1 0 1 0 0,0 1-1 0 0,1-1 0 0 0,7-17 0 0 0,-10 31-1211 0 0,-1 1-1 0 0,1-1 1 0 0,0 1 0 0 0,-1-1-1 0 0,1 1 1 0 0,0-1 0 0 0,0 1-1 0 0,0-1 1 0 0,0 1 0 0 0,0 0-1 0 0,0 0 1 0 0,1-1 0 0 0,-1 1-1 0 0,0 0 1 0 0,1 0 0 0 0,-1 0-1 0 0,0 0 1 0 0,1 1 0 0 0,-1-1-1 0 0,1 0 1 0 0,0 0 0 0 0,-1 1-1 0 0,1-1 1 0 0,-1 1-1 0 0,1 0 1 0 0,0-1 0 0 0,0 1-1 0 0,-1 0 1 0 0,1 0 0 0 0,0 0-1 0 0,-1 0 1 0 0,1 0 0 0 0,0 1-1 0 0,-1-1 1 0 0,1 0 0 0 0,0 1-1 0 0,-1-1 1 0 0,1 1 0 0 0,-1 0-1 0 0,1-1 1 0 0,-1 1 0 0 0,1 0-1 0 0,-1 0 1 0 0,1 0 0 0 0,-1 0-1 0 0,0 0 1 0 0,0 0 0 0 0,3 3-1 0 0,6 6 127 0 0,0 1-1 0 0,-1 0 1 0 0,0 0-1 0 0,11 18 1 0 0,-18-26-184 0 0,26 40-299 0 0,3-1 1 0 0,1-2 0 0 0,41 40-1 0 0,-42-50-1043 0 0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46.6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12899 0 0,'2'2'178'0'0,"-1"0"0"0"0,1 0 0 0 0,0-1 0 0 0,0 1 0 0 0,0 0 0 0 0,-1-1 0 0 0,1 0 0 0 0,1 1-1 0 0,-1-1 1 0 0,0 0 0 0 0,0 0 0 0 0,0 0 0 0 0,3 1 0 0 0,36 11 900 0 0,-28-10-404 0 0,98 23 2085 0 0,-84-22-2515 0 0,0 1-1 0 0,-1 1 0 0 0,0 2 1 0 0,0 1-1 0 0,-1 1 0 0 0,26 13 1 0 0,-45-19-245 0 0,-1 0 1 0 0,0 1-1 0 0,0-1 1 0 0,0 1 0 0 0,-1 0-1 0 0,1 0 1 0 0,-1 1-1 0 0,0-1 1 0 0,-1 1 0 0 0,1 0-1 0 0,-1 0 1 0 0,0 0-1 0 0,-1 0 1 0 0,1 0-1 0 0,-1 1 1 0 0,-1-1 0 0 0,1 1-1 0 0,-1 0 1 0 0,1 8-1 0 0,-2-7-150 0 0,1 0-1 0 0,-1 0 1 0 0,-1 0-1 0 0,1 0 0 0 0,-1 0 1 0 0,-1 0-1 0 0,0 0 1 0 0,0 0-1 0 0,0 0 0 0 0,-1 0 1 0 0,0-1-1 0 0,-1 1 1 0 0,1-1-1 0 0,-1 0 0 0 0,-10 12 1 0 0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48.0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2550 456 0 0,'0'0'12'0'0,"0"-1"-1"0"0,0 1 0 0 0,0 0 1 0 0,0-1-1 0 0,1 1 1 0 0,-1 0-1 0 0,0-1 1 0 0,0 1-1 0 0,0 0 1 0 0,0-1-1 0 0,0 1 1 0 0,0 0-1 0 0,0-1 1 0 0,0 1-1 0 0,0 0 1 0 0,0-1-1 0 0,-1 1 0 0 0,1 0 1 0 0,0-1-1 0 0,0 1 1 0 0,0 0-1 0 0,0 0 1 0 0,0-1-1 0 0,0 1 1 0 0,-1 0-1 0 0,1-1 1 0 0,0 1-1 0 0,0 0 1 0 0,0 0-1 0 0,-1-1 0 0 0,1 1 1 0 0,0 0-1 0 0,0 0 1 0 0,-1 0-1 0 0,1 0 1 0 0,0-1-1 0 0,-1 1 1 0 0,1 0-1 0 0,0 0 1 0 0,-1 0-1 0 0,1 0 1 0 0,0 0-1 0 0,-1 0 1 0 0,1 0-1 0 0,0 0 0 0 0,-1 0 1 0 0,1 0-1 0 0,0 0 1 0 0,-1 0-1 0 0,1 0 1 0 0,0 0-1 0 0,0 0 1 0 0,-1 0-1 0 0,1 0 1 0 0,0 0-1 0 0,-1 0 1 0 0,0 2 51 0 0,1 0 1 0 0,0 0 0 0 0,-1 0 0 0 0,1-1 0 0 0,0 1 0 0 0,0 0 0 0 0,0 0 0 0 0,1 0 0 0 0,-1 0 0 0 0,0 0 0 0 0,1-1 0 0 0,0 4 0 0 0,0-3 145 0 0,-1 0 1 0 0,1-1 0 0 0,0 1-1 0 0,0-1 1 0 0,0 1 0 0 0,0-1-1 0 0,0 1 1 0 0,1-1 0 0 0,-1 1-1 0 0,0-1 1 0 0,1 0 0 0 0,-1 0-1 0 0,1 0 1 0 0,-1 1 0 0 0,1-2-1 0 0,-1 1 1 0 0,1 0 0 0 0,0 0 0 0 0,0 0-1 0 0,-1-1 1 0 0,1 1 0 0 0,0-1-1 0 0,0 1 1 0 0,0-1 0 0 0,1 0-1 0 0,6 0 361 0 0,0 0 0 0 0,-1-1 0 0 0,1 0 0 0 0,-1 0 0 0 0,0-1 0 0 0,1 0 0 0 0,13-6 0 0 0,58-28 2388 0 0,-60 26-2247 0 0,71-34-522 0 0,140-71 729 0 0,-161 77-317 0 0,80-60-1 0 0,-115 72-338 0 0,-1-2-1 0 0,-2-1 0 0 0,52-61 0 0 0,-64 65-197 0 0,-2-1-1 0 0,0-1 1 0 0,-2 0 0 0 0,-1-2 0 0 0,-1 1-1 0 0,11-35 1 0 0,7-53-30 0 0,-4-1-1 0 0,14-136 0 0 0,-26 150-16 0 0,-4 13-7 0 0,-3-1-1 0 0,-5 0 1 0 0,-13-174-1 0 0,6 220 168 0 0,2 0 0 0 0,2 0 0 0 0,3 0 1 0 0,11-58-1 0 0,52-174 81 0 0,-48 206-275 0 0,-16 60 66 0 0,1-5 143 0 0,1 0 0 0 0,10-24 0 0 0,8 80 342 0 0,-7-3-529 0 0,-2 1 0 0 0,-1 0 1 0 0,8 43-1 0 0,15 124 35 0 0,-23-120-27 0 0,0 2 38 0 0,5 0 0 0 0,47 140-1 0 0,-47-180-35 0 0,-2 1 0 0 0,-3 1 0 0 0,-1 0 0 0 0,8 78 0 0 0,-16-76-24 0 0,-1-3 10 0 0,2 0 0 0 0,1-1 1 0 0,3 0-1 0 0,20 65 0 0 0,77 204-67 0 0,-98-292 62 0 0,1-2 0 0 0,1 1 0 0 0,0-1 1 0 0,2 0-1 0 0,28 37 0 0 0,-31-47 27 0 0,0 0 1 0 0,1-2-1 0 0,1 1 0 0 0,0-1 0 0 0,0-1 1 0 0,1 0-1 0 0,0 0 0 0 0,0-1 0 0 0,1-1 0 0 0,0 0 1 0 0,16 6-1 0 0,-18-11 11 0 0,-1 1-1 0 0,1-2 1 0 0,-1 1 0 0 0,1-1 0 0 0,0-1 0 0 0,-1 0-1 0 0,1 0 1 0 0,-1-1 0 0 0,16-4 0 0 0,12-3 117 0 0,43-16 0 0 0,7-6-659 0 0,-22 7-843 0 0,95-21 0 0 0,-133 39-193 0 0,140-29-7287 0 0,-58 4 8293 0 0,-83 21 458 0 0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49.0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9218 0 0,'0'0'707'0'0,"6"31"3059"0"0,-6 142-1632 0 0,-1-17-4701 0 0,3-120-2281 0 0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49.2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2304 0 0,'5'14'97'0'0,"-2"-3"31"0"0,0-1-128 0 0,0-1 0 0 0,-1-3 0 0 0,0-2 0 0 0,0 2 472 0 0,2 4 72 0 0,2 8 8 0 0,5 6 8 0 0,-3 3-136 0 0,3 3-24 0 0,-2 0-8 0 0,1-4 0 0 0,-1-1-328 0 0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49.4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 6449 0 0,'-4'14'577'0'0,"2"-4"-465"0"0,2 0-112 0 0,0-2 0 0 0,2-3 576 0 0,0-1 96 0 0,0 1 24 0 0,2 2 0 0 0,1 6-1440 0 0,3 2-288 0 0,-2 2-57 0 0,2-4-15 0 0,-3-3 920 0 0,0-4 184 0 0,0-5 0 0 0,0-2 88 0 0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52.9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23 8754 0 0,'0'-1'148'0'0,"0"1"-1"0"0,0-1 1 0 0,-1 0-1 0 0,1 1 1 0 0,0-1 0 0 0,0 0-1 0 0,0 1 1 0 0,0-1 0 0 0,0 0-1 0 0,0 1 1 0 0,0-1-1 0 0,0 0 1 0 0,0 1 0 0 0,1-1-1 0 0,-1 0 1 0 0,0 1 0 0 0,0-1-1 0 0,0 1 1 0 0,1-1-1 0 0,-1 0 1 0 0,0 1 0 0 0,1-1-1 0 0,-1 1 1 0 0,1-1 0 0 0,-1 1-1 0 0,0-1 1 0 0,1 1 0 0 0,-1-1-1 0 0,1 1 1 0 0,0-1-1 0 0,-1 1 1 0 0,1 0 0 0 0,-1-1-1 0 0,1 1 1 0 0,-1 0 0 0 0,1-1-1 0 0,0 1 1 0 0,-1 0-1 0 0,2 0 1 0 0,-1-1 6 0 0,0 1-1 0 0,0 0 1 0 0,1 0-1 0 0,-1 0 1 0 0,0 0-1 0 0,0 0 1 0 0,0 0-1 0 0,0 0 1 0 0,1 0-1 0 0,-1 1 1 0 0,0-1 0 0 0,0 0-1 0 0,0 1 1 0 0,0-1-1 0 0,0 1 1 0 0,0-1-1 0 0,1 1 1 0 0,-1-1-1 0 0,0 1 1 0 0,-1 0-1 0 0,1-1 1 0 0,0 1-1 0 0,2 2 1 0 0,3 6 270 0 0,0-1 0 0 0,-1 2 0 0 0,0-1 0 0 0,-1 1 0 0 0,1-1-1 0 0,3 17 1 0 0,13 66 628 0 0,-15-64-1130 0 0,18 84 44 0 0,3 15-794 0 0,-11-43-4228 0 0,-15-69-815 0 0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53.3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116 23 920 0 0,'0'-1'182'0'0,"0"0"0"0"0,0 0 0 0 0,0 0 0 0 0,-1 0 0 0 0,1 0 0 0 0,0 0 0 0 0,0 0 0 0 0,-1 0 0 0 0,1 0 1 0 0,0 0-1 0 0,-1 0 0 0 0,1 0 0 0 0,-1 1 0 0 0,1-1 0 0 0,-1 0 0 0 0,1 0 0 0 0,-1 0 0 0 0,0 1 0 0 0,0-1 0 0 0,1 0 0 0 0,-1 1 0 0 0,0-1 0 0 0,0 0 0 0 0,0 1 0 0 0,-1-1 0 0 0,1 1 7 0 0,0 0 0 0 0,0 0 1 0 0,0 1-1 0 0,0-1 0 0 0,0 0 0 0 0,0 1 0 0 0,0-1 0 0 0,0 1 1 0 0,0-1-1 0 0,1 1 0 0 0,-1-1 0 0 0,0 1 0 0 0,0 0 1 0 0,0-1-1 0 0,0 1 0 0 0,1 0 0 0 0,-1 0 0 0 0,-1 1 0 0 0,-4 6 530 0 0,1 0-1 0 0,-1 1 1 0 0,-6 15-1 0 0,-1 7 178 0 0,-17 58 0 0 0,27-75-563 0 0,0 1 1 0 0,0 0-1 0 0,2 0 1 0 0,0 0-1 0 0,1 0 1 0 0,1 21-1 0 0,0-73 409 0 0,7-58-1 0 0,-3 57-432 0 0,-5 34-241 0 0,7-45 537 0 0,-6 47-533 0 0,-1-1 0 0 0,1 1-1 0 0,0 0 1 0 0,0-1-1 0 0,0 1 1 0 0,0 0 0 0 0,0 0-1 0 0,0-1 1 0 0,0 1-1 0 0,1 0 1 0 0,-1 0 0 0 0,1 0-1 0 0,0 1 1 0 0,-1-1-1 0 0,1 0 1 0 0,3-2 0 0 0,-4 4-35 0 0,0 0 1 0 0,1 0 0 0 0,-1 0-1 0 0,0 0 1 0 0,0 0 0 0 0,0 0 0 0 0,0 0-1 0 0,1 0 1 0 0,-1 0 0 0 0,0 0-1 0 0,0 1 1 0 0,0-1 0 0 0,0 0-1 0 0,0 1 1 0 0,0-1 0 0 0,0 1 0 0 0,0-1-1 0 0,0 1 1 0 0,2 1 0 0 0,23 17 373 0 0,-13-9-164 0 0,18 10 175 0 0,41 18-1 0 0,-60-32-1032 0 0,0-1-1 0 0,0-1 0 0 0,26 5 1 0 0,-24-8-171 0 0,-2-4 453 0 0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53.7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75 12443 0 0,'-1'-5'306'0'0,"0"0"0"0"0,1 0 0 0 0,0-1-1 0 0,0 1 1 0 0,0 0 0 0 0,1-1 0 0 0,0 1 0 0 0,0 0 0 0 0,2-7 0 0 0,-3 11-215 0 0,1 0-1 0 0,-1 0 0 0 0,0 0 0 0 0,1 0 1 0 0,-1 0-1 0 0,1 0 0 0 0,-1 1 1 0 0,1-1-1 0 0,0 0 0 0 0,-1 1 0 0 0,1-1 1 0 0,0 0-1 0 0,-1 1 0 0 0,1-1 1 0 0,0 1-1 0 0,0-1 0 0 0,0 1 0 0 0,0-1 1 0 0,-1 1-1 0 0,1-1 0 0 0,0 1 1 0 0,1 0-1 0 0,0 0-5 0 0,0 0 0 0 0,0 0 0 0 0,-1 0 0 0 0,1 1-1 0 0,0-1 1 0 0,0 1 0 0 0,-1-1 0 0 0,1 1 0 0 0,0-1 0 0 0,-1 1 0 0 0,1 0 0 0 0,-1 0 0 0 0,1 0 0 0 0,-1 0 0 0 0,1 0 0 0 0,1 3 0 0 0,5 4 45 0 0,0 1 1 0 0,0-1-1 0 0,-1 2 1 0 0,0-1-1 0 0,-1 1 0 0 0,0 0 1 0 0,-1 0-1 0 0,5 12 1 0 0,29 90 332 0 0,-38-111-467 0 0,0 4-200 0 0,17 53-158 0 0,-6-21-5849 0 0,-6-21 230 0 0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53.9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55 141 5529 0 0,'-25'-20'126'0'0,"22"17"472"0"0,0-1-1 0 0,0 1 0 0 0,0-1 0 0 0,0 1 1 0 0,0-1-1 0 0,1 0 0 0 0,0 0 1 0 0,-2-4-1 0 0,3 6-286 0 0,1 0-1 0 0,-1 0 1 0 0,0 0 0 0 0,1-1 0 0 0,0 1-1 0 0,0 0 1 0 0,-1 0 0 0 0,1 0 0 0 0,0 0 0 0 0,0 0-1 0 0,1 0 1 0 0,-1-1 0 0 0,0 1 0 0 0,1 0-1 0 0,0 0 1 0 0,-1 0 0 0 0,2-2 0 0 0,0 1-260 0 0,-1 1 0 0 0,1-1 1 0 0,0 1-1 0 0,0-1 0 0 0,0 1 1 0 0,0 0-1 0 0,0 0 1 0 0,0 0-1 0 0,4-2 0 0 0,21-10-151 0 0,-8 10-4722 0 0,-6 4-433 0 0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54.1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91 5065 0 0,'-6'-4'224'0'0,"2"1"48"0"0,1 0-272 0 0,2 1 0 0 0,2 0 0 0 0,0 0 0 0 0,1-1 552 0 0,0-1 56 0 0,3-2 17 0 0,3-2-1 0 0,1 1-456 0 0,4-2-88 0 0,1 0-16 0 0,2 1-64 0 0,1 2-1000 0 0,-1 1-257 0 0,2 0-55 0 0,-1 1 0 0 0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50.1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49 138 3681 0 0,'1'-10'515'0'0,"2"-6"1088"0"0,-1-1 1 0 0,-1 0 0 0 0,0 0-1 0 0,-2 0 1 0 0,-8-27 4089 0 0,9 45-5632 0 0,-9 14 1215 0 0,-4 19-781 0 0,6-11-420 0 0,2 0 1 0 0,0 1-1 0 0,2 0 1 0 0,0 0 0 0 0,2 0-1 0 0,1 0 1 0 0,0 0-1 0 0,5 25 1 0 0,-3-37-49 0 0,-1-1 1 0 0,2 1-1 0 0,0-1 1 0 0,0 0-1 0 0,1 0 0 0 0,0 0 1 0 0,1 0-1 0 0,0-1 1 0 0,1 1-1 0 0,0-1 1 0 0,1-1-1 0 0,0 1 1 0 0,0-1-1 0 0,1 0 1 0 0,0-1-1 0 0,0 0 1 0 0,1 0-1 0 0,15 9 0 0 0,-21-16-5 0 0,-1 0-1 0 0,1 0 0 0 0,-1 0 0 0 0,1 0 0 0 0,0-1 0 0 0,-1 1 1 0 0,1-1-1 0 0,0 0 0 0 0,0 0 0 0 0,-1 0 0 0 0,1 0 0 0 0,0 0 0 0 0,-1-1 1 0 0,1 1-1 0 0,0-1 0 0 0,-1 0 0 0 0,1 0 0 0 0,-1 0 0 0 0,1 0 0 0 0,-1 0 1 0 0,1 0-1 0 0,-1-1 0 0 0,0 1 0 0 0,1-1 0 0 0,-1 1 0 0 0,0-1 0 0 0,3-4 1 0 0,-3 5-6 0 0,-1-1 0 0 0,1 1 1 0 0,-1-1-1 0 0,1 0 1 0 0,-1 1-1 0 0,0-1 1 0 0,0 0-1 0 0,0 0 1 0 0,0 1-1 0 0,0-1 1 0 0,0 0-1 0 0,0 0 0 0 0,-1 0 1 0 0,1 0-1 0 0,-1 0 1 0 0,1-1-1 0 0,-1 1 1 0 0,0 0-1 0 0,0 0 1 0 0,0 0-1 0 0,0 0 0 0 0,0 0 1 0 0,0 0-1 0 0,-1 0 1 0 0,1 0-1 0 0,-1 0 1 0 0,1 0-1 0 0,-1 0 1 0 0,0 0-1 0 0,0 0 0 0 0,0 0 1 0 0,0 0-1 0 0,0 0 1 0 0,0 0-1 0 0,-3-2 1 0 0,4 3-38 0 0,-1 1 1 0 0,0-1 0 0 0,1 1 0 0 0,-1-1-1 0 0,0 1 1 0 0,0-1 0 0 0,1 1 0 0 0,-1 0-1 0 0,0-1 1 0 0,0 1 0 0 0,1 0 0 0 0,-1 0-1 0 0,0-1 1 0 0,0 1 0 0 0,0 0-1 0 0,0 0 1 0 0,1 0 0 0 0,-1 0 0 0 0,0 0-1 0 0,0 0 1 0 0,0 0 0 0 0,0 0 0 0 0,1 1-1 0 0,-1-1 1 0 0,-1 0 0 0 0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50.9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66 17 11058 0 0,'0'-1'166'0'0,"0"0"1"0"0,1 1-1 0 0,-1-1 0 0 0,0 0 0 0 0,0 1 0 0 0,0-1 0 0 0,0 0 0 0 0,0 1 0 0 0,0-1 0 0 0,0 0 0 0 0,-1 1 0 0 0,1-1 0 0 0,0 0 1 0 0,0 1-1 0 0,0-1 0 0 0,-1 1 0 0 0,1-1 0 0 0,0 0 0 0 0,-1 1 0 0 0,1-1 0 0 0,0 1 0 0 0,-1-1 0 0 0,1 1 0 0 0,-1-1 0 0 0,0 0 1 0 0,-10 9 1654 0 0,-8 25-1137 0 0,11-11-630 0 0,2 0 0 0 0,1 0 0 0 0,1 0 0 0 0,1 1 0 0 0,-1 29 0 0 0,4-41-59 0 0,0 0-1 0 0,0 0 1 0 0,2-1 0 0 0,-1 1 0 0 0,1 0-1 0 0,0-1 1 0 0,1 1 0 0 0,1-1-1 0 0,0 0 1 0 0,0 0 0 0 0,0 0-1 0 0,2-1 1 0 0,7 12 0 0 0,-10-17 8 0 0,0-1 0 0 0,0 0-1 0 0,0-1 1 0 0,0 1 0 0 0,0 0 0 0 0,1-1 0 0 0,-1 0 0 0 0,1 0-1 0 0,0 0 1 0 0,0 0 0 0 0,-1-1 0 0 0,1 1 0 0 0,0-1 0 0 0,1 0-1 0 0,-1 0 1 0 0,0 0 0 0 0,0-1 0 0 0,0 0 0 0 0,0 1 0 0 0,0-1-1 0 0,1-1 1 0 0,-1 1 0 0 0,0-1 0 0 0,0 1 0 0 0,0-1 0 0 0,8-3-1 0 0,-8 3 42 0 0,-1-1 0 0 0,1 0 0 0 0,0 1 1 0 0,-1-1-1 0 0,1 0 0 0 0,-1-1 0 0 0,0 1 0 0 0,1 0 0 0 0,-1-1 0 0 0,0 0 0 0 0,-1 0 0 0 0,1 0 0 0 0,0 0 0 0 0,-1 0 0 0 0,0-1 0 0 0,0 1 0 0 0,0-1 0 0 0,0 1 0 0 0,0-1 0 0 0,-1 0 0 0 0,1 0 0 0 0,-1 1 0 0 0,0-1 0 0 0,0 0 0 0 0,-1 0 0 0 0,1 0 0 0 0,-1-7 0 0 0,0 6-13 0 0,0 1-1 0 0,-1 0 0 0 0,1-1 0 0 0,-1 1 0 0 0,0 0 0 0 0,-1-1 0 0 0,1 1 0 0 0,-1 0 0 0 0,1 0 0 0 0,-1 0 0 0 0,0 0 0 0 0,-5-6 0 0 0,6 9-73 0 0,0 0 1 0 0,0 0-1 0 0,0 0 0 0 0,0 0 1 0 0,0 1-1 0 0,0-1 0 0 0,0 0 1 0 0,-1 1-1 0 0,1-1 1 0 0,0 0-1 0 0,0 1 0 0 0,0 0 1 0 0,-1-1-1 0 0,1 1 0 0 0,0 0 1 0 0,-1-1-1 0 0,1 1 1 0 0,-2 0-1 0 0,1 1-133 0 0,0-1-1 0 0,-1 1 1 0 0,1-1-1 0 0,0 1 1 0 0,0 0-1 0 0,-1 0 1 0 0,1 0-1 0 0,0 0 1 0 0,0 0-1 0 0,0 0 1 0 0,0 0-1 0 0,1 1 1 0 0,-4 2 0 0 0,-13 15-3887 0 0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51.2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9 156 2304 0 0,'-9'-15'6493'0'0,"10"24"-3167"0"0,10 25-2209 0 0,-7-25-961 0 0,0 0 0 0 0,1 0 1 0 0,1-1-1 0 0,-1 1 0 0 0,1-1 0 0 0,1 0 0 0 0,0-1 0 0 0,0 1 1 0 0,0-1-1 0 0,16 11 0 0 0,-20-16-3 0 0,1 0 0 0 0,-1 0 0 0 0,0 0 0 0 0,1-1 0 0 0,0 1 0 0 0,-1-1 0 0 0,1 0 0 0 0,-1 0 0 0 0,1-1 0 0 0,0 1 0 0 0,0-1 0 0 0,-1 1 0 0 0,1-1 0 0 0,0 0 0 0 0,0-1 0 0 0,0 1 0 0 0,-1-1 0 0 0,1 1 0 0 0,0-1 0 0 0,-1 0 0 0 0,1-1 0 0 0,0 1 0 0 0,-1-1 0 0 0,0 1 0 0 0,1-1 0 0 0,-1 0 0 0 0,0 0 0 0 0,0 0 0 0 0,0-1 0 0 0,0 1 0 0 0,5-6 0 0 0,-4 3-32 0 0,0 0 1 0 0,0 0 0 0 0,0 0 0 0 0,-1-1 0 0 0,1 1 0 0 0,-1-1 0 0 0,-1 0 0 0 0,1 0 0 0 0,-1 0 0 0 0,0 0 0 0 0,0 0-1 0 0,-1-1 1 0 0,0 1 0 0 0,0 0 0 0 0,0-1 0 0 0,-1 1 0 0 0,0-1 0 0 0,0 1 0 0 0,0 0 0 0 0,-1-1 0 0 0,0 1-1 0 0,-1-1 1 0 0,-1-5 0 0 0,0 4-405 0 0,1 1 0 0 0,-1-1 0 0 0,-1 1 0 0 0,1 0 0 0 0,-1 0 0 0 0,0 0 0 0 0,-1 1 0 0 0,0 0 0 0 0,0-1 0 0 0,0 1 0 0 0,-1 1 0 0 0,0-1-1 0 0,0 1 1 0 0,0 0 0 0 0,0 1 0 0 0,-1-1 0 0 0,0 1 0 0 0,-10-4 0 0 0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55.3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11522 0 0,'0'0'887'0'0,"31"2"1955"0"0,-7 1-2385 0 0,-1 1 0 0 0,0 1 1 0 0,0 1-1 0 0,-1 1 0 0 0,1 1 0 0 0,-1 1 0 0 0,-1 1 0 0 0,0 0 0 0 0,0 2 0 0 0,-1 1 0 0 0,-1 0 0 0 0,0 1 1 0 0,-1 2-1 0 0,0-1 0 0 0,28 36 0 0 0,-37-39-1103 0 0,-2 1 0 0 0,1 1 0 0 0,8 24 0 0 0,7 11-2550 0 0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55.6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102 1 7834 0 0,'-3'9'5301'0'0,"-1"25"-2571"0"0,0 0-1039 0 0,-37 108 1110 0 0,25-95-2930 0 0,-13 59-1 0 0,25-83-2886 0 0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56.0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109 80 5065 0 0,'5'-33'1308'0'0,"-3"29"-547"0"0,-1-1 1 0 0,0 1-1 0 0,0-1 0 0 0,-1 0 1 0 0,1 1-1 0 0,-1-1 1 0 0,-6-10 2799 0 0,6 16-3509 0 0,-8 8 1371 0 0,-6 11-71 0 0,-2 15-1070 0 0,1 0 0 0 0,2 2-1 0 0,1 0 1 0 0,2 0 0 0 0,2 1 0 0 0,1 0 0 0 0,2 0 0 0 0,0 75 0 0 0,4-96-216 0 0,2-1 0 0 0,0 0-1 0 0,1 0 1 0 0,0-1-1 0 0,2 1 1 0 0,0 0 0 0 0,0-1-1 0 0,2 0 1 0 0,0 0 0 0 0,0 0-1 0 0,1-1 1 0 0,1 0-1 0 0,1 0 1 0 0,0-1 0 0 0,0 0-1 0 0,2-1 1 0 0,-1 0-1 0 0,1 0 1 0 0,1-1 0 0 0,0-1-1 0 0,1 0 1 0 0,0-1 0 0 0,0 0-1 0 0,20 9 1 0 0,-8-5-319 0 0,1-2 0 0 0,1 0 0 0 0,47 11 0 0 0,-36-14-872 0 0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56.9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44 6913 0 0,'7'-11'641'0'0,"-6"8"-136"0"0,0 0 1 0 0,1 0-1 0 0,0 0 0 0 0,0 0 1 0 0,0 0-1 0 0,0 1 0 0 0,0-1 0 0 0,0 1 1 0 0,1 0-1 0 0,4-4 0 0 0,-7 6-420 0 0,0 0-1 0 0,1 1 1 0 0,-1-1-1 0 0,1 0 1 0 0,-1 0-1 0 0,0 0 1 0 0,1 0-1 0 0,-1 0 1 0 0,0 0-1 0 0,1 1 1 0 0,-1-1 0 0 0,0 0-1 0 0,1 0 1 0 0,-1 1-1 0 0,0-1 1 0 0,1 0-1 0 0,-1 0 1 0 0,0 1-1 0 0,0-1 1 0 0,1 0-1 0 0,-1 1 1 0 0,0-1-1 0 0,0 0 1 0 0,0 1 0 0 0,0-1-1 0 0,1 0 1 0 0,-1 1-1 0 0,0-1 1 0 0,0 1-1 0 0,0-1 1 0 0,0 0-1 0 0,0 1 1 0 0,0-1-1 0 0,0 1 1 0 0,0-1-1 0 0,0 1 1 0 0,3 18 604 0 0,-3-17-544 0 0,3 74 793 0 0,-4-60-922 0 0,1-1 0 0 0,0 0 0 0 0,2 1 0 0 0,0-1 0 0 0,0 0 0 0 0,9 28 0 0 0,-11-43-21 0 0,0 0 0 0 0,0 0 0 0 0,0 0 0 0 0,0 1 0 0 0,0-1 0 0 0,0 0 0 0 0,1 0 0 0 0,-1 0 0 0 0,0 1 0 0 0,0-1 0 0 0,0 0 0 0 0,0 0 0 0 0,0 0 0 0 0,0 1 1 0 0,1-1-1 0 0,-1 0 0 0 0,0 0 0 0 0,0 0 0 0 0,0 0 0 0 0,0 0 0 0 0,1 0 0 0 0,-1 1 0 0 0,0-1 0 0 0,0 0 0 0 0,0 0 0 0 0,1 0 0 0 0,-1 0 0 0 0,0 0 0 0 0,0 0 0 0 0,0 0 0 0 0,1 0 0 0 0,-1 0 0 0 0,0 0 0 0 0,0 0 0 0 0,1 0 0 0 0,-1 0 0 0 0,0 0 1 0 0,0 0-1 0 0,0 0 0 0 0,1 0 0 0 0,-1 0 0 0 0,9-9-377 0 0,4-15-694 0 0,-13 23 996 0 0,19-48-1264 0 0,-16 38 1629 0 0,1 0 1 0 0,0 0-1 0 0,1 0 1 0 0,0 1 0 0 0,0-1-1 0 0,12-14 1 0 0,-16 23-231 0 0,0 1 1 0 0,0-1-1 0 0,0 1 0 0 0,1-1 1 0 0,-1 1-1 0 0,1 0 1 0 0,-1 0-1 0 0,1-1 0 0 0,-1 1 1 0 0,1 0-1 0 0,0 0 0 0 0,0 0 1 0 0,-1 1-1 0 0,1-1 0 0 0,0 0 1 0 0,0 1-1 0 0,0-1 1 0 0,0 1-1 0 0,0 0 0 0 0,0-1 1 0 0,0 1-1 0 0,0 0 0 0 0,0 0 1 0 0,-1 0-1 0 0,1 1 0 0 0,0-1 1 0 0,0 0-1 0 0,0 1 1 0 0,0-1-1 0 0,0 1 0 0 0,0 0 1 0 0,0-1-1 0 0,-1 1 0 0 0,4 2 1 0 0,-2 0 40 0 0,0-1 0 0 0,-1 1 0 0 0,1-1 0 0 0,-1 1 0 0 0,1 0 0 0 0,-1 0 0 0 0,0 0 0 0 0,0 0 1 0 0,0 0-1 0 0,-1 1 0 0 0,1-1 0 0 0,-1 0 0 0 0,0 1 0 0 0,0-1 0 0 0,0 1 0 0 0,0 0 0 0 0,0 5 0 0 0,-1-1-273 0 0,1 4-1521 0 0,0 0 0 0 0,0-1 0 0 0,6 23 0 0 0,-4-27-94 0 0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57.5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9674 0 0,'4'2'611'0'0,"-1"0"-1"0"0,1 0 1 0 0,-1 0-1 0 0,0 1 1 0 0,0-1 0 0 0,5 6-1 0 0,-4-3-469 0 0,-1 0-1 0 0,0 0 0 0 0,-1 1 0 0 0,1-1 0 0 0,-1 1 1 0 0,0-1-1 0 0,-1 1 0 0 0,1 0 0 0 0,-1 0 0 0 0,0 0 1 0 0,-1 0-1 0 0,1 0 0 0 0,-1 0 0 0 0,-1 6 0 0 0,1-5-122 0 0,0 0-1 0 0,0-1 0 0 0,1 1 0 0 0,-1 0 0 0 0,2-1 1 0 0,-1 1-1 0 0,1-1 0 0 0,0 1 0 0 0,0-1 1 0 0,4 8-1 0 0,-6-14-22 0 0,0 0 0 0 0,0 0 0 0 0,1 1 0 0 0,-1-1 1 0 0,0 0-1 0 0,0 0 0 0 0,0 0 0 0 0,0 0 0 0 0,1 0 0 0 0,-1 0 1 0 0,0 0-1 0 0,0 0 0 0 0,0 1 0 0 0,0-1 0 0 0,1 0 0 0 0,-1 0 1 0 0,0 0-1 0 0,0 0 0 0 0,0 0 0 0 0,1 0 0 0 0,-1 0 0 0 0,0 0 0 0 0,0 0 1 0 0,0 0-1 0 0,1 0 0 0 0,-1 0 0 0 0,0-1 0 0 0,0 1 0 0 0,0 0 1 0 0,0 0-1 0 0,1 0 0 0 0,-1 0 0 0 0,0 0 0 0 0,0 0 0 0 0,0 0 1 0 0,0 0-1 0 0,1 0 0 0 0,-1-1 0 0 0,0 1 0 0 0,0 0 0 0 0,0 0 0 0 0,0 0 1 0 0,11-12-275 0 0,6-15-922 0 0,-17 26 952 0 0,14-23-1356 0 0,23-37 249 0 0,-34 57 1748 0 0,0 1 0 0 0,-1 0-1 0 0,2 0 1 0 0,-1 0 0 0 0,0 0 0 0 0,1 0 0 0 0,6-3 0 0 0,-8 5-229 0 0,-1 0 0 0 0,1 0 0 0 0,0 1 0 0 0,0-1 0 0 0,0 1 1 0 0,-1-1-1 0 0,1 1 0 0 0,0 0 0 0 0,0-1 0 0 0,0 1 0 0 0,0 0 0 0 0,-1 0 0 0 0,1 1 1 0 0,0-1-1 0 0,0 0 0 0 0,0 0 0 0 0,0 1 0 0 0,-1-1 0 0 0,1 1 0 0 0,0 0 1 0 0,0 0-1 0 0,-1-1 0 0 0,1 1 0 0 0,0 0 0 0 0,-1 0 0 0 0,1 1 0 0 0,-1-1 0 0 0,0 0 1 0 0,1 0-1 0 0,0 2 0 0 0,1 0-126 0 0,-1 0 1 0 0,0 0-1 0 0,0 0 0 0 0,0 0 1 0 0,-1 0-1 0 0,1 1 0 0 0,-1-1 1 0 0,1 1-1 0 0,-1-1 0 0 0,0 1 1 0 0,0-1-1 0 0,-1 1 0 0 0,1 0 1 0 0,-1 3-1 0 0,0-7-59 0 0,0 1-1 0 0,0-1 1 0 0,0 0-1 0 0,0 1 1 0 0,0-1 0 0 0,0 0-1 0 0,0 0 1 0 0,0 1-1 0 0,0-1 1 0 0,1 0 0 0 0,-1 1-1 0 0,0-1 1 0 0,0 0-1 0 0,0 0 1 0 0,0 1 0 0 0,0-1-1 0 0,1 0 1 0 0,-1 0-1 0 0,0 1 1 0 0,0-1 0 0 0,0 0-1 0 0,1 0 1 0 0,-1 0-1 0 0,0 1 1 0 0,0-1 0 0 0,1 0-1 0 0,-1 0 1 0 0,0 0-1 0 0,0 0 1 0 0,1 0 0 0 0,-1 1-1 0 0,0-1 1 0 0,1 0-1 0 0,-1 0 1 0 0,1 0-1 0 0,15-3-638 0 0,21-15-547 0 0,-31 15 785 0 0,-5 2 365 0 0,1 0 0 0 0,-1 1 1 0 0,0-1-1 0 0,0 1 1 0 0,1-1-1 0 0,-1 1 0 0 0,0-1 1 0 0,1 1-1 0 0,-1 0 0 0 0,0 0 1 0 0,1 0-1 0 0,-1 0 1 0 0,1 0-1 0 0,-1 0 0 0 0,0 0 1 0 0,1 0-1 0 0,-1 0 0 0 0,0 1 1 0 0,2 0-1 0 0,21 18-599 0 0,-17-12 450 0 0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57.8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120 0 11522 0 0,'2'1'307'0'0,"0"-1"0"0"0,0 0-1 0 0,0 1 1 0 0,0 0-1 0 0,-1-1 1 0 0,1 1 0 0 0,0 0-1 0 0,0 0 1 0 0,-1 0-1 0 0,1 0 1 0 0,0 1 0 0 0,-1-1-1 0 0,1 0 1 0 0,1 3-1 0 0,21 23 1495 0 0,-21-22-1430 0 0,9 11-56 0 0,-1 1 0 0 0,-1 0 0 0 0,-1 1 0 0 0,0 0-1 0 0,-1 0 1 0 0,-1 1 0 0 0,-1 0 0 0 0,0 0 0 0 0,-2 1 0 0 0,0-1-1 0 0,-1 1 1 0 0,-1 0 0 0 0,-1 0 0 0 0,-3 40 0 0 0,-2-23-322 0 0,-1 0 0 0 0,-2 0 0 0 0,-2-1 0 0 0,-1 0 0 0 0,-2-1 0 0 0,-1 0 0 0 0,-21 40 0 0 0,-106 177-1412 0 0,109-203 458 0 0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0:03.64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627 286 4609 0 0,'-137'-25'2208'0'0,"-275"-14"1"0"0,334 35 455 0 0,101 2-2603 0 0,0-1 0 0 0,0 0-1 0 0,37-12 1 0 0,3 0 6 0 0,571-74 3444 0 0,7 42-1685 0 0,-538 40-1774 0 0,493-19 204 0 0,-296 15-247 0 0,1507 21-29 0 0,-1167 19-157 0 0,169 11-4 0 0,-727-34 120 0 0,276 28-1428 0 0,-311-28 334 0 0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0:04.45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5128 31 13827 0 0,'-5'-5'817'0'0,"2"2"-841"0"0,0 0 0 0 0,0 0 0 0 0,0 0 0 0 0,0 0 1 0 0,-1 1-1 0 0,1-1 0 0 0,-6-2 0 0 0,8 5-42 0 0,0 0 0 0 0,0-1 0 0 0,-1 1 0 0 0,1 0 0 0 0,0 0 0 0 0,0 0 0 0 0,0 0 0 0 0,0 0 0 0 0,0 0 0 0 0,-1 1 1 0 0,1-1-1 0 0,0 0 0 0 0,0 0 0 0 0,0 1 0 0 0,0-1 0 0 0,0 1 0 0 0,0-1 0 0 0,0 1 0 0 0,0-1 0 0 0,0 1 0 0 0,0 0 0 0 0,0 0 0 0 0,0-1 1 0 0,0 1-1 0 0,1 0 0 0 0,-1 0 0 0 0,0 0 0 0 0,1 0 0 0 0,-1 0 0 0 0,0 0 0 0 0,1 0 0 0 0,-2 2 0 0 0,-3 7 56 0 0,0 0 0 0 0,0 1-1 0 0,1 0 1 0 0,0 0 0 0 0,1 0-1 0 0,-4 20 1 0 0,-4 75-40 0 0,8-73 114 0 0,-10 137 880 0 0,7 1 0 0 0,8 1 0 0 0,26 186 0 0 0,-7-212-384 0 0,29 242 857 0 0,-27 4-681 0 0,-25-43-617 0 0,1 233-3 0 0,3-377 348 0 0,7 226 750 0 0,30-2-988 0 0,-16-316 68 0 0,53 160 1 0 0,-41-159 188 0 0,-28-92-296 0 0,-2 0 0 0 0,-1 1-1 0 0,-1-1 1 0 0,1 37 0 0 0,-4-58-80 0 0,-11-7 149 0 0,-4-2-235 0 0,0 1 0 0 0,-1 0 0 0 0,0 1 1 0 0,0 0-1 0 0,-1 2 0 0 0,1 0 0 0 0,-21-2 1 0 0,-128-6-304 0 0,92 10 175 0 0,-675 23-171 0 0,398 1 655 0 0,-549-3-548 0 0,235-8 126 0 0,-586 46 237 0 0,1062-42-161 0 0,-397 8 364 0 0,537-26-2084 0 0,-86-16-1 0 0,77 6-5658 0 0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0:05.1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 59 9674 0 0,'-10'-42'1155'0'0,"10"42"-1119"0"0,0-1 0 0 0,0 0-1 0 0,0 0 1 0 0,0 1-1 0 0,0-1 1 0 0,0 0-1 0 0,0 0 1 0 0,0 1 0 0 0,0-1-1 0 0,0 0 1 0 0,0 1-1 0 0,1-1 1 0 0,-1 0-1 0 0,0 1 1 0 0,1-1 0 0 0,-1 0-1 0 0,0 1 1 0 0,1-1-1 0 0,-1 0 1 0 0,2 0-1 0 0,-1 0 48 0 0,-1 1-1 0 0,1 0 0 0 0,0 0 1 0 0,0 0-1 0 0,0 0 0 0 0,0 0 1 0 0,0 0-1 0 0,0 0 0 0 0,0 0 0 0 0,0 0 1 0 0,0 0-1 0 0,0 0 0 0 0,0 1 1 0 0,-1-1-1 0 0,1 0 0 0 0,0 1 1 0 0,0-1-1 0 0,0 0 0 0 0,0 1 1 0 0,0-1-1 0 0,-1 1 0 0 0,2 0 1 0 0,3 3 39 0 0,0 0 1 0 0,-1 0 0 0 0,1 0-1 0 0,-1 1 1 0 0,0-1 0 0 0,0 1 0 0 0,0 0-1 0 0,-1 0 1 0 0,0 1 0 0 0,0-1 0 0 0,3 8-1 0 0,2 6 101 0 0,-1 0 0 0 0,5 21 0 0 0,2 19 137 0 0,-3 1-1 0 0,3 69 1 0 0,-4 127 75 0 0,-3-32-248 0 0,8-84-145 0 0,5 0 0 0 0,6-1 1 0 0,82 249-1 0 0,-31-146 725 0 0,-12 4 1 0 0,49 353-1 0 0,-96-452-686 0 0,91 544 283 0 0,-14-240 879 0 0,-76-326-760 0 0,7 208 0 0 0,-26-303-445 0 0,24 432 771 0 0,-10-371-608 0 0,-5-44 19 0 0,-3 0 0 0 0,-1 0 0 0 0,-2 66 0 0 0,-14-68-2168 0 0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0:12.72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2304 0 0,'17'54'5651'0'0,"32"147"1559"0"0,-37-150-7765 0 0,-3 1 0 0 0,4 64 0 0 0,-7-58-1683 0 0,-4-34-1942 0 0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0:13.10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1840 0 0,'3'18'777'0'0,"2"0"-1"0"0,6 19 1 0 0,6 21 1929 0 0,-12-32-1755 0 0,-2 0 0 0 0,-1 1 1 0 0,-2-1-1 0 0,0 0 0 0 0,-2 1 0 0 0,0-1 0 0 0,-2 0 0 0 0,-1 0 0 0 0,-11 35 1 0 0,7-17 9 0 0,7 28-4198 0 0,16 47-4074 0 0,-8-70 7552 0 0,-2 1 1736 0 0,-3-31 799 0 0,6 35 0 0 0,-6-48-2776 0 0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0:13.4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24 1 6449 0 0,'-3'19'1188'0'0,"1"-1"-1"0"0,1 1 0 0 0,2 38 0 0 0,0-34 327 0 0,-3 44 0 0 0,-4-26-1287 0 0,-5 50 554 0 0,10-81-1061 0 0,1 0 0 0 0,1 0 0 0 0,0 0 0 0 0,0 0 0 0 0,0 0 0 0 0,6 16-1 0 0,-3-17-592 0 0,0-2-1 0 0,0 1 1 0 0,1 0-1 0 0,9 12 1 0 0,3 3 2758 0 0,-4 2 3551 0 0,-7-11-4086 0 0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0:14.84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49 5985 0 0,'5'-25'4286'0'0,"-1"1"3711"0"0,5 39-4222 0 0,-2-4-3536 0 0,2 9-40 0 0,-2 0 0 0 0,0 0 1 0 0,-2 1-1 0 0,6 41 0 0 0,0 88 167 0 0,-10-129-297 0 0,-12 482 83 0 0,7-490-2983 0 0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0:15.2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0 227 6913 0 0,'7'-20'832'0'0,"1"0"0"0"0,1 0 0 0 0,1 1 0 0 0,1 0-1 0 0,0 1 1 0 0,17-20 0 0 0,-21 30-192 0 0,-1 1-1 0 0,1 0 1 0 0,1 0 0 0 0,-1 1 0 0 0,1 0 0 0 0,17-10-1 0 0,-20 14-379 0 0,0-1 0 0 0,0 1 0 0 0,0 0-1 0 0,1 1 1 0 0,-1-1 0 0 0,0 1 0 0 0,1 0-1 0 0,-1 1 1 0 0,1-1 0 0 0,-1 1 0 0 0,1 0 0 0 0,0 0-1 0 0,6 2 1 0 0,-9-2-211 0 0,0 1 0 0 0,0 0 0 0 0,0-1 0 0 0,1 1 0 0 0,-1 1 0 0 0,0-1 0 0 0,0 0 0 0 0,-1 1 0 0 0,1 0 0 0 0,0-1 0 0 0,0 1 0 0 0,-1 0 0 0 0,1 0 0 0 0,-1 1-1 0 0,0-1 1 0 0,0 0 0 0 0,1 1 0 0 0,-2 0 0 0 0,3 2 0 0 0,-1 1-33 0 0,-1-1 1 0 0,0 0-1 0 0,0 1 0 0 0,-1-1 0 0 0,1 1 0 0 0,-1-1 0 0 0,-1 1 1 0 0,1 0-1 0 0,-1 0 0 0 0,0 6 0 0 0,-2 10-52 0 0,-1 0 0 0 0,-1 0 0 0 0,-1 0 1 0 0,-11 30-1 0 0,2-14 326 0 0,-2 0 0 0 0,-1-2 0 0 0,-26 39 0 0 0,45-77-235 0 0,1 1 0 0 0,0-1 0 0 0,-1 1 0 0 0,1-1 0 0 0,0 1 0 0 0,0 0-1 0 0,0 0 1 0 0,0 0 0 0 0,0 0 0 0 0,0 0 0 0 0,0 1 0 0 0,6-1 0 0 0,46-3 575 0 0,-25 5-889 0 0,0 1 0 0 0,-1 1 0 0 0,1 1 0 0 0,-1 2 0 0 0,0 0 0 0 0,42 17-1 0 0,-52-15-446 0 0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0:15.5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1 308 13827 0 0,'5'-1'470'0'0,"0"-1"0"0"0,1 0 0 0 0,-1 0 0 0 0,0 0 1 0 0,0-1-1 0 0,0 0 0 0 0,-1 0 0 0 0,1 0 0 0 0,-1 0 0 0 0,8-8 0 0 0,2 0 106 0 0,5-3 31 0 0,-1-1 0 0 0,-1 0 1 0 0,0-2-1 0 0,20-23 1 0 0,-33 34-593 0 0,1 0 0 0 0,-1-1 0 0 0,-1 1 1 0 0,1-1-1 0 0,-1 0 0 0 0,0 0 0 0 0,3-14 0 0 0,-5 17-17 0 0,0 1 0 0 0,-1-1-1 0 0,0 0 1 0 0,0 0 0 0 0,0 0-1 0 0,0 0 1 0 0,0 1 0 0 0,-1-1-1 0 0,0 0 1 0 0,0 0 0 0 0,0 0-1 0 0,0 1 1 0 0,0-1 0 0 0,-1 1-1 0 0,0-1 1 0 0,-2-4 0 0 0,3 6 0 0 0,-1 1 1 0 0,1-1-1 0 0,-1 0 0 0 0,1 0 1 0 0,-1 1-1 0 0,1-1 0 0 0,-1 1 1 0 0,0-1-1 0 0,0 1 0 0 0,1 0 1 0 0,-1-1-1 0 0,0 1 0 0 0,0 0 1 0 0,-1 0-1 0 0,1 1 0 0 0,0-1 1 0 0,0 0-1 0 0,0 1 0 0 0,-1-1 1 0 0,1 1-1 0 0,0 0 0 0 0,0-1 1 0 0,-1 1-1 0 0,1 1 0 0 0,0-1 1 0 0,0 0-1 0 0,-1 0 0 0 0,1 1 1 0 0,0-1-1 0 0,0 1 0 0 0,0 0 1 0 0,-1-1-1 0 0,1 1 0 0 0,0 0 1 0 0,0 1-1 0 0,0-1 0 0 0,0 0 1 0 0,-1 2-1 0 0,-3 1 7 0 0,0 0 0 0 0,1 1-1 0 0,-1-1 1 0 0,1 1 0 0 0,1 0 0 0 0,-1 0-1 0 0,1 1 1 0 0,0-1 0 0 0,0 1-1 0 0,0 0 1 0 0,-4 10 0 0 0,6-11-46 0 0,0 1 0 0 0,0 0 0 0 0,1 0 0 0 0,0 0 1 0 0,0 0-1 0 0,0 0 0 0 0,1 0 0 0 0,0 0 0 0 0,0 0 0 0 0,0 0 0 0 0,1 0 1 0 0,0 0-1 0 0,0 0 0 0 0,0 0 0 0 0,1 0 0 0 0,0-1 0 0 0,0 1 0 0 0,1 0 1 0 0,-1-1-1 0 0,1 0 0 0 0,1 1 0 0 0,-1-1 0 0 0,0-1 0 0 0,1 1 0 0 0,0 0 1 0 0,0-1-1 0 0,1 0 0 0 0,-1 0 0 0 0,1 0 0 0 0,0 0 0 0 0,0-1 0 0 0,0 0 1 0 0,1 0-1 0 0,-1 0 0 0 0,1-1 0 0 0,-1 0 0 0 0,1 0 0 0 0,0 0 0 0 0,0 0 1 0 0,0-1-1 0 0,0 0 0 0 0,0-1 0 0 0,7 1 0 0 0,7-3-7459 0 0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0:16.21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224 308 13363 0 0,'0'-2'232'0'0,"0"-1"1"0"0,0 0 0 0 0,0 1-1 0 0,0-1 1 0 0,-1 0-1 0 0,1 1 1 0 0,-1-1-1 0 0,0 1 1 0 0,1-1 0 0 0,-1 1-1 0 0,0-1 1 0 0,0 1-1 0 0,-1 0 1 0 0,1-1-1 0 0,0 1 1 0 0,-1 0-1 0 0,0 0 1 0 0,1 0 0 0 0,-1 0-1 0 0,0 0 1 0 0,0 1-1 0 0,0-1 1 0 0,0 0-1 0 0,-3-1 1 0 0,2 2-103 0 0,0 0 1 0 0,0 0-1 0 0,0 0 1 0 0,0 1-1 0 0,0-1 1 0 0,0 1-1 0 0,-1 0 1 0 0,1 0-1 0 0,0 0 1 0 0,0 0-1 0 0,0 0 1 0 0,0 1-1 0 0,-1-1 0 0 0,1 1 1 0 0,0 0-1 0 0,0 0 1 0 0,0 0-1 0 0,0 1 1 0 0,1-1-1 0 0,-4 2 1 0 0,-3 3-94 0 0,0 0 1 0 0,0 1-1 0 0,0-1 1 0 0,1 2-1 0 0,0-1 1 0 0,1 1-1 0 0,0 0 0 0 0,0 1 1 0 0,1 0-1 0 0,-1 0 1 0 0,2 0-1 0 0,0 1 1 0 0,0 0-1 0 0,-3 10 1 0 0,4-11-14 0 0,1 1 0 0 0,0-1-1 0 0,1 1 1 0 0,0 0 0 0 0,0-1 0 0 0,1 1 0 0 0,1 0 0 0 0,0 0 0 0 0,0 0 0 0 0,1 0-1 0 0,0 0 1 0 0,0 0 0 0 0,1-1 0 0 0,1 1 0 0 0,5 14 0 0 0,-7-21-67 0 0,0 0 0 0 0,0 0 0 0 0,1 0 0 0 0,-1 0 0 0 0,1-1 0 0 0,0 1 0 0 0,0-1 0 0 0,0 1 0 0 0,0-1 0 0 0,0 0 0 0 0,0 0 0 0 0,1 0 0 0 0,-1 0 0 0 0,1 0 0 0 0,-1 0 0 0 0,1-1 1 0 0,4 2-1 0 0,-5-2-60 0 0,1 0-1 0 0,0-1 1 0 0,-1 0 0 0 0,1 1 0 0 0,0-1 0 0 0,0 0 0 0 0,-1-1 0 0 0,1 1 0 0 0,0 0 0 0 0,-1-1 0 0 0,1 1 0 0 0,0-1 0 0 0,-1 0 0 0 0,1 0 0 0 0,-1 0 0 0 0,4-1 0 0 0,1-3-149 0 0,0 1 0 0 0,0-1-1 0 0,-1 0 1 0 0,0-1 0 0 0,0 1 0 0 0,0-1-1 0 0,0-1 1 0 0,-1 1 0 0 0,0-1 0 0 0,0 0-1 0 0,6-12 1 0 0,-1-5-516 0 0,0 0 0 0 0,-2-1 0 0 0,-1 0 0 0 0,-1 0 0 0 0,-1-1 0 0 0,-1 0 0 0 0,1-37 0 0 0,-5 29 1574 0 0,-6-57-1 0 0,1 59 2189 0 0,-15-54 0 0 0,8 54 625 0 0,65 135-1385 0 0,46 97-1095 0 0,-80-157-1214 0 0,-3 1 0 0 0,20 82 0 0 0,-21-22-968 0 0,-11-68-2297 0 0,16 68 0 0 0,-4-68-3148 0 0,-6-21 3162 0 0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0:17.02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230 11 8754 0 0,'-4'-2'554'0'0,"0"0"1"0"0,0 1-1 0 0,-1-1 0 0 0,1 1 1 0 0,-1 0-1 0 0,1 1 1 0 0,-1-1-1 0 0,1 1 0 0 0,-1 0 1 0 0,1 0-1 0 0,-1 0 0 0 0,1 1 1 0 0,-1-1-1 0 0,1 1 1 0 0,0 0-1 0 0,-1 0 0 0 0,-7 4 1 0 0,6-2-239 0 0,1 1-1 0 0,0 0 1 0 0,0-1 0 0 0,0 1 0 0 0,0 1 0 0 0,1-1 0 0 0,0 1 0 0 0,0 0-1 0 0,0 0 1 0 0,0 0 0 0 0,-4 9 0 0 0,-3 11-177 0 0,0 1 0 0 0,1 0 0 0 0,2 1 0 0 0,-9 43 0 0 0,16-63-19 0 0,-8 34-62 0 0,2-1 0 0 0,2 1 0 0 0,0 58 0 0 0,5-84-43 0 0,1 0 0 0 0,0 0 0 0 0,1 0 0 0 0,1 0 0 0 0,0 0 0 0 0,1 0 0 0 0,0-1 0 0 0,1 1 0 0 0,1-1 0 0 0,1-1 0 0 0,0 1 0 0 0,13 18 0 0 0,-16-26-4 0 0,1 0 0 0 0,-1-1 1 0 0,1 0-1 0 0,1 0 0 0 0,-1 0 0 0 0,1 0 0 0 0,-1-1 1 0 0,1 0-1 0 0,1-1 0 0 0,-1 1 0 0 0,0-1 0 0 0,1 0 1 0 0,0-1-1 0 0,0 1 0 0 0,0-1 0 0 0,0-1 0 0 0,0 1 1 0 0,0-1-1 0 0,0 0 0 0 0,0-1 0 0 0,0 0 0 0 0,0 0 0 0 0,1-1 1 0 0,-1 1-1 0 0,0-2 0 0 0,0 1 0 0 0,0-1 0 0 0,0 0 1 0 0,0 0-1 0 0,-1-1 0 0 0,1 0 0 0 0,-1 0 0 0 0,1 0 1 0 0,-1-1-1 0 0,0 0 0 0 0,-1-1 0 0 0,1 1 0 0 0,-1-1 1 0 0,1 0-1 0 0,-1 0 0 0 0,-1-1 0 0 0,1 1 0 0 0,-1-1 0 0 0,0 0 1 0 0,6-12-1 0 0,-8 13 5 0 0,1 0 0 0 0,-1 0 0 0 0,1 0 0 0 0,-2-1 0 0 0,1 1 0 0 0,0-1 0 0 0,-1 1 0 0 0,0-1 0 0 0,-1 0 0 0 0,1 0 0 0 0,-1 1 1 0 0,0-1-1 0 0,0 0 0 0 0,-1 1 0 0 0,-1-7 0 0 0,1 9-10 0 0,0-1 0 0 0,-1 1-1 0 0,1 0 1 0 0,-1 0 0 0 0,0 0 0 0 0,1 0 0 0 0,-1 0 0 0 0,-1 0 0 0 0,1 1-1 0 0,0-1 1 0 0,-1 1 0 0 0,1 0 0 0 0,-1-1 0 0 0,0 1 0 0 0,1 0 0 0 0,-1 0-1 0 0,0 1 1 0 0,0-1 0 0 0,-1 1 0 0 0,1-1 0 0 0,0 1 0 0 0,0 0 0 0 0,-1 0 0 0 0,1 1-1 0 0,-7-2 1 0 0,4 1 4 0 0,0 1-1 0 0,-1-1 0 0 0,1 1 0 0 0,0 1 1 0 0,0-1-1 0 0,-1 1 0 0 0,1 0 1 0 0,0 0-1 0 0,0 0 0 0 0,0 1 1 0 0,0 0-1 0 0,0 1 0 0 0,0-1 0 0 0,1 1 1 0 0,-8 5-1 0 0,6-3-297 0 0,0 0 0 0 0,0 1 1 0 0,1 0-1 0 0,0 0 0 0 0,1 1 0 0 0,-1 0 1 0 0,1 0-1 0 0,0 0 0 0 0,1 0 0 0 0,-7 14 1 0 0,2 0-7543 0 0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0:17.47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164 23 8290 0 0,'2'-23'6015'0'0,"-3"23"-5873"0"0,-18 3 5493 0 0,5 3-4675 0 0,7 0-835 0 0,-1-1 1 0 0,1 1-1 0 0,0 0 1 0 0,1 1-1 0 0,-1 0 1 0 0,2 0-1 0 0,-1 0 1 0 0,1 1-1 0 0,0-1 1 0 0,0 1-1 0 0,1 1 1 0 0,-6 13 0 0 0,-2 9 296 0 0,2 1 1 0 0,-8 34-1 0 0,15-49-418 0 0,0 0 1 0 0,1 0-1 0 0,1 1 0 0 0,1-1 1 0 0,0 0-1 0 0,1 0 0 0 0,1 0 1 0 0,0 0-1 0 0,2 0 0 0 0,0 0 1 0 0,10 27-1 0 0,-11-36 0 0 0,1 0-1 0 0,-1 1 1 0 0,2-1-1 0 0,-1 0 1 0 0,1-1-1 0 0,0 1 1 0 0,1-1-1 0 0,0 0 1 0 0,0-1-1 0 0,1 1 1 0 0,-1-1-1 0 0,1 0 1 0 0,1-1-1 0 0,-1 0 1 0 0,1 0-1 0 0,0-1 1 0 0,0 1-1 0 0,0-2 1 0 0,0 1-1 0 0,1-1 1 0 0,0-1-1 0 0,0 1 1 0 0,15 1-1 0 0,-20-4 14 0 0,0 0-1 0 0,0 0 1 0 0,0-1-1 0 0,0 1 1 0 0,0-1-1 0 0,-1 0 1 0 0,1 0-1 0 0,0 0 1 0 0,0 0-1 0 0,-1-1 1 0 0,1 0-1 0 0,0 1 1 0 0,-1-1-1 0 0,0-1 1 0 0,0 1-1 0 0,1 0 1 0 0,-1-1-1 0 0,0 0 1 0 0,-1 1-1 0 0,1-1 1 0 0,-1 0-1 0 0,1-1 1 0 0,-1 1-1 0 0,0 0 0 0 0,0-1 1 0 0,0 1-1 0 0,0-1 1 0 0,-1 1-1 0 0,0-1 1 0 0,1 0-1 0 0,0-6 1 0 0,-1 5-2 0 0,0 1 0 0 0,0-1 0 0 0,0 1 0 0 0,-1 0 0 0 0,1-1-1 0 0,-1 1 1 0 0,0-1 0 0 0,0 1 0 0 0,-1-1 0 0 0,1 1 0 0 0,-1-1 0 0 0,0 1 0 0 0,-1-1 0 0 0,1 1 0 0 0,-1 0 0 0 0,1 0-1 0 0,-1 0 1 0 0,0 0 0 0 0,-1 0 0 0 0,1 0 0 0 0,-1 1 0 0 0,0-1 0 0 0,0 1 0 0 0,0-1 0 0 0,0 1 0 0 0,0 0 0 0 0,-1 0-1 0 0,-3-2 1 0 0,3 3-39 0 0,0 1-1 0 0,0 0 0 0 0,0 0 1 0 0,0 0-1 0 0,0 0 1 0 0,0 0-1 0 0,0 1 0 0 0,0 0 1 0 0,-1 0-1 0 0,1 0 0 0 0,0 0 1 0 0,0 1-1 0 0,0-1 0 0 0,0 1 1 0 0,0 0-1 0 0,0 0 0 0 0,-7 4 1 0 0,-2 1-738 0 0,-1 0 1 0 0,1 1 0 0 0,-19 14 0 0 0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0:17.87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130 4 10138 0 0,'-1'0'161'0'0,"1"-1"1"0"0,-1 1-1 0 0,1 0 0 0 0,-1-1 0 0 0,1 1 1 0 0,0 0-1 0 0,-1 0 0 0 0,1 0 1 0 0,-1-1-1 0 0,1 1 0 0 0,-1 0 0 0 0,1 0 1 0 0,-1 0-1 0 0,1 0 0 0 0,-1 0 0 0 0,0 0 1 0 0,1 0-1 0 0,-1 0 0 0 0,1 0 0 0 0,-1 0 1 0 0,1 0-1 0 0,-1 0 0 0 0,1 0 1 0 0,-1 1-1 0 0,1-1 0 0 0,-1 0 0 0 0,1 0 1 0 0,-1 1-1 0 0,-17 13 2432 0 0,-9 21 445 0 0,17-19-2742 0 0,1 1 1 0 0,0 0-1 0 0,2 0 1 0 0,0 0-1 0 0,1 1 1 0 0,0 0-1 0 0,2 0 1 0 0,0 1-1 0 0,-3 35 1 0 0,6-38-253 0 0,1-1 0 0 0,0 0 0 0 0,1 0-1 0 0,1 0 1 0 0,0 0 0 0 0,1 0 0 0 0,1-1 0 0 0,0 1 0 0 0,1-1 0 0 0,0 0-1 0 0,1 0 1 0 0,14 24 0 0 0,-15-32-22 0 0,0 0-1 0 0,0 0 1 0 0,1 0-1 0 0,0-1 1 0 0,0 1-1 0 0,0-2 1 0 0,1 1 0 0 0,-1-1-1 0 0,1 0 1 0 0,0 0-1 0 0,0 0 1 0 0,1-1-1 0 0,-1 0 1 0 0,1-1-1 0 0,-1 0 1 0 0,1 0 0 0 0,0-1-1 0 0,0 0 1 0 0,14 1-1 0 0,-16-2-12 0 0,-1 0 0 0 0,1-1 0 0 0,-1 1 0 0 0,1-1 0 0 0,-1 0 0 0 0,1 0 1 0 0,-1-1-1 0 0,0 0 0 0 0,1 0 0 0 0,-1 0 0 0 0,0 0 0 0 0,0-1 0 0 0,-1 0 0 0 0,1 0 0 0 0,0 0 0 0 0,-1-1 0 0 0,0 1 0 0 0,0-1 0 0 0,0 0 0 0 0,0-1 0 0 0,-1 1 0 0 0,1 0 0 0 0,-1-1 0 0 0,0 0 0 0 0,-1 0 0 0 0,1 0 1 0 0,-1 0-1 0 0,3-8 0 0 0,-1-3 0 0 0,-2 1 1 0 0,1-1 0 0 0,-2 0-1 0 0,0 0 1 0 0,0 1 0 0 0,-2-1 0 0 0,0 0-1 0 0,-6-28 1 0 0,1 16-101 0 0,-1 1-1 0 0,-2-1 0 0 0,-23-51 1 0 0,30 75-122 0 0,0-1-1 0 0,0 1 1 0 0,-1 0-1 0 0,0-1 1 0 0,0 1 0 0 0,0 0-1 0 0,0 1 1 0 0,-1-1-1 0 0,0 0 1 0 0,1 1 0 0 0,-1 0-1 0 0,-7-4 1 0 0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0:18.4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9674 0 0,'16'77'7274'0'0,"-6"-39"-5514"0"0,-3 1 1 0 0,4 43 0 0 0,-11-70-1722 0 0,1-1-1 0 0,-2 1 1 0 0,0-1-1 0 0,0 1 1 0 0,-1-1-1 0 0,0 0 1 0 0,-1 1 0 0 0,0-1-1 0 0,-1 0 1 0 0,0-1-1 0 0,-10 19 1 0 0,12-44-235 0 0,4-9-483 0 0,3-4 450 0 0,2 0 0 0 0,1 0 0 0 0,1 0 0 0 0,2 1 0 0 0,1 1 0 0 0,20-35 0 0 0,-31 58 317 0 0,1 1-1 0 0,-1-1 1 0 0,1 1 0 0 0,0 0-1 0 0,-1-1 1 0 0,1 1 0 0 0,1 0 0 0 0,-1 0-1 0 0,0 0 1 0 0,0 1 0 0 0,1-1-1 0 0,-1 0 1 0 0,1 1 0 0 0,-1 0-1 0 0,1-1 1 0 0,0 1 0 0 0,-1 0 0 0 0,1 0-1 0 0,0 1 1 0 0,0-1 0 0 0,0 0-1 0 0,4 1 1 0 0,-3 0 14 0 0,1 1 0 0 0,-1 0 0 0 0,0 0 0 0 0,0 0 0 0 0,1 1 0 0 0,-1-1 0 0 0,0 1 0 0 0,0 0 0 0 0,-1 0 0 0 0,1 1 0 0 0,0-1 0 0 0,-1 1 0 0 0,1 0 0 0 0,3 4 0 0 0,-3-2-71 0 0,0 0 0 0 0,0 0 0 0 0,0 0 0 0 0,-1 0 0 0 0,0 1 0 0 0,0-1-1 0 0,-1 1 1 0 0,1 0 0 0 0,-1 0 0 0 0,0 0 0 0 0,-1 0 0 0 0,2 11 0 0 0,7 21-30 0 0,-10-38-11 0 0,0 0 0 0 0,0 1 0 0 0,0-1-1 0 0,0 1 1 0 0,0-1 0 0 0,0 1 0 0 0,0-1 0 0 0,0 0 0 0 0,1 1-1 0 0,-1-1 1 0 0,0 1 0 0 0,0-1 0 0 0,1 0 0 0 0,-1 1 0 0 0,0-1-1 0 0,0 0 1 0 0,1 1 0 0 0,-1-1 0 0 0,0 0 0 0 0,1 1-1 0 0,-1-1 1 0 0,0 0 0 0 0,1 0 0 0 0,-1 1 0 0 0,1-1 0 0 0,-1 0-1 0 0,0 0 1 0 0,1 0 0 0 0,-1 0 0 0 0,1 1 0 0 0,-1-1 0 0 0,0 0-1 0 0,1 0 1 0 0,-1 0 0 0 0,1 0 0 0 0,-1 0 0 0 0,1 0-1 0 0,14-14-424 0 0,7-26 45 0 0,-22 39 402 0 0,7-16-59 0 0,2-3 42 0 0,18-30 0 0 0,-25 46 38 0 0,1 0 1 0 0,-1 0-1 0 0,1 0 0 0 0,0 0 1 0 0,1 1-1 0 0,-1-1 0 0 0,1 1 1 0 0,-1 0-1 0 0,1 0 0 0 0,0 0 0 0 0,0 1 1 0 0,1-1-1 0 0,4-1 0 0 0,-7 3-7 0 0,0 1-1 0 0,0 0 0 0 0,-1 0 1 0 0,1-1-1 0 0,0 1 0 0 0,0 0 0 0 0,-1 1 1 0 0,1-1-1 0 0,0 0 0 0 0,-1 0 1 0 0,1 1-1 0 0,0-1 0 0 0,-1 1 1 0 0,1-1-1 0 0,0 1 0 0 0,-1 0 1 0 0,1 0-1 0 0,-1 0 0 0 0,1 0 1 0 0,-1 0-1 0 0,0 0 0 0 0,1 0 0 0 0,-1 0 1 0 0,0 0-1 0 0,0 1 0 0 0,0-1 1 0 0,0 0-1 0 0,0 1 0 0 0,2 2 1 0 0,3 6 26 0 0,-1 0 1 0 0,0 0 0 0 0,6 17 0 0 0,-4-10-174 0 0,19 32-783 0 0,-12-30-5876 0 0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0:19.68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5985 0 0,'8'13'10938'0'0,"21"51"-6938"0"0,-17-31-3759 0 0,-3 2 1 0 0,0-1-1 0 0,-2 1 0 0 0,-2 0 0 0 0,1 38 0 0 0,-5-66-238 0 0,-1-7-11 0 0,0 1 1 0 0,-1-1 0 0 0,1 0-1 0 0,0 1 1 0 0,0-1 0 0 0,0 0-1 0 0,0 0 1 0 0,0 1 0 0 0,0-1-1 0 0,0 0 1 0 0,0 1 0 0 0,0-1-1 0 0,0 0 1 0 0,0 1 0 0 0,0-1-1 0 0,1 0 1 0 0,-1 0 0 0 0,0 1 0 0 0,0-1-1 0 0,0 0 1 0 0,0 1 0 0 0,0-1-1 0 0,1 0 1 0 0,-1 0 0 0 0,0 1-1 0 0,0-1 1 0 0,0 0 0 0 0,1 0-1 0 0,-1 0 1 0 0,0 1 0 0 0,0-1-1 0 0,1 0 1 0 0,-1 0 0 0 0,0 0-1 0 0,0 0 1 0 0,1 0 0 0 0,-1 1-1 0 0,0-1 1 0 0,1 0 0 0 0,8-12-681 0 0,10-31-716 0 0,-16 34 1242 0 0,13-28-91 0 0,22-51-72 0 0,-33 79 331 0 0,0-1 1 0 0,1 1 0 0 0,1 0 0 0 0,-1 0-1 0 0,1 0 1 0 0,10-8 0 0 0,-16 16 56 0 0,0 0 0 0 0,-1 0 1 0 0,1 1-1 0 0,0-1 0 0 0,0 1 1 0 0,0-1-1 0 0,0 1 0 0 0,0-1 0 0 0,0 1 1 0 0,0 0-1 0 0,0-1 0 0 0,0 1 1 0 0,0 0-1 0 0,0 0 0 0 0,0 0 1 0 0,0 0-1 0 0,0-1 0 0 0,0 2 0 0 0,0-1 1 0 0,0 0-1 0 0,0 0 0 0 0,0 0 1 0 0,0 0-1 0 0,0 1 0 0 0,2 0 1 0 0,-1 0 56 0 0,1 0 1 0 0,0 1 0 0 0,-1 0-1 0 0,1 0 1 0 0,-1-1 0 0 0,0 1-1 0 0,0 1 1 0 0,0-1 0 0 0,2 3-1 0 0,3 3 87 0 0,-1 1-1 0 0,-1 0 1 0 0,0 0-1 0 0,5 12 1 0 0,-5-7-60 0 0,-1 0 1 0 0,4 22 0 0 0,-7-24-471 0 0,1-1 0 0 0,1 0-1 0 0,0 0 1 0 0,1 0 0 0 0,5 11-1 0 0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0:50.0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67 23 17972 0 0,'-5'-17'1834'0'0,"5"17"-1841"0"0,0-1 1 0 0,0 1-1 0 0,0 0 0 0 0,0 0 0 0 0,1-1 1 0 0,-1 1-1 0 0,0 0 0 0 0,0 0 0 0 0,0 0 0 0 0,0-1 1 0 0,0 1-1 0 0,0 0 0 0 0,0 0 0 0 0,1 0 1 0 0,-1-1-1 0 0,0 1 0 0 0,0 0 0 0 0,0 0 0 0 0,1 0 1 0 0,-1 0-1 0 0,0 0 0 0 0,0-1 0 0 0,0 1 1 0 0,1 0-1 0 0,-1 0 0 0 0,0 0 0 0 0,0 0 0 0 0,1 0 1 0 0,-1 0-1 0 0,0 0 0 0 0,0 0 0 0 0,1 0 1 0 0,-1 0-1 0 0,0 0 0 0 0,1 0 0 0 0,0 0-36 0 0,0 1-1 0 0,0-1 0 0 0,1 1 0 0 0,-1-1 1 0 0,0 1-1 0 0,0 0 0 0 0,0-1 0 0 0,0 1 1 0 0,0 0-1 0 0,0 0 0 0 0,0 0 1 0 0,0 0-1 0 0,0-1 0 0 0,0 1 0 0 0,0 1 1 0 0,-1-1-1 0 0,1 0 0 0 0,0 0 0 0 0,-1 0 1 0 0,2 2-1 0 0,2 11 97 0 0,1 0 0 0 0,-2-1 0 0 0,0 2 0 0 0,0-1 0 0 0,-2 0 0 0 0,0 1 0 0 0,0 16 0 0 0,-13 106 337 0 0,9-108-604 0 0,-24 191 372 0 0,-27 273 164 0 0,40 5-20 0 0,46 38-189 0 0,-1-4 131 0 0,16 301 1292 0 0,-24-459-762 0 0,28 381 58 0 0,-49-600-763 0 0,-2-33-2225 0 0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0:50.60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66 760 17972 0 0,'-5'0'173'0'0,"-1"0"1"0"0,1 0 0 0 0,0 0-1 0 0,-1 1 1 0 0,1 0 0 0 0,0 0-1 0 0,0 0 1 0 0,0 1-1 0 0,0 0 1 0 0,-8 3 0 0 0,48-3-189 0 0,806-157-872 0 0,-688 121 1036 0 0,172-32 110 0 0,1178-133 663 0 0,-1108 154-812 0 0,-339 38-107 0 0,1654-180 881 0 0,-1105 139-313 0 0,279 15 4 0 0,-63 54-435 0 0,-8 85 0 0 0,-403 3-1537 0 0,-217-51-832 0 0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0:51.20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 0 8290 0 0,'-7'4'5172'0'0,"10"-1"-4744"0"0,46 27 1679 0 0,95 42 0 0 0,-97-50-1676 0 0,90 39 626 0 0,-62-29-383 0 0,119 69 0 0 0,-185-96-652 0 0,-1 0 0 0 0,0 1-1 0 0,0 1 1 0 0,0-1 0 0 0,-1 1-1 0 0,0 1 1 0 0,6 8-1 0 0,-10-13 15 0 0,-1 0 0 0 0,0 0 0 0 0,-1 1 0 0 0,1 0 0 0 0,-1-1 0 0 0,1 1 0 0 0,-1 0 0 0 0,0-1 0 0 0,0 1-1 0 0,-1 0 1 0 0,1 0 0 0 0,-1 0 0 0 0,0 0 0 0 0,0 0 0 0 0,0 0 0 0 0,-1-1 0 0 0,1 1 0 0 0,-1 0 0 0 0,0 0 0 0 0,0 0-1 0 0,-2 4 1 0 0,-4 8 140 0 0,-1 0 0 0 0,0 0 0 0 0,-2-1 0 0 0,1-1 0 0 0,-2 1 0 0 0,0-1-1 0 0,-19 17 1 0 0,4-6-157 0 0,0-2-1 0 0,-52 35 0 0 0,-44 15-1677 0 0,98-59-6116 0 0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0:52.18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382 33 5985 0 0,'-1'-2'392'0'0,"-1"-1"-1"0"0,1 1 0 0 0,-1 0 0 0 0,1 0 1 0 0,-1 0-1 0 0,0 0 0 0 0,1 0 0 0 0,-1 1 1 0 0,0-1-1 0 0,0 0 0 0 0,-1 1 0 0 0,1 0 1 0 0,0-1-1 0 0,0 1 0 0 0,-1 0 0 0 0,1 0 0 0 0,0 0 1 0 0,-1 0-1 0 0,-4 0 0 0 0,5 1-185 0 0,-1 1 1 0 0,1-1-1 0 0,0 1 0 0 0,-1 0 0 0 0,1-1 0 0 0,0 1 1 0 0,0 0-1 0 0,0 0 0 0 0,-1 1 0 0 0,1-1 0 0 0,0 0 1 0 0,1 1-1 0 0,-1-1 0 0 0,0 1 0 0 0,0 0 0 0 0,1 0 1 0 0,-1-1-1 0 0,1 1 0 0 0,-1 0 0 0 0,1 0 0 0 0,-2 5 1 0 0,-152 261 1286 0 0,27-68-1278 0 0,128-200-213 0 0,0 1 1 0 0,-1 0-1 0 0,1-1 0 0 0,0 1 1 0 0,0-1-1 0 0,-1 1 0 0 0,1-1 1 0 0,0 1-1 0 0,-1-1 0 0 0,1 1 1 0 0,-1-1-1 0 0,1 1 0 0 0,-1-1 1 0 0,1 1-1 0 0,0-1 0 0 0,-1 0 1 0 0,0 1-1 0 0,1-1 0 0 0,-1 0 1 0 0,1 0-1 0 0,-1 1 0 0 0,1-1 1 0 0,-2 0-1 0 0,2-13-189 0 0,11-24-333 0 0,10-10 299 0 0,3 2 1 0 0,41-63-1 0 0,-55 95 253 0 0,0 0 0 0 0,0 0 0 0 0,1 0 0 0 0,1 2 0 0 0,0-1 0 0 0,1 2 0 0 0,0 0 0 0 0,0 0 0 0 0,1 1 1 0 0,0 1-1 0 0,27-12 0 0 0,-37 18 43 0 0,1 1 0 0 0,-1 0 0 0 0,1 0 0 0 0,0 0 0 0 0,-1 0 0 0 0,1 0 1 0 0,0 1-1 0 0,-1 0 0 0 0,1 0 0 0 0,0 1 0 0 0,0-1 0 0 0,-1 1 0 0 0,1 0 0 0 0,-1 0 0 0 0,1 1 0 0 0,-1-1 1 0 0,1 1-1 0 0,-1 0 0 0 0,0 0 0 0 0,0 0 0 0 0,0 1 0 0 0,0-1 0 0 0,0 1 0 0 0,0 0 0 0 0,-1 0 1 0 0,1 1-1 0 0,-1-1 0 0 0,4 6 0 0 0,6 10 218 0 0,0 0 1 0 0,-2 0-1 0 0,0 1 1 0 0,14 37-1 0 0,-8-18-319 0 0,-2-7 200 0 0,2 0 0 0 0,30 42 0 0 0,-35-58-442 0 0,1 0-1 0 0,0-1 0 0 0,1-1 1 0 0,1 0-1 0 0,32 23 1 0 0,-7-12-7474 0 0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0:56.18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5198 4161 0 0,'29'8'1967'0'0,"3"9"909"0"0,-28-14-2721 0 0,1 0 0 0 0,0-1 0 0 0,0 1 0 0 0,0-1 0 0 0,0 0 0 0 0,1-1-1 0 0,-1 1 1 0 0,0-1 0 0 0,10 1 0 0 0,4-1 55 0 0,1-2 0 0 0,-1 0 0 0 0,0-1 0 0 0,29-6 0 0 0,77-27 547 0 0,-62 16-473 0 0,7-5-137 0 0,-1-3 0 0 0,-1-2 0 0 0,82-51 0 0 0,-101 53-80 0 0,12-5-106 0 0,164-100 75 0 0,145-99-132 0 0,-308 194 123 0 0,224-150-27 0 0,-210 135 0 0 0,8-12-33 0 0,122-118 0 0 0,-21 15 11 0 0,-154 142 48 0 0,-2-1 1 0 0,-1-1 0 0 0,-2-2-1 0 0,0-1 1 0 0,-2 0 0 0 0,24-41 0 0 0,-16 16 402 0 0,-2-1 1 0 0,-3-1 0 0 0,-2-2-1 0 0,33-121 1 0 0,-16 1 27 0 0,-9-1-1 0 0,13-235 1 0 0,19-175 284 0 0,37 5-67 0 0,-86 500-572 0 0,8-49-133 0 0,64-291-95 0 0,6 116 39 0 0,-79 272 73 0 0,1 1-1 0 0,2 1 0 0 0,2 1 1 0 0,1 0-1 0 0,1 1 0 0 0,31-34 1 0 0,-46 59-25 0 0,1 0 1 0 0,0 0 0 0 0,1 0 0 0 0,-1 1 0 0 0,1 1 0 0 0,1-1 0 0 0,-1 1 0 0 0,12-5 0 0 0,-12 8-38 0 0,0 0 0 0 0,0 0 0 0 0,0 1 0 0 0,1 0 0 0 0,-1 1 0 0 0,0 0 0 0 0,1 1 0 0 0,-1-1 0 0 0,1 2 0 0 0,9 1 0 0 0,-6-1 67 0 0,-1 1 0 0 0,1 1 0 0 0,-1 0 0 0 0,1 0 0 0 0,-1 1 0 0 0,0 1 0 0 0,-1 0 0 0 0,1 1 0 0 0,-1 0 0 0 0,0 1 0 0 0,-1 0 0 0 0,11 9 0 0 0,-9-5 65 0 0,-1 1 0 0 0,0 0-1 0 0,0 0 1 0 0,-2 1 0 0 0,1 1-1 0 0,-2 0 1 0 0,0 0-1 0 0,0 0 1 0 0,5 17 0 0 0,15 47 115 0 0,-3 2 0 0 0,-4 1 1 0 0,21 159-1 0 0,-8 255 71 0 0,-33-491-238 0 0,6 299 222 0 0,25 310 477 0 0,79 14-790 0 0,-90-543 115 0 0,4-2-1 0 0,4 0 0 0 0,3-2 0 0 0,4-1 0 0 0,62 100 0 0 0,-63-127 224 0 0,53 63-1 0 0,-65-89-114 0 0,1-1 0 0 0,1-1 1 0 0,55 40-1 0 0,-54-49-122 0 0,0-2 1 0 0,2 0-1 0 0,-1-2 1 0 0,47 13-1 0 0,18 8-68 0 0,50 24 97 0 0,2-7 0 0 0,183 39-1 0 0,-239-71-39 0 0,73 16 41 0 0,217 15 0 0 0,231-19 540 0 0,-583-28-581 0 0,574 19 112 0 0,91-5-3139 0 0,-638-10-3547 0 0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0:56.82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 4 6913 0 0,'1'-1'-28'0'0,"0"1"-1"0"0,-1-1 1 0 0,1 1-1 0 0,0 0 0 0 0,0-1 1 0 0,0 1-1 0 0,-1 0 0 0 0,1 0 1 0 0,0-1-1 0 0,0 1 1 0 0,0 0-1 0 0,0 0 0 0 0,0 0 1 0 0,-1 0-1 0 0,1 0 0 0 0,0 0 1 0 0,0 0-1 0 0,0 1 1 0 0,0-1-1 0 0,0 0 0 0 0,-1 0 1 0 0,1 1-1 0 0,0-1 0 0 0,0 0 1 0 0,0 1-1 0 0,-1-1 1 0 0,1 1-1 0 0,0-1 0 0 0,0 1 1 0 0,1 1 125 0 0,-1 0 0 0 0,0 0 0 0 0,0 0 0 0 0,0 0 0 0 0,0 0 1 0 0,0 0-1 0 0,0 0 0 0 0,0 0 0 0 0,-1 0 0 0 0,1 1 0 0 0,0 1 0 0 0,0 9 740 0 0,0 0-1 0 0,-1 26 1 0 0,0-39-845 0 0,-23 283 2411 0 0,8-125-1581 0 0,-4 25-4470 0 0,13-125-346 0 0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0:57.17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6913 0 0,'21'318'-2132'0'0,"66"332"0"0"0,-50-449 58 0 0,21 148 2606 0 0,-20 141 1580 0 0,-37-161 2299 0 0,-2-300-3941 0 0,0 289 3481 0 0,4-269-3559 0 0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0:57.3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42 0 14283 0 0,'1'20'1272'0'0,"-1"-6"-1016"0"0,0-6-256 0 0,0-3 0 0 0,0 4-1120 0 0,-1 9-264 0 0,-2 18-56 0 0,-1 21-17 0 0,-1 17 17 0 0,0 1 8 0 0,-1-13-1 0 0,1-9 1 0 0,-2-3 1128 0 0,1-11 224 0 0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0:58.36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123 65 6913 0 0,'-3'-6'257'0'0,"-1"-1"-1"0"0,1 1 0 0 0,-1 0 0 0 0,-1 1 0 0 0,1-1 0 0 0,-1 1 0 0 0,0 0 0 0 0,-7-6 1 0 0,11 10-71 0 0,0 0 1 0 0,-1 1 0 0 0,1-1 0 0 0,0 0-1 0 0,0 1 1 0 0,-1-1 0 0 0,1 0 0 0 0,-1 1-1 0 0,1 0 1 0 0,0-1 0 0 0,-1 1 0 0 0,1 0-1 0 0,-1 0 1 0 0,1 0 0 0 0,-1 0 0 0 0,1 0-1 0 0,-1 0 1 0 0,-1 0 0 0 0,1 1-20 0 0,0 0 1 0 0,0 0-1 0 0,1 0 1 0 0,-1 0-1 0 0,0 0 1 0 0,1 1-1 0 0,0-1 1 0 0,-1 0-1 0 0,1 1 1 0 0,-1-1-1 0 0,1 1 1 0 0,0-1-1 0 0,0 1 0 0 0,0 0 1 0 0,0-1-1 0 0,0 1 1 0 0,1 0-1 0 0,-2 2 1 0 0,-3 9 138 0 0,1 1 1 0 0,0 0 0 0 0,1 0-1 0 0,1 0 1 0 0,-2 20 0 0 0,3 76 27 0 0,1-87-197 0 0,0 27-6 0 0,3-1-1 0 0,1 0 1 0 0,20 89-1 0 0,-19-122-121 0 0,0 0-1 0 0,1-1 1 0 0,0 0-1 0 0,1 0 1 0 0,1-1-1 0 0,16 23 1 0 0,-17-29-10 0 0,0 0 0 0 0,0 0 0 0 0,1-1 0 0 0,0 0 0 0 0,0 0 0 0 0,1-1 0 0 0,-1 0 0 0 0,2 0 0 0 0,-1-1 1 0 0,0 0-1 0 0,15 4 0 0 0,-17-6-25 0 0,0-2 1 0 0,0 1 0 0 0,0-1 0 0 0,0 0-1 0 0,0-1 1 0 0,1 0 0 0 0,-1 0-1 0 0,0 0 1 0 0,0-1 0 0 0,0 0-1 0 0,0 0 1 0 0,0-1 0 0 0,0 0 0 0 0,0 0-1 0 0,0-1 1 0 0,-1 0 0 0 0,10-5-1 0 0,-9 4 68 0 0,1-1 0 0 0,-1 0 0 0 0,0 0 0 0 0,0-1 0 0 0,-1 0-1 0 0,0 0 1 0 0,0 0 0 0 0,0-1 0 0 0,-1 0 0 0 0,0 0-1 0 0,0 0 1 0 0,-1-1 0 0 0,1 0 0 0 0,2-9 0 0 0,-6 15 1 0 0,0 0 0 0 0,0 0 1 0 0,-1 0-1 0 0,1 0 0 0 0,0 0 1 0 0,-1-1-1 0 0,0 1 0 0 0,1 0 1 0 0,-1 0-1 0 0,0-1 0 0 0,0 1 1 0 0,-1 0-1 0 0,1-1 1 0 0,0 1-1 0 0,-1 0 0 0 0,1 0 1 0 0,-1 0-1 0 0,0-1 0 0 0,1 1 1 0 0,-1 0-1 0 0,0 0 0 0 0,0 0 1 0 0,-1 0-1 0 0,1 0 0 0 0,0 0 1 0 0,-1 1-1 0 0,1-1 0 0 0,-1 0 1 0 0,1 1-1 0 0,-1-1 0 0 0,0 1 1 0 0,0 0-1 0 0,0-1 0 0 0,0 1 1 0 0,-3-2-1 0 0,-1 1 66 0 0,1 1 1 0 0,0-1-1 0 0,0 1 0 0 0,0 0 1 0 0,-1 0-1 0 0,1 0 1 0 0,0 1-1 0 0,-1 0 0 0 0,1 0 1 0 0,-1 0-1 0 0,1 0 0 0 0,0 1 1 0 0,-1 0-1 0 0,-6 3 0 0 0,-1 1-111 0 0,1 0 0 0 0,-1 1 0 0 0,2 1 0 0 0,-1 0-1 0 0,1 1 1 0 0,0 0 0 0 0,-12 11 0 0 0,15-12-197 0 0,0 1 0 0 0,1 0 0 0 0,0 0 0 0 0,0 1 0 0 0,1 0 0 0 0,0 0 0 0 0,0 0 0 0 0,1 1 0 0 0,-6 15 0 0 0,10-21-273 0 0,0 1-1 0 0,0 0 1 0 0,0 0-1 0 0,1 0 1 0 0,0 0-1 0 0,0 0 0 0 0,0-1 1 0 0,1 8-1 0 0,2 5-5460 0 0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0:58.78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82 91 10594 0 0,'-23'-31'1509'0'0,"17"23"-574"0"0,0-1 0 0 0,-1 1 0 0 0,0 0-1 0 0,0 0 1 0 0,-12-10 0 0 0,19 18-893 0 0,0 0 0 0 0,-1 0 1 0 0,1 0-1 0 0,0 0 1 0 0,0 0-1 0 0,0 0 0 0 0,0 0 1 0 0,0 0-1 0 0,-1 0 0 0 0,1 0 1 0 0,0 0-1 0 0,0 0 0 0 0,0 0 1 0 0,0 0-1 0 0,-1 0 0 0 0,1 0 1 0 0,0 0-1 0 0,0 0 0 0 0,0 0 1 0 0,0 0-1 0 0,0 0 1 0 0,-1 0-1 0 0,1 0 0 0 0,0 0 1 0 0,0 0-1 0 0,0 0 0 0 0,0 0 1 0 0,0 1-1 0 0,0-1 0 0 0,0 0 1 0 0,-1 0-1 0 0,1 0 0 0 0,0 0 1 0 0,0 0-1 0 0,0 0 0 0 0,0 1 1 0 0,0-1-1 0 0,0 0 1 0 0,0 0-1 0 0,0 0 0 0 0,0 0 1 0 0,0 0-1 0 0,0 1 0 0 0,0-1 1 0 0,0 0-1 0 0,0 0 0 0 0,0 0 1 0 0,-2 14 722 0 0,4 14-359 0 0,-2-28-375 0 0,3 36 79 0 0,3-1-1 0 0,1 0 0 0 0,16 50 1 0 0,-17-69-84 0 0,-1-1 1 0 0,2 0-1 0 0,0-1 1 0 0,1 0 0 0 0,0 0-1 0 0,1 0 1 0 0,0-1-1 0 0,2-1 1 0 0,-1 0-1 0 0,14 13 1 0 0,-18-21-74 0 0,0-1 1 0 0,0 1 0 0 0,0-1 0 0 0,0 0 0 0 0,0 0 0 0 0,0 0-1 0 0,1-1 1 0 0,0 0 0 0 0,-1-1 0 0 0,1 1 0 0 0,0-1 0 0 0,8 0 0 0 0,-13-1 31 0 0,0 0 0 0 0,0 0 1 0 0,0 0-1 0 0,0 0 0 0 0,1 0 1 0 0,-1 0-1 0 0,0 0 0 0 0,0-1 1 0 0,0 1-1 0 0,0-1 1 0 0,0 0-1 0 0,0 0 0 0 0,0 0 1 0 0,0 1-1 0 0,0-2 0 0 0,0 1 1 0 0,-1 0-1 0 0,1 0 0 0 0,0-1 1 0 0,-1 1-1 0 0,1-1 1 0 0,-1 1-1 0 0,1-1 0 0 0,-1 0 1 0 0,0 1-1 0 0,1-1 0 0 0,-1 0 1 0 0,0 0-1 0 0,0 0 0 0 0,-1 0 1 0 0,1 0-1 0 0,0 0 1 0 0,-1 0-1 0 0,1 0 0 0 0,-1 0 1 0 0,1 0-1 0 0,-1-1 0 0 0,0 1 1 0 0,0 0-1 0 0,-1-4 0 0 0,1-9 131 0 0,-2 0 0 0 0,-5-25 0 0 0,5 34-84 0 0,1 1 0 0 0,-1 0-1 0 0,0-1 1 0 0,0 1 0 0 0,0 0-1 0 0,-1 0 1 0 0,0 1 0 0 0,0-1-1 0 0,0 0 1 0 0,-7-6 0 0 0,9 10-44 0 0,0 0 0 0 0,0 0 0 0 0,0 0 0 0 0,0 1 0 0 0,0-1 0 0 0,0 0 0 0 0,-1 0 0 0 0,1 1 0 0 0,0-1 0 0 0,-1 1 1 0 0,1-1-1 0 0,0 1 0 0 0,-1 0 0 0 0,1-1 0 0 0,-1 1 0 0 0,1 0 0 0 0,-1 0 0 0 0,1 0 0 0 0,0 0 0 0 0,-1 0 1 0 0,1 0-1 0 0,-3 1 0 0 0,1 0-47 0 0,0 0 0 0 0,1 0 1 0 0,-1 1-1 0 0,0-1 0 0 0,1 1 1 0 0,-1 0-1 0 0,1 0 0 0 0,0 0 1 0 0,0 0-1 0 0,-3 3 0 0 0,-4 6-279 0 0,0 0 0 0 0,1 1 0 0 0,-9 20 0 0 0,15-29 281 0 0,-16 37-1951 0 0,10-21 703 0 0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0:59.39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80 127 2761 0 0,'0'-2'367'0'0,"0"1"1"0"0,-1-1 0 0 0,1 0 0 0 0,-1 1-1 0 0,1-1 1 0 0,-1 1 0 0 0,1-1 0 0 0,-1 0-1 0 0,0 1 1 0 0,0 0 0 0 0,0-1 0 0 0,0 1-1 0 0,0 0 1 0 0,0-1 0 0 0,0 1 0 0 0,0 0-1 0 0,-1 0 1 0 0,1 0 0 0 0,0 0 0 0 0,-1 0-1 0 0,1 0 1 0 0,-1 0 0 0 0,1 1 0 0 0,-1-1-1 0 0,1 0 1 0 0,-4 0 0 0 0,-1-1 743 0 0,0 0 0 0 0,-1 1 1 0 0,1 0-1 0 0,-1 0 0 0 0,-10 0 0 0 0,17 1-1078 0 0,0 0 0 0 0,0 1 0 0 0,0-1 0 0 0,0 0 0 0 0,0 0 0 0 0,0 0 0 0 0,0 1 0 0 0,0-1 0 0 0,0 0 0 0 0,0 0 0 0 0,0 1 0 0 0,0-1 0 0 0,0 0 0 0 0,0 0 0 0 0,0 0 0 0 0,0 1 0 0 0,0-1 0 0 0,0 0 0 0 0,0 0 0 0 0,1 0 0 0 0,-1 1 0 0 0,0-1 0 0 0,0 0 0 0 0,0 0 0 0 0,0 0 0 0 0,0 1 0 0 0,0-1 0 0 0,1 0 0 0 0,-1 0 0 0 0,0 0 0 0 0,0 0 0 0 0,0 0-1 0 0,1 1 1 0 0,-1-1 0 0 0,0 0 0 0 0,0 0 0 0 0,0 0 0 0 0,1 0 0 0 0,-1 0 0 0 0,0 0 0 0 0,0 0 0 0 0,1 0 0 0 0,-1 0 0 0 0,0 0 0 0 0,0 0 0 0 0,0 0 0 0 0,1 0 0 0 0,-1 0 0 0 0,0 0 0 0 0,0 0 0 0 0,1 0 0 0 0,-1 0 0 0 0,0 0 0 0 0,2-2-43 0 0,0 1 1 0 0,0 0 0 0 0,-1-1-1 0 0,1 1 1 0 0,0-1-1 0 0,-1 1 1 0 0,1-1-1 0 0,-1 0 1 0 0,0 1-1 0 0,0-1 1 0 0,0 0 0 0 0,2-3-1 0 0,-3 4 5 0 0,1 0 0 0 0,-1-1 0 0 0,1 1 0 0 0,-1 0-1 0 0,1 0 1 0 0,-1-1 0 0 0,0 1 0 0 0,0 0 0 0 0,0-1 0 0 0,0 1 0 0 0,0 0 0 0 0,0 0-1 0 0,0-1 1 0 0,0 1 0 0 0,0 0 0 0 0,0-1 0 0 0,-1 1 0 0 0,1 0 0 0 0,-1 0-1 0 0,1 0 1 0 0,-1-1 0 0 0,1 1 0 0 0,-1 0 0 0 0,0 0 0 0 0,1 0 0 0 0,-3-2-1 0 0,1 18 945 0 0,4 4-914 0 0,1 0-1 0 0,1 0 0 0 0,0-1 1 0 0,2 0-1 0 0,0 0 0 0 0,0 0 0 0 0,2 0 1 0 0,14 23-1 0 0,-16-31-15 0 0,1 0 0 0 0,0 0 1 0 0,0-1-1 0 0,1 0 0 0 0,0 0 0 0 0,0 0 0 0 0,1-1 0 0 0,1-1 1 0 0,-1 0-1 0 0,1 0 0 0 0,0 0 0 0 0,1-2 0 0 0,-1 1 0 0 0,1-1 1 0 0,13 4-1 0 0,-20-8-9 0 0,0 0 0 0 0,0 0 0 0 0,0 0 0 0 0,0-1 0 0 0,1 1 0 0 0,-1-1 0 0 0,0 0 0 0 0,0-1 0 0 0,0 1 0 0 0,0-1 0 0 0,0 1 0 0 0,0-1 0 0 0,0 0 0 0 0,0-1 0 0 0,0 1 0 0 0,0-1 0 0 0,0 1 0 0 0,0-1 0 0 0,-1-1 0 0 0,1 1 0 0 0,-1 0 0 0 0,0-1 0 0 0,0 1 0 0 0,1-1 0 0 0,-2 0 0 0 0,1 0 0 0 0,0-1 0 0 0,-1 1 0 0 0,1 0 0 0 0,-1-1 0 0 0,0 1 0 0 0,0-1 0 0 0,0 0 0 0 0,-1 0 0 0 0,1 0 0 0 0,-1 0 0 0 0,0 0 0 0 0,0 0 0 0 0,-1 0 0 0 0,1 0 0 0 0,-1 0 0 0 0,0 0 0 0 0,0 0 0 0 0,0-1 0 0 0,0 1 0 0 0,-1 0 0 0 0,0 0 0 0 0,-1-4 0 0 0,-1-3-20 0 0,-1 0-1 0 0,-1 0 1 0 0,0 1 0 0 0,0-1 0 0 0,-1 1 0 0 0,0 0 0 0 0,-1 1 0 0 0,0 0-1 0 0,0 0 1 0 0,-1 0 0 0 0,0 1 0 0 0,-1 0 0 0 0,1 1 0 0 0,-17-10 0 0 0,2 2-65 0 0,0 2 1 0 0,-1 1 0 0 0,-1 1-1 0 0,0 1 1 0 0,-30-8 0 0 0,23 7-1434 0 0,22 7 323 0 0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0:59.78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0 146 10138 0 0,'6'-14'5343'0'0,"-2"15"-5229"0"0,1 0 0 0 0,-1 0 1 0 0,0 1-1 0 0,1-1 0 0 0,-1 1 0 0 0,0 0 1 0 0,0 0-1 0 0,-1 1 0 0 0,1-1 1 0 0,0 1-1 0 0,-1-1 0 0 0,1 1 0 0 0,-1 0 1 0 0,0 1-1 0 0,0-1 0 0 0,0 1 1 0 0,0-1-1 0 0,1 5 0 0 0,1-2-14 0 0,0 0 0 0 0,1 0 1 0 0,-1 0-1 0 0,1-1 0 0 0,0 0 0 0 0,9 6 0 0 0,-14-11-119 0 0,-1 0 1 0 0,1 1-1 0 0,0-1 0 0 0,0 0 0 0 0,0 0 0 0 0,0 0 0 0 0,0 0 0 0 0,0 0 0 0 0,-1 0 1 0 0,1 0-1 0 0,0-1 0 0 0,0 1 0 0 0,0 0 0 0 0,0 0 0 0 0,0-1 0 0 0,-1 1 0 0 0,1 0 1 0 0,0-1-1 0 0,0 1 0 0 0,-1-1 0 0 0,1 1 0 0 0,0-1 0 0 0,0 1 0 0 0,-1-1 0 0 0,1 0 1 0 0,-1 1-1 0 0,1-1 0 0 0,-1 0 0 0 0,1 0 0 0 0,-1 1 0 0 0,1-1 0 0 0,0-1 0 0 0,16-29-1465 0 0,-14 26 1048 0 0,5-14-978 0 0,11-37 0 0 0,-13 36 1720 0 0,15-34 1 0 0,-20 52-158 0 0,-1 0 1 0 0,1 1-1 0 0,0-1 1 0 0,-1 0 0 0 0,1 1-1 0 0,0-1 1 0 0,0 1-1 0 0,0-1 1 0 0,0 1-1 0 0,1 0 1 0 0,-1-1-1 0 0,0 1 1 0 0,1 0-1 0 0,-1 0 1 0 0,0 0-1 0 0,1 0 1 0 0,-1 0-1 0 0,1 0 1 0 0,0 1-1 0 0,-1-1 1 0 0,1 0-1 0 0,0 1 1 0 0,-1-1-1 0 0,1 1 1 0 0,0 0-1 0 0,-1-1 1 0 0,3 1-1 0 0,-1 1-2 0 0,0 0-1 0 0,-1 0 0 0 0,1 0 1 0 0,-1 0-1 0 0,0 0 0 0 0,1 1 1 0 0,-1-1-1 0 0,0 1 0 0 0,0-1 1 0 0,0 1-1 0 0,0 0 0 0 0,0 0 0 0 0,0 0 1 0 0,-1 0-1 0 0,1 0 0 0 0,-1 0 1 0 0,3 4-1 0 0,8 15 375 0 0,-1 1 1 0 0,15 45-1 0 0,1 1-2154 0 0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00.60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2 122 6913 0 0,'0'-1'138'0'0,"0"1"-1"0"0,-1-1 0 0 0,1 1 0 0 0,0-1 0 0 0,0 0 0 0 0,0 1 0 0 0,0-1 0 0 0,0 1 0 0 0,0-1 1 0 0,0 0-1 0 0,0 1 0 0 0,0-1 0 0 0,0 0 0 0 0,0 1 0 0 0,1-1 0 0 0,-1 1 0 0 0,0-1 0 0 0,0 1 0 0 0,1-1 1 0 0,-1 0-1 0 0,0 1 0 0 0,0-1 0 0 0,1 1 0 0 0,-1-1 0 0 0,1 1 0 0 0,-1-1 0 0 0,1 1 0 0 0,-1 0 0 0 0,0-1 1 0 0,1 1-1 0 0,0-1 0 0 0,-1 1 0 0 0,1 0 0 0 0,-1 0 0 0 0,1-1 0 0 0,-1 1 0 0 0,1 0 0 0 0,-1 0 1 0 0,1 0-1 0 0,0-1 0 0 0,-1 1 0 0 0,1 0 0 0 0,0 0 0 0 0,1 0 80 0 0,0-1-1 0 0,-1 1 1 0 0,1 0-1 0 0,0 0 1 0 0,-1 0-1 0 0,1-1 1 0 0,0 2-1 0 0,-1-1 1 0 0,1 0-1 0 0,0 0 1 0 0,-1 0-1 0 0,1 1 1 0 0,-1-1-1 0 0,1 1 1 0 0,0-1 0 0 0,-1 1-1 0 0,3 1 1 0 0,5 8 190 0 0,1 1 0 0 0,-1-1 0 0 0,-1 2 0 0 0,0-1 0 0 0,0 1 0 0 0,-1 1 0 0 0,6 15 0 0 0,-3-8-340 0 0,23 34 0 0 0,-27-49-94 0 0,-6-12 4 0 0,-1-9 11 0 0,6-26 9 0 0,-4 22-1 0 0,0 1 0 0 0,2 0 0 0 0,0 0-1 0 0,2 0 1 0 0,0 0 0 0 0,14-34 0 0 0,-18 52 9 0 0,-1 0 0 0 0,0-1 0 0 0,1 1 1 0 0,0 0-1 0 0,-1 0 0 0 0,1 0 0 0 0,-1 0 0 0 0,1 0 0 0 0,0 0 0 0 0,0 0 0 0 0,0 0 0 0 0,0 1 0 0 0,0-1 0 0 0,-1 0 0 0 0,1 0 0 0 0,1 1 0 0 0,-1-1 0 0 0,0 0 0 0 0,0 1 0 0 0,0-1 0 0 0,0 1 1 0 0,0 0-1 0 0,0-1 0 0 0,1 1 0 0 0,-1 0 0 0 0,0-1 0 0 0,0 1 0 0 0,0 0 0 0 0,1 0 0 0 0,-1 0 0 0 0,0 0 0 0 0,0 1 0 0 0,1-1 0 0 0,-1 0 0 0 0,0 0 0 0 0,0 1 0 0 0,0-1 0 0 0,0 1 0 0 0,1-1 0 0 0,-1 1 1 0 0,0-1-1 0 0,0 1 0 0 0,0 0 0 0 0,0-1 0 0 0,0 1 0 0 0,0 0 0 0 0,0 0 0 0 0,-1 0 0 0 0,2 1 0 0 0,6 7 75 0 0,-1 0-1 0 0,0 0 1 0 0,0 0-1 0 0,6 15 1 0 0,-4-9-11 0 0,-5-9-30 0 0,0 1 0 0 0,1-1 0 0 0,0 1 0 0 0,0-1 0 0 0,1-1 0 0 0,0 1 0 0 0,0-1 0 0 0,0 0-1 0 0,11 7 1 0 0,-14-11-39 0 0,-1 0 1 0 0,0 0-1 0 0,1 0 0 0 0,-1 0 0 0 0,0-1 0 0 0,1 1 0 0 0,-1-1 0 0 0,1 0 0 0 0,-1 1 0 0 0,1-1 0 0 0,-1 0 0 0 0,1-1 1 0 0,-1 1-1 0 0,1 0 0 0 0,-1-1 0 0 0,0 1 0 0 0,1-1 0 0 0,-1 0 0 0 0,1 0 0 0 0,-1 0 0 0 0,0 0 0 0 0,0 0 0 0 0,0 0 1 0 0,0 0-1 0 0,0-1 0 0 0,0 1 0 0 0,0-1 0 0 0,0 0 0 0 0,0 1 0 0 0,0-1 0 0 0,-1 0 0 0 0,1 0 0 0 0,-1 0 0 0 0,2-4 1 0 0,2-3 67 0 0,0 0 1 0 0,0 0-1 0 0,-1-1 1 0 0,0 1-1 0 0,-1-1 1 0 0,3-12-1 0 0,-3 10 116 0 0,0 1 0 0 0,1 0 0 0 0,0 1 0 0 0,9-17 0 0 0,-13 26-168 0 0,1 0 1 0 0,-1 0 0 0 0,1 0 0 0 0,-1 0 0 0 0,1 0 0 0 0,0 0-1 0 0,0 0 1 0 0,0 0 0 0 0,-1 1 0 0 0,1-1 0 0 0,0 0 0 0 0,0 1-1 0 0,0-1 1 0 0,0 0 0 0 0,0 1 0 0 0,0-1 0 0 0,0 1 0 0 0,0 0-1 0 0,0-1 1 0 0,1 1 0 0 0,-1 0 0 0 0,0-1 0 0 0,0 1 0 0 0,0 0 0 0 0,0 0-1 0 0,0 0 1 0 0,1 0 0 0 0,-1 0 0 0 0,0 0 0 0 0,0 1 0 0 0,0-1-1 0 0,0 0 1 0 0,0 1 0 0 0,0-1 0 0 0,1 0 0 0 0,-1 1 0 0 0,0-1-1 0 0,0 1 1 0 0,0 0 0 0 0,0-1 0 0 0,-1 1 0 0 0,1 0 0 0 0,0 0 0 0 0,0-1-1 0 0,1 3 1 0 0,6 4-611 0 0,-1 1 0 0 0,-1 1 0 0 0,1-1 0 0 0,5 10 0 0 0,-5-7-3448 0 0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01.8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3 8290 0 0,'1'-2'3298'0'0,"6"3"-1896"0"0,7 3-277 0 0,158 100 3757 0 0,81 61-2698 0 0,-196-131-1910 0 0,1-2 0 0 0,77 29 0 0 0,17 9-874 0 0,-130-58-1059 0 0,-3-1-5458 0 0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02.1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362 0 6913 0 0,'-4'7'6863'0'0,"-9"9"-4750"0"0,4-5-1006 0 0,-68 89 2520 0 0,8-12-2496 0 0,-73 124 0 0 0,135-201-1294 0 0,0 1 0 0 0,1 0 1 0 0,0 1-1 0 0,1-1 0 0 0,0 1 1 0 0,1 0-1 0 0,-3 18 0 0 0,7-17-960 0 0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02.55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23 241 7834 0 0,'-1'1'53'0'0,"0"-1"0"0"0,0 0 0 0 0,0 0 0 0 0,0 0 0 0 0,0 0 0 0 0,0 0 0 0 0,0 0 0 0 0,0 0 0 0 0,0-1 1 0 0,1 1-1 0 0,-1 0 0 0 0,0 0 0 0 0,0-1 0 0 0,0 1 0 0 0,0-1 0 0 0,0 1 0 0 0,1 0 0 0 0,-1-1 0 0 0,0 0 0 0 0,0 1 1 0 0,1-1-1 0 0,-1 1 0 0 0,0-1 0 0 0,0-1 0 0 0,1 1 95 0 0,1 0 1 0 0,0 0 0 0 0,-1 1-1 0 0,1-1 1 0 0,0 0-1 0 0,0 0 1 0 0,-1 0 0 0 0,1 1-1 0 0,0-1 1 0 0,0 1-1 0 0,0-1 1 0 0,0 0 0 0 0,0 1-1 0 0,0 0 1 0 0,0-1-1 0 0,1 0 1 0 0,53-17 3089 0 0,-13 10-1803 0 0,1 1 0 0 0,77-2 0 0 0,0 0-342 0 0,-18-4-378 0 0,262-29 822 0 0,-19 4-1336 0 0,398-21 260 0 0,-287 43-7427 0 0,-444 15 4543 0 0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02.98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118 24 6913 0 0,'-22'-9'687'0'0,"15"6"346"0"0,1 0 0 0 0,-1 1 1 0 0,0 0-1 0 0,0 1 1 0 0,0-1-1 0 0,0 1 0 0 0,0 1 1 0 0,0-1-1 0 0,0 1 0 0 0,0 0 1 0 0,-12 4 2553 0 0,31-4-3166 0 0,8 2-359 0 0,52 19-14 0 0,-1 4 1 0 0,80 38-1 0 0,-135-55-37 0 0,-1 0 0 0 0,0 0 0 0 0,0 1 1 0 0,-1 1-1 0 0,0 1 0 0 0,-1 0 0 0 0,0 0 0 0 0,0 1 0 0 0,16 22 0 0 0,-27-29 19 0 0,0-1 0 0 0,-1 0-1 0 0,0 0 1 0 0,1 1 0 0 0,-1-1 0 0 0,-1 0 0 0 0,1 1-1 0 0,-1-1 1 0 0,1 1 0 0 0,-1-1 0 0 0,-1 1 0 0 0,1-1-1 0 0,0 1 1 0 0,-1-1 0 0 0,0 1 0 0 0,0-1 0 0 0,-1 0-1 0 0,1 1 1 0 0,-1-1 0 0 0,-2 4 0 0 0,-6 13 196 0 0,-1-1 0 0 0,-22 30 0 0 0,26-39-154 0 0,-77 97 244 0 0,30-42-646 0 0,48-58-249 0 0,1 1 1 0 0,0-1 0 0 0,0 1 0 0 0,1 1 0 0 0,0-1 0 0 0,1 1 0 0 0,-4 13 0 0 0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04.3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 73 11522 0 0,'-10'-73'6810'0'0,"41"159"-3980"0"0,152 584-1931 0 0,-129-462-856 0 0,-28-111-1639 0 0,-21-77-3413 0 0,-2-2-1656 0 0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04.67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36 131 2761 0 0,'-27'1'1581'0'0,"18"-6"2195"0"0,9 5-3580 0 0,0-1-1 0 0,1 1 0 0 0,-1-1 1 0 0,0 0-1 0 0,0 1 0 0 0,0-1 1 0 0,1 1-1 0 0,-1-1 0 0 0,0 1 0 0 0,3-3 977 0 0,-3 3-976 0 0,1-1-1 0 0,-1 1 0 0 0,1 0 1 0 0,-1-1-1 0 0,1 1 0 0 0,0 0 1 0 0,26-18 1417 0 0,1 2 1 0 0,1 1 0 0 0,36-14-1 0 0,-43 20-1455 0 0,-1 2 0 0 0,1 1-1 0 0,0 1 1 0 0,1 0-1 0 0,34-2 1 0 0,-49 7-416 0 0,-1 0 0 0 0,1 1-1 0 0,0 0 1 0 0,-1 0 0 0 0,1 0 0 0 0,-1 1-1 0 0,15 5 1 0 0,-8 1-1227 0 0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04.88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0 259 8754 0 0,'16'-14'2202'0'0,"-2"-1"-1"0"0,17-20 1 0 0,13-14-189 0 0,-28 31-1590 0 0,1 2 1 0 0,1-1-1 0 0,0 2 1 0 0,0 1 0 0 0,2 0-1 0 0,0 1 1 0 0,37-17-1 0 0,-36 22-875 0 0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05.40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57 9674 0 0,'0'-3'199'0'0,"0"0"1"0"0,0 0-1 0 0,0 0 0 0 0,1 0 1 0 0,-1 0-1 0 0,1 0 0 0 0,0 0 0 0 0,0 0 1 0 0,0 0-1 0 0,0 1 0 0 0,0-1 1 0 0,1 0-1 0 0,1-3 0 0 0,-2 5-131 0 0,-1 0-1 0 0,1 1 0 0 0,-1-1 1 0 0,0 0-1 0 0,1 0 1 0 0,-1 1-1 0 0,1-1 1 0 0,0 0-1 0 0,-1 1 1 0 0,1-1-1 0 0,0 1 1 0 0,-1-1-1 0 0,1 1 1 0 0,0-1-1 0 0,-1 1 1 0 0,1-1-1 0 0,0 1 0 0 0,0 0 1 0 0,0-1-1 0 0,-1 1 1 0 0,1 0-1 0 0,0 0 1 0 0,0 0-1 0 0,0 0 1 0 0,0-1-1 0 0,0 1 1 0 0,-1 0-1 0 0,1 0 1 0 0,0 1-1 0 0,0-1 0 0 0,0 0 1 0 0,0 0-1 0 0,0 0 1 0 0,-1 1-1 0 0,1-1 1 0 0,0 0-1 0 0,0 1 1 0 0,0-1-1 0 0,-1 0 1 0 0,1 1-1 0 0,0-1 1 0 0,-1 1-1 0 0,1-1 0 0 0,0 1 1 0 0,-1 0-1 0 0,1-1 1 0 0,-1 1-1 0 0,1 0 1 0 0,-1-1-1 0 0,2 2 1 0 0,9 17 410 0 0,-1 0-1 0 0,0 0 1 0 0,-1 1 0 0 0,-1 0 0 0 0,-1 1-1 0 0,5 23 1 0 0,-1-6-97 0 0,133 497 625 0 0,-139-510-1718 0 0,0 1-1 0 0,0 33 0 0 0,-4-49-448 0 0,-2 0-1 0 0,1 1 1 0 0,-1-1-1 0 0,-5 20 1 0 0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05.89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122 143 5977 0 0,'0'-9'5'0'0,"-1"-1"0"0"0,0 1 0 0 0,0 0 0 0 0,-5-15 0 0 0,-12 2 7329 0 0,18 22-7234 0 0,-7 11 1656 0 0,-3 13-450 0 0,-58 240 600 0 0,59-222-2696 0 0,9-58 1335 0 0,0-18-18 0 0,1 0 1 0 0,8-52 0 0 0,-1 33-307 0 0,-6 37-98 0 0,0 0 0 0 0,1 0 0 0 0,0 0-1 0 0,1 0 1 0 0,1 0 0 0 0,1 1 0 0 0,0 0 0 0 0,10-17 0 0 0,-15 30-77 0 0,1 1 0 0 0,-1-1 1 0 0,1 0-1 0 0,-1 1 1 0 0,1 0-1 0 0,0-1 0 0 0,0 1 1 0 0,0 0-1 0 0,0 0 1 0 0,0 0-1 0 0,0 0 0 0 0,0 0 1 0 0,0 1-1 0 0,0-1 1 0 0,1 0-1 0 0,-1 1 0 0 0,0 0 1 0 0,0 0-1 0 0,0-1 1 0 0,1 1-1 0 0,-1 0 0 0 0,0 1 1 0 0,5 0-1 0 0,6 1 110 0 0,-1 1 1 0 0,1 0-1 0 0,13 7 0 0 0,4 0-38 0 0,-18-8-102 0 0,-1 1-1 0 0,1 1 1 0 0,-1 0-1 0 0,0 0 1 0 0,0 1 0 0 0,-1 1-1 0 0,1 0 1 0 0,-1 0-1 0 0,-1 1 1 0 0,1 0 0 0 0,-1 1-1 0 0,0 0 1 0 0,-1 0-1 0 0,0 1 1 0 0,0 0 0 0 0,7 12-1 0 0,2 5-160 0 0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12.9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 82 10138 0 0,'-1'-2'328'0'0,"0"0"0"0"0,0 0 0 0 0,0-1 0 0 0,0 1 0 0 0,1 0 0 0 0,-1-1 0 0 0,1 1 0 0 0,-1-1 1 0 0,1 1-1 0 0,0-1 0 0 0,0 1 0 0 0,0 0 0 0 0,0-1 0 0 0,0 1 0 0 0,1-1 0 0 0,-1 1 0 0 0,1-1 0 0 0,-1 1 0 0 0,1 0 0 0 0,0-1 0 0 0,0 1 0 0 0,0 0 0 0 0,0 0 0 0 0,1 0 0 0 0,0-2 0 0 0,0 1-595 0 0,0 1 1 0 0,1 0-1 0 0,-1 0 0 0 0,0 0 0 0 0,1 0 1 0 0,-1 0-1 0 0,1 1 0 0 0,2-2 0 0 0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13.80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199 192 5065 0 0,'-23'-2'443'0'0,"-1"0"-1"0"0,1 1 1 0 0,-1 1-1 0 0,0 2 1 0 0,-45 8-1 0 0,69-10-436 0 0,-1 0 1 0 0,1-1-1 0 0,-1 1 0 0 0,1 0 0 0 0,0 0 0 0 0,-1 1 0 0 0,1-1 0 0 0,-1 0 0 0 0,1 0 0 0 0,0 0 0 0 0,-1 0 0 0 0,1 0 1 0 0,-1 0-1 0 0,1 0 0 0 0,0 1 0 0 0,-1-1 0 0 0,1 0 0 0 0,-1 0 0 0 0,1 1 0 0 0,0-1 0 0 0,0 0 0 0 0,-1 0 0 0 0,1 1 1 0 0,0-1-1 0 0,-1 0 0 0 0,1 1 0 0 0,0-1 0 0 0,0 1 0 0 0,0-1 0 0 0,-1 0 0 0 0,1 1 0 0 0,0-1 0 0 0,0 0 0 0 0,0 2 1 0 0,12 6-127 0 0,25 4-116 0 0,11-6 613 0 0,0-2 1 0 0,0-2-1 0 0,95-9 1 0 0,-41 1 243 0 0,527-28 2526 0 0,-206 8-2576 0 0,151-4-475 0 0,191-8-104 0 0,-441 30 8 0 0,980-40 0 0 0,1904 7 765 0 0,-893 110-506 0 0,-1343-24-3533 0 0,-583-23 1451 0 0,-209-5-568 0 0,-95-7 917 0 0,-51-6 770 0 0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18.9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177 19 6913 0 0,'-2'-2'18'0'0,"-1"0"0"0"0,1 0-1 0 0,-1 1 1 0 0,0-1-1 0 0,1 1 1 0 0,-1-1-1 0 0,0 1 1 0 0,0 0-1 0 0,0 0 1 0 0,0 0-1 0 0,0 0 1 0 0,0 1 0 0 0,0-1-1 0 0,0 1 1 0 0,0 0-1 0 0,0 0 1 0 0,-1 0-1 0 0,1 0 1 0 0,0 0-1 0 0,0 1 1 0 0,0-1-1 0 0,0 1 1 0 0,0 0 0 0 0,0 0-1 0 0,0 0 1 0 0,-4 2-1 0 0,3-1 133 0 0,-1 1 0 0 0,1-1 1 0 0,0 1-1 0 0,-1 0 0 0 0,1 0 0 0 0,1 0 0 0 0,-1 0 0 0 0,0 1 0 0 0,1-1 1 0 0,-1 1-1 0 0,1 0 0 0 0,0 0 0 0 0,1 0 0 0 0,-1 1 0 0 0,1-1 0 0 0,-3 6 0 0 0,-3 19 729 0 0,1 0-1 0 0,1 1 0 0 0,1 0 1 0 0,0 54-1 0 0,13 126 1155 0 0,-3-118-1409 0 0,73 850 785 0 0,-21-104 56 0 0,-24-274-1024 0 0,12 142-108 0 0,74 769 229 0 0,75-144-19 0 0,-77-504-502 0 0,-41-268-18 0 0,41 85 81 0 0,-17-110 627 0 0,-65-229-646 0 0,-27-223-77 0 0,-6-61 96 0 0,1 0 0 0 0,0 0 0 0 0,2-1 0 0 0,9 26 0 0 0,-13-44-90 0 0,0 0 0 0 0,1 0 0 0 0,-1-1 0 0 0,1 1 0 0 0,-1-1 0 0 0,1 1 0 0 0,0-1 0 0 0,-1 1 0 0 0,1-1 0 0 0,0 0 0 0 0,0 0 0 0 0,0 0 0 0 0,0 0 0 0 0,0 0 0 0 0,0 0 0 0 0,0-1 0 0 0,0 1 0 0 0,0-1 0 0 0,0 1 0 0 0,4-1 0 0 0,48 3-39 0 0,-49-3 36 0 0,349-4-523 0 0,209 2 157 0 0,8 27 171 0 0,262 5-33 0 0,56-37-1229 0 0,154 1 687 0 0,-538 13 817 0 0,806 2-116 0 0,-79-69 122 0 0,-926 36-64 0 0,470-28 0 0 0,348 14 699 0 0,240 43 1932 0 0,-877-16-4659 0 0,-427 3-5651 0 0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19.94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 35 5985 0 0,'-5'-34'934'0'0,"18"92"5820"0"0,1 0-3447 0 0,9 21-3107 0 0,46 110 0 0 0,114 290 80 0 0,-138-333-168 0 0,35 207 0 0 0,5 198 165 0 0,89 457 510 0 0,33 37 185 0 0,-151-746-848 0 0,107 770-136 0 0,-94-577 8 0 0,155 841 68 0 0,-136-943-236 0 0,44 234-144 0 0,4 536 2053 0 0,-136-1141-1632 0 0,6 76 329 0 0,-5 0 0 0 0,-18 159 0 0 0,7-210-2232 0 0,4-23-5725 0 0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08.54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 20 5985 0 0,'-7'-12'604'0'0,"7"12"-588"0"0,0 0 0 0 0,0 0-1 0 0,0-1 1 0 0,0 1 0 0 0,0 0 0 0 0,0 0 0 0 0,0-1-1 0 0,0 1 1 0 0,0 0 0 0 0,0 0 0 0 0,0-1 0 0 0,0 1-1 0 0,0 0 1 0 0,0 0 0 0 0,0-1 0 0 0,1 1 0 0 0,-1 0-1 0 0,0 0 1 0 0,0 0 0 0 0,0-1 0 0 0,0 1 0 0 0,0 0-1 0 0,0 0 1 0 0,1 0 0 0 0,-1-1 0 0 0,0 1 0 0 0,0 0-1 0 0,0 0 1 0 0,1 0 0 0 0,-1 0 0 0 0,0 0 0 0 0,0-1-1 0 0,1 1 1 0 0,-1 0 0 0 0,0 0 0 0 0,0 0 0 0 0,0 0-1 0 0,1 0 1 0 0,-1 0 0 0 0,0 0 0 0 0,0 0 0 0 0,1 0-1 0 0,-1 0 1 0 0,0 0 0 0 0,3 0 975 0 0,18 25 930 0 0,-15-7-1426 0 0,0 1 1 0 0,-2 0 0 0 0,0 0 0 0 0,-2 1 0 0 0,0-1 0 0 0,0 27 0 0 0,3 29 184 0 0,16 65-292 0 0,-9-73-117 0 0,-4 0-1 0 0,1 79 1 0 0,-15 81-271 0 0,2 235 0 0 0,13-48 38 0 0,10 190 28 0 0,35 462-140 0 0,-48-861 6 0 0,-1 351 298 0 0,-10 51 459 0 0,-28-12-433 0 0,18-470-886 0 0,6-53-3775 0 0,8-55 14 0 0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09.31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0 759 456 0 0,'41'3'5164'0'0,"30"-4"-3418"0"0,0-3 0 0 0,77-15-1 0 0,18-1-710 0 0,52 1-320 0 0,289-21 1216 0 0,432-38-620 0 0,-454 27-1161 0 0,25-9 6 0 0,128-25-69 0 0,300-34 67 0 0,-288 46-154 0 0,168-15 0 0 0,-19 42 140 0 0,-664 40-152 0 0,353-25 12 0 0,-335 21 0 0 0,122-2 0 0 0,52 33 344 0 0,-307-21-1642 0 0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09.69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49 26 4145 0 0,'-6'-1'139'0'0,"-24"-6"710"0"0,18-2 2453 0 0,12 8-3192 0 0,0 1-1 0 0,1-1 1 0 0,-1 1-1 0 0,0-1 1 0 0,1 0-1 0 0,-1 1 1 0 0,1 0-1 0 0,-1-1 1 0 0,1 1-1 0 0,-1-1 1 0 0,1 1-1 0 0,-1 0 1 0 0,1-1-1 0 0,-1 1 1 0 0,1 0-1 0 0,0-1 1 0 0,-1 1-1 0 0,1 0 1 0 0,0 0-1 0 0,-1 0 1 0 0,1-1-1 0 0,0 1 1 0 0,-1 0-1 0 0,1 0 1 0 0,0 0 0 0 0,-1 0-1 0 0,1 0 1 0 0,0 0-1 0 0,0 1 1 0 0,24-2 898 0 0,-4 4-667 0 0,1 0 0 0 0,-1 1 0 0 0,0 1 0 0 0,0 1 0 0 0,0 1 0 0 0,-1 1 0 0 0,26 13 0 0 0,-6 1-111 0 0,-1 1-1 0 0,53 43 1 0 0,-86-62-214 0 0,-1 1-1 0 0,1 0 1 0 0,-1 0-1 0 0,0 0 1 0 0,0 0-1 0 0,-1 1 1 0 0,0 0-1 0 0,0 0 1 0 0,0 0-1 0 0,-1 0 1 0 0,0 1-1 0 0,4 10 1 0 0,-6-12 47 0 0,0 0 0 0 0,0 0 1 0 0,0 0-1 0 0,-1 1 0 0 0,0-1 1 0 0,0 0-1 0 0,-1 0 0 0 0,1 0 0 0 0,-1 0 1 0 0,0 0-1 0 0,-1 0 0 0 0,1 0 1 0 0,-1 0-1 0 0,0 0 0 0 0,0 0 1 0 0,-1-1-1 0 0,1 1 0 0 0,-4 4 0 0 0,-15 19 569 0 0,-2 0 0 0 0,0-2 0 0 0,-39 34 0 0 0,-13 14-6482 0 0,62-59-272 0 0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31.6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5531 920 0 0,'-1'13'4545'0'0,"9"-11"-2457"0"0,-6-2-1958 0 0,0-1 0 0 0,0 0 0 0 0,-1 1 1 0 0,1-1-1 0 0,0 0 0 0 0,-1 0 0 0 0,1 0 0 0 0,-1 0 0 0 0,1 0 0 0 0,-1 0 0 0 0,2-2 0 0 0,9-15 368 0 0,0-1 1 0 0,-2 0-1 0 0,0 0 0 0 0,-1-2 1 0 0,-1 1-1 0 0,9-33 1 0 0,-5 17-310 0 0,71-287-369 0 0,-5 13 823 0 0,-43 198-392 0 0,-6-1 1 0 0,-4-2-1 0 0,11-143 0 0 0,29-204 339 0 0,-13 107-744 0 0,-29-4 37 0 0,-30-399 485 0 0,-6 529-294 0 0,-1-29 442 0 0,15 223-257 0 0,2 0 0 0 0,1 0 0 0 0,14-57 0 0 0,41-97 16 0 0,-39 130-246 0 0,-3-4 412 0 0,-2 0 1 0 0,-4-1-1 0 0,-2-1 1 0 0,1-110-1 0 0,-11 142-221 0 0,-2 1 1 0 0,-8-43-1 0 0,-4-40-160 0 0,14 103-143 0 0,1 0 1 0 0,1 0-1 0 0,0-1 0 0 0,0 1 1 0 0,1 0-1 0 0,1 0 1 0 0,4-13-1 0 0,-7 24 70 0 0,1 0 1 0 0,-1 0-1 0 0,0 0 1 0 0,1 0-1 0 0,-1 0 0 0 0,0 0 1 0 0,1 0-1 0 0,-1 0 1 0 0,1 0-1 0 0,0 0 0 0 0,-1 0 1 0 0,1 0-1 0 0,0 0 1 0 0,0 0-1 0 0,-1 1 0 0 0,1-1 1 0 0,0 0-1 0 0,0 1 0 0 0,0-1 1 0 0,0 1-1 0 0,0-1 1 0 0,2 0-1 0 0,-3 1-45 0 0,1 0 0 0 0,0 0-1 0 0,0 0 1 0 0,0 1 0 0 0,0-1 0 0 0,0 0 0 0 0,-1 1 0 0 0,1-1-1 0 0,0 1 1 0 0,0-1 0 0 0,0 1 0 0 0,-1-1 0 0 0,1 1-1 0 0,0-1 1 0 0,-1 1 0 0 0,1 0 0 0 0,0-1 0 0 0,-1 1 0 0 0,1 0-1 0 0,0 1 1 0 0,2 2-61 0 0,-1 1-1 0 0,1 0 0 0 0,-1-1 1 0 0,0 1-1 0 0,0 0 0 0 0,-1 0 1 0 0,1 0-1 0 0,0 6 1 0 0,0 28 63 0 0,2 0 1 0 0,15 60 0 0 0,-14-80 57 0 0,1-1 0 0 0,1 0-1 0 0,0-1 1 0 0,2 1 0 0 0,0-2-1 0 0,0 1 1 0 0,17 20 0 0 0,-9-14 1 0 0,-2 1 1 0 0,0 0-1 0 0,-2 1 1 0 0,0 1 0 0 0,11 34-1 0 0,34 142 94 0 0,-11-32-75 0 0,224 575 3297 0 0,-232-649-3248 0 0,-5-13 104 0 0,32 116 0 0 0,24 92 458 0 0,17 69 287 0 0,-84-231-896 0 0,-12-57 31 0 0,4-2 0 0 0,26 77 0 0 0,11 39 290 0 0,-5-13-103 0 0,31 13-167 0 0,-62-151-86 0 0,-4-12 29 0 0,1 0 0 0 0,0-1 1 0 0,2 0-1 0 0,1-1 0 0 0,1-1 1 0 0,21 21-1 0 0,124 98 110 0 0,-143-125-128 0 0,0 0 0 0 0,1-2 0 0 0,1-1 0 0 0,0 0 0 0 0,0-1 0 0 0,45 13 0 0 0,22 12 24 0 0,-68-26-16 0 0,0 0 0 0 0,1-1 0 0 0,0-1 0 0 0,24 4 0 0 0,16-2-37 0 0,1-4 0 0 0,0-2 0 0 0,0-2 1 0 0,71-9-1 0 0,-62 3 30 0 0,86 7 1 0 0,-46 0-58 0 0,-5-2 57 0 0,87-1-39 0 0,240 29 0 0 0,-389-22 38 0 0,160 18 0 0 0,-165-22 0 0 0,0-2 0 0 0,0-1 0 0 0,49-9 0 0 0,-40 4 0 0 0,-1 2 0 0 0,1 2 0 0 0,0 2 0 0 0,55 8 0 0 0,-63-6-7 0 0,0-1 0 0 0,1-2 0 0 0,-1-2-1 0 0,0-1 1 0 0,0-2 0 0 0,-1-2 0 0 0,0-2 0 0 0,52-20 0 0 0,-51 16 5 0 0,-2-2 1 0 0,67-37 0 0 0,-84 40-31 0 0,-1-1 1 0 0,-1-1-1 0 0,0-1 1 0 0,-1 0 0 0 0,-1-1-1 0 0,19-25 1 0 0,-10 7-70 0 0,-2 0 1 0 0,-1-2-1 0 0,-2 0 1 0 0,21-54-1 0 0,-19 29 170 0 0,-2 0 0 0 0,13-74 0 0 0,88-437-1299 0 0,-72 194 770 0 0,-21 124 1484 0 0,21-163-409 0 0,33-203-1875 0 0,15 32 2136 0 0,-43 240-607 0 0,-53 338-268 0 0,58-290-77 0 0,-49 258 58 0 0,3 1 1 0 0,1 1-1 0 0,2 0 1 0 0,42-73 0 0 0,-50 102-10 0 0,1 1 0 0 0,0 0 0 0 0,0 1 0 0 0,1 0 0 0 0,1 0-1 0 0,-1 1 1 0 0,2 1 0 0 0,-1 0 0 0 0,1 1 0 0 0,0 0 0 0 0,1 1 0 0 0,-1 1 0 0 0,1 0 0 0 0,23-5 0 0 0,-31 9 15 0 0,0 1-1 0 0,1-1 0 0 0,-1 2 1 0 0,0-1-1 0 0,0 0 0 0 0,0 1 1 0 0,1 1-1 0 0,-1-1 1 0 0,0 1-1 0 0,0 0 0 0 0,-1 0 1 0 0,1 0-1 0 0,0 1 0 0 0,-1 0 1 0 0,0 0-1 0 0,1 1 1 0 0,-1-1-1 0 0,0 1 0 0 0,4 5 1 0 0,10 9-63 0 0,-1 1-1 0 0,-1 1 1 0 0,18 28 0 0 0,-18-24 41 0 0,-3-4 47 0 0,-2 0-1 0 0,-1 1 0 0 0,0 1 0 0 0,-1-1 1 0 0,-2 2-1 0 0,0-1 0 0 0,-1 1 0 0 0,-2 1 0 0 0,5 33 1 0 0,-3 24 156 0 0,-2 115 0 0 0,-6-139-147 0 0,26 299 41 0 0,-1 40-8 0 0,-27-281 4 0 0,6 291 410 0 0,9-211-108 0 0,32 236-88 0 0,-14-242-118 0 0,9 327 0 0 0,-37-442-62 0 0,3 1 1 0 0,4-1 0 0 0,2 0-1 0 0,4-1 1 0 0,24 72-1 0 0,23 71 223 0 0,-33-110-297 0 0,-19-70 69 0 0,1-1 1 0 0,2-1-1 0 0,1 0 0 0 0,36 62 0 0 0,-43-85-33 0 0,0 0 0 0 0,1-1 0 0 0,0 0 0 0 0,1-1 0 0 0,0 0 0 0 0,0 0 0 0 0,1-1 0 0 0,0 0-1 0 0,1 0 1 0 0,0-1 0 0 0,0-1 0 0 0,0 0 0 0 0,1 0 0 0 0,-1-1 0 0 0,1-1 0 0 0,1 0 0 0 0,19 4 0 0 0,10-4 34 0 0,1-2 0 0 0,-1-2 1 0 0,1-2-1 0 0,-1-2 1 0 0,55-11-1 0 0,-37 5-1565 0 0,94-2 1 0 0,-129 12-6750 0 0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33.01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6 14747 0 0,'1'-5'3290'0'0,"0"5"-3237"0"0,11-1 731 0 0,12 4-835 0 0,-13 0 85 0 0,-1 0 1 0 0,0 1 0 0 0,-1 0-1 0 0,1 1 1 0 0,-1 0-1 0 0,0 1 1 0 0,0 0 0 0 0,9 7-1 0 0,64 63 509 0 0,-60-53-328 0 0,79 80 449 0 0,44 41 65 0 0,-113-115-643 0 0,2-2 0 0 0,66 42 0 0 0,32-5-17 0 0,-89-45-130 0 0,-2 1 0 0 0,42 28 0 0 0,-56-26-1598 0 0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33.40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430 0 1376 0 0,'-12'2'922'0'0,"0"1"0"0"0,0 0 0 0 0,1 0 0 0 0,-1 1 0 0 0,1 1 0 0 0,0 0 0 0 0,0 1 0 0 0,0 0 0 0 0,1 0 0 0 0,-16 13 0 0 0,1 2 835 0 0,1 2-1 0 0,-37 42 1 0 0,-53 83 1667 0 0,97-121-4426 0 0,-26 53 0 0 0,36-62-754 0 0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33.71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1 122 8290 0 0,'5'-4'441'0'0,"1"0"-1"0"0,0 1 1 0 0,0 0 0 0 0,0 0 0 0 0,0 0 0 0 0,0 1 0 0 0,1 0 0 0 0,-1 0 0 0 0,14-2-1 0 0,69-4 2447 0 0,-53 6-1740 0 0,245-12 2812 0 0,48-5-3269 0 0,-45-1-680 0 0,12 0-3252 0 0,-218 13-247 0 0,-40 6-2017 0 0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34.0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92 60 5529 0 0,'-8'-16'-226'0'0,"3"-10"4536"0"0,5 25-4085 0 0,0 0 1 0 0,0 1-1 0 0,0-1 1 0 0,0 0-1 0 0,1 0 1 0 0,-1 1-1 0 0,0-1 0 0 0,0 0 1 0 0,1 0-1 0 0,-1 1 1 0 0,0-1-1 0 0,1 0 1 0 0,-1 1-1 0 0,0-1 1 0 0,1 0-1 0 0,-1 1 1 0 0,1-1-1 0 0,0 1 1 0 0,-1-1-1 0 0,1 1 0 0 0,0-1 1 0 0,0 0-26 0 0,1 1 0 0 0,-1 0 0 0 0,0-1-1 0 0,1 1 1 0 0,-1 0 0 0 0,0 0 0 0 0,1 0 0 0 0,-1-1 0 0 0,0 2 0 0 0,1-1-1 0 0,-1 0 1 0 0,0 0 0 0 0,1 0 0 0 0,-1 1 0 0 0,0-1 0 0 0,2 1 0 0 0,8 2 185 0 0,-1 1 1 0 0,0 0-1 0 0,0 0 1 0 0,-1 1-1 0 0,1 0 1 0 0,-1 1-1 0 0,-1 0 1 0 0,1 1 0 0 0,-1 0-1 0 0,10 9 1 0 0,-12-8-364 0 0,0-1 0 0 0,0 2 1 0 0,-1-1-1 0 0,0 1 1 0 0,0 0-1 0 0,-1 0 0 0 0,0 0 1 0 0,-1 0-1 0 0,0 1 0 0 0,0-1 1 0 0,-1 1-1 0 0,-1 0 0 0 0,1 0 1 0 0,-1 0-1 0 0,-1 0 0 0 0,0 0 1 0 0,-2 11-1 0 0,0 2 83 0 0,-2 0 0 0 0,-1 0-1 0 0,-1 0 1 0 0,-1-1 0 0 0,0 0 0 0 0,-2-1-1 0 0,-1 0 1 0 0,0 0 0 0 0,-18 25 0 0 0,2-8-1195 0 0,-1-2 0 0 0,-3 0 0 0 0,-57 54-1 0 0,69-73-5991 0 0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35.1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1840 0 0,'7'142'10754'0'0,"21"81"-9429"0"0,-5-44-3855 0 0,-17-133-1681 0 0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35.28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4433 0 0,'57'192'7179'0'0,"-45"-119"-7915"0"0,-7-23-2644 0 0,-4-42 2392 0 0,0 14-1839 0 0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35.42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3225 0 0,'3'21'136'0'0,"0"-11"40"0"0,-1 1-176 0 0,0-2 0 0 0,-1-4 0 0 0,0 0 0 0 0,1 3 480 0 0,1 6 56 0 0,2 6 8 0 0,1 4 8 0 0,0 3 32 0 0,-1-4 8 0 0,0-1 1 0 0,0-2-1 0 0,-2 0-1080 0 0,-1 1-217 0 0,1 0-47 0 0,-3 0-8 0 0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36.21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65 13 5985 0 0,'-1'-1'199'0'0,"0"0"0"0"0,1 0 0 0 0,-1 0-1 0 0,0 0 1 0 0,0 0 0 0 0,0 1-1 0 0,0-1 1 0 0,0 0 0 0 0,0 1 0 0 0,0-1-1 0 0,0 1 1 0 0,0-1 0 0 0,0 1 0 0 0,0-1-1 0 0,0 1 1 0 0,0 0 0 0 0,0-1 0 0 0,-1 1-1 0 0,1 0 1 0 0,0 0 0 0 0,0 0 0 0 0,0 0-1 0 0,0 0 1 0 0,-1 0 0 0 0,1 0 0 0 0,0 0-1 0 0,0 1 1 0 0,0-1 0 0 0,0 0 0 0 0,0 1-1 0 0,0-1 1 0 0,0 1 0 0 0,-1-1 0 0 0,1 1-1 0 0,1 0 1 0 0,-1-1 0 0 0,0 1 0 0 0,0 0-1 0 0,0-1 1 0 0,0 1 0 0 0,0 0-1 0 0,1 0 1 0 0,-1 0 0 0 0,0 0 0 0 0,1 0-1 0 0,-2 2 1 0 0,0 1 109 0 0,-1 0-1 0 0,1 1 1 0 0,0 0 0 0 0,0 0-1 0 0,0-1 1 0 0,1 1 0 0 0,0 0-1 0 0,0 0 1 0 0,-1 8 0 0 0,2 15 114 0 0,1 1 1 0 0,2-1-1 0 0,0 1 1 0 0,2-1-1 0 0,16 53 1 0 0,-13-59-368 0 0,0 1 0 0 0,2-1 1 0 0,0-1-1 0 0,2 0 1 0 0,0-1-1 0 0,1 0 0 0 0,24 27 1 0 0,-31-41-99 0 0,1 0 0 0 0,0 0 0 0 0,1 0 0 0 0,0-1 0 0 0,0-1 0 0 0,0 1 0 0 0,0-1 0 0 0,0-1 0 0 0,1 1 0 0 0,0-2 0 0 0,0 1 0 0 0,0-1 0 0 0,15 2 0 0 0,-19-3-50 0 0,0-1 0 0 0,-1 1 0 0 0,1-1 0 0 0,0 0 0 0 0,0 0 0 0 0,-1-1 1 0 0,1 1-1 0 0,0-1 0 0 0,-1 0 0 0 0,1 0 0 0 0,-1-1 0 0 0,1 1 0 0 0,-1-1 0 0 0,0 0 0 0 0,0 0 0 0 0,1-1 0 0 0,-1 1 0 0 0,-1-1 0 0 0,1 0 0 0 0,0 0 0 0 0,-1 0 0 0 0,1 0 1 0 0,-1-1-1 0 0,0 1 0 0 0,0-1 0 0 0,-1 0 0 0 0,1 0 0 0 0,2-5 0 0 0,-3 5 127 0 0,-1-1 1 0 0,0 1-1 0 0,1 0 0 0 0,-2 0 1 0 0,1-1-1 0 0,0 1 0 0 0,-1 0 1 0 0,0-1-1 0 0,0 1 0 0 0,0-1 1 0 0,-1 1-1 0 0,1 0 0 0 0,-1-1 1 0 0,-1-4-1 0 0,1 8-13 0 0,0-1 0 0 0,1 1 0 0 0,-1-1 0 0 0,0 1 0 0 0,1 0 0 0 0,-1-1 0 0 0,0 1 0 0 0,0 0 1 0 0,0 0-1 0 0,0 0 0 0 0,-1 0 0 0 0,1 0 0 0 0,0 0 0 0 0,0 0 0 0 0,-1 0 0 0 0,1 0 0 0 0,0 0 0 0 0,-1 1 0 0 0,1-1 0 0 0,-1 1 0 0 0,1-1 0 0 0,-1 1 0 0 0,1-1 0 0 0,-1 1 0 0 0,1 0 0 0 0,-1 0 0 0 0,1-1 0 0 0,-1 1 0 0 0,1 1 0 0 0,-1-1 0 0 0,0 0 0 0 0,1 0 1 0 0,-1 0-1 0 0,1 1 0 0 0,-1-1 0 0 0,1 1 0 0 0,-1-1 0 0 0,1 1 0 0 0,0 0 0 0 0,-1-1 0 0 0,-1 2 0 0 0,-13 8-771 0 0,-1 0 0 0 0,2 0 0 0 0,-1 2-1 0 0,2 0 1 0 0,0 1 0 0 0,0 0 0 0 0,1 1 0 0 0,-12 17 0 0 0,16-16-1350 0 0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37.0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 11 9674 0 0,'0'-1'148'0'0,"0"1"0"0"0,0-1 0 0 0,0 1 0 0 0,0-1 0 0 0,0 1 1 0 0,0-1-1 0 0,-1 1 0 0 0,1 0 0 0 0,0-1 0 0 0,0 1 0 0 0,0-1 0 0 0,-1 1 0 0 0,1 0 0 0 0,0-1 0 0 0,-1 0 148 0 0,1 1-148 0 0,-1 0 1 0 0,1 0-1 0 0,0-1 0 0 0,-1 1 0 0 0,1 0 0 0 0,-1 0 0 0 0,1-1 0 0 0,0 1 0 0 0,-1 0 0 0 0,1 0 0 0 0,-1 0 0 0 0,1 0 0 0 0,-1-1 1 0 0,1 1-1 0 0,-1 0 0 0 0,1 0 0 0 0,-1 0 0 0 0,1 0 0 0 0,-1 0 0 0 0,-8 17 2590 0 0,3 28-1333 0 0,4-19-1217 0 0,2-1 1 0 0,0 1-1 0 0,2-1 1 0 0,1 0-1 0 0,1 0 0 0 0,1 0 1 0 0,1 0-1 0 0,13 33 0 0 0,-13-44-177 0 0,0 0 0 0 0,1-1 0 0 0,0 0 0 0 0,1 0-1 0 0,0 0 1 0 0,1-1 0 0 0,0 0 0 0 0,1-1 0 0 0,0 0 0 0 0,1-1-1 0 0,1 0 1 0 0,-1 0 0 0 0,1-1 0 0 0,1-1 0 0 0,20 11 0 0 0,-30-18-61 0 0,-1 0 1 0 0,1 0 0 0 0,-1 0-1 0 0,1 0 1 0 0,0 0 0 0 0,0-1 0 0 0,-1 0-1 0 0,1 1 1 0 0,0-1 0 0 0,0 0 0 0 0,0 0-1 0 0,-1 0 1 0 0,1-1 0 0 0,0 1 0 0 0,0-1-1 0 0,-1 1 1 0 0,1-1 0 0 0,0 0 0 0 0,-1 0-1 0 0,5-2 1 0 0,-3 0-61 0 0,-1 1 1 0 0,1-1-1 0 0,-1 0 0 0 0,0 0 1 0 0,0 0-1 0 0,0 0 0 0 0,-1 0 0 0 0,1-1 1 0 0,-1 1-1 0 0,1-1 0 0 0,-1 0 1 0 0,3-6-1 0 0,-3 5 97 0 0,0 1 1 0 0,-1-1-1 0 0,1 1 0 0 0,-1-1 0 0 0,0 0 1 0 0,0 0-1 0 0,0 0 0 0 0,-1 1 1 0 0,1-1-1 0 0,-1 0 0 0 0,-1 0 1 0 0,1 0-1 0 0,-1 0 0 0 0,1 0 1 0 0,-1 0-1 0 0,-1 1 0 0 0,1-1 0 0 0,-1 0 1 0 0,1 1-1 0 0,-2-1 0 0 0,1 1 1 0 0,0 0-1 0 0,-1-1 0 0 0,-4-4 1 0 0,6 8-1 0 0,-1-1 1 0 0,0 1-1 0 0,0 0 1 0 0,0-1-1 0 0,-1 1 1 0 0,1 0 0 0 0,0 1-1 0 0,0-1 1 0 0,0 0-1 0 0,-1 1 1 0 0,1-1-1 0 0,0 1 1 0 0,-1 0 0 0 0,1-1-1 0 0,-1 1 1 0 0,1 0-1 0 0,0 1 1 0 0,-1-1-1 0 0,1 0 1 0 0,0 1 0 0 0,-1-1-1 0 0,1 1 1 0 0,0 0-1 0 0,0-1 1 0 0,0 1-1 0 0,-1 0 1 0 0,1 1 0 0 0,0-1-1 0 0,0 0 1 0 0,0 0-1 0 0,1 1 1 0 0,-3 1-1 0 0,-3 3-504 0 0,1-1-1 0 0,0 1 0 0 0,0 0 1 0 0,1 0-1 0 0,0 0 0 0 0,0 1 1 0 0,-8 14-1 0 0,6-6-4619 0 0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38.3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37 28 3225 0 0,'-32'-15'11013'0'0,"27"31"-6415"0"0,9-17-4545 0 0,10-2-42 0 0,-10 1-22 0 0,-1-1-31 0 0,9-9 817 0 0,-12 6-578 0 0,-15 5-151 0 0,10 1 240 0 0,2 8 673 0 0,2 5-909 0 0,1 0 0 0 0,0 1 0 0 0,1-1-1 0 0,1 1 1 0 0,0-1 0 0 0,1 0 0 0 0,0 0 0 0 0,1 0 0 0 0,1 0 0 0 0,0-1 0 0 0,0 0 0 0 0,1 0-1 0 0,10 15 1 0 0,-8-14-50 0 0,1-2 0 0 0,0 1-1 0 0,0-1 1 0 0,1 0 0 0 0,0-1 0 0 0,1 0-1 0 0,0-1 1 0 0,1 0 0 0 0,0 0 0 0 0,0-2-1 0 0,1 1 1 0 0,19 7 0 0 0,-31-14 0 0 0,1-1 1 0 0,-1 1 0 0 0,1 0 0 0 0,0-1 0 0 0,-1 1-1 0 0,1-1 1 0 0,0 1 0 0 0,-1-1 0 0 0,1 0-1 0 0,0 0 1 0 0,-1 0 0 0 0,1 0 0 0 0,0 0 0 0 0,0 0-1 0 0,-1 0 1 0 0,1 0 0 0 0,0-1 0 0 0,-1 1-1 0 0,1-1 1 0 0,0 1 0 0 0,-1-1 0 0 0,1 0 0 0 0,-1 0-1 0 0,3-1 1 0 0,-3 0 13 0 0,1 0 0 0 0,-1 1-1 0 0,0-1 1 0 0,0 0 0 0 0,0 0-1 0 0,0-1 1 0 0,0 1 0 0 0,0 0-1 0 0,-1 0 1 0 0,1 0 0 0 0,-1 0-1 0 0,1-1 1 0 0,-1 1 0 0 0,0 0-1 0 0,0-5 1 0 0,-1-5 74 0 0,0-1 1 0 0,-1 1-1 0 0,-1 0 0 0 0,0-1 1 0 0,-7-17-1 0 0,3 12-17 0 0,-2 0 0 0 0,0 0 0 0 0,-16-23 1 0 0,20 34-269 0 0,-1 0 0 0 0,1 0 0 0 0,-1 0 0 0 0,-1 1 0 0 0,1 0 0 0 0,-1 0 0 0 0,0 1 0 0 0,0 0 0 0 0,-1 0 0 0 0,-8-4 0 0 0,-9 0-7235 0 0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39.15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64 1 4609 0 0,'-4'4'40'0'0,"1"0"1"0"0,-1 0-1 0 0,1 0 1 0 0,0 1-1 0 0,0-1 1 0 0,0 1-1 0 0,0 0 0 0 0,1 0 1 0 0,-2 6-1 0 0,-15 51-112 0 0,14-42 244 0 0,2-4-5 0 0,1 0 0 0 0,0 0-1 0 0,2 0 1 0 0,0 1 0 0 0,1-1-1 0 0,0 0 1 0 0,1 1 0 0 0,1-1 0 0 0,7 24-1 0 0,7 48 1120 0 0,12 246-788 0 0,-25-297-3597 0 0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39.38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4145 0 0,'0'36'742'0'0,"0"0"0"0"0,3-1 0 0 0,11 58 0 0 0,34 105-306 0 0,-25-111-1638 0 0,-15-57 283 0 0,2 14 374 0 0,27 67-1 0 0,-30-94 546 0 0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39.5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4609 0 0,'0'14'200'0'0,"0"-6"48"0"0,2-1-248 0 0,-2 1 0 0 0,1-2 0 0 0,-1-1 0 0 0,1 4 96 0 0,0 6-24 0 0,3 8-8 0 0,0 7 0 0 0,1 3-512 0 0,2 0-96 0 0,-2-2-32 0 0,-2 0 0 0 0,3-2 448 0 0,-1-2 128 0 0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40.12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 77 7370 0 0,'-1'-3'551'0'0,"0"-1"1"0"0,0 0 0 0 0,0 0-1 0 0,1 0 1 0 0,0 0 0 0 0,-1 0-1 0 0,2 0 1 0 0,-1-4 0 0 0,0 5-243 0 0,0 1 0 0 0,0 0 0 0 0,1 0 0 0 0,-1-1 0 0 0,1 1 0 0 0,-1 0 0 0 0,1 0 0 0 0,0-1 0 0 0,-1 1 0 0 0,1 0 0 0 0,0 0 0 0 0,0 0 1 0 0,1 0-1 0 0,-1 0 0 0 0,2-2 0 0 0,-2 4-254 0 0,0 0 1 0 0,0 0 0 0 0,-1 0 0 0 0,1-1 0 0 0,0 1-1 0 0,0 0 1 0 0,-1 0 0 0 0,1 0 0 0 0,0 1-1 0 0,0-1 1 0 0,-1 0 0 0 0,1 0 0 0 0,0 0-1 0 0,0 1 1 0 0,-1-1 0 0 0,1 0 0 0 0,0 1 0 0 0,-1-1-1 0 0,1 0 1 0 0,0 1 0 0 0,-1-1 0 0 0,1 1-1 0 0,0-1 1 0 0,-1 1 0 0 0,1-1 0 0 0,-1 1-1 0 0,1-1 1 0 0,-1 1 0 0 0,0 0 0 0 0,1-1-1 0 0,-1 1 1 0 0,0 0 0 0 0,1 0 0 0 0,-1-1 0 0 0,0 1-1 0 0,0 0 1 0 0,1-1 0 0 0,-1 2 0 0 0,11 31 344 0 0,-1 20 230 0 0,4 87 0 0 0,-10-90-503 0 0,1 0 0 0 0,13 53 1 0 0,-17-98-114 0 0,0-1 0 0 0,0 0 0 0 0,1 0 0 0 0,-1 0 0 0 0,1 0 0 0 0,0 0 0 0 0,0 0 0 0 0,0-1 0 0 0,0 1 0 0 0,1 0 1 0 0,0-1-1 0 0,-1 0 0 0 0,1 0 0 0 0,0 0 0 0 0,1 0 0 0 0,-1 0 0 0 0,0-1 0 0 0,1 1 0 0 0,0-1 0 0 0,-1 0 0 0 0,1 0 1 0 0,0 0-1 0 0,0-1 0 0 0,0 1 0 0 0,0-1 0 0 0,0 0 0 0 0,1 0 0 0 0,5 0 0 0 0,0 0 28 0 0,0-2-1 0 0,0 1 0 0 0,0-1 1 0 0,0-1-1 0 0,0 0 1 0 0,0-1-1 0 0,-1 1 0 0 0,1-2 1 0 0,-1 1-1 0 0,0-1 1 0 0,10-7-1 0 0,99-59-1110 0 0,-44 19-5721 0 0,-60 40 1289 0 0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40.3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 1 5985 0 0,'-2'1'413'0'0,"0"0"0"0"0,1 0-1 0 0,-1 0 1 0 0,1 1-1 0 0,-1-1 1 0 0,1 1 0 0 0,0-1-1 0 0,-1 1 1 0 0,1-1 0 0 0,0 1-1 0 0,0 0 1 0 0,0-1 0 0 0,0 1-1 0 0,0 0 1 0 0,1 0-1 0 0,-1 0 1 0 0,1 0 0 0 0,-1 0-1 0 0,1 0 1 0 0,-1 0 0 0 0,1 0-1 0 0,0 0 1 0 0,0 0-1 0 0,0 0 1 0 0,0 0 0 0 0,1 3-1 0 0,1 9 223 0 0,1-1 1 0 0,0 0-1 0 0,5 14 0 0 0,1 2 133 0 0,36 153 796 0 0,-32-141-2019 0 0,1 0 1 0 0,26 51-1 0 0,-19-60-1588 0 0,-11-20 311 0 0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40.93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62 322 11058 0 0,'-1'-1'117'0'0,"0"0"0"0"0,0 0 0 0 0,0 0 0 0 0,-1 0 0 0 0,1 0 0 0 0,0 1 0 0 0,0-1 0 0 0,-1 1 0 0 0,1-1 0 0 0,0 1 0 0 0,-1-1 0 0 0,1 1 0 0 0,-1 0 0 0 0,1 0 0 0 0,-1-1 0 0 0,1 1 0 0 0,0 0 0 0 0,-1 0 0 0 0,1 1 0 0 0,-1-1 0 0 0,1 0 0 0 0,-1 0 0 0 0,1 1 0 0 0,0-1 0 0 0,-1 1 0 0 0,1-1 0 0 0,0 1 0 0 0,-1-1 0 0 0,1 1 0 0 0,0 0 0 0 0,0 0 0 0 0,0 0 0 0 0,0-1 0 0 0,0 1 0 0 0,-1 0 0 0 0,2 0 0 0 0,-1 1 0 0 0,0-1 0 0 0,0 0 0 0 0,0 0 0 0 0,0 0 0 0 0,1 1 0 0 0,-1-1 0 0 0,1 0 0 0 0,-2 3 0 0 0,1 2 76 0 0,-1-1 1 0 0,1 1-1 0 0,0-1 1 0 0,0 1 0 0 0,1 0-1 0 0,0 0 1 0 0,0-1-1 0 0,0 1 1 0 0,0 0 0 0 0,3 8-1 0 0,0-5-197 0 0,0-1 0 0 0,1 1-1 0 0,0-1 1 0 0,0 0 0 0 0,1 0 0 0 0,0-1-1 0 0,0 1 1 0 0,1-1 0 0 0,0 0 0 0 0,0-1-1 0 0,1 1 1 0 0,0-1 0 0 0,0 0 0 0 0,0-1-1 0 0,1 0 1 0 0,-1 0 0 0 0,1-1-1 0 0,14 6 1 0 0,-18-8 10 0 0,1 0-1 0 0,0 0 0 0 0,0 0 1 0 0,1-1-1 0 0,-1 0 0 0 0,0 0 1 0 0,0 0-1 0 0,0-1 0 0 0,1 1 1 0 0,-1-1-1 0 0,0-1 1 0 0,1 1-1 0 0,-1-1 0 0 0,0 0 1 0 0,0 0-1 0 0,0 0 0 0 0,0-1 1 0 0,0 0-1 0 0,0 0 1 0 0,0 0-1 0 0,0 0 0 0 0,-1-1 1 0 0,1 0-1 0 0,-1 0 0 0 0,0 0 1 0 0,0-1-1 0 0,0 1 0 0 0,0-1 1 0 0,0 0-1 0 0,-1 0 1 0 0,0 0-1 0 0,0 0 0 0 0,3-6 1 0 0,-4 8 0 0 0,-1-1 1 0 0,0 0-1 0 0,1 0 1 0 0,-1 0 0 0 0,0 0-1 0 0,0-1 1 0 0,-1 1-1 0 0,1 0 1 0 0,-1 0-1 0 0,0 0 1 0 0,1-1-1 0 0,-1 1 1 0 0,-1 0 0 0 0,1 0-1 0 0,0-1 1 0 0,-1 1-1 0 0,0 0 1 0 0,1 0-1 0 0,-1 0 1 0 0,-1 0 0 0 0,1 0-1 0 0,0 0 1 0 0,-1 0-1 0 0,1 0 1 0 0,-4-4-1 0 0,-5-6 49 0 0,-1 1 0 0 0,1 1 0 0 0,-2-1 0 0 0,-15-11 0 0 0,-12-12 225 0 0,27 21-244 0 0,3 6 24 0 0,1-1 1 0 0,0-1-1 0 0,0 1 0 0 0,1-1 0 0 0,-7-13 0 0 0,13 20-51 0 0,0 1 0 0 0,0-1-1 0 0,0 1 1 0 0,0-1 0 0 0,1 0-1 0 0,-1 1 1 0 0,1-1 0 0 0,-1 0-1 0 0,1 0 1 0 0,0 1 0 0 0,0-1-1 0 0,0 0 1 0 0,0 1 0 0 0,1-1-1 0 0,-1 0 1 0 0,1 0 0 0 0,0 1-1 0 0,0-1 1 0 0,0 1-1 0 0,0-1 1 0 0,0 1 0 0 0,0-1-1 0 0,1 1 1 0 0,-1 0 0 0 0,1-1-1 0 0,-1 1 1 0 0,1 0 0 0 0,3-3-1 0 0,0 0-39 0 0,0 1-1 0 0,-1 0 0 0 0,1 0 0 0 0,1 0 0 0 0,-1 0 1 0 0,0 1-1 0 0,1 0 0 0 0,0 0 0 0 0,0 1 1 0 0,0-1-1 0 0,0 1 0 0 0,0 1 0 0 0,0-1 0 0 0,1 1 1 0 0,-1 0-1 0 0,0 0 0 0 0,1 1 0 0 0,-1 0 1 0 0,11 1-1 0 0,-5 1-47 0 0,-1 1 1 0 0,1 0 0 0 0,-1 1-1 0 0,0 0 1 0 0,0 0 0 0 0,-1 1-1 0 0,1 1 1 0 0,-1 0 0 0 0,18 14-1 0 0,18 21-814 0 0,-37-32 809 0 0,-1-1 0 0 0,2 1 0 0 0,-1-1 0 0 0,1-1 0 0 0,0 0 0 0 0,1 0 0 0 0,0-1 0 0 0,0-1 0 0 0,18 7 0 0 0,-28-11 99 0 0,0-1 0 0 0,1 0 1 0 0,-1 1-1 0 0,1-1 0 0 0,-1 0 1 0 0,0 0-1 0 0,1 0 0 0 0,-1 0 1 0 0,1 0-1 0 0,-1-1 0 0 0,1 1 1 0 0,-1 0-1 0 0,0-1 0 0 0,1 1 1 0 0,-1-1-1 0 0,0 1 0 0 0,1-1 1 0 0,-1 1-1 0 0,0-1 0 0 0,0 0 1 0 0,0 0-1 0 0,2-1 0 0 0,-1 0 102 0 0,-1 0 0 0 0,1 0 0 0 0,-1 0 0 0 0,1 0 0 0 0,-1-1 0 0 0,0 1 0 0 0,0 0 0 0 0,0-1 0 0 0,0 1 0 0 0,-1-1 0 0 0,2-4-1 0 0,-1 1 157 0 0,-1-1 0 0 0,1 0-1 0 0,-1 0 1 0 0,-1 0-1 0 0,1 0 1 0 0,-1 0-1 0 0,0 1 1 0 0,-4-14 0 0 0,1 10-146 0 0,-1 1 0 0 0,0-1 0 0 0,-1 1 0 0 0,0 0 0 0 0,-1 0 0 0 0,0 1 0 0 0,0 0 1 0 0,0 0-1 0 0,-1 0 0 0 0,-1 1 0 0 0,1 0 0 0 0,-1 1 0 0 0,0 0 0 0 0,-15-7 1 0 0,13 8-326 0 0,1 0 0 0 0,0 1 0 0 0,-1 0 0 0 0,0 1 0 0 0,0 0 0 0 0,0 1 0 0 0,0 1 0 0 0,-19-2 0 0 0,5 4-7409 0 0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42.10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 1 3225 0 0,'-9'116'3295'0'0,"8"160"0"0"0,2-199-2606 0 0,0-13 40 0 0,1 287 1862 0 0,-2-324-2940 0 0,1-1 0 0 0,2 0 0 0 0,0 0 0 0 0,2 0 0 0 0,10 35 1 0 0,-8-40-485 0 0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42.9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80 319 10594 0 0,'-1'1'26'0'0,"1"-1"-1"0"0,-1 1 1 0 0,1-1-1 0 0,-1 0 0 0 0,1 1 1 0 0,-1-1-1 0 0,1 0 1 0 0,-1 1-1 0 0,1-1 0 0 0,-1 0 1 0 0,1 0-1 0 0,-1 0 1 0 0,0 1-1 0 0,1-1 0 0 0,-1 0 1 0 0,1 0-1 0 0,-1 0 1 0 0,0 0-1 0 0,1 0 1 0 0,-1 0-1 0 0,1 0 0 0 0,-1 0 1 0 0,0 0-1 0 0,1-1 1 0 0,-1 1-1 0 0,1 0 0 0 0,-1 0 1 0 0,0 0-1 0 0,1-1 1 0 0,-1 1-1 0 0,1 0 1 0 0,-1-1-1 0 0,1 1 0 0 0,-1-1 1 0 0,-24-10 1542 0 0,22 7-1369 0 0,-1 0 0 0 0,1 0-1 0 0,0-1 1 0 0,0 1 0 0 0,1-1 0 0 0,-1 1-1 0 0,1-1 1 0 0,0 0 0 0 0,0 0 0 0 0,0 0 0 0 0,1 0-1 0 0,0 0 1 0 0,0 0 0 0 0,0-1 0 0 0,0 1-1 0 0,1 0 1 0 0,0 0 0 0 0,0-1 0 0 0,1 1-1 0 0,-1 0 1 0 0,3-8 0 0 0,-1 3-68 0 0,0 0 1 0 0,1-1-1 0 0,0 1 0 0 0,1 1 1 0 0,0-1-1 0 0,0 0 1 0 0,1 1-1 0 0,0 0 0 0 0,13-15 1 0 0,-8 11-121 0 0,32-32-4 0 0,-39 43-7 0 0,-1-1 0 0 0,1 1 0 0 0,0 0 0 0 0,0 0 0 0 0,0 0 0 0 0,0 0 0 0 0,0 1-1 0 0,1-1 1 0 0,-1 1 0 0 0,1 0 0 0 0,-1 0 0 0 0,0 0 0 0 0,1 1 0 0 0,4-1 0 0 0,-7 1-23 0 0,1 0 0 0 0,0 1 0 0 0,-1-1 0 0 0,1 1 0 0 0,0 0 1 0 0,-1 0-1 0 0,1-1 0 0 0,0 1 0 0 0,-1 0 0 0 0,0 0 0 0 0,1 1 0 0 0,-1-1 0 0 0,0 0 0 0 0,1 0 0 0 0,-1 1 1 0 0,0-1-1 0 0,0 0 0 0 0,0 1 0 0 0,0-1 0 0 0,0 1 0 0 0,0 0 0 0 0,-1-1 0 0 0,1 1 0 0 0,0 0 0 0 0,-1-1 1 0 0,1 4-1 0 0,11 54-588 0 0,-10-48 480 0 0,9 153-466 0 0,-10-107 1016 0 0,11 67-1 0 0,-10-108-294 0 0,2 1-1 0 0,0-1 1 0 0,1 0-1 0 0,0 0 1 0 0,2 0-1 0 0,0-1 1 0 0,0 1 0 0 0,14 19-1 0 0,-19-32-114 0 0,0 0 0 0 0,0-1 0 0 0,0 1 0 0 0,0 0 0 0 0,1-1 0 0 0,-1 1 0 0 0,1-1 0 0 0,0 0 0 0 0,-1 0 0 0 0,1 0 0 0 0,0 0 0 0 0,0 0 0 0 0,1 0 0 0 0,-1-1 0 0 0,0 0 0 0 0,0 1 0 0 0,1-1 0 0 0,-1-1 0 0 0,1 1-1 0 0,-1 0 1 0 0,7 0 0 0 0,-6-2 61 0 0,1 0-1 0 0,-1 0 0 0 0,0 0 1 0 0,1-1-1 0 0,-1 0 0 0 0,0 1 0 0 0,0-1 1 0 0,0 0-1 0 0,-1-1 0 0 0,1 1 0 0 0,0-1 1 0 0,-1 0-1 0 0,1 0 0 0 0,-1 0 0 0 0,0 0 1 0 0,5-7-1 0 0,-5 6 45 0 0,1 0 0 0 0,-1-1 0 0 0,1 0 0 0 0,-2 0 0 0 0,1 0 0 0 0,0 0 0 0 0,-1 0 1 0 0,0 0-1 0 0,0-1 0 0 0,0 1 0 0 0,-1-1 0 0 0,2-10 0 0 0,-3 13-67 0 0,-1-1 0 0 0,1 0 1 0 0,-1 1-1 0 0,1-1 0 0 0,-1 1 0 0 0,0-1 0 0 0,0 1 1 0 0,0-1-1 0 0,-1 1 0 0 0,1 0 0 0 0,-1 0 1 0 0,0 0-1 0 0,0 0 0 0 0,0 0 0 0 0,0 0 0 0 0,-1 0 1 0 0,1 0-1 0 0,-1 1 0 0 0,1-1 0 0 0,-1 1 1 0 0,-4-3-1 0 0,-2-1 6 0 0,0 1 1 0 0,0-1-1 0 0,0 1 0 0 0,-1 1 1 0 0,0 0-1 0 0,0 0 1 0 0,0 1-1 0 0,-16-3 1 0 0,-6 2-127 0 0,-47-1 0 0 0,8 1-1225 0 0,51 1-728 0 0,3-3-5139 0 0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43.26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24 8290 0 0,'1'5'411'0'0,"0"0"1"0"0,0-1-1 0 0,0 1 1 0 0,-1 0-1 0 0,1 0 1 0 0,-1 6-1 0 0,0-8-185 0 0,1 17 545 0 0,0 0-1 0 0,2 0 1 0 0,0 0 0 0 0,2-1 0 0 0,0 1-1 0 0,1-1 1 0 0,1 0 0 0 0,12 23 0 0 0,-15-34-664 0 0,0 0 1 0 0,1 0-1 0 0,1-1 1 0 0,-1 1 0 0 0,1-1-1 0 0,0 0 1 0 0,1-1-1 0 0,0 1 1 0 0,0-1 0 0 0,0-1-1 0 0,1 1 1 0 0,0-1-1 0 0,0-1 1 0 0,0 1 0 0 0,0-2-1 0 0,1 1 1 0 0,-1-1 0 0 0,1 0-1 0 0,0 0 1 0 0,11 1-1 0 0,-13-4-55 0 0,-1 0 0 0 0,1 1-1 0 0,-1-2 1 0 0,0 1-1 0 0,1-1 1 0 0,-1 0-1 0 0,0 0 1 0 0,1-1 0 0 0,-1 0-1 0 0,0 0 1 0 0,0 0-1 0 0,-1-1 1 0 0,1 0-1 0 0,0 0 1 0 0,-1 0 0 0 0,0-1-1 0 0,1 0 1 0 0,-1 0-1 0 0,-1 0 1 0 0,1-1-1 0 0,-1 1 1 0 0,0-1-1 0 0,0 0 1 0 0,6-9 0 0 0,-7 8-8 0 0,1-1 0 0 0,-1 1 0 0 0,1-1 1 0 0,-2 1-1 0 0,1-1 0 0 0,-1 0 1 0 0,0 0-1 0 0,-1 0 0 0 0,1 0 0 0 0,-1-1 1 0 0,-1 1-1 0 0,1 0 0 0 0,-1 0 0 0 0,-1-1 1 0 0,1 1-1 0 0,-1 0 0 0 0,0 0 0 0 0,-1 0 1 0 0,0 0-1 0 0,0 0 0 0 0,-4-9 1 0 0,1 6 36 0 0,-1 1 0 0 0,0 0 0 0 0,0 0 0 0 0,-1 0 0 0 0,0 1 1 0 0,0 0-1 0 0,-1 0 0 0 0,0 1 0 0 0,-13-9 0 0 0,-32-15-1172 0 0,-6 6-5404 0 0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43.58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1 208 6913 0 0,'1'7'436'0'0,"1"0"0"0"0,0 1 0 0 0,1-1 0 0 0,0 0 0 0 0,0 0 0 0 0,0-1 0 0 0,1 1 0 0 0,0-1-1 0 0,0 1 1 0 0,0-1 0 0 0,1 0 0 0 0,0-1 0 0 0,1 1 0 0 0,-1-1 0 0 0,1 0 0 0 0,12 8 0 0 0,-13-10-255 0 0,0-1 0 0 0,0 1 0 0 0,1-1 1 0 0,-1 0-1 0 0,1 0 0 0 0,0-1 1 0 0,-1 1-1 0 0,1-1 0 0 0,0-1 0 0 0,0 1 1 0 0,0-1-1 0 0,0 0 0 0 0,0 0 1 0 0,0-1-1 0 0,-1 1 0 0 0,1-1 1 0 0,0-1-1 0 0,0 1 0 0 0,-1-1 0 0 0,1 0 1 0 0,-1 0-1 0 0,6-4 0 0 0,0 0 90 0 0,-1 0-1 0 0,0-1 1 0 0,0-1-1 0 0,0 1 1 0 0,-1-2-1 0 0,0 1 1 0 0,-1-1-1 0 0,0-1 1 0 0,0 1-1 0 0,-1-2 1 0 0,10-17-1 0 0,-15 24-217 0 0,0 0 1 0 0,0 0-1 0 0,0-1 1 0 0,-1 1-1 0 0,1 0 1 0 0,-1-1-1 0 0,0 1 1 0 0,0-1-1 0 0,-1 1 1 0 0,1-1-1 0 0,-1 1 1 0 0,0-1-1 0 0,0 0 1 0 0,0 1-1 0 0,-1-1 1 0 0,0 1-1 0 0,0-1 0 0 0,0 1 1 0 0,0 0-1 0 0,-1-1 1 0 0,0 1-1 0 0,0 0 1 0 0,0 0-1 0 0,0 0 1 0 0,0 0-1 0 0,-1 0 1 0 0,0 1-1 0 0,0-1 1 0 0,0 1-1 0 0,0-1 1 0 0,0 1-1 0 0,-1 0 1 0 0,-7-4-1 0 0,-3-3-137 0 0,-1 2 0 0 0,-1 0-1 0 0,0 1 1 0 0,0 0 0 0 0,-32-8 0 0 0,15 7-179 0 0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44.98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174 133 456 0 0,'-6'4'89'0'0,"8"-5"428"0"0,9-6 149 0 0,-10 7-463 0 0,12-14 196 0 0,-5 6-151 0 0,-4 4-95 0 0,-1-1 0 0 0,1 0 1 0 0,-1-1-1 0 0,-1 1 0 0 0,1 0 0 0 0,-1-1 1 0 0,4-10-1 0 0,-5 11 615 0 0,-24 27 2894 0 0,-15 29-2004 0 0,-61 106 1 0 0,68-103-1191 0 0,19-35-298 0 0,7-13-126 0 0,1 1 1 0 0,0 1-1 0 0,0-1 0 0 0,-6 16 1 0 0,19-53 40 0 0,27-56 0 0 0,-3 8 329 0 0,-19 34-171 0 0,16-39 264 0 0,-26 74-344 0 0,0 0-1 0 0,1 0 1 0 0,0 1 0 0 0,0 0 0 0 0,1 0 0 0 0,10-11 0 0 0,-15 18-75 0 0,0 0 1 0 0,1 0 0 0 0,-1-1-1 0 0,0 1 1 0 0,1 0 0 0 0,0 0 0 0 0,-1 1-1 0 0,1-1 1 0 0,-1 0 0 0 0,1 0-1 0 0,0 1 1 0 0,0-1 0 0 0,-1 1 0 0 0,1 0-1 0 0,0-1 1 0 0,0 1 0 0 0,0 0-1 0 0,0 0 1 0 0,-1 0 0 0 0,1 0 0 0 0,0 0-1 0 0,0 1 1 0 0,0-1 0 0 0,-1 1 0 0 0,1-1-1 0 0,0 1 1 0 0,0-1 0 0 0,-1 1-1 0 0,1 0 1 0 0,-1 0 0 0 0,1 0 0 0 0,-1 0-1 0 0,1 0 1 0 0,-1 0 0 0 0,1 0-1 0 0,-1 1 1 0 0,0-1 0 0 0,2 2 0 0 0,6 7 241 0 0,0 1 0 0 0,0 0 0 0 0,-1 0-1 0 0,7 13 1 0 0,-6-8-277 0 0,32 41 11 0 0,-11-20-5428 0 0,-7-12-973 0 0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45.66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 0 6913 0 0,'-14'8'6267'0'0,"14"0"-5948"0"0,1 0 0 0 0,-1 0 1 0 0,1 0-1 0 0,1 0 0 0 0,-1 0 0 0 0,1 0 0 0 0,1 0 0 0 0,-1-1 0 0 0,1 1 0 0 0,7 11 1 0 0,-2-1 47 0 0,1 5-292 0 0,93 213 1953 0 0,-75-182-3499 0 0,2-1 1 0 0,44 61 0 0 0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45.88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2 235 6913 0 0,'-1'-2'39'0'0,"1"0"0"0"0,0-1 0 0 0,0 1 0 0 0,0 0 0 0 0,0 0 0 0 0,0 0 0 0 0,0 0 0 0 0,0 0 0 0 0,1 0 0 0 0,-1 0 0 0 0,1-1 0 0 0,-1 1 0 0 0,1 0-1 0 0,1-3 1 0 0,15-30 874 0 0,-14 31-588 0 0,5-10 160 0 0,1-1 0 0 0,1 2-1 0 0,0-1 1 0 0,1 2 0 0 0,0-1 0 0 0,1 1-1 0 0,20-15 1 0 0,-24 22-431 0 0,-1-1 0 0 0,1 1-1 0 0,0 1 1 0 0,1 0 0 0 0,-1 0 0 0 0,16-4-1 0 0,-19 6-133 0 0,0 1 0 0 0,0 0-1 0 0,0 1 1 0 0,0-1 0 0 0,0 1-1 0 0,1 0 1 0 0,-1 0 0 0 0,0 1 0 0 0,0 0-1 0 0,0-1 1 0 0,0 2 0 0 0,9 2-1 0 0,4 5-310 0 0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46.08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90 1376 0 0,'10'-12'7184'0'0,"49"-45"-5407"0"0,-55 55-2201 0 0,0-1 0 0 0,0 1 0 0 0,-1 0 0 0 0,1 0 0 0 0,0 1 0 0 0,1-1 0 0 0,-1 1 0 0 0,0 0 0 0 0,6-1 0 0 0,2 0-1176 0 0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46.3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 36 7370 0 0,'-10'-25'954'0'0,"10"25"-918"0"0,1 0 0 0 0,-1 0 0 0 0,0 1 0 0 0,0-1 0 0 0,1 0 0 0 0,-1 0 0 0 0,0 0 1 0 0,1 0-1 0 0,-1 0 0 0 0,0 1 0 0 0,1-1 0 0 0,-1 0 0 0 0,0 0 0 0 0,1 0 0 0 0,-1 0 0 0 0,0 0 0 0 0,1 0 0 0 0,-1 0 0 0 0,0 0 0 0 0,1 0 0 0 0,-1 0 0 0 0,0-1 0 0 0,1 1 0 0 0,-1 0 0 0 0,0 0 0 0 0,1 0 0 0 0,-1 0 0 0 0,0 0 0 0 0,1-1 0 0 0,-1 1 0 0 0,0 0 0 0 0,0 0 0 0 0,1 0 0 0 0,-1-1 0 0 0,0 1 0 0 0,0 0 0 0 0,0 0 0 0 0,1-1 0 0 0,-1 1 0 0 0,0 0 0 0 0,0-1 0 0 0,0 1 0 0 0,0 0 0 0 0,1-1 0 0 0,-1 1 0 0 0,0 0 0 0 0,0-1 0 0 0,0 1 0 0 0,0 0 0 0 0,0-1 0 0 0,0 1 0 0 0,0 0 0 0 0,0-1 0 0 0,0 1 0 0 0,0 0 0 0 0,0-1 0 0 0,0 1 0 0 0,0 0 0 0 0,0-1 0 0 0,-1 1 0 0 0,1 0 0 0 0,0 0 0 0 0,0-1 0 0 0,0 1 0 0 0,1 1 47 0 0,1 1 1 0 0,0-1-1 0 0,0 1 0 0 0,-1 0 0 0 0,1 0 1 0 0,-1 0-1 0 0,0 0 0 0 0,1 0 1 0 0,-1 0-1 0 0,0 0 0 0 0,0 1 1 0 0,0-1-1 0 0,-1 0 0 0 0,2 4 0 0 0,7 39 1167 0 0,-7-34-947 0 0,13 171 1728 0 0,-14-136-2061 0 0,2 0 1 0 0,3-1-1 0 0,15 68 0 0 0,-18-103-410 0 0,7 24-688 0 0,-5-10-3074 0 0,-3-10 42 0 0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46.74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60 13 456 0 0,'0'-12'670'0'0,"-1"15"455"0"0,-2 25 1051 0 0,1-14-1991 0 0,-4 25 495 0 0,-1 45 1 0 0,6-55-560 0 0,-1 1 0 0 0,-2-1 0 0 0,-9 37 0 0 0,12-64-37 0 0,1 0 0 0 0,-1 0 0 0 0,1-1 0 0 0,-1 1-1 0 0,1 0 1 0 0,-1 0 0 0 0,0-1 0 0 0,0 1-1 0 0,0 0 1 0 0,0-1 0 0 0,0 1 0 0 0,0-1 0 0 0,-1 1-1 0 0,1-1 1 0 0,0 0 0 0 0,-4 3 0 0 0,5-8 305 0 0,-1 0 1 0 0,1 0 0 0 0,0 0-1 0 0,0 0 1 0 0,0 0 0 0 0,1 0-1 0 0,0-4 1 0 0,-1 7-336 0 0,6-43 1319 0 0,-5 25-1039 0 0,1 0-1 0 0,1 1 1 0 0,0-1 0 0 0,2 1 0 0 0,0-1 0 0 0,15-32 0 0 0,-19 48-212 0 0,1 0 0 0 0,-1 0 0 0 0,1 1 0 0 0,0-1 0 0 0,0 1 0 0 0,0-1 0 0 0,1 1-1 0 0,-1 0 1 0 0,0 0 0 0 0,1 0 0 0 0,-1 0 0 0 0,1 0 0 0 0,0 1 0 0 0,0-1 0 0 0,0 1 0 0 0,0-1 0 0 0,0 1 0 0 0,0 0 0 0 0,0 0-1 0 0,0 1 1 0 0,0-1 0 0 0,0 1 0 0 0,6-1 0 0 0,2 2-206 0 0,0 1 0 0 0,0 0-1 0 0,0 0 1 0 0,0 1 0 0 0,16 7-1 0 0,-26-10 15 0 0,25 9-6025 0 0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49.6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1 478 5065 0 0,'862'-103'4308'0'0,"-127"-11"-4002"0"0,30-4-274 0 0,3 41 1021 0 0,238 32 936 0 0,-714 39-1767 0 0,487-6 137 0 0,-320 9-247 0 0,371 8-151 0 0,612 90 71 0 0,-1153-73 55 0 0,356 13 198 0 0,27 3-58 0 0,-6 40-117 0 0,-478-37 1254 0 0,183 65 0 0 0,-266-74-596 0 0,-32-9-15 0 0,107 49 1 0 0,-155-60-631 0 0,1 2-1 0 0,-2 0 1 0 0,0 2-1 0 0,0 1 1 0 0,-2 0-1 0 0,0 2 0 0 0,26 29 1 0 0,-32-27-70 0 0,0 1-1 0 0,-2 0 1 0 0,-1 1 0 0 0,-1 1-1 0 0,0 0 1 0 0,-2 1 0 0 0,-1 0 0 0 0,11 48-1 0 0,-6 2 124 0 0,9 137-1 0 0,65 598 375 0 0,38 137-483 0 0,-6-44-19 0 0,145 399-72 0 0,-125-660 16 0 0,-103-468 10 0 0,114 578 37 0 0,-43 7-8 0 0,-82-486-33 0 0,31 311-4 0 0,-5-11 65 0 0,-35-357-9 0 0,-4-114 261 0 0,5 0 0 0 0,36 114 1 0 0,-48-194-320 0 0,0 1 0 0 0,-2 0 0 0 0,0 0 1 0 0,-2 0-1 0 0,0 34 0 0 0,-3-47 8 0 0,0 0 1 0 0,-1 0-1 0 0,0 0 0 0 0,0-1 0 0 0,-1 1 1 0 0,0-1-1 0 0,-1 0 0 0 0,0 0 0 0 0,0 0 0 0 0,-1 0 1 0 0,0-1-1 0 0,-1 0 0 0 0,0 0 0 0 0,0 0 1 0 0,-11 10-1 0 0,-4 0 12 0 0,0-1 0 0 0,-1 0 0 0 0,-1-2 0 0 0,-1-1 0 0 0,-31 14 0 0 0,-130 47 60 0 0,-356 72-72 0 0,468-131 0 0 0,-1065 220 224 0 0,-286-31-224 0 0,476-105 160 0 0,-6-76 0 0 0,333-72-16 0 0,2-27 0 0 0,-121 0-239 0 0,49 83-159 0 0,627-6 255 0 0,-310 31-57 0 0,-55 1 312 0 0,304-40-401 0 0,86 2-114 0 0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50.7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10138 0 0,'66'112'-1340'0'0,"-29"-45"1041"0"0,10 13 697 0 0,-5 3 0 0 0,-2 1 1 0 0,-5 1-1 0 0,-3 3 0 0 0,-5 0 0 0 0,-3 2 0 0 0,-4 0 0 0 0,10 114 1 0 0,-8 63 0 0 0,30 281 477 0 0,37 23-687 0 0,-4-35 59 0 0,132 863 2697 0 0,-187-1238-2784 0 0,228 1385-322 0 0,-220-1270-171 0 0,101 379-1 0 0,15-160 290 0 0,28 105 513 0 0,-9 133-466 0 0,-143-600 22 0 0,10 58 256 0 0,-12-49 1577 0 0,57 169-1 0 0,-79-293-1760 0 0,1-1 0 0 0,1 0 0 0 0,0 0 1 0 0,1-1-1 0 0,1 0 0 0 0,1 0 0 0 0,18 21 0 0 0,-20-28-41 0 0,0-1 1 0 0,0 0-1 0 0,1-1 0 0 0,0 1 1 0 0,0-2-1 0 0,0 0 0 0 0,1 0 0 0 0,0 0 1 0 0,0-2-1 0 0,1 1 0 0 0,-1-2 0 0 0,20 5 1 0 0,14-1 4 0 0,1-1 0 0 0,0-3 0 0 0,60-3 0 0 0,138-21-106 0 0,-12 0-746 0 0,-52 16-645 0 0,-115 4 639 0 0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51.5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53 1 5529 0 0,'-20'6'-678'0'0,"3"8"7575"0"0,8 8 515 0 0,5-1-7176 0 0,2 0-113 0 0,1-1-1 0 0,1 1 0 0 0,1 0 1 0 0,5 33-1 0 0,23 83 52 0 0,-21-101-112 0 0,72 281 257 0 0,43 205 1443 0 0,-107-398-1417 0 0,-15-108-1073 0 0,0-1 0 0 0,-2 1 0 0 0,0 0 0 0 0,-1-1 1 0 0,-7 29-1 0 0,3-26-6013 0 0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51.84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66 9674 0 0,'5'-4'220'0'0,"-1"0"0"0"0,1 0 0 0 0,0 0 0 0 0,0 0 0 0 0,0 1 0 0 0,0 0 0 0 0,0 0 0 0 0,1 0 0 0 0,5-2 0 0 0,54-16 637 0 0,-58 19-709 0 0,1 1 0 0 0,-1-1 0 0 0,1 1 0 0 0,-1 0 0 0 0,1 1 0 0 0,-1 0 0 0 0,1 0 0 0 0,-1 0-1 0 0,1 1 1 0 0,-1 0 0 0 0,0 1 0 0 0,1 0 0 0 0,7 3 0 0 0,-6-1-106 0 0,0 1 0 0 0,0 0 0 0 0,0 0 0 0 0,-1 1 0 0 0,0 0 0 0 0,0 1 0 0 0,-1-1 0 0 0,0 2 0 0 0,9 10 0 0 0,-11-12-61 0 0,0 1-1 0 0,0 0 1 0 0,0 0 0 0 0,-1 0 0 0 0,-1 0-1 0 0,1 1 1 0 0,-1 0 0 0 0,0 0 0 0 0,-1-1-1 0 0,0 2 1 0 0,0-1 0 0 0,-1 0 0 0 0,1 12-1 0 0,-2-8 60 0 0,0 1 0 0 0,-2-1 0 0 0,1 0 0 0 0,-2 1 0 0 0,1-1 0 0 0,-2 0 0 0 0,1-1 0 0 0,-8 15 0 0 0,-3 2 283 0 0,-1-1 0 0 0,-1-1 0 0 0,-1-1 0 0 0,-1 0 0 0 0,-2-1 0 0 0,-33 32 0 0 0,41-44-218 0 0,0 0-1 0 0,-1 0 1 0 0,-1-1-1 0 0,0-1 1 0 0,0 0-1 0 0,-1-1 1 0 0,-20 10-1 0 0,16-14-605 0 0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52.21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 1 12899 0 0,'-3'6'229'0'0,"0"0"0"0"0,0 0 1 0 0,0 0-1 0 0,1 0 0 0 0,0 1 0 0 0,0-1 1 0 0,-1 13-1 0 0,-2 52 175 0 0,4-49-106 0 0,0 42 1056 0 0,11 103 0 0 0,23 63 835 0 0,-19-150-4532 0 0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52.6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10 151 14283 0 0,'-1'-1'60'0'0,"0"0"0"0"0,0 0 0 0 0,1 0-1 0 0,-1 0 1 0 0,0 0 0 0 0,1 0 0 0 0,-1 0 0 0 0,0 0 0 0 0,1 0-1 0 0,0 0 1 0 0,-1 0 0 0 0,1 0 0 0 0,0-1 0 0 0,-1 1 0 0 0,1 0-1 0 0,0 0 1 0 0,0 0 0 0 0,0-1 0 0 0,0 1 0 0 0,0 0 0 0 0,0 0-1 0 0,0 0 1 0 0,1-3 0 0 0,0 1 20 0 0,1 0-1 0 0,-1 0 1 0 0,1 0-1 0 0,-1 0 1 0 0,1 0 0 0 0,0 0-1 0 0,0 1 1 0 0,4-5-1 0 0,3-2 28 0 0,0 1 0 0 0,0 1 0 0 0,0 0 0 0 0,14-8 0 0 0,-7 7-98 0 0,0 1-1 0 0,1 1 1 0 0,0 0-1 0 0,0 1 1 0 0,0 1-1 0 0,0 0 1 0 0,0 2-1 0 0,1 0 1 0 0,0 1-1 0 0,-1 0 1 0 0,28 4-1 0 0,-16 0 1 0 0,0 1-1 0 0,0 2 1 0 0,0 1-1 0 0,-1 1 1 0 0,0 1-1 0 0,31 16 1 0 0,-35-12 172 0 0,0 0 0 0 0,-1 2 0 0 0,-1 1 0 0 0,28 26 0 0 0,74 82 1042 0 0,-103-102-1143 0 0,-8-9 36 0 0,-1 1 1 0 0,0 0-1 0 0,-1 1 0 0 0,0 0 0 0 0,11 22 1 0 0,-20-32-100 0 0,0 0 0 0 0,0 0 1 0 0,0 0-1 0 0,-1 0 0 0 0,1 0 1 0 0,-1 0-1 0 0,-1 0 0 0 0,1 0 1 0 0,-1 1-1 0 0,0-1 0 0 0,0 0 1 0 0,0 1-1 0 0,-1-1 0 0 0,1 0 1 0 0,-1 0-1 0 0,-1 0 0 0 0,1 0 1 0 0,-1 0-1 0 0,0 0 0 0 0,0 0 1 0 0,0 0-1 0 0,-1 0 0 0 0,-3 4 1 0 0,-6 7 198 0 0,-1-1 0 0 0,0 0 1 0 0,-1-1-1 0 0,-26 21 0 0 0,-70 45 770 0 0,81-61-798 0 0,-2 1 48 0 0,0-2-1 0 0,-1-1 1 0 0,-1-1 0 0 0,-36 11 0 0 0,-143 31-4482 0 0,187-52-2929 0 0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22.49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 0 10594 0 0,'5'34'5173'0'0,"-8"43"-4774"0"0,1-44 71 0 0,-13 718 1098 0 0,32-492-216 0 0,-1-53 64 0 0,-17-189-1245 0 0,1-12-82 0 0,0 0 0 0 0,0 0 0 0 0,0 1 1 0 0,1-1-1 0 0,0 0 0 0 0,1 5 0 0 0,25-31 581 0 0,8-10-654 0 0,1 1 1 0 0,2 2 0 0 0,1 1-1 0 0,2 3 1 0 0,0 1 0 0 0,1 2-1 0 0,1 1 1 0 0,1 3 0 0 0,0 2-1 0 0,2 1 1 0 0,-1 3 0 0 0,2 1-1 0 0,91-6 1 0 0,-124 15-242 0 0,36 0-727 0 0,-17 3-2460 0 0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22.7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 8 14747 0 0,'-13'-7'2764'0'0,"18"20"-162"0"0,4 8-2399 0 0,4 37 223 0 0,-1 2 0 0 0,5 108-1 0 0,-7-63-240 0 0,-1-21-748 0 0,16 151 896 0 0,-18-157-4109 0 0,0 0-4173 0 0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23.00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0 236 12443 0 0,'5'-8'150'0'0,"-1"1"1"0"0,1-1 0 0 0,1 1 0 0 0,-1-1-1 0 0,1 2 1 0 0,0-1 0 0 0,1 1-1 0 0,0-1 1 0 0,0 2 0 0 0,0-1 0 0 0,0 1-1 0 0,1 0 1 0 0,12-5 0 0 0,-6 1 109 0 0,1 0-242 0 0,136-75 1700 0 0,-136 77-1865 0 0,0 1 0 0 0,1 0 1 0 0,0 1-1 0 0,0 1 0 0 0,0 0 1 0 0,0 1-1 0 0,1 1 0 0 0,22 0 1 0 0,-22 4-913 0 0,-3 2-12 0 0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23.22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105 108 3225 0 0,'-28'25'3786'0'0,"-49"56"1"0"0,88-93-3303 0 0,1 0 0 0 0,0 1-1 0 0,1 1 1 0 0,0 0 0 0 0,16-10-1 0 0,79-41 1712 0 0,-104 59-2079 0 0,23-12 473 0 0,1 1-1 0 0,1 1 1 0 0,37-10-1 0 0,-48 17-1911 0 0,0 2 0 0 0,0 0 0 0 0,35-1 0 0 0,-34 5-4284 0 0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23.44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6 104 10138 0 0,'0'0'94'0'0,"-1"0"-1"0"0,1 0 1 0 0,0 0 0 0 0,0 0-1 0 0,-1 0 1 0 0,1 1 0 0 0,0-1-1 0 0,-1 0 1 0 0,1 0-1 0 0,0 0 1 0 0,0 1 0 0 0,-1-1-1 0 0,1 0 1 0 0,0 0 0 0 0,0 1-1 0 0,-1-1 1 0 0,1 0-1 0 0,0 1 1 0 0,0-1 0 0 0,0 0-1 0 0,0 0 1 0 0,0 1 0 0 0,-1-1-1 0 0,1 0 1 0 0,0 1-1 0 0,0-1 1 0 0,0 0 0 0 0,0 1-1 0 0,0-1 1 0 0,0 1 0 0 0,0-1-1 0 0,0 0 1 0 0,0 1-1 0 0,0-1 1 0 0,0 0 0 0 0,1 1-1 0 0,-1-1 1 0 0,0 0 0 0 0,0 1-1 0 0,0-1 1 0 0,0 0-1 0 0,0 0 1 0 0,1 1 0 0 0,17 6 2568 0 0,27-3-1251 0 0,-17-6-919 0 0,-1-1 0 0 0,0-1 0 0 0,51-15 0 0 0,79-36-498 0 0,-102 35-1048 0 0,-25 8-883 0 0,-3 1-4411 0 0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23.76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0 17508 0 0,'-1'4'1797'0'0,"6"9"-988"0"0,15 21-656 0 0,-13-22-52 0 0,12 25-152 0 0,-1 1-1 0 0,-2 1 0 0 0,-2 0 1 0 0,15 69-1 0 0,11 167-725 0 0,-17-138-1239 0 0,-14-90 351 0 0,7 83 0 0 0,-21-65-2545 0 0,4-55 2891 0 0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24.14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17 7834 0 0,'1'-1'61'0'0,"0"0"-1"0"0,0-1 1 0 0,0 1 0 0 0,0 0 0 0 0,0 0 0 0 0,1 0 0 0 0,-1 0 0 0 0,0 0 0 0 0,0 1-1 0 0,1-1 1 0 0,-1 0 0 0 0,1 0 0 0 0,-1 1 0 0 0,0-1 0 0 0,1 1 0 0 0,-1 0 0 0 0,1-1-1 0 0,-1 1 1 0 0,1 0 0 0 0,-1 0 0 0 0,4 0 0 0 0,41-1 588 0 0,-32 1-502 0 0,27 1-81 0 0,0 1-1 0 0,1 3 1 0 0,-2 1 0 0 0,1 2 0 0 0,-1 2 0 0 0,0 2 0 0 0,-1 1-1 0 0,-1 2 1 0 0,0 1 0 0 0,-1 3 0 0 0,0 1 0 0 0,-2 1 0 0 0,54 43-1 0 0,-74-51-46 0 0,0 1 0 0 0,-1 1 0 0 0,0 0 0 0 0,-1 1 0 0 0,-1 0 0 0 0,0 1 0 0 0,-2 0 0 0 0,0 1 0 0 0,-1 0 0 0 0,0 1 0 0 0,9 31 0 0 0,-14-34 317 0 0,-1-1-1 0 0,0 1 0 0 0,-1-1 1 0 0,-1 1-1 0 0,0 0 0 0 0,-1 0 1 0 0,-1 0-1 0 0,0-1 0 0 0,-2 1 1 0 0,1 0-1 0 0,-2-1 0 0 0,0 0 1 0 0,-1 0-1 0 0,-1 0 0 0 0,-9 19 1 0 0,6-18 80 0 0,0 0 1 0 0,-1-1 0 0 0,-1-1 0 0 0,0 1-1 0 0,-1-2 1 0 0,-1 0 0 0 0,0 0 0 0 0,0-1 0 0 0,-1-1-1 0 0,-23 14 1 0 0,13-10-691 0 0,-52 21-1 0 0,-31 1-5910 0 0,92-33 13 0 0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42.32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1 668 11058 0 0,'25'22'4475'0'0,"-13"-7"-3241"0"0,-10-12-898 0 0,0-1 1 0 0,1 1-1 0 0,-1 0 1 0 0,0 0 0 0 0,1-1-1 0 0,0 0 1 0 0,-1 1-1 0 0,7 2 1 0 0,-8-4-288 0 0,0-1 1 0 0,0 0-1 0 0,1 0 0 0 0,-1 0 1 0 0,0 0-1 0 0,0 0 0 0 0,1 0 1 0 0,-1 0-1 0 0,0 0 0 0 0,0-1 1 0 0,0 1-1 0 0,1 0 0 0 0,-1-1 1 0 0,0 1-1 0 0,0-1 1 0 0,0 1-1 0 0,0-1 0 0 0,0 0 1 0 0,0 1-1 0 0,0-1 0 0 0,0 0 1 0 0,0 0-1 0 0,0 0 0 0 0,0 1 1 0 0,0-1-1 0 0,-1 0 0 0 0,1 0 1 0 0,0 0-1 0 0,-1-1 1 0 0,1 1-1 0 0,0-1 0 0 0,24-37 59 0 0,-2-1 0 0 0,-1-1 0 0 0,-3-1-1 0 0,27-84 1 0 0,-39 103-381 0 0,-2-2-1 0 0,0 1 1 0 0,-2 0-1 0 0,-1-1 1 0 0,-1 0-1 0 0,0 1 1 0 0,-2-1-1 0 0,-2 0 1 0 0,0 1-1 0 0,-1-1 1 0 0,-1 1-1 0 0,-2 0 1 0 0,-12-33-1 0 0,17 54 246 0 0,1-1 0 0 0,0 1 0 0 0,-1 0 0 0 0,0 0 0 0 0,0 0-1 0 0,0 0 1 0 0,0 0 0 0 0,0 0 0 0 0,-1 0 0 0 0,1 1 0 0 0,-1-1 0 0 0,0 1-1 0 0,0-1 1 0 0,-3-1 0 0 0,4 4 42 0 0,1-1 0 0 0,-1 1 0 0 0,0-1 0 0 0,0 1 0 0 0,0 0 0 0 0,0 0 0 0 0,1 0 0 0 0,-1 0 0 0 0,0 0 0 0 0,0 0 0 0 0,0 1 0 0 0,0-1 0 0 0,1 1 0 0 0,-1-1 0 0 0,0 1 1 0 0,0-1-1 0 0,1 1 0 0 0,-1 0 0 0 0,1 0 0 0 0,-1 0 0 0 0,0 0 0 0 0,1 0 0 0 0,0 0 0 0 0,-1 1 0 0 0,1-1 0 0 0,0 0 0 0 0,0 1 0 0 0,-1-1 0 0 0,0 2 0 0 0,-5 6 134 0 0,-1 0 0 0 0,1 1 1 0 0,1-1-1 0 0,0 1 0 0 0,0 0 1 0 0,1 1-1 0 0,0-1 0 0 0,1 1 0 0 0,1 0 1 0 0,-1 0-1 0 0,2 1 0 0 0,-1-1 1 0 0,1 1-1 0 0,0 15 0 0 0,2-18-69 0 0,1 0 1 0 0,0 0-1 0 0,0 0 0 0 0,0 1 0 0 0,1-1 1 0 0,1 0-1 0 0,0-1 0 0 0,0 1 0 0 0,0 0 1 0 0,1-1-1 0 0,1 0 0 0 0,-1 0 0 0 0,1 0 1 0 0,1-1-1 0 0,-1 1 0 0 0,1-1 0 0 0,0 0 1 0 0,11 8-1 0 0,-8-7-55 0 0,1 0 0 0 0,1 0 0 0 0,-1-1 0 0 0,1-1 0 0 0,0 0 0 0 0,1 0 0 0 0,-1-1 0 0 0,1-1 0 0 0,0 0 0 0 0,1 0 0 0 0,-1-1 0 0 0,17 1 0 0 0,-19-3-8 0 0,1-1 0 0 0,-1 0 0 0 0,1-1 0 0 0,-1 0 0 0 0,1-1 0 0 0,-1 0 0 0 0,0 0 0 0 0,0-1-1 0 0,0-1 1 0 0,0 1 0 0 0,0-2 0 0 0,-1 1 0 0 0,0-2 0 0 0,0 1 0 0 0,9-8 0 0 0,-6 4-26 0 0,-1-1 1 0 0,-1 0 0 0 0,1 0-1 0 0,-2-1 1 0 0,0-1-1 0 0,0 1 1 0 0,-1-1 0 0 0,12-23-1 0 0,-3-3-57 0 0,20-69 0 0 0,-9 25 38 0 0,-27 79 50 0 0,0 0 1 0 0,0 0-1 0 0,0 1 1 0 0,0-1-1 0 0,1 0 1 0 0,-1 1 0 0 0,1-1-1 0 0,0 0 1 0 0,0 1-1 0 0,0 0 1 0 0,0 0-1 0 0,4-4 1 0 0,-5 6-11 0 0,0-1 1 0 0,-1 1-1 0 0,1 0 1 0 0,-1 0-1 0 0,1-1 0 0 0,0 1 1 0 0,-1 0-1 0 0,1 0 1 0 0,0 0-1 0 0,-1 0 0 0 0,1 0 1 0 0,0 0-1 0 0,-1 0 1 0 0,1 0-1 0 0,0 0 1 0 0,-1 0-1 0 0,1 0 0 0 0,0 1 1 0 0,-1-1-1 0 0,1 0 1 0 0,0 0-1 0 0,0 1 0 0 0,1 0 6 0 0,0 1 0 0 0,-1-1 0 0 0,1 1 0 0 0,-1-1 0 0 0,1 1 0 0 0,-1 0-1 0 0,0-1 1 0 0,1 1 0 0 0,-1 0 0 0 0,1 3 0 0 0,17 36 138 0 0,-2 1 1 0 0,20 71-1 0 0,3 12 19 0 0,-40-125-176 0 0,0 1 1 0 0,1-1-1 0 0,-1 1 0 0 0,0 0 0 0 0,0-1 1 0 0,0 1-1 0 0,0-1 0 0 0,0 1 0 0 0,1-1 1 0 0,-1 1-1 0 0,0-1 0 0 0,0 0 0 0 0,1 1 1 0 0,-1-1-1 0 0,0 1 0 0 0,1-1 0 0 0,-1 0 1 0 0,0 1-1 0 0,1-1 0 0 0,-1 1 1 0 0,1-1-1 0 0,-1 0 0 0 0,1 0 0 0 0,-1 1 1 0 0,1-1-1 0 0,-1 0 0 0 0,0 0 0 0 0,1 0 1 0 0,0 1-1 0 0,-1-1 0 0 0,1 0 0 0 0,-1 0 1 0 0,2 0-1 0 0,-1-1-8 0 0,0 0 0 0 0,0 1 0 0 0,0-1 0 0 0,0 0 1 0 0,0 0-1 0 0,-1 0 0 0 0,1 0 0 0 0,0 0 0 0 0,0 0 0 0 0,-1-1 0 0 0,1 1 1 0 0,0 0-1 0 0,0-2 0 0 0,18-58-268 0 0,-16 47 249 0 0,2-1 45 0 0,1-1 0 0 0,0 1 0 0 0,11-20 0 0 0,-15 31-13 0 0,0 1 1 0 0,1-1-1 0 0,-1 0 0 0 0,1 1 1 0 0,-1 0-1 0 0,1-1 1 0 0,0 1-1 0 0,0 0 0 0 0,1 1 1 0 0,-1-1-1 0 0,0 0 0 0 0,1 1 1 0 0,0 0-1 0 0,-1 0 0 0 0,1 0 1 0 0,0 0-1 0 0,0 1 1 0 0,5-2-1 0 0,-4 3 4 0 0,-1 0 0 0 0,0 0 0 0 0,1 0 0 0 0,-1 1 0 0 0,0 0 0 0 0,0 0 0 0 0,0 0 0 0 0,0 0 0 0 0,0 1 0 0 0,0-1 0 0 0,0 1 0 0 0,0 0 0 0 0,0 0 0 0 0,-1 1 0 0 0,1-1 0 0 0,-1 1-1 0 0,0 0 1 0 0,0 0 0 0 0,6 6 0 0 0,4 6 47 0 0,0 1 0 0 0,18 31 0 0 0,-26-39-51 0 0,4 8-37 0 0,12 19-139 0 0,-20-34 164 0 0,0 1 0 0 0,0-1 0 0 0,1 0 0 0 0,-1 0 0 0 0,0 1 0 0 0,0-1 0 0 0,1 0 0 0 0,-1 0 0 0 0,1 0-1 0 0,-1 0 1 0 0,1-1 0 0 0,-1 1 0 0 0,1 0 0 0 0,0-1 0 0 0,-1 1 0 0 0,1-1 0 0 0,0 1 0 0 0,2-1 0 0 0,-2 0-32 0 0,-1 0-1 0 0,1-1 1 0 0,-1 1 0 0 0,0-1-1 0 0,1 0 1 0 0,-1 0-1 0 0,0 1 1 0 0,0-1 0 0 0,0 0-1 0 0,1 0 1 0 0,-1 0-1 0 0,0 0 1 0 0,0 0 0 0 0,0 0-1 0 0,0-1 1 0 0,-1 1-1 0 0,1 0 1 0 0,0 0 0 0 0,0-2-1 0 0,16-30-129 0 0,-15 28 138 0 0,10-24-26 0 0,23-43 37 0 0,-32 65 23 0 0,1 0-1 0 0,1 1 1 0 0,-1-1-1 0 0,1 1 0 0 0,1 0 1 0 0,-1 0-1 0 0,10-7 1 0 0,-13 12 12 0 0,-1 0 0 0 0,0 0 0 0 0,1 0-1 0 0,-1 1 1 0 0,1-1 0 0 0,-1 1 0 0 0,1-1 0 0 0,-1 1 0 0 0,1-1 0 0 0,-1 1 0 0 0,1 0 0 0 0,0 0 0 0 0,-1 0 0 0 0,1 0 0 0 0,-1 0 0 0 0,1 0 0 0 0,0 0 0 0 0,-1 1 0 0 0,1-1 0 0 0,-1 0 0 0 0,1 1 0 0 0,-1 0 0 0 0,1-1 0 0 0,-1 1-1 0 0,0 0 1 0 0,1-1 0 0 0,-1 1 0 0 0,0 0 0 0 0,1 0 0 0 0,-1 0 0 0 0,0 0 0 0 0,0 1 0 0 0,0-1 0 0 0,0 0 0 0 0,0 0 0 0 0,0 1 0 0 0,0-1 0 0 0,0 2 0 0 0,7 8 86 0 0,-2 0 1 0 0,1 0-1 0 0,7 21 0 0 0,-9-19-49 0 0,17 32-346 0 0,1 0 1 0 0,56 77-1 0 0,-49-93-3591 0 0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42.61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7834 0 0,'2'20'4854'0'0,"7"14"-1778"0"0,-1-2-1212 0 0,5 39 375 0 0,23 139-1071 0 0,-33-191-2719 0 0,-2-2-5442 0 0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42.81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 92 11522 0 0,'-6'-55'2279'0'0,"5"19"2763"0"0,3 58-1749 0 0,10 21-5218 0 0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43.1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 5 13827 0 0,'-1'0'97'0'0,"1"0"1"0"0,0-1-1 0 0,0 1 1 0 0,-1 0-1 0 0,1-1 1 0 0,0 1-1 0 0,0 0 1 0 0,-1 0-1 0 0,1-1 1 0 0,0 1-1 0 0,0 0 1 0 0,-1 0-1 0 0,1-1 0 0 0,0 1 1 0 0,-1 0-1 0 0,1 0 1 0 0,-1 0-1 0 0,1 0 1 0 0,0-1-1 0 0,-1 1 1 0 0,1 0-1 0 0,0 0 1 0 0,-1 0-1 0 0,1 0 1 0 0,-1 0-1 0 0,1 0 1 0 0,0 0-1 0 0,-1 0 0 0 0,1 0 1 0 0,-1 0-1 0 0,1 0 1 0 0,0 1-1 0 0,-1-1 1 0 0,1 0-1 0 0,0 0 1 0 0,-1 0-1 0 0,1 0 1 0 0,0 1-1 0 0,-1-1 1 0 0,1 0-1 0 0,0 0 1 0 0,-1 1-1 0 0,1-1 0 0 0,0 0 1 0 0,0 0-1 0 0,-1 1 1 0 0,1-1-1 0 0,0 0 1 0 0,0 1-1 0 0,0-1 1 0 0,-1 0-1 0 0,1 1 1 0 0,0-1-1 0 0,0 0 1 0 0,0 1-1 0 0,0-1 1 0 0,0 1-1 0 0,0-1 0 0 0,0 0 1 0 0,0 1-1 0 0,0-1 1 0 0,0 0-1 0 0,0 1 1 0 0,0-1-1 0 0,0 1 1 0 0,0 0-1 0 0,-1 35 1079 0 0,1-33-1127 0 0,7 75 505 0 0,3-1 1 0 0,29 112-1 0 0,7 42-117 0 0,-38-183-717 0 0,-3 0 0 0 0,-3 0-1 0 0,-1 1 1 0 0,-7 65 0 0 0,4-107-723 0 0,0-2-271 0 0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43.35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98 101 456 0 0,'-14'-1'-859'0'0,"-29"-1"4167"0"0,3 7 5922 0 0,61-4-4934 0 0,-1 1-3342 0 0,25-7-154 0 0,0-2 0 0 0,0-2 0 0 0,0-2 0 0 0,68-28-1 0 0,-48 17-1511 0 0,-27 10-252 0 0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43.9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22 407 5985 0 0,'-4'-10'699'0'0,"0"0"1"0"0,1 0-1 0 0,0 0 0 0 0,0 0 0 0 0,1 0 0 0 0,1 0 1 0 0,0-1-1 0 0,0 1 0 0 0,1-1 0 0 0,2-13 0 0 0,-2 19-500 0 0,0 0 0 0 0,1 1 0 0 0,0-1 0 0 0,0 0 0 0 0,0 0 0 0 0,0 0 0 0 0,1 1 0 0 0,0-1 0 0 0,0 1 0 0 0,0-1 0 0 0,1 1 0 0 0,-1 0-1 0 0,1 0 1 0 0,0 0 0 0 0,0 0 0 0 0,1 0 0 0 0,-1 1 0 0 0,1-1 0 0 0,-1 1 0 0 0,1 0 0 0 0,0 0 0 0 0,0 1 0 0 0,7-4 0 0 0,-8 5-88 0 0,0 0 0 0 0,0 1 1 0 0,0-1-1 0 0,0 1 1 0 0,0-1-1 0 0,1 1 0 0 0,-1 0 1 0 0,0 1-1 0 0,0-1 1 0 0,0 0-1 0 0,0 1 0 0 0,0 0 1 0 0,1 0-1 0 0,-1 0 1 0 0,0 0-1 0 0,-1 0 0 0 0,1 0 1 0 0,0 1-1 0 0,0-1 1 0 0,4 4-1 0 0,5 4 138 0 0,0 1 0 0 0,-1 0 0 0 0,11 13 0 0 0,-4-5-22 0 0,224 217 1085 0 0,-242-235-1300 0 0,1 0 1 0 0,-1 0-1 0 0,0 0 1 0 0,0 1 0 0 0,0-1-1 0 0,0 0 1 0 0,0 0-1 0 0,0 0 1 0 0,1 0-1 0 0,-1 0 1 0 0,0 1-1 0 0,0-1 1 0 0,0 0-1 0 0,0 0 1 0 0,1 0-1 0 0,-1 0 1 0 0,0 0-1 0 0,0 0 1 0 0,0 0-1 0 0,0 0 1 0 0,1 0-1 0 0,-1 0 1 0 0,0 0-1 0 0,0 0 1 0 0,0 0-1 0 0,1 0 1 0 0,-1 0-1 0 0,0 0 1 0 0,0 0-1 0 0,0 0 1 0 0,1 0-1 0 0,-1 0 1 0 0,0 0-1 0 0,0 0 1 0 0,0 0-1 0 0,0 0 1 0 0,1 0-1 0 0,-1 0 1 0 0,0 0-1 0 0,0 0 1 0 0,0-1-1 0 0,0 1 1 0 0,1 0-1 0 0,-1 0 1 0 0,0 0-1 0 0,0 0 1 0 0,0 0-1 0 0,0-1 1 0 0,0 1-1 0 0,0 0 1 0 0,0 0-1 0 0,1 0 1 0 0,-1-1-1 0 0,3-16 150 0 0,-5-20-76 0 0,-2-10-8 0 0,1 0 1 0 0,5-63-1 0 0,0 82-124 0 0,2 0 1 0 0,1 1-1 0 0,1 0 0 0 0,1 0 0 0 0,14-35 0 0 0,-20 59 7 0 0,0 0 0 0 0,0 1-1 0 0,0-1 1 0 0,1 0 0 0 0,-1 1 0 0 0,1 0 0 0 0,-1-1 0 0 0,1 1 0 0 0,0 0 0 0 0,0 0 0 0 0,0 0-1 0 0,0 0 1 0 0,0 0 0 0 0,1 0 0 0 0,2-2 0 0 0,-3 4-11 0 0,0 0 1 0 0,-1 0-1 0 0,1 0 0 0 0,0-1 1 0 0,0 1-1 0 0,-1 1 0 0 0,1-1 1 0 0,0 0-1 0 0,0 0 1 0 0,-1 1-1 0 0,1-1 0 0 0,0 1 1 0 0,-1-1-1 0 0,1 1 0 0 0,0 0 1 0 0,-1 0-1 0 0,1 0 0 0 0,-1 0 1 0 0,1 0-1 0 0,-1 0 1 0 0,0 0-1 0 0,1 0 0 0 0,-1 0 1 0 0,0 1-1 0 0,2 1 0 0 0,9 11-1342 0 0,0 1-3680 0 0,2 3-1737 0 0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44.41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0 460 456 0 0,'2'0'651'0'0,"0"-1"-1"0"0,0 0 1 0 0,1 0-1 0 0,-1-1 0 0 0,0 1 1 0 0,-1 0-1 0 0,1 0 1 0 0,0-1-1 0 0,0 0 1 0 0,0 1-1 0 0,-1-1 1 0 0,1 0-1 0 0,1-2 1 0 0,-1 1-640 0 0,17-17 1258 0 0,-2-1-1 0 0,0-1 1 0 0,-2-1 0 0 0,0-1-1 0 0,20-44 1 0 0,-27 49-1069 0 0,0 0 0 0 0,-2-1 0 0 0,0-1 0 0 0,-1 1 0 0 0,-1-1 0 0 0,-1 1 1 0 0,-1-1-1 0 0,0-27 0 0 0,-2 46-203 0 0,0 0 1 0 0,0 0 0 0 0,0 0 0 0 0,0 0-1 0 0,-1 0 1 0 0,1 0 0 0 0,-1 0-1 0 0,1 0 1 0 0,-1 0 0 0 0,0 0 0 0 0,1 0-1 0 0,-1 0 1 0 0,0 0 0 0 0,0 0 0 0 0,-1 1-1 0 0,1-1 1 0 0,0 0 0 0 0,0 1-1 0 0,-1-1 1 0 0,1 1 0 0 0,-1 0 0 0 0,1-1-1 0 0,-1 1 1 0 0,-2-2 0 0 0,1 3-3 0 0,1-1 1 0 0,-1 1-1 0 0,1-1 1 0 0,0 1-1 0 0,-1 0 1 0 0,1 0-1 0 0,-1 0 1 0 0,1 0-1 0 0,0 1 1 0 0,-1-1-1 0 0,1 0 1 0 0,0 1-1 0 0,-1 0 1 0 0,1 0-1 0 0,0-1 1 0 0,0 1-1 0 0,-1 1 1 0 0,1-1-1 0 0,0 0 1 0 0,0 0-1 0 0,-2 3 1 0 0,-2 0 3 0 0,0 2 0 0 0,0-1 1 0 0,0 1-1 0 0,0 0 0 0 0,1 0 0 0 0,0 0 1 0 0,1 1-1 0 0,-1-1 0 0 0,1 1 0 0 0,0 1 1 0 0,1-1-1 0 0,-5 12 0 0 0,5-7-35 0 0,0-1 0 0 0,1 1-1 0 0,0 0 1 0 0,0 0 0 0 0,1 0-1 0 0,1 0 1 0 0,0 0 0 0 0,2 15-1 0 0,0-15-84 0 0,0 0-1 0 0,1 0 1 0 0,0 0 0 0 0,1 0-1 0 0,0-1 1 0 0,1 0-1 0 0,0 1 1 0 0,8 10 0 0 0,-9-15-57 0 0,1 0 1 0 0,0-1-1 0 0,1 1 1 0 0,-1-1 0 0 0,1 0-1 0 0,1-1 1 0 0,-1 1-1 0 0,1-1 1 0 0,-1-1-1 0 0,2 1 1 0 0,-1-1 0 0 0,9 4-1 0 0,10 1-6307 0 0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44.8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164 483 5529 0 0,'4'-10'419'0'0,"0"-1"-1"0"0,-1 0 0 0 0,0 0 1 0 0,1-15-1 0 0,-4 24-130 0 0,0-1 1 0 0,1 1-1 0 0,-1 0 0 0 0,-1-1 0 0 0,1 1 1 0 0,0 0-1 0 0,0 0 0 0 0,-1-1 1 0 0,1 1-1 0 0,-1 0 0 0 0,0 0 1 0 0,-2-4-1 0 0,3 5-104 0 0,-1 0-1 0 0,0 0 1 0 0,0 1 0 0 0,0-1 0 0 0,0 0 0 0 0,0 0-1 0 0,0 1 1 0 0,0-1 0 0 0,0 1 0 0 0,0-1 0 0 0,0 1-1 0 0,0-1 1 0 0,0 1 0 0 0,0 0 0 0 0,0-1 0 0 0,-1 1-1 0 0,1 0 1 0 0,0 0 0 0 0,0 0 0 0 0,0 0 0 0 0,0 0-1 0 0,-1 0 1 0 0,1 0 0 0 0,0 0 0 0 0,0 0 0 0 0,-2 1-1 0 0,-3 1 96 0 0,0 0 0 0 0,1 1 0 0 0,-1-1 0 0 0,1 1 0 0 0,-1 0 0 0 0,1 0 0 0 0,0 1 0 0 0,0 0 0 0 0,1 0 0 0 0,-1 0 0 0 0,1 0 0 0 0,0 1 0 0 0,0-1 0 0 0,0 1-1 0 0,1 0 1 0 0,-5 9 0 0 0,-1 2-68 0 0,0 0 0 0 0,2 1 0 0 0,0 0 0 0 0,-6 22-1 0 0,9-21-134 0 0,0-1 0 0 0,1 1 0 0 0,1 0-1 0 0,0 32 1 0 0,2-43-44 0 0,1 0 0 0 0,-1 0 0 0 0,2 0 0 0 0,-1 0 0 0 0,1-1 0 0 0,5 13 0 0 0,-6-16-26 0 0,1 0 1 0 0,-1 0 0 0 0,1 0-1 0 0,0 0 1 0 0,0 0-1 0 0,0-1 1 0 0,1 1 0 0 0,-1-1-1 0 0,1 0 1 0 0,-1 1-1 0 0,1-1 1 0 0,0 0 0 0 0,0 0-1 0 0,5 2 1 0 0,-6-3-34 0 0,1 0 1 0 0,0 0-1 0 0,-1 0 1 0 0,1-1-1 0 0,-1 1 1 0 0,1-1-1 0 0,0 0 1 0 0,-1 1-1 0 0,1-1 1 0 0,0-1-1 0 0,-1 1 1 0 0,1 0-1 0 0,0 0 1 0 0,-1-1 0 0 0,1 0-1 0 0,0 1 1 0 0,3-3-1 0 0,-1 0-108 0 0,0 1 1 0 0,0-1-1 0 0,0-1 0 0 0,0 1 1 0 0,-1-1-1 0 0,0 0 0 0 0,8-7 1 0 0,0-5-326 0 0,0-1 0 0 0,-1 0 1 0 0,14-28-1 0 0,-12 19-14 0 0,-1 1 0 0 0,-2-1 0 0 0,-1-1 0 0 0,-1 0 0 0 0,-1 0 0 0 0,-1-1-1 0 0,-2 1 1 0 0,2-31 0 0 0,-6 29 555 0 0,-1 0 0 0 0,-1 1 0 0 0,-1-1 0 0 0,-12-46 0 0 0,8 46 322 0 0,2 9 476 0 0,0 0 0 0 0,0 0 1 0 0,-2 0-1 0 0,-1 1 0 0 0,-15-29 1 0 0,23 48-852 0 0,0 0 1 0 0,0 0-1 0 0,0 0 1 0 0,0 0-1 0 0,0 0 1 0 0,0 0-1 0 0,0-1 1 0 0,0 1-1 0 0,0 0 1 0 0,0 0 0 0 0,0 0-1 0 0,0 0 1 0 0,0 0-1 0 0,0 0 1 0 0,0-1-1 0 0,0 1 1 0 0,-1 0-1 0 0,1 0 1 0 0,0 0-1 0 0,0 0 1 0 0,0 0 0 0 0,0 0-1 0 0,0 0 1 0 0,0 0-1 0 0,0 0 1 0 0,-1 0-1 0 0,1-1 1 0 0,0 1-1 0 0,0 0 1 0 0,0 0-1 0 0,0 0 1 0 0,0 0 0 0 0,0 0-1 0 0,-1 0 1 0 0,1 0-1 0 0,0 0 1 0 0,0 0-1 0 0,0 0 1 0 0,0 0-1 0 0,0 0 1 0 0,-1 0-1 0 0,1 0 1 0 0,0 1 0 0 0,0-1-1 0 0,0 0 1 0 0,0 0-1 0 0,0 0 1 0 0,0 0-1 0 0,-1 0 1 0 0,1 0-1 0 0,0 0 1 0 0,0 0 0 0 0,-2 10 487 0 0,1 15-248 0 0,1-25-266 0 0,4 50 150 0 0,2 0 1 0 0,2-1 0 0 0,2 1-1 0 0,3-1 1 0 0,1-1 0 0 0,3-1 0 0 0,40 81-1 0 0,-30-80-271 0 0,48 63 0 0 0,-45-71-243 0 0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45.39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0 13363 0 0,'0'1'333'0'0,"-1"0"0"0"0,1 0 0 0 0,0 0 0 0 0,0 1 0 0 0,0-1 0 0 0,0 0-1 0 0,0 0 1 0 0,0 0 0 0 0,0 0 0 0 0,1 0 0 0 0,-1 0 0 0 0,0 0 0 0 0,1 0 0 0 0,-1 0 0 0 0,0 0 0 0 0,1 0 0 0 0,-1 0 0 0 0,1 0 0 0 0,0 0 0 0 0,-1 0 0 0 0,1 0 0 0 0,1 0 0 0 0,22 38 432 0 0,-13-22-198 0 0,22 44-158 0 0,-4 1 1 0 0,-2 2-1 0 0,22 77 1 0 0,25 63-1229 0 0,-71-198 633 0 0,9 20-1648 0 0,-3-11-2130 0 0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45.58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25 102 2761 0 0,'-3'-7'582'0'0,"-1"-1"1"0"0,1 1 0 0 0,0 0-1 0 0,0-1 1 0 0,1 0 0 0 0,0 1-1 0 0,0-1 1 0 0,1 0 0 0 0,0 0-1 0 0,0-11 1 0 0,4 13-135 0 0,2 14-360 0 0,5 14-120 0 0,23 61 125 0 0,-22-60-26 0 0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46.09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44 2304 0 0,'-2'-44'14202'0'0,"3"45"-14003"0"0,12 10 2108 0 0,0 10-1648 0 0,-1 0 0 0 0,0 1 0 0 0,-2 0 0 0 0,-1 0 0 0 0,0 1 0 0 0,9 41 0 0 0,-10-32-1686 0 0,2-1 0 0 0,26 56 0 0 0,-25-69 787 0 0,-1-4 212 0 0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47.01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195 518 1376 0 0,'0'-3'508'0'0,"0"1"-1"0"0,-1-1 0 0 0,1 0 0 0 0,0 1 0 0 0,-1-1 1 0 0,0 0-1 0 0,0 1 0 0 0,0-1 0 0 0,0 1 1 0 0,0 0-1 0 0,0-1 0 0 0,0 1 0 0 0,-1 0 1 0 0,0 0-1 0 0,1-1 0 0 0,-1 1 0 0 0,0 0 0 0 0,-3-2 1 0 0,3 2-260 0 0,0 0 1 0 0,-1 1 0 0 0,1-1 0 0 0,0 1 0 0 0,-1 0-1 0 0,1 0 1 0 0,-1 0 0 0 0,1 0 0 0 0,-1 0 0 0 0,0 1-1 0 0,1-1 1 0 0,-1 1 0 0 0,0-1 0 0 0,1 1 0 0 0,-1 0-1 0 0,0 0 1 0 0,0 1 0 0 0,1-1 0 0 0,-1 0 0 0 0,0 1-1 0 0,1-1 1 0 0,-1 1 0 0 0,1 0 0 0 0,-1 0-1 0 0,1 0 1 0 0,-1 0 0 0 0,-3 3 0 0 0,-4 4 9 0 0,1 0 0 0 0,0 0 0 0 0,1 0 0 0 0,0 1 0 0 0,0 1 0 0 0,1 0 0 0 0,0 0 0 0 0,1 0 0 0 0,0 0 0 0 0,-7 18 0 0 0,12-24-282 0 0,0 0 1 0 0,0 0-1 0 0,0 0 1 0 0,0 1-1 0 0,1-1 1 0 0,0 0-1 0 0,0 0 1 0 0,0 1-1 0 0,0-1 1 0 0,2 7-1 0 0,-1-10-3 0 0,-1-1-1 0 0,1 0 1 0 0,-1 0-1 0 0,1 0 1 0 0,-1 0 0 0 0,1 1-1 0 0,-1-1 1 0 0,1 0 0 0 0,-1 0-1 0 0,1 0 1 0 0,-1 0-1 0 0,1 0 1 0 0,-1 0 0 0 0,1 0-1 0 0,-1-1 1 0 0,1 1-1 0 0,-1 0 1 0 0,1 0 0 0 0,-1 0-1 0 0,1 0 1 0 0,-1-1-1 0 0,1 1 1 0 0,-1 0 0 0 0,1-1-1 0 0,-1 1 1 0 0,1 0-1 0 0,-1-1 1 0 0,0 1 0 0 0,1 0-1 0 0,-1-1 1 0 0,0 1 0 0 0,1-1-1 0 0,-1 1 1 0 0,0 0-1 0 0,1-2 1 0 0,15-13-678 0 0,-3-3 361 0 0,-5 8 406 0 0,0 0 0 0 0,0 0 0 0 0,1 1 0 0 0,0 0 1 0 0,15-12-1 0 0,-21 20-28 0 0,-1-1 1 0 0,0 1-1 0 0,1 0 1 0 0,-1 0-1 0 0,1-1 1 0 0,-1 2-1 0 0,1-1 1 0 0,0 0 0 0 0,-1 0-1 0 0,1 1 1 0 0,0 0-1 0 0,-1-1 1 0 0,1 1-1 0 0,0 0 1 0 0,0 0-1 0 0,-1 1 1 0 0,1-1-1 0 0,0 0 1 0 0,-1 1-1 0 0,1 0 1 0 0,0 0-1 0 0,-1-1 1 0 0,1 1-1 0 0,-1 1 1 0 0,1-1-1 0 0,-1 0 1 0 0,0 1-1 0 0,0-1 1 0 0,1 1 0 0 0,-1 0-1 0 0,3 3 1 0 0,5 5 60 0 0,-1 1 0 0 0,0 0 0 0 0,-1 0 1 0 0,0 1-1 0 0,0 0 0 0 0,-1 1 0 0 0,-1-1 1 0 0,0 1-1 0 0,-1 1 0 0 0,-1-1 1 0 0,0 1-1 0 0,0 0 0 0 0,-2 0 0 0 0,1 0 1 0 0,-2 0-1 0 0,0 0 0 0 0,-1 0 0 0 0,0 0 1 0 0,-1 0-1 0 0,0 1 0 0 0,-1-1 0 0 0,-7 21 1 0 0,8-30-89 0 0,-1 0 1 0 0,0 0 0 0 0,-1 1-1 0 0,1-1 1 0 0,-1-1 0 0 0,0 1-1 0 0,0 0 1 0 0,0-1-1 0 0,-1 1 1 0 0,-7 5 0 0 0,11-9-18 0 0,0-1 1 0 0,-1 0 0 0 0,1 0-1 0 0,0 0 1 0 0,-1 0 0 0 0,1 0 0 0 0,0 0-1 0 0,-1 0 1 0 0,1 0 0 0 0,0 0-1 0 0,-1 0 1 0 0,1 0 0 0 0,0 0-1 0 0,-1 0 1 0 0,1-1 0 0 0,0 1-1 0 0,-1 0 1 0 0,1 0 0 0 0,0 0-1 0 0,0 0 1 0 0,-1-1 0 0 0,1 1-1 0 0,0 0 1 0 0,-1 0 0 0 0,1 0 0 0 0,0-1-1 0 0,0 1 1 0 0,0 0 0 0 0,-1-1-1 0 0,1 1 1 0 0,0 0 0 0 0,0 0-1 0 0,0-1 1 0 0,0 1 0 0 0,-1 0-1 0 0,1-1 1 0 0,0 1 0 0 0,0 0-1 0 0,0-1 1 0 0,0 1 0 0 0,0 0-1 0 0,0-1 1 0 0,0 1 0 0 0,0 0 0 0 0,0-1-1 0 0,0 1 1 0 0,0 0 0 0 0,0-1-1 0 0,0 1 1 0 0,0 0 0 0 0,0-1-1 0 0,1 1 1 0 0,-2-25-751 0 0,2 23 688 0 0,24-363-4179 0 0,-19 324 4374 0 0,2-1 1 0 0,2 1 0 0 0,2 0-1 0 0,1 1 1 0 0,2 1-1 0 0,26-49 1 0 0,-38 83 24 0 0,16-37 1546 0 0,-17 40-1551 0 0,-1-1 0 0 0,0 0 0 0 0,-1 0 0 0 0,1 0 0 0 0,0 0 0 0 0,-1 0 1 0 0,0 0-1 0 0,1 1 0 0 0,-1-1 0 0 0,-1 0 0 0 0,1 0 0 0 0,-1-5 0 0 0,12 34 403 0 0,1-1-1 0 0,19 32 0 0 0,19 37 16 0 0,-33-59-515 0 0,2-2-1 0 0,1 0 1 0 0,2-1 0 0 0,26 31 0 0 0,-48-63-49 0 0,1 1 0 0 0,-1-1 0 0 0,0 1-1 0 0,1-1 1 0 0,-1 1 0 0 0,0-1 0 0 0,1 1 0 0 0,-1-1-1 0 0,1 0 1 0 0,-1 1 0 0 0,1-1 0 0 0,-1 1 0 0 0,1-1 0 0 0,-1 0-1 0 0,1 0 1 0 0,-1 1 0 0 0,1-1 0 0 0,-1 0 0 0 0,1 0 0 0 0,0 1-1 0 0,-1-1 1 0 0,1 0 0 0 0,-1 0 0 0 0,1 0 0 0 0,0 0-1 0 0,-1 0 1 0 0,1 0 0 0 0,-1 0 0 0 0,1 0 0 0 0,0 0 0 0 0,-1 0-1 0 0,1-1 1 0 0,-1 1 0 0 0,1 0 0 0 0,0 0 0 0 0,0-1-1 0 0,0 0-20 0 0,1-1 0 0 0,-1 1-1 0 0,1-1 1 0 0,-1 0-1 0 0,0 0 1 0 0,0 0-1 0 0,1 1 1 0 0,-1-1-1 0 0,-1 0 1 0 0,3-4-1 0 0,12-58-467 0 0,-14 61 475 0 0,14-138-254 0 0,-13 105 383 0 0,1 1 0 0 0,2 0-1 0 0,1 0 1 0 0,15-48 0 0 0,-20 80-85 0 0,0 0 0 0 0,0 1-1 0 0,0-1 1 0 0,0 0 0 0 0,1 1 0 0 0,-1-1 0 0 0,1 1 0 0 0,-1-1 0 0 0,1 1-1 0 0,0 0 1 0 0,0-1 0 0 0,0 1 0 0 0,0 0 0 0 0,1 1 0 0 0,-1-1 0 0 0,1 0-1 0 0,-1 0 1 0 0,4-1 0 0 0,-4 3-9 0 0,0 0 1 0 0,1-1-1 0 0,-1 1 0 0 0,1 0 1 0 0,-1 0-1 0 0,0 0 0 0 0,1 1 0 0 0,-1-1 1 0 0,0 1-1 0 0,1-1 0 0 0,-1 1 1 0 0,0 0-1 0 0,1 0 0 0 0,-1 0 1 0 0,0 0-1 0 0,0 0 0 0 0,0 0 0 0 0,0 0 1 0 0,0 1-1 0 0,0-1 0 0 0,0 1 1 0 0,1 2-1 0 0,17 15 105 0 0,-1 1-1 0 0,-1 0 1 0 0,16 25 0 0 0,-14-17 10 0 0,32 31 0 0 0,-37-43-309 0 0,7 7 305 0 0,34 25 0 0 0,-50-43-429 0 0,0 0-1 0 0,1 0 0 0 0,0-1 1 0 0,0 0-1 0 0,0-1 1 0 0,1 0-1 0 0,-1 0 0 0 0,1 0 1 0 0,-1-1-1 0 0,14 2 1 0 0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47.2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19 9218 0 0,'0'-2'-252'0'0,"0"-15"4725"0"0,-1 25-1778 0 0,0 5-1730 0 0,1-1 0 0 0,1 0 0 0 0,0 0-1 0 0,0 0 1 0 0,6 21 0 0 0,-1-13-346 0 0,0-1-1 0 0,17 34 1 0 0,5-3-302 0 0,49 66 0 0 0,-67-102 19 0 0,29 40-211 0 0,-5-7-1295 0 0,41 74 0 0 0,-64-99-6945 0 0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47.41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0 186 12443 0 0,'0'-8'544'0'0,"1"2"128"0"0,2 1-544 0 0,2 0-128 0 0,0 1 0 0 0,0 1 0 0 0,3 0 408 0 0,6-4 48 0 0,9-4 16 0 0,10-6 0 0 0,6-2-472 0 0,4-2-112 0 0,-1-2-16 0 0,3-3 0 0 0,-1-2 128 0 0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48.24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136 7 17972 0 0,'-1'0'68'0'0,"1"-1"0"0"0,-1 0 0 0 0,0 1 0 0 0,0-1 0 0 0,1 1 0 0 0,-1-1 0 0 0,0 1 0 0 0,0 0-1 0 0,0-1 1 0 0,0 1 0 0 0,0 0 0 0 0,0-1 0 0 0,0 1 0 0 0,0 0 0 0 0,0 0 0 0 0,0 0 0 0 0,0 0 0 0 0,1 0 0 0 0,-1 0 0 0 0,0 0 0 0 0,0 0 0 0 0,0 0 0 0 0,0 1 0 0 0,0-1 0 0 0,0 0 0 0 0,0 1 0 0 0,0-1 0 0 0,0 0 0 0 0,0 1 0 0 0,-1 0 0 0 0,-26 15 841 0 0,21-10-837 0 0,0 0-1 0 0,0 1 1 0 0,1 0-1 0 0,0 0 1 0 0,1 0-1 0 0,-1 1 0 0 0,1 0 1 0 0,1 0-1 0 0,-1 0 1 0 0,2 1-1 0 0,-1 0 0 0 0,1-1 1 0 0,0 1-1 0 0,1 0 1 0 0,0 1-1 0 0,0-1 0 0 0,1 0 1 0 0,0 0-1 0 0,1 1 1 0 0,0-1-1 0 0,2 11 1 0 0,-2-8-107 0 0,2 0 0 0 0,0 1 0 0 0,0-1 0 0 0,1 0 0 0 0,1 0 0 0 0,0 0 1 0 0,0 0-1 0 0,1-1 0 0 0,1 0 0 0 0,0 0 0 0 0,0 0 0 0 0,1 0 1 0 0,1-1-1 0 0,-1-1 0 0 0,14 13 0 0 0,-14-16-593 0 0,1 0-1 0 0,0 0 1 0 0,16 8-1 0 0,4-2-6456 0 0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48.58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111 142 9674 0 0,'34'-58'1680'0'0,"-31"53"-1032"0"0,-1-1 0 0 0,0 0-1 0 0,0 1 1 0 0,-1-1-1 0 0,1 0 1 0 0,-1 0-1 0 0,-1 0 1 0 0,1-12-1 0 0,-1 17-538 0 0,0 0-1 0 0,0 0 0 0 0,0 1 0 0 0,0-1 0 0 0,0 0 1 0 0,0 0-1 0 0,0 0 0 0 0,0 1 0 0 0,-1-1 1 0 0,1 0-1 0 0,0 0 0 0 0,0 1 0 0 0,-1-1 1 0 0,1 0-1 0 0,-1 1 0 0 0,1-1 0 0 0,-1 0 0 0 0,1 1 1 0 0,-1-1-1 0 0,1 1 0 0 0,-1-1 0 0 0,1 1 1 0 0,-1-1-1 0 0,1 1 0 0 0,-1-1 0 0 0,0 1 0 0 0,1 0 1 0 0,-1-1-1 0 0,-1 0 0 0 0,0 1 15 0 0,0 0 0 0 0,0 0 1 0 0,0 0-1 0 0,0 0 0 0 0,1 0 0 0 0,-1 1 0 0 0,0-1 1 0 0,0 1-1 0 0,0-1 0 0 0,0 1 0 0 0,-3 1 0 0 0,-3 2 57 0 0,0 0 0 0 0,1 1 0 0 0,-1 0-1 0 0,-7 7 1 0 0,6-4-113 0 0,2 0 0 0 0,-1 0-1 0 0,1 1 1 0 0,1 0 0 0 0,0 0 0 0 0,0 0-1 0 0,-6 15 1 0 0,10-20-60 0 0,0-1 0 0 0,0 1 0 0 0,1 0 0 0 0,-1 0 0 0 0,1 0 0 0 0,0 0 0 0 0,0 0 0 0 0,1 1 0 0 0,-1-1 0 0 0,1 0 0 0 0,0 0 0 0 0,0 0 0 0 0,0 0 0 0 0,1 1 0 0 0,-1-1 0 0 0,1 0 0 0 0,0 0 0 0 0,0 0 0 0 0,1 0 0 0 0,-1 0 0 0 0,1 0 0 0 0,3 5 0 0 0,-4-8-24 0 0,0 1 0 0 0,0-1 1 0 0,0 0-1 0 0,1 0 0 0 0,-1 1 0 0 0,0-1 0 0 0,0 0 1 0 0,1 0-1 0 0,-1 0 0 0 0,1 0 0 0 0,-1-1 0 0 0,1 1 1 0 0,-1 0-1 0 0,1-1 0 0 0,0 1 0 0 0,-1-1 0 0 0,1 1 1 0 0,0-1-1 0 0,-1 0 0 0 0,1 0 0 0 0,0 0 0 0 0,3 0 1 0 0,-1 0-25 0 0,-1-1 1 0 0,1 0 0 0 0,0-1-1 0 0,0 1 1 0 0,0 0 0 0 0,-1-1 0 0 0,1 0-1 0 0,-1 0 1 0 0,6-4 0 0 0,3-3-77 0 0,-1-1 1 0 0,0 0-1 0 0,-1-1 0 0 0,12-14 1 0 0,-13 11-72 0 0,-7 12 252 0 0,-1 0 1 0 0,0-1-1 0 0,1 1 0 0 0,-1 0 1 0 0,1 0-1 0 0,0 0 1 0 0,0 1-1 0 0,0-1 1 0 0,3-2-1 0 0,-4 3-39 0 0,0 1 1 0 0,0 0-1 0 0,0 0 1 0 0,0 0-1 0 0,0 0 0 0 0,0 0 1 0 0,0 1-1 0 0,0-1 0 0 0,0 0 1 0 0,0 0-1 0 0,0 1 1 0 0,0-1-1 0 0,0 0 0 0 0,0 1 1 0 0,0-1-1 0 0,0 1 0 0 0,0-1 1 0 0,0 1-1 0 0,-1 0 1 0 0,1-1-1 0 0,0 1 0 0 0,0 0 1 0 0,-1-1-1 0 0,1 1 0 0 0,0 0 1 0 0,-1 0-1 0 0,1 0 1 0 0,-1 0-1 0 0,1-1 0 0 0,0 3 1 0 0,26 39 259 0 0,-23-34-327 0 0,1 1-1 0 0,0-1 0 0 0,0 0 1 0 0,1 0-1 0 0,0-1 0 0 0,1 0 1 0 0,0 0-1 0 0,0 0 0 0 0,0-1 0 0 0,1 0 1 0 0,-1 0-1 0 0,18 8 0 0 0,28 4-2479 0 0,-24-12-4943 0 0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48.8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61 5065 0 0,'0'-11'-14'0'0,"2"-38"14808"0"0,2 57-11815 0 0,33 138-2280 0 0,33 268 1 0 0,-70-411-914 0 0,2 25-433 0 0,-2-27 457 0 0,0 0 0 0 0,0 0 0 0 0,0 1-1 0 0,0-1 1 0 0,0 0 0 0 0,0 0-1 0 0,0 0 1 0 0,-1 0 0 0 0,1 0 0 0 0,0 0-1 0 0,-1 0 1 0 0,1 0 0 0 0,-1 0 0 0 0,1 0-1 0 0,-1 0 1 0 0,1 0 0 0 0,-1 0 0 0 0,0 0-1 0 0,1 0 1 0 0,-2 0 0 0 0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49.03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46 619 5697 0 0,'-25'-88'592'0'0,"20"66"-528"0"0,1-1-1 0 0,0 1 1 0 0,1-38-1 0 0,1 28 358 0 0,0-12 805 0 0,5-79-1 0 0,-2 110-653 0 0,0 0-1 0 0,2 0 1 0 0,-1 0-1 0 0,2 0 0 0 0,0 0 1 0 0,0 1-1 0 0,1 0 0 0 0,1-1 1 0 0,0 2-1 0 0,12-19 1 0 0,-14 25-427 0 0,0 1 0 0 0,1 0 0 0 0,-1 0 0 0 0,1 0 0 0 0,0 1 0 0 0,0-1 0 0 0,0 1 1 0 0,1 0-1 0 0,-1 1 0 0 0,1-1 0 0 0,0 1 0 0 0,-1 0 0 0 0,1 1 0 0 0,0-1 0 0 0,0 1 1 0 0,0 0-1 0 0,0 1 0 0 0,0-1 0 0 0,1 1 0 0 0,-1 1 0 0 0,0-1 0 0 0,0 1 0 0 0,0 0 0 0 0,0 0 1 0 0,0 1-1 0 0,8 2 0 0 0,-10-2-68 0 0,1 0 0 0 0,0-1 0 0 0,-1 2 1 0 0,1-1-1 0 0,-1 0 0 0 0,0 1 0 0 0,1 0 0 0 0,-1 0 0 0 0,-1 0 1 0 0,1 1-1 0 0,0-1 0 0 0,-1 1 0 0 0,0 0 0 0 0,1 0 1 0 0,-2 0-1 0 0,1 0 0 0 0,0 0 0 0 0,-1 1 0 0 0,0-1 0 0 0,0 1 1 0 0,0 0-1 0 0,-1-1 0 0 0,1 1 0 0 0,-1 0 0 0 0,0 0 1 0 0,-1 0-1 0 0,1 0 0 0 0,-1 0 0 0 0,0 0 0 0 0,0 0 1 0 0,-2 10-1 0 0,1-9-58 0 0,-1-1 0 0 0,0 1 0 0 0,0-1 0 0 0,0 1 0 0 0,-1-1 0 0 0,1 0 0 0 0,-1 1 0 0 0,-1-2 0 0 0,1 1 0 0 0,-6 6 0 0 0,-14 10-6479 0 0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49.30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4 10594 0 0,'8'-4'4565'0'0,"-8"5"-4466"0"0,8 11 2535 0 0,2 17-663 0 0,21 158 806 0 0,14 50-2436 0 0,10-30-2934 0 0,-50-184-4776 0 0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49.7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8 199 9218 0 0,'0'0'28'0'0,"-1"0"0"0"0,1 0 0 0 0,0 0 0 0 0,-1 0 0 0 0,1 0 0 0 0,0-1 0 0 0,-1 1-1 0 0,1 0 1 0 0,0 0 0 0 0,-1 0 0 0 0,1-1 0 0 0,0 1 0 0 0,-1 0 0 0 0,1 0 0 0 0,0-1 0 0 0,0 1 0 0 0,-1 0 0 0 0,1 0 0 0 0,0-1 0 0 0,0 1 0 0 0,0 0 0 0 0,-1-1 0 0 0,1 1-1 0 0,0 0 1 0 0,0-1 0 0 0,0 1 0 0 0,0-1 0 0 0,0 1 0 0 0,0 0 0 0 0,0-1 0 0 0,0 1 0 0 0,0 0 0 0 0,0-1 0 0 0,0 1 0 0 0,0-1 0 0 0,0 1 0 0 0,0-1 0 0 0,12-13 890 0 0,24-9 104 0 0,-34 22-1003 0 0,73-37 1657 0 0,154-54 0 0 0,-221 89-1619 0 0,37-11 20 0 0,-42 13-53 0 0,0 1 0 0 0,0-1 0 0 0,0 1 0 0 0,0-1-1 0 0,0 1 1 0 0,-1 0 0 0 0,1 0 0 0 0,0 0 0 0 0,0 1 0 0 0,0-1 0 0 0,0 1 0 0 0,4 1-1 0 0,-6-2 75 0 0,0 1-1 0 0,0 0 0 0 0,0 0 1 0 0,0 0-1 0 0,0 0 0 0 0,-1 0 0 0 0,1 0 1 0 0,0 1-1 0 0,-1-1 0 0 0,1 0 1 0 0,-1 0-1 0 0,1 0 0 0 0,-1 1 0 0 0,0-1 1 0 0,1 0-1 0 0,-1 0 0 0 0,0 1 0 0 0,0-1 1 0 0,0 0-1 0 0,0 2 0 0 0,-1 31 1099 0 0,0-28-1003 0 0,-4 45 336 0 0,1-20 331 0 0,0 36 1 0 0,4-59-760 0 0,0 0 1 0 0,1 1-1 0 0,0-1 1 0 0,0 0 0 0 0,1 1-1 0 0,0-1 1 0 0,1 0 0 0 0,-1 0-1 0 0,6 8 1 0 0,-8-15-121 0 0,0 0 0 0 0,1 0 0 0 0,-1 0 0 0 0,1 0 0 0 0,-1-1 0 0 0,0 1 0 0 0,1 0 0 0 0,0 0 0 0 0,-1-1 0 0 0,1 1 0 0 0,-1 0 0 0 0,1 0 0 0 0,0-1 0 0 0,-1 1 0 0 0,1-1 0 0 0,0 1 0 0 0,0-1 0 0 0,0 1 0 0 0,-1-1 0 0 0,1 0 0 0 0,0 1 0 0 0,0-1 0 0 0,0 0 0 0 0,0 1 0 0 0,0-1 0 0 0,0 0 0 0 0,1 0 0 0 0,0 0-55 0 0,-1-1 1 0 0,0 0-1 0 0,0 1 0 0 0,1-1 0 0 0,-1 0 0 0 0,0 0 1 0 0,0 0-1 0 0,0 0 0 0 0,0 0 0 0 0,0 0 0 0 0,0 0 1 0 0,0 0-1 0 0,0 0 0 0 0,-1 0 0 0 0,2-3 1 0 0,3-5-384 0 0,-1-1 1 0 0,0 1 0 0 0,5-18 0 0 0,-3-2 263 0 0,-4 19 438 0 0,0 0-1 0 0,0-1 1 0 0,1 1 0 0 0,1 0 0 0 0,-1 0-1 0 0,2 1 1 0 0,-1-1 0 0 0,1 1 0 0 0,1 0 0 0 0,6-9-1 0 0,-11 17-231 0 0,-1 1-1 0 0,1-1 1 0 0,-1 0-1 0 0,1 1 0 0 0,0-1 1 0 0,-1 1-1 0 0,1-1 1 0 0,0 1-1 0 0,-1 0 0 0 0,1-1 1 0 0,0 1-1 0 0,0 0 1 0 0,-1-1-1 0 0,1 1 0 0 0,0 0 1 0 0,0 0-1 0 0,0 0 1 0 0,-1-1-1 0 0,1 1 0 0 0,0 0 1 0 0,0 0-1 0 0,0 0 1 0 0,-1 0-1 0 0,1 1 0 0 0,0-1 1 0 0,0 0-1 0 0,1 1 1 0 0,0 0 36 0 0,-1 0-1 0 0,1 0 1 0 0,-1 0 0 0 0,1 0 0 0 0,-1 1 0 0 0,1-1 0 0 0,-1 0 0 0 0,0 1-1 0 0,0-1 1 0 0,0 1 0 0 0,2 2 0 0 0,3 8 285 0 0,-1 0 0 0 0,8 23 0 0 0,-11-26-280 0 0,2 2-228 0 0,0 0 0 0 0,1 0 0 0 0,0 0 0 0 0,1-1 0 0 0,0 1-1 0 0,1-1 1 0 0,0-1 0 0 0,0 1 0 0 0,1-1 0 0 0,14 12 0 0 0,-5-7-1008 0 0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50.10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9 197 6449 0 0,'-1'0'179'0'0,"1"-1"-1"0"0,-1 1 0 0 0,1-1 1 0 0,-1 1-1 0 0,0-1 0 0 0,1 1 1 0 0,-1-1-1 0 0,1 1 1 0 0,0-1-1 0 0,-1 1 0 0 0,1-1 1 0 0,-1 0-1 0 0,1 1 0 0 0,0-1 1 0 0,-1 0-1 0 0,1 0 0 0 0,0 1 1 0 0,0-1-1 0 0,0 0 0 0 0,-1 0 1 0 0,1 1-1 0 0,0-1 0 0 0,0 0 1 0 0,0 0-1 0 0,0 1 0 0 0,0-1 1 0 0,1 0-1 0 0,-1 0 0 0 0,0 1 1 0 0,0-1-1 0 0,0 0 0 0 0,1 0 1 0 0,-1 1-1 0 0,0-1 1 0 0,1 0-1 0 0,-1 1 0 0 0,0-1 1 0 0,1 0-1 0 0,-1 1 0 0 0,1-1 1 0 0,-1 1-1 0 0,1-1 0 0 0,-1 1 1 0 0,1-1-1 0 0,0 1 0 0 0,-1-1 1 0 0,1 1-1 0 0,0 0 0 0 0,-1-1 1 0 0,2 0-1 0 0,1 0 172 0 0,-1 0 0 0 0,1 0 0 0 0,-1 1-1 0 0,1-1 1 0 0,0 0 0 0 0,-1 1 0 0 0,1-1 0 0 0,0 1 0 0 0,-1 0 0 0 0,1 0-1 0 0,0 0 1 0 0,-1 0 0 0 0,6 2 0 0 0,-1 1-200 0 0,1 0 0 0 0,-1 0-1 0 0,0 1 1 0 0,0 0 0 0 0,-1 1 0 0 0,1-1 0 0 0,-1 1-1 0 0,0 1 1 0 0,0-1 0 0 0,-1 1 0 0 0,0 0 0 0 0,0 0 0 0 0,0 0-1 0 0,0 1 1 0 0,3 9 0 0 0,-3-9-125 0 0,-1 1-1 0 0,-1 0 1 0 0,0 1 0 0 0,0-1 0 0 0,-1 0-1 0 0,0 1 1 0 0,0 0 0 0 0,-1-1 0 0 0,0 1-1 0 0,0 0 1 0 0,-1 0 0 0 0,0-1 0 0 0,-3 16-1 0 0,3-32 679 0 0,1-41-267 0 0,10 6-1085 0 0,3 0 0 0 0,1 1 0 0 0,3 0 0 0 0,39-68 1 0 0,-57 109 603 0 0,21-30-4224 0 0,-20 30 4107 0 0,-1 0-1 0 0,1 0 0 0 0,-1 1 0 0 0,1-1 0 0 0,-1 0 0 0 0,1 0 0 0 0,0 0 0 0 0,-1 1 0 0 0,1-1 0 0 0,0 0 0 0 0,0 1 1 0 0,0-1-1 0 0,-1 1 0 0 0,1-1 0 0 0,0 1 0 0 0,0-1 0 0 0,0 1 0 0 0,0 0 0 0 0,0-1 0 0 0,0 1 0 0 0,0 0 1 0 0,0 0-1 0 0,0 0 0 0 0,0 0 0 0 0,0 0 0 0 0,0 0 0 0 0,0 0 0 0 0,0 0 0 0 0,0 0 0 0 0,0 0 0 0 0,1 1 0 0 0,0 1 163 0 0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50.34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0 170 2304 0 0,'4'3'446'0'0,"-1"-1"0"0"0,1 1-1 0 0,0-1 1 0 0,0 0 0 0 0,0 0-1 0 0,0-1 1 0 0,0 1 0 0 0,0-1-1 0 0,0 0 1 0 0,9 1-1 0 0,-4 0 311 0 0,0-1 0 0 0,1 0 0 0 0,-1-1 0 0 0,10-1 0 0 0,-15 0-559 0 0,0 0-1 0 0,0 0 1 0 0,0 0-1 0 0,0 0 1 0 0,0-1-1 0 0,0 1 1 0 0,0-1-1 0 0,-1 0 1 0 0,1-1-1 0 0,-1 1 1 0 0,0 0-1 0 0,1-1 1 0 0,-1 0-1 0 0,0 0 1 0 0,-1 0-1 0 0,1 0 1 0 0,0 0-1 0 0,-1 0 1 0 0,0-1-1 0 0,1 1 1 0 0,-2-1-1 0 0,1 0 1 0 0,0 0-1 0 0,-1 0 1 0 0,1 1-1 0 0,0-6 1 0 0,-1 4-50 0 0,0-1 1 0 0,1 1 0 0 0,-2-1 0 0 0,1 0 0 0 0,-1 0 0 0 0,0 1-1 0 0,0-1 1 0 0,-1 0 0 0 0,1 1 0 0 0,-1-1 0 0 0,-1 0-1 0 0,1 1 1 0 0,-1-1 0 0 0,0 1 0 0 0,0 0 0 0 0,0-1-1 0 0,-1 1 1 0 0,-5-7 0 0 0,8 11-123 0 0,0 1-1 0 0,-1-1 1 0 0,1 1-1 0 0,0 0 1 0 0,0-1 0 0 0,-1 1-1 0 0,1 0 1 0 0,-1-1-1 0 0,1 1 1 0 0,0 0 0 0 0,-1-1-1 0 0,1 1 1 0 0,-1 0-1 0 0,1 0 1 0 0,0 0 0 0 0,-1-1-1 0 0,1 1 1 0 0,-1 0-1 0 0,1 0 1 0 0,-1 0-1 0 0,1 0 1 0 0,-1 0 0 0 0,1 0-1 0 0,-1 0 1 0 0,1 0-1 0 0,-1 0 1 0 0,1 0 0 0 0,-1 0-1 0 0,1 0 1 0 0,0 0-1 0 0,-1 0 1 0 0,-11 13 336 0 0,-3 20-113 0 0,13-24-213 0 0,-1-1-1 0 0,1 1 1 0 0,1 0-1 0 0,0 0 1 0 0,0-1 0 0 0,1 1-1 0 0,0 0 1 0 0,0 0-1 0 0,1 0 1 0 0,0 0-1 0 0,1-1 1 0 0,0 1-1 0 0,5 13 1 0 0,-5-17-157 0 0,1 0-1 0 0,-1 0 1 0 0,1 0 0 0 0,0-1 0 0 0,0 1 0 0 0,1-1 0 0 0,-1 0-1 0 0,1 0 1 0 0,0 0 0 0 0,0 0 0 0 0,0-1 0 0 0,1 1 0 0 0,-1-1-1 0 0,1-1 1 0 0,0 1 0 0 0,0 0 0 0 0,0-1 0 0 0,0 0 0 0 0,0 0 0 0 0,0-1-1 0 0,1 1 1 0 0,-1-1 0 0 0,6 0 0 0 0,14 2-6436 0 0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50.6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144 16 10594 0 0,'-4'-13'1129'0'0,"-3"11"935"0"0,-11 19 649 0 0,17-15-2781 0 0,-15 15 466 0 0,2 1 1 0 0,0 1-1 0 0,2 0 1 0 0,0 0-1 0 0,1 1 1 0 0,-12 29-1 0 0,21-43-353 0 0,0 0 1 0 0,0 0-1 0 0,0 0 0 0 0,1 1 1 0 0,0-1-1 0 0,0 0 1 0 0,1 1-1 0 0,0-1 0 0 0,0 0 1 0 0,0 1-1 0 0,1-1 0 0 0,-1 0 1 0 0,2 1-1 0 0,-1-1 0 0 0,1 0 1 0 0,0 0-1 0 0,0 0 0 0 0,0 0 1 0 0,1 0-1 0 0,0-1 1 0 0,0 1-1 0 0,1-1 0 0 0,0 0 1 0 0,-1 0-1 0 0,2 0 0 0 0,-1 0 1 0 0,7 5-1 0 0,52 36 377 0 0,5 4 150 0 0,-62-44-482 0 0,0-1-1 0 0,0 1 1 0 0,0 1 0 0 0,-1-1 0 0 0,0 1 0 0 0,0 0 0 0 0,6 13-1 0 0,-10-18-79 0 0,0 0 0 0 0,-1 0-1 0 0,1 0 1 0 0,0 0-1 0 0,-1 1 1 0 0,0-1-1 0 0,1 0 1 0 0,-1 0 0 0 0,0 0-1 0 0,0 0 1 0 0,0 0-1 0 0,-1 0 1 0 0,1 0-1 0 0,0 0 1 0 0,-1 1 0 0 0,1-1-1 0 0,-1 0 1 0 0,0 0-1 0 0,-1 2 1 0 0,0 0 29 0 0,-1 0 1 0 0,0 0-1 0 0,0 0 1 0 0,0-1-1 0 0,0 1 0 0 0,0-1 1 0 0,-1 0-1 0 0,-4 4 1 0 0,-7 3-457 0 0,-1-1 1 0 0,1 0 0 0 0,-26 9-1 0 0,13-6-7144 0 0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52.49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 1 9674 0 0,'-1'0'194'0'0,"0"0"0"0"0,0 0-1 0 0,-1 0 1 0 0,1 0 0 0 0,0 0-1 0 0,-1 0 1 0 0,1 0 0 0 0,0 1 0 0 0,0-1-1 0 0,-1 0 1 0 0,1 1 0 0 0,0-1 0 0 0,0 1-1 0 0,0 0 1 0 0,0-1 0 0 0,0 1 0 0 0,0 0-1 0 0,0 0 1 0 0,0-1 0 0 0,0 1 0 0 0,-1 1-1 0 0,1 1 77 0 0,0-1 1 0 0,0 0-1 0 0,0 0 0 0 0,0 1 0 0 0,1-1 0 0 0,-1 1 0 0 0,1-1 1 0 0,-1 1-1 0 0,1-1 0 0 0,0 1 0 0 0,0 2 0 0 0,3 41 634 0 0,2-1-1 0 0,2 0 0 0 0,18 60 1 0 0,-11-45-542 0 0,-13-54-320 0 0,7 30 143 0 0,2-1 0 0 0,21 54 1 0 0,-28-81-153 0 0,1 0 0 0 0,0 0 0 0 0,0 0 0 0 0,1 0 0 0 0,0-1 0 0 0,0 0 0 0 0,1 0 0 0 0,-1 0 0 0 0,2-1 1 0 0,-1 0-1 0 0,1 0 0 0 0,0 0 0 0 0,0-1 0 0 0,0 0 0 0 0,1-1 0 0 0,12 6 0 0 0,-17-9-1 0 0,0 0-1 0 0,0 0 0 0 0,0 0 1 0 0,0 0-1 0 0,1-1 1 0 0,-1 0-1 0 0,0 1 1 0 0,0-1-1 0 0,1 0 0 0 0,-1-1 1 0 0,0 1-1 0 0,0-1 1 0 0,0 1-1 0 0,1-1 1 0 0,-1 0-1 0 0,0 0 0 0 0,0 0 1 0 0,4-3-1 0 0,-2 1 20 0 0,0-1-1 0 0,0 1 1 0 0,-1-1-1 0 0,0 0 0 0 0,0 0 1 0 0,0-1-1 0 0,0 1 1 0 0,-1-1-1 0 0,5-8 1 0 0,3-7 73 0 0,-2 0 1 0 0,-1-1 0 0 0,0 0 0 0 0,5-27 0 0 0,12-79-776 0 0,-25 119-1160 0 0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53.05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32 48 8290 0 0,'-1'-4'795'0'0,"0"0"1"0"0,0 1-1 0 0,0-1 1 0 0,0 0-1 0 0,-1 1 1 0 0,1-1-1 0 0,-1 1 1 0 0,0 0-1 0 0,0-1 1 0 0,0 1-1 0 0,-5-5 1 0 0,7 8-733 0 0,0 0 1 0 0,-1 0-1 0 0,1 0 1 0 0,0 0-1 0 0,0 0 1 0 0,-1 0-1 0 0,1 0 1 0 0,0 0-1 0 0,-1 0 1 0 0,1 0-1 0 0,0 0 1 0 0,0 0-1 0 0,-1 0 1 0 0,1 1-1 0 0,0-1 1 0 0,0 0-1 0 0,-1 0 1 0 0,1 0-1 0 0,0 0 0 0 0,0 0 1 0 0,0 1-1 0 0,-1-1 1 0 0,1 0-1 0 0,0 0 1 0 0,0 0-1 0 0,0 1 1 0 0,0-1-1 0 0,-1 0 1 0 0,1 0-1 0 0,0 1 1 0 0,0-1-1 0 0,0 0 1 0 0,0 0-1 0 0,0 1 1 0 0,0-1-1 0 0,0 0 1 0 0,0 0-1 0 0,0 1 1 0 0,0-1-1 0 0,0 0 1 0 0,0 0-1 0 0,0 1 1 0 0,0-1-1 0 0,0 0 1 0 0,0 1-1 0 0,0-1 1 0 0,0 0-1 0 0,0 1 1 0 0,-2 17 668 0 0,2-17-564 0 0,2 30 13 0 0,0-1-1 0 0,2 0 0 0 0,2 0 1 0 0,0-1-1 0 0,20 52 0 0 0,-7-19-61 0 0,-11-32-88 0 0,34 102 103 0 0,-35-116-132 0 0,-1-1-1 0 0,2 0 1 0 0,0 0-1 0 0,1-1 1 0 0,0 0-1 0 0,13 14 1 0 0,-19-24-108 0 0,0-1 0 0 0,0 0 0 0 0,1 0 1 0 0,-1 0-1 0 0,0 0 0 0 0,1-1 0 0 0,0 1 1 0 0,0-1-1 0 0,7 3 0 0 0,-2-3-751 0 0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53.54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 42 12443 0 0,'-3'-11'7403'0'0,"13"33"-3968"0"0,-4-10-4329 0 0,3 11 1167 0 0,1-1-1 0 0,0-1 1 0 0,28 40 0 0 0,-34-55-265 0 0,0 0 1 0 0,0-1 0 0 0,1 1 0 0 0,0-1 0 0 0,0 0 0 0 0,0 0 0 0 0,1-1 0 0 0,-1 0-1 0 0,1 0 1 0 0,0 0 0 0 0,0 0 0 0 0,1-1 0 0 0,-1 0 0 0 0,1-1 0 0 0,0 1 0 0 0,-1-1 0 0 0,1-1-1 0 0,7 2 1 0 0,-10-3-32 0 0,-1 0-1 0 0,0 0 1 0 0,0 0-1 0 0,0 0 1 0 0,0 0-1 0 0,0-1 0 0 0,0 1 1 0 0,0-1-1 0 0,0 0 1 0 0,0 0-1 0 0,0 0 1 0 0,0 0-1 0 0,-1-1 0 0 0,1 1 1 0 0,0-1-1 0 0,-1 0 1 0 0,1 0-1 0 0,-1 1 1 0 0,1-2-1 0 0,-1 1 0 0 0,0 0 1 0 0,0 0-1 0 0,0-1 1 0 0,0 1-1 0 0,-1-1 1 0 0,1 1-1 0 0,-1-1 0 0 0,3-5 1 0 0,0-6-23 0 0,0 0 0 0 0,0 0 0 0 0,-1 0 0 0 0,-1 0 0 0 0,0-16-1 0 0,4-18 206 0 0,-4 39-101 0 0,7-30 52 0 0,-9 38-100 0 0,0 0 0 0 0,0-1 0 0 0,1 1 0 0 0,-1-1 1 0 0,1 1-1 0 0,0 0 0 0 0,-1 0 0 0 0,1-1 0 0 0,0 1 0 0 0,-1 0 1 0 0,1 0-1 0 0,0 0 0 0 0,0 0 0 0 0,0 0 0 0 0,0 0 0 0 0,0 0 1 0 0,1 0-1 0 0,-1 0 0 0 0,0 0 0 0 0,2-1 0 0 0,-2 3 0 0 0,1-1 0 0 0,-1 0 0 0 0,0 0 0 0 0,0 1 0 0 0,0-1 0 0 0,0 0 0 0 0,0 1 0 0 0,0-1 0 0 0,0 1 0 0 0,0 0 0 0 0,0-1 0 0 0,0 1 0 0 0,-1 0 0 0 0,1-1-1 0 0,0 1 1 0 0,0 0 0 0 0,-1 0 0 0 0,2 1 0 0 0,14 21 138 0 0,-13-19-122 0 0,5 8-66 0 0,3 5 204 0 0,0 0 0 0 0,1-1 0 0 0,1-1 0 0 0,20 20 1 0 0,-29-31-306 0 0,1-1 1 0 0,-1 1-1 0 0,1-1 1 0 0,0 0 0 0 0,0-1-1 0 0,0 1 1 0 0,0-1 0 0 0,1 0-1 0 0,-1 0 1 0 0,1 0 0 0 0,-1-1-1 0 0,1 0 1 0 0,0 0-1 0 0,-1 0 1 0 0,1-1 0 0 0,0 0-1 0 0,0 0 1 0 0,-1 0 0 0 0,1-1-1 0 0,7-1 1 0 0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54.0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16 357 920 0 0,'-16'17'11615'0'0,"27"-18"-8451"0"0,-5-1-2570 0 0,1 0-1 0 0,-1 0 0 0 0,0-1 0 0 0,0 0 0 0 0,0 0 0 0 0,-1 0 0 0 0,1-1 1 0 0,-1 0-1 0 0,0 0 0 0 0,8-8 0 0 0,-6 5-382 0 0,-2-1 0 0 0,1 1 0 0 0,-1-1 0 0 0,0 0 0 0 0,0-1 0 0 0,5-14 0 0 0,-2-1-352 0 0,-1-1 0 0 0,-1 1 1 0 0,-1-1-1 0 0,2-40 0 0 0,-6 52 43 0 0,0 4-33 0 0,0 1 0 0 0,0-1 1 0 0,-1 0-1 0 0,0 0 0 0 0,-1 0 0 0 0,-3-18 0 0 0,4 27 112 0 0,0 0-1 0 0,0 0 0 0 0,0-1 0 0 0,0 1 0 0 0,0 0 1 0 0,0 0-1 0 0,0 0 0 0 0,-1-1 0 0 0,1 1 1 0 0,0 0-1 0 0,0 0 0 0 0,0 0 0 0 0,0-1 0 0 0,0 1 1 0 0,0 0-1 0 0,-1 0 0 0 0,1 0 0 0 0,0 0 0 0 0,0-1 1 0 0,0 1-1 0 0,0 0 0 0 0,-1 0 0 0 0,1 0 0 0 0,0 0 1 0 0,0 0-1 0 0,0 0 0 0 0,-1-1 0 0 0,1 1 1 0 0,0 0-1 0 0,0 0 0 0 0,0 0 0 0 0,-1 0 0 0 0,1 0 1 0 0,0 0-1 0 0,0 0 0 0 0,-1 0 0 0 0,1 0 0 0 0,0 0 1 0 0,0 0-1 0 0,0 0 0 0 0,-1 0 0 0 0,1 0 1 0 0,0 0-1 0 0,-1 1 0 0 0,-8 9-452 0 0,-5 14 47 0 0,8-6 379 0 0,1 0 0 0 0,0 0 0 0 0,1 0-1 0 0,1 0 1 0 0,1 0 0 0 0,0 1 0 0 0,1-1-1 0 0,3 30 1 0 0,-1-37 108 0 0,1 0-1 0 0,0 0 1 0 0,1-1 0 0 0,0 1-1 0 0,0-1 1 0 0,1 0 0 0 0,6 10-1 0 0,-7-14-97 0 0,1 0-1 0 0,0 0 0 0 0,0-1 1 0 0,0 0-1 0 0,1 0 1 0 0,-1 0-1 0 0,1 0 0 0 0,0-1 1 0 0,1 1-1 0 0,-1-2 1 0 0,1 1-1 0 0,6 3 1 0 0,17 1-3073 0 0,-15-6-3066 0 0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55.15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273 189 9218 0 0,'-3'-14'901'0'0,"0"-1"0"0"0,-1 1 0 0 0,0 0-1 0 0,-1 0 1 0 0,0 1 0 0 0,-2-1 0 0 0,1 1 0 0 0,-2 0 0 0 0,1 1 0 0 0,-2 0-1 0 0,-12-15 1 0 0,20 26-791 0 0,-1 0 0 0 0,1-1 0 0 0,-1 1 0 0 0,1 0 0 0 0,-1 0 0 0 0,0 0 0 0 0,0 0 0 0 0,1 0 0 0 0,-1 0 0 0 0,0 1-1 0 0,0-1 1 0 0,0 1 0 0 0,0-1 0 0 0,0 1 0 0 0,0 0 0 0 0,1-1 0 0 0,-1 1 0 0 0,0 0 0 0 0,0 0 0 0 0,0 1 0 0 0,-3-1 0 0 0,1 1-36 0 0,0 1 1 0 0,0-1-1 0 0,1 1 1 0 0,-1 0 0 0 0,0 0-1 0 0,1 0 1 0 0,0 0-1 0 0,-1 1 1 0 0,-5 5-1 0 0,-2 3-55 0 0,1 1-1 0 0,0 0 1 0 0,1 1-1 0 0,-10 18 1 0 0,11-18-27 0 0,1 1 0 0 0,1-1 0 0 0,1 1 0 0 0,0 1 1 0 0,0-1-1 0 0,2 1 0 0 0,-4 19 0 0 0,7-30-38 0 0,-1 1 0 0 0,1-1-1 0 0,-1 1 1 0 0,1-1 0 0 0,0 1 0 0 0,1-1 0 0 0,-1 1 0 0 0,1-1-1 0 0,0 1 1 0 0,0-1 0 0 0,1 0 0 0 0,-1 1 0 0 0,1-1 0 0 0,0 0 0 0 0,0 0-1 0 0,0 0 1 0 0,1 0 0 0 0,-1 0 0 0 0,1-1 0 0 0,0 1 0 0 0,0-1-1 0 0,0 0 1 0 0,0 1 0 0 0,1-2 0 0 0,0 1 0 0 0,-1 0 0 0 0,1-1-1 0 0,5 3 1 0 0,-7-4-49 0 0,1-1-1 0 0,-1 1 0 0 0,1-1 0 0 0,-1 1 0 0 0,1-1 1 0 0,-1 0-1 0 0,1 0 0 0 0,-1 0 0 0 0,1-1 0 0 0,-1 1 1 0 0,1-1-1 0 0,-1 1 0 0 0,1-1 0 0 0,-1 0 0 0 0,0 0 1 0 0,1 0-1 0 0,-1 0 0 0 0,0 0 0 0 0,0 0 0 0 0,0-1 1 0 0,0 1-1 0 0,0-1 0 0 0,0 0 0 0 0,0 1 0 0 0,0-1 1 0 0,2-4-1 0 0,7-6-188 0 0,0-1 1 0 0,15-26 0 0 0,-21 31 296 0 0,10-17-105 0 0,20-51 0 0 0,-1 4 312 0 0,-34 71-127 0 0,1 0 0 0 0,-1 0 1 0 0,1 0-1 0 0,-1 0 0 0 0,1 0 0 0 0,-1 0 0 0 0,1 0 0 0 0,0 0 1 0 0,-1 1-1 0 0,1-1 0 0 0,0 0 0 0 0,0 0 0 0 0,-1 1 1 0 0,1-1-1 0 0,0 0 0 0 0,0 1 0 0 0,0-1 0 0 0,0 1 1 0 0,0-1-1 0 0,0 1 0 0 0,0 0 0 0 0,1-1 0 0 0,0 1-27 0 0,-1 1 0 0 0,0-1 0 0 0,0 0 0 0 0,0 0 0 0 0,0 1 0 0 0,-1-1 0 0 0,1 1-1 0 0,0-1 1 0 0,0 1 0 0 0,0 0 0 0 0,0-1 0 0 0,0 1 0 0 0,-1 0 0 0 0,1-1 0 0 0,0 1 0 0 0,0 0 0 0 0,-1 0 0 0 0,2 1-1 0 0,4 8 129 0 0,-1 0 0 0 0,0 1-1 0 0,6 16 1 0 0,-4-9-196 0 0,-4-12 7 0 0,1 0 1 0 0,-1 0 0 0 0,1 0 0 0 0,0 0-1 0 0,1-1 1 0 0,-1 0 0 0 0,1 0 0 0 0,0 0-1 0 0,1 0 1 0 0,-1-1 0 0 0,1 1 0 0 0,9 4-1 0 0,-12-8-11 0 0,0 1-1 0 0,0-1 0 0 0,-1 0 1 0 0,1 0-1 0 0,0 0 0 0 0,0-1 1 0 0,0 1-1 0 0,0-1 0 0 0,0 0 1 0 0,0 1-1 0 0,0-1 0 0 0,0-1 1 0 0,0 1-1 0 0,0 0 0 0 0,0-1 1 0 0,0 1-1 0 0,0-1 0 0 0,0 0 1 0 0,0 0-1 0 0,0 0 0 0 0,-1-1 1 0 0,1 1-1 0 0,0 0 0 0 0,-1-1 1 0 0,1 0-1 0 0,-1 0 0 0 0,0 0 1 0 0,1 0-1 0 0,-1 0 0 0 0,0 0 1 0 0,2-3-1 0 0,2-3-18 0 0,-1 0 0 0 0,0 0-1 0 0,0-1 1 0 0,-1 1 0 0 0,0-1 0 0 0,3-11 0 0 0,-4 9 3 0 0,2 0 0 0 0,0 1 0 0 0,8-15 0 0 0,-13 25 25 0 0,0-1 0 0 0,1 1 0 0 0,-1 0 0 0 0,0-1 0 0 0,1 1 0 0 0,-1-1 0 0 0,0 1 1 0 0,1 0-1 0 0,-1 0 0 0 0,0-1 0 0 0,1 1 0 0 0,-1 0 0 0 0,0-1 0 0 0,1 1 0 0 0,-1 0 0 0 0,1 0 0 0 0,-1 0 1 0 0,1 0-1 0 0,-1-1 0 0 0,0 1 0 0 0,1 0 0 0 0,-1 0 0 0 0,1 0 0 0 0,-1 0 0 0 0,1 0 0 0 0,-1 0 0 0 0,1 0 1 0 0,-1 0-1 0 0,1 0 0 0 0,-1 0 0 0 0,1 0 0 0 0,-1 1 0 0 0,0-1 0 0 0,1 0 0 0 0,0 0 0 0 0,16 17 124 0 0,6 26 34 0 0,-22-42-160 0 0,1 3-13 0 0,-1 0 1 0 0,2 0-1 0 0,-1 0 1 0 0,0 0-1 0 0,1-1 1 0 0,0 1-1 0 0,0-1 1 0 0,0 0-1 0 0,0 1 1 0 0,0-1-1 0 0,1-1 1 0 0,-1 1-1 0 0,1 0 1 0 0,0-1-1 0 0,0 0 1 0 0,0 0-1 0 0,0 0 1 0 0,0 0-1 0 0,9 2 1 0 0,-9-4-15 0 0,0 1 1 0 0,0-1 0 0 0,0 0 0 0 0,0 0 0 0 0,0-1 0 0 0,0 1 0 0 0,0-1 0 0 0,0 0 0 0 0,0 0 0 0 0,0 0 0 0 0,0-1 0 0 0,-1 1 0 0 0,1-1 0 0 0,0 0 0 0 0,-1 0 0 0 0,0 0 0 0 0,1-1 0 0 0,-1 1 0 0 0,0-1 0 0 0,0 1 0 0 0,0-1 0 0 0,3-4 0 0 0,18-25-60 0 0,17-20 188 0 0,-39 50-56 0 0,0-1 1 0 0,0 1-1 0 0,1 0 0 0 0,-1 0 0 0 0,1 0 0 0 0,0 1 0 0 0,0-1 0 0 0,0 0 1 0 0,-1 1-1 0 0,1 0 0 0 0,1 0 0 0 0,-1 0 0 0 0,0 0 0 0 0,0 0 0 0 0,6 0 1 0 0,-7 1-18 0 0,0 0 0 0 0,0 1 0 0 0,0-1 0 0 0,0 1 0 0 0,0-1 0 0 0,0 1 0 0 0,-1 0 0 0 0,1-1 1 0 0,0 1-1 0 0,0 0 0 0 0,-1 0 0 0 0,1 1 0 0 0,-1-1 0 0 0,1 0 0 0 0,-1 0 0 0 0,1 1 1 0 0,-1-1-1 0 0,2 3 0 0 0,22 37 250 0 0,0-4-491 0 0,-4-20-568 0 0,-10-10 30 0 0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55.6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250 427 11522 0 0,'0'-1'108'0'0,"0"0"-1"0"0,0 1 0 0 0,-1-1 1 0 0,1 0-1 0 0,0 0 0 0 0,0 0 0 0 0,0 0 1 0 0,-1 0-1 0 0,1 0 0 0 0,0 1 0 0 0,-1-1 1 0 0,1 0-1 0 0,0 0 0 0 0,-1 1 0 0 0,1-1 1 0 0,-1 0-1 0 0,0 0 0 0 0,1 1 0 0 0,-1-1 1 0 0,1 1-1 0 0,-1-1 0 0 0,0 0 1 0 0,0 1-1 0 0,1-1 0 0 0,-1 1 0 0 0,0 0 1 0 0,0-1-1 0 0,0 1 0 0 0,1 0 0 0 0,-1-1 1 0 0,0 1-1 0 0,0 0 0 0 0,0 0 0 0 0,0 0 1 0 0,0-1-1 0 0,0 1 0 0 0,1 0 1 0 0,-1 0-1 0 0,0 1 0 0 0,0-1 0 0 0,0 0 1 0 0,0 0-1 0 0,0 0 0 0 0,0 1 0 0 0,1-1 1 0 0,-1 0-1 0 0,0 1 0 0 0,0-1 0 0 0,0 0 1 0 0,-1 2-1 0 0,-7 2 292 0 0,0 1-1 0 0,1 0 1 0 0,-1 0-1 0 0,1 1 1 0 0,0 0 0 0 0,1 0-1 0 0,-13 14 1 0 0,-43 56 562 0 0,60-72-897 0 0,-12 15 192 0 0,-22 38 0 0 0,35-52-249 0 0,-1 0 0 0 0,0 1 0 0 0,1-1 1 0 0,0 0-1 0 0,0 1 0 0 0,1-1 1 0 0,0 1-1 0 0,0-1 0 0 0,0 1 1 0 0,0 0-1 0 0,1-1 0 0 0,0 1 0 0 0,1 11 1 0 0,-1-15-36 0 0,1 0 0 0 0,-1 0 0 0 0,1 0 0 0 0,0 0-1 0 0,-1 0 1 0 0,1 0 0 0 0,0-1 0 0 0,0 1 0 0 0,0 0 0 0 0,0 0 0 0 0,0-1 0 0 0,1 1 0 0 0,-1 0 0 0 0,1-1 0 0 0,-1 1 0 0 0,1-1 0 0 0,-1 0 0 0 0,1 0 0 0 0,0 1 0 0 0,-1-1 0 0 0,1 0 0 0 0,0 0 0 0 0,2 0 0 0 0,0 0-72 0 0,-1 0 0 0 0,1-1 0 0 0,-1 0 1 0 0,1 0-1 0 0,0 0 0 0 0,-1 0 0 0 0,1 0 0 0 0,-1-1 1 0 0,1 1-1 0 0,-1-1 0 0 0,1 0 0 0 0,4-2 1 0 0,4-2-283 0 0,1-1 1 0 0,0-1 0 0 0,-1 0 0 0 0,-1 0 0 0 0,20-16 0 0 0,-21 14-31 0 0,1-1-1 0 0,-2-1 1 0 0,1 0 0 0 0,-1 0 0 0 0,-1 0 0 0 0,0-1 0 0 0,-1-1-1 0 0,0 1 1 0 0,-1-1 0 0 0,0 0 0 0 0,7-25 0 0 0,-8 15-201 0 0,-1-1 1 0 0,0 0 0 0 0,-2 0-1 0 0,-1 0 1 0 0,-1 0-1 0 0,-3-30 1 0 0,-3-19 1033 0 0,-4-46 2539 0 0,6 92-714 0 0,0 0 0 0 0,-12-33 1 0 0,6 40-393 0 0,10 19-1807 0 0,0 1 0 0 0,0 0 0 0 0,0 0 0 0 0,-1 0 0 0 0,1 0 0 0 0,0 0 0 0 0,0-1-1 0 0,0 1 1 0 0,-1 0 0 0 0,1 0 0 0 0,0 0 0 0 0,0 0 0 0 0,-1 0 0 0 0,1 0-1 0 0,0 0 1 0 0,0 0 0 0 0,-1 0 0 0 0,1 0 0 0 0,0 0 0 0 0,0 0 0 0 0,-1 0 0 0 0,1 0-1 0 0,0 0 1 0 0,0 0 0 0 0,-1 0 0 0 0,1 0 0 0 0,0 0 0 0 0,0 0 0 0 0,0 0-1 0 0,-1 0 1 0 0,1 0 0 0 0,0 0 0 0 0,0 1 0 0 0,-1-1 0 0 0,1 0 0 0 0,0 0 0 0 0,0 0-1 0 0,0 0 1 0 0,-1 1 0 0 0,0 1 46 0 0,0 0 0 0 0,0 1-1 0 0,0-1 1 0 0,0 0 0 0 0,0 1 0 0 0,0-1 0 0 0,1 1-1 0 0,-1-1 1 0 0,1 1 0 0 0,0-1 0 0 0,0 1 0 0 0,0 3-1 0 0,1 16 35 0 0,1 0 0 0 0,1 0-1 0 0,1-1 1 0 0,1 1 0 0 0,1-1-1 0 0,1 0 1 0 0,13 28-1 0 0,81 138 818 0 0,-83-156-812 0 0,40 60-730 0 0,-43-72 158 0 0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56.4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17972 0 0,'0'8'4323'0'0,"3"32"-3806"0"0,31 242 749 0 0,-5-37-907 0 0,-28-238-411 0 0,4 23-77 0 0,-5-29 64 0 0,0 1 0 0 0,1-1-1 0 0,-1 0 1 0 0,0 0 0 0 0,1 0 0 0 0,-1 1 0 0 0,1-1 0 0 0,-1 0 0 0 0,1 0 0 0 0,-1 0-1 0 0,1 0 1 0 0,0 0 0 0 0,0 0 0 0 0,0 0 0 0 0,-1 0 0 0 0,1 0 0 0 0,2 1 0 0 0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57.30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1 130 7370 0 0,'0'-2'138'0'0,"0"1"0"0"0,0 0 1 0 0,1-1-1 0 0,-1 1 1 0 0,1-1-1 0 0,-1 1 0 0 0,1-1 1 0 0,-1 1-1 0 0,1 0 1 0 0,0-1-1 0 0,-1 1 0 0 0,1 0 1 0 0,0 0-1 0 0,0 0 1 0 0,0-1-1 0 0,0 1 0 0 0,0 0 1 0 0,0 0-1 0 0,1 0 1 0 0,-1 1-1 0 0,0-1 0 0 0,0 0 1 0 0,1 0-1 0 0,-1 1 1 0 0,0-1-1 0 0,1 1 0 0 0,1-2 1 0 0,42-15 3044 0 0,-39 16-2869 0 0,0 0-1 0 0,0 0 0 0 0,0 0 0 0 0,1 1 0 0 0,-1 0 0 0 0,0 0 0 0 0,0 1 1 0 0,0 0-1 0 0,0 0 0 0 0,0 0 0 0 0,0 1 0 0 0,0 0 0 0 0,0 0 0 0 0,-1 0 1 0 0,1 1-1 0 0,-1 0 0 0 0,1 0 0 0 0,4 4 0 0 0,13 10 225 0 0,-1 0 0 0 0,34 34 1 0 0,-36-31-321 0 0,325 295 760 0 0,-327-299-920 0 0,-10-7 10 0 0,0-1-1 0 0,1 0 0 0 0,0 0 1 0 0,0-1-1 0 0,1 0 0 0 0,0-1 0 0 0,1 0 1 0 0,20 9-1 0 0,-30-15-43 0 0,0 1 1 0 0,1-1-1 0 0,-1 0 0 0 0,0 0 1 0 0,0 0-1 0 0,0 0 0 0 0,0 0 0 0 0,0 0 1 0 0,0 0-1 0 0,0 0 0 0 0,1-1 1 0 0,-1 1-1 0 0,0 0 0 0 0,0-1 0 0 0,0 1 1 0 0,0-1-1 0 0,0 1 0 0 0,0-1 1 0 0,0 1-1 0 0,-1-1 0 0 0,1 0 0 0 0,0 1 1 0 0,0-1-1 0 0,0 0 0 0 0,0 0 0 0 0,-1 0 1 0 0,1 1-1 0 0,0-1 0 0 0,-1 0 1 0 0,1 0-1 0 0,-1 0 0 0 0,1 0 0 0 0,-1 0 1 0 0,0 0-1 0 0,1 0 0 0 0,-1-1 1 0 0,0 1-1 0 0,0 0 0 0 0,1-2 0 0 0,0-5 89 0 0,1-1 0 0 0,-2 0 0 0 0,1-17 0 0 0,-1 19-56 0 0,-2-101 320 0 0,0 29-1384 0 0,3-1-1 0 0,21-146 1 0 0,-17 206-4572 0 0,1 1-1784 0 0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57.63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86 23 10594 0 0,'-13'-6'344'0'0,"8"3"341"0"0,0 0-1 0 0,0 1 0 0 0,0 0 0 0 0,0 0 1 0 0,-1 1-1 0 0,-6-2 0 0 0,11 3-552 0 0,0 0 0 0 0,0 0-1 0 0,0 0 1 0 0,0 0 0 0 0,0 0-1 0 0,-1 0 1 0 0,1 0 0 0 0,0 1-1 0 0,0-1 1 0 0,0 0 0 0 0,0 1 0 0 0,0-1-1 0 0,0 1 1 0 0,0-1 0 0 0,0 1-1 0 0,0 0 1 0 0,1-1 0 0 0,-1 1-1 0 0,0 0 1 0 0,0 0 0 0 0,0-1-1 0 0,1 1 1 0 0,-1 0 0 0 0,0 0 0 0 0,1 0-1 0 0,-1 0 1 0 0,1 0 0 0 0,-1 0-1 0 0,1 0 1 0 0,0 0 0 0 0,-1 0-1 0 0,1 0 1 0 0,0 0 0 0 0,0 0-1 0 0,-1 0 1 0 0,1 1 0 0 0,0 1-1 0 0,-1 18 366 0 0,1 0 0 0 0,1 1 0 0 0,0-1 0 0 0,8 35 0 0 0,-2-10-92 0 0,46 323 1698 0 0,-49-347-2675 0 0,7 60 1384 0 0,-9-55-3335 0 0,-3 0-3366 0 0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57.91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10138 0 0,'11'23'5840'0'0,"12"42"-1"0"0,4 43-3345 0 0,11 113-2743 0 0,-30-157 132 0 0,-2 71 0 0 0,-5-50-8195 0 0,-1-82 7729 0 0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58.28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20 375 1840 0 0,'-8'-44'2767'0'0,"-3"-48"0"0"0,11 79-2038 0 0,-1 0 1 0 0,2 0-1 0 0,-1 0 0 0 0,2 0 0 0 0,0 1 0 0 0,0-1 0 0 0,1 0 0 0 0,7-17 0 0 0,-6 24-418 0 0,-1 0-1 0 0,1 0 0 0 0,0 1 1 0 0,1-1-1 0 0,-1 1 0 0 0,1 0 0 0 0,0 0 1 0 0,1 1-1 0 0,-1-1 0 0 0,1 1 1 0 0,0 0-1 0 0,0 1 0 0 0,0-1 1 0 0,0 1-1 0 0,1 0 0 0 0,-1 1 1 0 0,11-3-1 0 0,9-2 232 0 0,1 1 1 0 0,-1 2-1 0 0,32-2 0 0 0,-49 5-454 0 0,1 1-1 0 0,-1 0 1 0 0,0 0-1 0 0,1 1 1 0 0,-1 0 0 0 0,0 1-1 0 0,0 0 1 0 0,0 0-1 0 0,0 1 1 0 0,0 0-1 0 0,15 8 1 0 0,-20-8-88 0 0,0-1 0 0 0,0 1 0 0 0,-1 0 0 0 0,1 0 0 0 0,-1 0 0 0 0,0 1 0 0 0,0-1 0 0 0,0 1 0 0 0,0 0 0 0 0,-1 0 0 0 0,1-1 0 0 0,-1 2 0 0 0,0-1 0 0 0,0 0 0 0 0,-1 0 0 0 0,1 1 0 0 0,-1-1 0 0 0,0 1 0 0 0,0-1 0 0 0,0 1 0 0 0,-1-1 0 0 0,0 1 0 0 0,0 0 0 0 0,0-1 0 0 0,-1 8 0 0 0,-2 4-35 0 0,0-1 0 0 0,-1 0 0 0 0,0 0 0 0 0,-1 0 0 0 0,-1-1 0 0 0,-1 1 0 0 0,0-2 0 0 0,-12 20 0 0 0,-12 11 324 0 0,-37 42-1 0 0,64-81-226 0 0,-9 9 105 0 0,8-9-81 0 0,1 0 0 0 0,-1 0 0 0 0,1 0-1 0 0,0 0 1 0 0,1 1 0 0 0,-5 8-1 0 0,8-13-71 0 0,-1 0 0 0 0,1 0 0 0 0,0 1 0 0 0,0-1 0 0 0,0 0 0 0 0,-1 1 0 0 0,1-1 0 0 0,0 0 0 0 0,1 1 0 0 0,-1-1 0 0 0,0 0 0 0 0,0 0 0 0 0,1 1 0 0 0,-1-1 0 0 0,0 0 0 0 0,1 0 0 0 0,-1 1 0 0 0,1-1 0 0 0,0 0 0 0 0,-1 0 0 0 0,1 0 0 0 0,0 0 0 0 0,0 0 0 0 0,-1 0 0 0 0,1 0 0 0 0,0 0 0 0 0,0 0 0 0 0,0 0 0 0 0,0-1 0 0 0,1 1 0 0 0,-1 0 0 0 0,0-1 0 0 0,0 1 0 0 0,0-1 0 0 0,0 1 0 0 0,1-1 0 0 0,1 1 0 0 0,17 7 99 0 0,0-2-1 0 0,0 0 1 0 0,0-1-1 0 0,1-1 1 0 0,32 2-1 0 0,109-3-2559 0 0,-96-4-3252 0 0,-43 1-1569 0 0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58.91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43 6449 0 0,'0'-6'1319'0'0,"0"1"0"0"0,17-26 11406 0 0,-2 54-11772 0 0,150 301 807 0 0,-152-295-2604 0 0,2 1-1 0 0,18 27 0 0 0,-25-45 381 0 0,0-1-1 0 0,0 0 0 0 0,2 0 0 0 0,-1-1 1 0 0,1 0-1 0 0,1-1 0 0 0,15 12 0 0 0,-25-20 156 0 0,1 0-1 0 0,0 0 0 0 0,-1 0 1 0 0,1-1-1 0 0,0 1 0 0 0,0 0 1 0 0,-1-1-1 0 0,1 1 1 0 0,0-1-1 0 0,0 0 0 0 0,0 1 1 0 0,0-1-1 0 0,0 0 0 0 0,0 0 1 0 0,-1 0-1 0 0,5-1 0 0 0,6-2 104 0 0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59.12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15203 0 0,'11'7'6747'0'0,"-10"-5"-6454"0"0,3 16-84 0 0,1 7-757 0 0,0-11-5345 0 0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59.31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62 12899 0 0,'-1'-7'576'0'0,"1"4"112"0"0,0-3-552 0 0,0 3-136 0 0,1 0 0 0 0,-1 1 0 0 0,3-1 0 0 0,-1-2 0 0 0,3-1 0 0 0,2-3 0 0 0,2 2-1216 0 0,-2 2-257 0 0,3 3-39 0 0,1 3-16 0 0,1 3 1208 0 0,2 0 248 0 0,2 2 72 0 0,-1-1 0 0 0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00.15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137 355 4609 0 0,'-1'-2'246'0'0,"0"-1"0"0"0,0 0 1 0 0,0 1-1 0 0,0-1 0 0 0,-1 1 0 0 0,1-1 1 0 0,-1 1-1 0 0,1-1 0 0 0,-1 1 0 0 0,0 0 1 0 0,0 0-1 0 0,0 0 0 0 0,0 0 0 0 0,-3-1 0 0 0,4 2-53 0 0,0 1 0 0 0,0-1-1 0 0,0 1 1 0 0,-1 0 0 0 0,1 0-1 0 0,0 0 1 0 0,0-1-1 0 0,0 1 1 0 0,-1 0 0 0 0,1 0-1 0 0,0 1 1 0 0,0-1 0 0 0,-1 0-1 0 0,1 0 1 0 0,0 1 0 0 0,0-1-1 0 0,0 0 1 0 0,0 1-1 0 0,-1-1 1 0 0,1 1 0 0 0,0 0-1 0 0,0-1 1 0 0,0 1 0 0 0,0 0-1 0 0,0 0 1 0 0,0 0-1 0 0,1-1 1 0 0,-1 1 0 0 0,0 0-1 0 0,0 0 1 0 0,1 0 0 0 0,-1 0-1 0 0,0 0 1 0 0,0 2 0 0 0,-12 15 1314 0 0,2 1 0 0 0,-13 25 1 0 0,19-35-1294 0 0,1 0-1 0 0,1 0 1 0 0,0 0 0 0 0,0 0-1 0 0,1 1 1 0 0,0 0 0 0 0,-1 15 0 0 0,3-24-225 0 0,0 0 1 0 0,0 0-1 0 0,0-1 1 0 0,0 1-1 0 0,0 0 1 0 0,0 0 0 0 0,0-1-1 0 0,0 1 1 0 0,1 0-1 0 0,-1 0 1 0 0,0-1 0 0 0,0 1-1 0 0,1 0 1 0 0,-1-1-1 0 0,0 1 1 0 0,1 0-1 0 0,-1-1 1 0 0,1 1 0 0 0,-1-1-1 0 0,1 1 1 0 0,-1-1-1 0 0,1 1 1 0 0,-1-1 0 0 0,1 1-1 0 0,0-1 1 0 0,-1 1-1 0 0,1-1 1 0 0,0 0-1 0 0,-1 1 1 0 0,1-1 0 0 0,0 0-1 0 0,-1 0 1 0 0,1 1-1 0 0,0-1 1 0 0,0 0 0 0 0,-1 0-1 0 0,1 0 1 0 0,0 0-1 0 0,0 0 1 0 0,-1 0 0 0 0,1 0-1 0 0,0 0 1 0 0,0 0-1 0 0,-1 0 1 0 0,1-1-1 0 0,0 1 1 0 0,0 0 0 0 0,-1 0-1 0 0,1-1 1 0 0,0 1-1 0 0,-1 0 1 0 0,1-1 0 0 0,1 0-1 0 0,43-25-414 0 0,-38 21 667 0 0,-2 1-179 0 0,1 1 0 0 0,-1 0 0 0 0,1 0 0 0 0,0 1 1 0 0,0-1-1 0 0,0 1 0 0 0,0 0 0 0 0,0 1 0 0 0,10-2 0 0 0,-13 3-37 0 0,-1 0 0 0 0,1 0-1 0 0,-1 1 1 0 0,1-1 0 0 0,-1 0 0 0 0,0 1 0 0 0,1 0 0 0 0,-1 0-1 0 0,0-1 1 0 0,1 1 0 0 0,-1 0 0 0 0,0 1 0 0 0,0-1-1 0 0,0 0 1 0 0,0 1 0 0 0,0-1 0 0 0,0 1 0 0 0,0 0-1 0 0,0 0 1 0 0,-1-1 0 0 0,1 1 0 0 0,0 0 0 0 0,-1 0-1 0 0,0 1 1 0 0,0-1 0 0 0,1 0 0 0 0,0 3 0 0 0,2 6 19 0 0,0 0 0 0 0,0 0 0 0 0,-1 1 1 0 0,0-1-1 0 0,-1 1 0 0 0,-1 0 0 0 0,0 0 0 0 0,0 0 1 0 0,-2 14-1 0 0,1-19-22 0 0,-1 1 0 0 0,1-1 1 0 0,-2 0-1 0 0,1 1 0 0 0,-1-1 0 0 0,0 0 1 0 0,-1 0-1 0 0,0 0 0 0 0,0 0 0 0 0,0 0 1 0 0,-1-1-1 0 0,0 1 0 0 0,0-1 0 0 0,-1 0 1 0 0,-8 9-1 0 0,12-14-25 0 0,1-1 1 0 0,0 0-1 0 0,0 0 0 0 0,0 0 1 0 0,0 1-1 0 0,-1-1 0 0 0,1 0 1 0 0,0 0-1 0 0,0 0 0 0 0,0 1 1 0 0,-1-1-1 0 0,1 0 1 0 0,0 0-1 0 0,0 0 0 0 0,-1 0 1 0 0,1 0-1 0 0,0 0 0 0 0,0 0 1 0 0,-1 1-1 0 0,1-1 0 0 0,0 0 1 0 0,-1 0-1 0 0,1 0 0 0 0,0 0 1 0 0,0 0-1 0 0,-1 0 1 0 0,1 0-1 0 0,0 0 0 0 0,-1-1 1 0 0,1 1-1 0 0,0 0 0 0 0,0 0 1 0 0,-1 0-1 0 0,1 0 0 0 0,0 0 1 0 0,0 0-1 0 0,-1 0 0 0 0,1-1 1 0 0,0 1-1 0 0,0 0 1 0 0,-1 0-1 0 0,-2-15-161 0 0,5-16-181 0 0,9-15-246 0 0,2 0 0 0 0,2 0 0 0 0,40-82-1 0 0,85-118-193 0 0,-137 241 782 0 0,9-13-248 0 0,-2 0-1 0 0,13-30 1 0 0,-21 43 327 0 0,0 0 1 0 0,-1 1 0 0 0,1-1-1 0 0,-1 0 1 0 0,0 0-1 0 0,0-1 1 0 0,-1 1-1 0 0,0 0 1 0 0,0 0 0 0 0,0 0-1 0 0,0 0 1 0 0,-1 0-1 0 0,0 0 1 0 0,0 0-1 0 0,0 0 1 0 0,-2-6 0 0 0,2 10 8 0 0,1 0 1 0 0,0 0 0 0 0,-1 0 0 0 0,1 0 0 0 0,-1 1 0 0 0,1-1 0 0 0,-1 0 0 0 0,0 0 0 0 0,1 0 0 0 0,-1 0 0 0 0,0 1 0 0 0,0-1 0 0 0,1 0-1 0 0,-1 1 1 0 0,-2-2 0 0 0,3 2-41 0 0,-1 0-1 0 0,1 0 0 0 0,-1 0 1 0 0,1 0-1 0 0,-1 0 1 0 0,1 0-1 0 0,0 0 0 0 0,-1 0 1 0 0,1 0-1 0 0,-1 0 1 0 0,1 0-1 0 0,-1 0 0 0 0,1 1 1 0 0,0-1-1 0 0,-1 0 0 0 0,1 0 1 0 0,-1 0-1 0 0,1 1 1 0 0,0-1-1 0 0,-1 0 0 0 0,1 0 1 0 0,0 1-1 0 0,-1-1 1 0 0,1 0-1 0 0,-1 1 0 0 0,0 1 29 0 0,0 0-1 0 0,-1 0 0 0 0,1 1 0 0 0,0-1 1 0 0,0 0-1 0 0,0 1 0 0 0,0-1 0 0 0,0 1 1 0 0,1-1-1 0 0,-1 0 0 0 0,1 4 1 0 0,-1 11-39 0 0,1 0 0 0 0,1 0 0 0 0,1 0 0 0 0,1 0 0 0 0,5 21 1 0 0,30 81 106 0 0,-38-116-142 0 0,27 69 0 0 0,48 92 0 0 0,-74-162-15 0 0,-1-1 1 0 0,1 0-1 0 0,0 1 1 0 0,-1-1-1 0 0,1 0 1 0 0,0 0-1 0 0,0 0 1 0 0,0 0-1 0 0,0 0 1 0 0,0 0-1 0 0,0 0 0 0 0,0 0 1 0 0,0 0-1 0 0,0 0 1 0 0,0 0-1 0 0,1-1 1 0 0,-1 1-1 0 0,2 0 1 0 0,-2-1-15 0 0,0 0 1 0 0,0 0 0 0 0,0 0-1 0 0,-1 0 1 0 0,1 0 0 0 0,0 0-1 0 0,0-1 1 0 0,0 1 0 0 0,0 0 0 0 0,-1-1-1 0 0,1 1 1 0 0,0 0 0 0 0,0-1-1 0 0,-1 1 1 0 0,1-1 0 0 0,0 1-1 0 0,-1-1 1 0 0,1 0 0 0 0,0 1 0 0 0,-1-1-1 0 0,1 0 1 0 0,0 0 0 0 0,4-7-244 0 0,0-1 1 0 0,0 1-1 0 0,-1-1 1 0 0,4-13-1 0 0,-1 6 92 0 0,4-11 71 0 0,-3 6 306 0 0,1 1-1 0 0,15-24 0 0 0,-21 40-120 0 0,-1-1 0 0 0,1 1-1 0 0,0 0 1 0 0,1 0-1 0 0,-1 1 1 0 0,1-1-1 0 0,0 1 1 0 0,0-1-1 0 0,0 1 1 0 0,0 0-1 0 0,0 1 1 0 0,1-1-1 0 0,-1 1 1 0 0,1 0-1 0 0,6-2 1 0 0,-7 3-41 0 0,-1 1-1 0 0,1 0 1 0 0,0 0 0 0 0,-1 0-1 0 0,1 0 1 0 0,0 1 0 0 0,-1-1-1 0 0,1 1 1 0 0,-1 0 0 0 0,1 0-1 0 0,-1 0 1 0 0,1 1 0 0 0,-1-1 0 0 0,6 5-1 0 0,47 33 612 0 0,-41-27-580 0 0,36 30-450 0 0,-36-28 26 0 0,1-1 0 0 0,0 0 0 0 0,0-2-1 0 0,1 0 1 0 0,1 0 0 0 0,28 11 0 0 0,-31-18-1144 0 0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00.3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62 7834 0 0,'-1'-33'5002'0'0,"1"32"-4626"0"0,0-1 0 0 0,0 0 0 0 0,0 1 0 0 0,1-1 0 0 0,-1 1 0 0 0,0-1 0 0 0,1 0 0 0 0,-1 1 0 0 0,1-1 0 0 0,0 1 0 0 0,-1-1 0 0 0,1 1 0 0 0,0-1 0 0 0,0 1 0 0 0,0 0 0 0 0,0 0 0 0 0,1-2 0 0 0,-1 3-293 0 0,0 0 0 0 0,-1 0-1 0 0,1 0 1 0 0,-1 0-1 0 0,1 0 1 0 0,0 0 0 0 0,-1 0-1 0 0,1 0 1 0 0,0 0 0 0 0,-1 0-1 0 0,1 0 1 0 0,-1 1 0 0 0,1-1-1 0 0,0 0 1 0 0,-1 0 0 0 0,1 1-1 0 0,-1-1 1 0 0,1 0 0 0 0,-1 1-1 0 0,1-1 1 0 0,-1 1 0 0 0,1-1-1 0 0,-1 1 1 0 0,1-1 0 0 0,-1 1-1 0 0,0-1 1 0 0,1 1 0 0 0,-1-1-1 0 0,0 1 1 0 0,1 0 0 0 0,12 22 396 0 0,-11-20-264 0 0,54 113 945 0 0,-30-61-820 0 0,45 72 0 0 0,-39-83-652 0 0,58 62 0 0 0,-26-33-985 0 0,-37-36-1325 0 0,-18-19-4709 0 0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00.60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108 345 3225 0 0,'-16'-3'784'0'0,"0"-1"1"0"0,0-1-1 0 0,0 0 0 0 0,-26-14 2149 0 0,42 18-2799 0 0,0 1 1 0 0,0 0-1 0 0,0-1 0 0 0,-1 1 0 0 0,1 0 1 0 0,0-1-1 0 0,0 1 0 0 0,0 0 1 0 0,0-1-1 0 0,0 1 0 0 0,0 0 0 0 0,0-1 1 0 0,0 1-1 0 0,0-1 0 0 0,0 1 0 0 0,0 0 1 0 0,0-1-1 0 0,0 1 0 0 0,0-1 0 0 0,11-14 2761 0 0,25-13-279 0 0,-30 24-2083 0 0,127-93 3305 0 0,73-35-3479 0 0,-164 108-471 0 0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20.9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83 5088 3681 0 0,'-1'1'246'0'0,"-1"-1"0"0"0,1 1 0 0 0,-1-1-1 0 0,1 1 1 0 0,-1 0 0 0 0,1 0 0 0 0,-1-1 0 0 0,1 1 0 0 0,0 0 0 0 0,-1 0 0 0 0,1 1 0 0 0,0-1 0 0 0,0 0 0 0 0,0 0 0 0 0,0 0 0 0 0,0 1 0 0 0,0-1-1 0 0,-1 3 1 0 0,-15 30 1248 0 0,16-31-1279 0 0,-3 5 210 0 0,-21 55 1221 0 0,22-57-1416 0 0,1 1 0 0 0,1-1-1 0 0,-1 1 1 0 0,1 0 0 0 0,0-1-1 0 0,1 1 1 0 0,0 10 0 0 0,0-16-188 0 0,0 0 0 0 0,0 0 1 0 0,0 0-1 0 0,1 0 0 0 0,-1 0 0 0 0,0-1 0 0 0,1 1 1 0 0,-1 0-1 0 0,0 0 0 0 0,1 0 0 0 0,-1-1 0 0 0,1 1 1 0 0,-1 0-1 0 0,1 0 0 0 0,0-1 0 0 0,-1 1 1 0 0,1 0-1 0 0,0-1 0 0 0,-1 1 0 0 0,1-1 0 0 0,0 1 1 0 0,0-1-1 0 0,0 1 0 0 0,1-1 0 0 0,0 1 23 0 0,0 0 1 0 0,1-1-1 0 0,-1 1 0 0 0,0-1 1 0 0,1 0-1 0 0,-1 0 0 0 0,1 0 1 0 0,-1 0-1 0 0,3-1 0 0 0,5-1 250 0 0,0 0 0 0 0,0 0 1 0 0,13-7-1 0 0,27-15 297 0 0,-2-2 0 0 0,-1-2 0 0 0,59-46 1 0 0,-7 5-124 0 0,31-31-90 0 0,-29 19-58 0 0,-73 63-202 0 0,1 2 0 0 0,0 1 0 0 0,39-15 0 0 0,-38 18-5 0 0,-1 0-1 0 0,-1-3 1 0 0,46-29 0 0 0,118-100 364 0 0,-121 97-380 0 0,133-63-1 0 0,-190 103-82 0 0,27-16-42 0 0,56-41 1 0 0,26-16-5 0 0,-48 36 112 0 0,114-92 1 0 0,-105 73-65 0 0,-25 19 29 0 0,61-58 0 0 0,-99 81-44 0 0,-1 0 0 0 0,-1-2 0 0 0,-1 0 0 0 0,-1-1 0 0 0,25-48 0 0 0,-13 4 101 0 0,-2-2 0 0 0,30-128-1 0 0,1-5 46 0 0,0 43-168 0 0,55-183 0 0 0,-88 241 21 0 0,6-22 56 0 0,46-121 1 0 0,-48 161-37 0 0,-4-1 1 0 0,-3-1-1 0 0,-5-1 0 0 0,-3-1 1 0 0,4-140-1 0 0,13-34 111 0 0,-1 31-104 0 0,14-173 16 0 0,27 121-133 0 0,-63 255 74 0 0,-4 14-14 0 0,1 1 0 0 0,0-1 0 0 0,1 1 0 0 0,0 0 0 0 0,1 1 0 0 0,1-1 0 0 0,0 1 0 0 0,0 1 0 0 0,1 0-1 0 0,0 0 1 0 0,1 1 0 0 0,1 0 0 0 0,-1 0 0 0 0,2 1 0 0 0,-1 1 0 0 0,1 0 0 0 0,0 0 0 0 0,1 1 0 0 0,22-9 0 0 0,100-49-66 0 0,-131 63 73 0 0,1 1 0 0 0,0 0 0 0 0,0 0 0 0 0,0 1 0 0 0,0 0 0 0 0,0-1 0 0 0,-1 1 0 0 0,1 1 0 0 0,0-1 0 0 0,0 1 0 0 0,0 0-1 0 0,7 2 1 0 0,59 25-64 0 0,-48-17 31 0 0,-16-7 35 0 0,0 0 0 0 0,0 1 0 0 0,0 0 0 0 0,0 0 0 0 0,-1 0 0 0 0,0 1 0 0 0,0 0 0 0 0,-1 1 0 0 0,0-1 0 0 0,0 1 0 0 0,8 13 0 0 0,2 7 0 0 0,20 53 0 0 0,-16-26 0 0 0,-2 1 0 0 0,17 100 0 0 0,0 119 0 0 0,-12-80 0 0 0,3 13 0 0 0,22 139 0 0 0,14 97 140 0 0,-37-244-88 0 0,-9-92 96 0 0,55 202 0 0 0,-47-221-148 0 0,14 114 0 0 0,9 36 0 0 0,47 87 136 0 0,-81-291-97 0 0,3-1 0 0 0,0 0-1 0 0,2-1 1 0 0,1-1 0 0 0,34 43-1 0 0,-16-21 26 0 0,-32-47-58 0 0,1-1 0 0 0,-1 0-1 0 0,1 0 1 0 0,0 0 0 0 0,1 0 0 0 0,-1-1-1 0 0,1 0 1 0 0,0 0 0 0 0,0-1-1 0 0,0 1 1 0 0,9 2 0 0 0,10 4 14 0 0,45 9 1 0 0,-8-1-3 0 0,46 14-15 0 0,0-4 0 0 0,2-5-1 0 0,129 11 1 0 0,-59-4 56 0 0,-111-16-62 0 0,105 7 0 0 0,-96-18 168 0 0,-1 4-1 0 0,104 23 1 0 0,-73-6-274 0 0,0-5 1 0 0,117 6-1 0 0,-147-21 106 0 0,383 12 6 0 0,-167-28 50 0 0,0 1 261 0 0,-266 11-295 0 0,0 2 0 0 0,-1 1 1 0 0,1 1-1 0 0,28 8 0 0 0,-42-9-12 0 0,0 2 1 0 0,-1 0-1 0 0,0 0 0 0 0,0 1 1 0 0,0 1-1 0 0,-1 0 0 0 0,0 1 1 0 0,0 0-1 0 0,18 17 0 0 0,-26-24-519 0 0,-8 1-521 0 0,-16 2 418 0 0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24.4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35 5555 3225 0 0,'-34'15'12170'0'0,"49"-13"-10980"0"0,20 0-954 0 0,-5-4 91 0 0,-1-1 0 0 0,1-2 1 0 0,-1 0-1 0 0,0-2 0 0 0,-1-2 0 0 0,0 0 1 0 0,37-18-1 0 0,16-3 175 0 0,116-24 0 0 0,46-16-450 0 0,-158 43 369 0 0,154-28 1 0 0,-214 50-413 0 0,59-14 214 0 0,-1-4 0 0 0,-1-3-1 0 0,-1-4 1 0 0,103-53 0 0 0,-120 50-197 0 0,19-8 56 0 0,-1-4 0 0 0,117-85 0 0 0,-182 115-62 0 0,0-1 1 0 0,-1 0 0 0 0,-1-2-1 0 0,-1 1 1 0 0,0-2-1 0 0,-2 0 1 0 0,17-33-1 0 0,59-156 205 0 0,-66 148-206 0 0,8-17 7 0 0,12-24 112 0 0,-6-3 0 0 0,32-141 0 0 0,18-163 41 0 0,-68 329-166 0 0,-1-4 54 0 0,-4-1-1 0 0,3-94 1 0 0,-13 101-45 0 0,3-42 115 0 0,-11-147 0 0 0,-9 92-137 0 0,17-341 0 0 0,22 286-130 0 0,7-118-116 0 0,39-284 112 0 0,-53 515 124 0 0,7-16-51 0 0,-19 113 48 0 0,0 1 0 0 0,1 0-1 0 0,1 1 1 0 0,0-1-1 0 0,12-15 1 0 0,3-5-29 0 0,-14 23 12 0 0,0 0-1 0 0,0 0 1 0 0,2 1 0 0 0,-1 1-1 0 0,2 0 1 0 0,0 0 0 0 0,1 1-1 0 0,15-12 1 0 0,8-1 27 0 0,2 0 0 0 0,0 3 0 0 0,66-28 0 0 0,-92 46 6 0 0,0 1 1 0 0,1 1-1 0 0,0 0 0 0 0,-1 1 0 0 0,1 0 1 0 0,0 1-1 0 0,0 0 0 0 0,-1 1 0 0 0,1 1 1 0 0,17 4-1 0 0,-10 3 5 0 0,0 2 1 0 0,0 0-1 0 0,-1 1 0 0 0,0 1 1 0 0,-1 1-1 0 0,26 26 0 0 0,-21-20-2 0 0,6 8 8 0 0,-2 0 0 0 0,0 2 0 0 0,-2 0 0 0 0,-2 2 0 0 0,0 1 0 0 0,34 70 0 0 0,77 229 118 0 0,-101-241-122 0 0,96 226 169 0 0,-48-126-94 0 0,283 764 299 0 0,-267-707-296 0 0,25 72 40 0 0,-75-180-73 0 0,62 196 173 0 0,-95-288-223 0 0,87 266 4 0 0,-82-266-9 0 0,2-1 0 0 0,2 0 0 0 0,2-2-1 0 0,40 56 1 0 0,-56-89 0 0 0,8 13 0 0 0,1-1 0 0 0,1-1 0 0 0,1-1 0 0 0,1 0 0 0 0,1-2 0 0 0,41 30 0 0 0,-24-25 0 0 0,0-1 0 0 0,1-3 0 0 0,1-1 0 0 0,1-2 0 0 0,1-1 0 0 0,78 17 0 0 0,309 19 0 0 0,-331-45 0 0 0,471 19 0 0 0,-437-28 0 0 0,0 6 0 0 0,163 27 0 0 0,-236-24 0 0 0,57 11 0 0 0,-103-15 0 0 0,0 1 0 0 0,1 0 0 0 0,-2 0 0 0 0,1 1 0 0 0,-1 1 0 0 0,13 8 0 0 0,-19-11-213 0 0,-1 1-1 0 0,0-1 0 0 0,1 1 1 0 0,-2 0-1 0 0,1 0 0 0 0,-1 1 1 0 0,0 0-1 0 0,0 0 0 0 0,7 10 1 0 0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25.3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66 162 4609 0 0,'-9'-14'1178'0'0,"1"1"0"0"0,0-1 0 0 0,0-1 0 0 0,2 1 0 0 0,0-1 0 0 0,0-1 0 0 0,2 1 0 0 0,-5-21 389 0 0,9 36-1470 0 0,0 0 0 0 0,-1-1 0 0 0,1 1 0 0 0,0 0 0 0 0,0 0 0 0 0,0-1 0 0 0,0 1 0 0 0,0 0 0 0 0,0 0 0 0 0,0-1 0 0 0,0 1 0 0 0,0 0 0 0 0,0-1 0 0 0,0 1 1 0 0,0 0-1 0 0,0 0 0 0 0,0-1 0 0 0,0 1 0 0 0,0 0 0 0 0,0 0 0 0 0,2-4 1359 0 0,-2 4-1359 0 0,1 0 0 0 0,-1 0 0 0 0,0 0 0 0 0,0 0 0 0 0,1-1 0 0 0,11 11 1239 0 0,10 23-1007 0 0,-6 8-188 0 0,-3 2 0 0 0,-1 0 0 0 0,-2 0 0 0 0,-2 1 0 0 0,3 55 0 0 0,13 68 141 0 0,-24-161-230 0 0,2 0 1 0 0,-1 0-1 0 0,1 0 0 0 0,0 0 1 0 0,0 0-1 0 0,1 0 1 0 0,0-1-1 0 0,0 1 0 0 0,4 5 1 0 0,-5-9-33 0 0,-1 0 0 0 0,1-1 0 0 0,0 0 0 0 0,0 1 0 0 0,-1-1 0 0 0,1 0 0 0 0,0 0 0 0 0,0 0 0 0 0,0 0 0 0 0,0 0 0 0 0,0 0 0 0 0,0-1 0 0 0,0 1 0 0 0,1-1 0 0 0,-1 1 0 0 0,0-1 0 0 0,0 0 0 0 0,0 0 0 0 0,1 0 0 0 0,-1 0 0 0 0,0 0 0 0 0,0-1 0 0 0,0 1 0 0 0,0-1 0 0 0,1 1 0 0 0,-1-1 0 0 0,0 0 0 0 0,3-1 0 0 0,112-47 634 0 0,89-31-964 0 0,-147 58-3121 0 0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25.7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20 7370 0 0,'-12'-20'13831'0'0,"16"23"-13331"0"0,1 1-395 0 0,0 1 0 0 0,0-1 0 0 0,0 1-1 0 0,0 0 1 0 0,-1 0 0 0 0,0 1 0 0 0,0 0 0 0 0,0-1 0 0 0,-1 1 0 0 0,0 0 0 0 0,0 1 0 0 0,2 7 0 0 0,6 16 15 0 0,8 45 1 0 0,-6-18-43 0 0,-3-24-109 0 0,2-1 1 0 0,1 0 0 0 0,25 45 0 0 0,5-7-3081 0 0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25.9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3 280 3225 0 0,'-1'-9'473'0'0,"0"-1"-1"0"0,0 0 1 0 0,1 0 0 0 0,0 0 0 0 0,1 1 0 0 0,0-1 0 0 0,0 0 0 0 0,1 0 0 0 0,1 1 0 0 0,0-1-1 0 0,0 1 1 0 0,0 0 0 0 0,1 0 0 0 0,1 0 0 0 0,-1 0 0 0 0,1 1 0 0 0,1 0 0 0 0,0 0-1 0 0,0 0 1 0 0,0 1 0 0 0,1 0 0 0 0,0 0 0 0 0,1 0 0 0 0,0 1 0 0 0,-1 0 0 0 0,2 1 0 0 0,-1 0-1 0 0,10-4 1 0 0,-9 4-406 0 0,6-2 99 0 0,0 0-1 0 0,20-6 1 0 0,-30 12-569 0 0,0 0-1 0 0,0 0 0 0 0,0 0 0 0 0,0 1 1 0 0,0 0-1 0 0,0 0 0 0 0,5 0 0 0 0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26.1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1 150 2761 0 0,'5'1'5376'0'0,"16"-10"-2442"0"0,24-18-774 0 0,24-20-308 0 0,22-14-4112 0 0,-80 54-2465 0 0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26.3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49 3225 0 0,'-1'1'142'0'0,"0"0"1"0"0,1 0-1 0 0,-1 0 1 0 0,0 1-1 0 0,1-1 1 0 0,-1 0-1 0 0,1 1 1 0 0,0-1-1 0 0,-1 0 1 0 0,1 1-1 0 0,0-1 1 0 0,0 1-1 0 0,0-1 1 0 0,0 0-1 0 0,0 1 1 0 0,0-1-1 0 0,0 1 0 0 0,0-1 1 0 0,1 0-1 0 0,-1 1 1 0 0,0-1-1 0 0,1 1 1 0 0,-1-1-1 0 0,1 0 1 0 0,0 0-1 0 0,1 3 1 0 0,-1-3 156 0 0,0 0 0 0 0,1 0-1 0 0,-1 0 1 0 0,0 0 0 0 0,1 0 0 0 0,-1 0 0 0 0,1-1 0 0 0,-1 1 0 0 0,1 0-1 0 0,0-1 1 0 0,-1 1 0 0 0,1-1 0 0 0,0 0 0 0 0,-1 1 0 0 0,1-1 0 0 0,0 0-1 0 0,-1 0 1 0 0,1 0 0 0 0,0 0 0 0 0,0-1 0 0 0,-1 1 0 0 0,1 0 0 0 0,2-1-1 0 0,4-2 81 0 0,-1 1 0 0 0,1-1 0 0 0,0-1 0 0 0,-1 1-1 0 0,14-10 1 0 0,33-28-3149 0 0,-35 27 556 0 0,-4 1-2181 0 0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26.6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36 9 5985 0 0,'-36'-9'12362'0'0,"38"20"-11946"0"0,0-1 1 0 0,0 0 0 0 0,1 1 0 0 0,8 18-1 0 0,4 17 181 0 0,-2 10-75 0 0,31 81-1 0 0,-32-108-946 0 0,1-1-1 0 0,2 0 1 0 0,0-1-1 0 0,30 38 1 0 0,-37-53-4067 0 0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26.9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6 105 3681 0 0,'-1'-1'109'0'0,"1"0"0"0"0,-1 0 0 0 0,0 0 1 0 0,1 0-1 0 0,-1-1 0 0 0,1 1 0 0 0,0 0 1 0 0,-1 0-1 0 0,1 0 0 0 0,0 0 0 0 0,-1-1 1 0 0,1 1-1 0 0,0 0 0 0 0,0 0 0 0 0,0-1 1 0 0,0 1-1 0 0,0 0 0 0 0,1 0 0 0 0,-1 0 1 0 0,0-1-1 0 0,0 1 0 0 0,1 0 0 0 0,0-2 0 0 0,1 0 156 0 0,-1 0-1 0 0,1 0 0 0 0,0 0 0 0 0,1 0 0 0 0,-1 0 0 0 0,0 1 0 0 0,1-1 0 0 0,3-2 0 0 0,2-1 294 0 0,0 0 0 0 0,0 0-1 0 0,1 1 1 0 0,0 0 0 0 0,12-4-1 0 0,-13 7-335 0 0,0-1 0 0 0,1 2 1 0 0,-1-1-1 0 0,0 1 0 0 0,1 1 0 0 0,-1-1 0 0 0,1 1 0 0 0,-1 1 0 0 0,0 0 0 0 0,1 0 0 0 0,-1 0 1 0 0,0 1-1 0 0,0 1 0 0 0,0-1 0 0 0,0 1 0 0 0,0 0 0 0 0,0 1 0 0 0,-1 0 0 0 0,0 0 0 0 0,13 10 1 0 0,-10-6-178 0 0,-1 0 1 0 0,0 0 0 0 0,-1 1 0 0 0,0 0 0 0 0,0 0 0 0 0,-1 0-1 0 0,0 1 1 0 0,0 1 0 0 0,-1-1 0 0 0,-1 1 0 0 0,0 0 0 0 0,0 0-1 0 0,-1 0 1 0 0,3 15 0 0 0,-6-15 167 0 0,0 1 1 0 0,-1-1-1 0 0,0 0 0 0 0,0 1 0 0 0,-2-1 1 0 0,1 0-1 0 0,-1 0 0 0 0,-1 0 1 0 0,0 0-1 0 0,0 0 0 0 0,-1-1 0 0 0,-1 1 1 0 0,0-1-1 0 0,-7 12 0 0 0,-4 4-84 0 0,-1-1 0 0 0,-1 0 0 0 0,-2-2 0 0 0,-24 25 0 0 0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41.7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29 0 6913 0 0,'0'1'529'0'0,"0"17"-1478"0"0,1-10 1190 0 0,-1 0 0 0 0,0 0 0 0 0,-1-1 1 0 0,-3 15-1 0 0,-5 23 695 0 0,2 0 1 0 0,2 1-1 0 0,1 69 1 0 0,18 140-662 0 0,-3-104-144 0 0,-9-126-111 0 0,14 197-254 0 0,-9-174-375 0 0,1 0 0 0 0,24 75 0 0 0,-14-68-576 0 0,-2 1-1 0 0,9 61 0 0 0,-20-83-1130 0 0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41.86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7370 0 0,'23'513'7174'0'0,"-24"-293"-7472"0"0,1-176-4770 0 0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30.25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171 141 2304 0 0,'-8'-10'55'0'0,"0"0"-1"0"0,-1 0 1 0 0,-13-10-1 0 0,-12-14 1642 0 0,-5-5 2957 0 0,36 37-3931 0 0,0 0 1 0 0,0 0 0 0 0,0 0-1 0 0,0 0 1 0 0,0 1-1 0 0,-1 0 1 0 0,1-1-1 0 0,0 1 1 0 0,-1 0-1 0 0,1 1 1 0 0,-1-1 0 0 0,1 1-1 0 0,-5-1 1 0 0,26 40 2239 0 0,3 7-2652 0 0,-2 1 0 0 0,21 79 0 0 0,-30-85-298 0 0,3 0 1 0 0,1-1-1 0 0,2-1 0 0 0,32 56 1 0 0,-33-75-15 0 0,-12-18 0 0 0,0 2-1 0 0,0-1 1 0 0,-1 0-1 0 0,1 1 1 0 0,-1-1-1 0 0,1 1 0 0 0,-1 0 1 0 0,0 0-1 0 0,-1-1 1 0 0,1 2-1 0 0,-1-1 1 0 0,0 0-1 0 0,2 8 1 0 0,-3-12-38 0 0,-1 1 1 0 0,1-1-1 0 0,0 1 1 0 0,-1-1-1 0 0,1 1 1 0 0,0-1-1 0 0,-1 1 1 0 0,1-1-1 0 0,-1 1 1 0 0,1-1 0 0 0,-1 1-1 0 0,1-1 1 0 0,-1 1-1 0 0,1-1 1 0 0,-1 0-1 0 0,1 1 1 0 0,-1-1-1 0 0,1 0 1 0 0,-1 0-1 0 0,0 0 1 0 0,1 1 0 0 0,-1-1-1 0 0,0 0 1 0 0,1 0-1 0 0,-1 0 1 0 0,0 0-1 0 0,1 0 1 0 0,-1 0-1 0 0,1 0 1 0 0,-1 0-1 0 0,0 0 1 0 0,-21-6-4161 0 0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30.81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89 171 1376 0 0,'-5'-7'850'0'0,"-1"-1"0"0"0,-1 1-1 0 0,-12-12 1 0 0,-4 6 3662 0 0,-6 8 4277 0 0,46-2-5574 0 0,21-14-2935 0 0,-16 8-70 0 0,4-1-146 0 0,2 2 0 0 0,0 0 0 0 0,43-11 1 0 0,-60 21-43 0 0,-1-1 1 0 0,1 1-1 0 0,-1 1 1 0 0,1 0-1 0 0,-1 1 1 0 0,1 0-1 0 0,0 0 1 0 0,-1 1-1 0 0,1 1 1 0 0,0-1-1 0 0,-1 2 1 0 0,0-1-1 0 0,15 7 1 0 0,-23-8-27 0 0,1 0 1 0 0,0 1-1 0 0,0-1 1 0 0,-1 1-1 0 0,1-1 1 0 0,-1 1-1 0 0,1 0 1 0 0,-1 0-1 0 0,0 0 1 0 0,1 0-1 0 0,-1 1 1 0 0,0-1-1 0 0,-1 1 1 0 0,1-1-1 0 0,0 1 1 0 0,-1 0-1 0 0,1-1 1 0 0,-1 1-1 0 0,0 0 1 0 0,0 0-1 0 0,1 5 1 0 0,-2-5-3 0 0,0 1 1 0 0,0 0-1 0 0,0 0 0 0 0,-1 0 1 0 0,0-1-1 0 0,1 1 1 0 0,-1 0-1 0 0,-1-1 0 0 0,1 1 1 0 0,0-1-1 0 0,-1 1 1 0 0,0-1-1 0 0,0 0 0 0 0,0 1 1 0 0,0-1-1 0 0,-5 5 1 0 0,-14 13-14 0 0,0-2 1 0 0,-1 0 0 0 0,-1-1-1 0 0,-1-1 1 0 0,0-2-1 0 0,-29 14 1 0 0,-24 17-108 0 0,72-43-136 0 0,-4 3-628 0 0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31.1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0 9674 0 0,'-2'1'5426'0'0,"3"6"-2671"0"0,3 7-1702 0 0,-4-14-1070 0 0,13 25 844 0 0,1 0-1 0 0,1-1 1 0 0,33 39 0 0 0,0 1-559 0 0,-32-41-494 0 0,63 98 187 0 0,-64-95-2324 0 0,13 33 1 0 0,-22-43-4112 0 0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31.84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 41 456 0 0,'-6'-3'12938'0'0,"11"-1"-12674"0"0,0 0 1 0 0,1 0 0 0 0,-1 0 0 0 0,1 1-1 0 0,0 0 1 0 0,0 0 0 0 0,1 1 0 0 0,-1-1 0 0 0,0 1-1 0 0,1 1 1 0 0,-1-1 0 0 0,1 1 0 0 0,0 0-1 0 0,0 1 1 0 0,-1 0 0 0 0,1 0 0 0 0,8 1-1 0 0,6 1 113 0 0,1 0 0 0 0,-1 1 0 0 0,0 2 0 0 0,27 8 0 0 0,-33-7-354 0 0,0 0 0 0 0,0 1-1 0 0,-1 1 1 0 0,0 1 0 0 0,0-1 0 0 0,0 2-1 0 0,14 14 1 0 0,-22-19-89 0 0,0 0 1 0 0,0 1-1 0 0,-1 0 0 0 0,1 0 0 0 0,-1 1 0 0 0,-1 0 1 0 0,0-1-1 0 0,0 1 0 0 0,0 1 0 0 0,0-1 1 0 0,-1 0-1 0 0,-1 1 0 0 0,1 0 0 0 0,-1 0 1 0 0,0-1-1 0 0,0 15 0 0 0,-2-15 162 0 0,-1 1-1 0 0,0-1 0 0 0,0 1 1 0 0,-1-1-1 0 0,0 0 1 0 0,0 0-1 0 0,-1 0 1 0 0,0 0-1 0 0,0 0 0 0 0,-1 0 1 0 0,1-1-1 0 0,-1 0 1 0 0,-1 1-1 0 0,-9 9 1 0 0,-6 5 404 0 0,-1-2 1 0 0,-38 28-1 0 0,6-5-819 0 0,34-27-1851 0 0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38.97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61 120 7834 0 0,'-5'-15'1968'0'0,"0"0"0"0"0,-2 0 1 0 0,1 1-1 0 0,-2 0 1 0 0,-17-25-1 0 0,20 32-514 0 0,14 25-993 0 0,-2 0 1 0 0,0 1 0 0 0,0 0-1 0 0,-2 1 1 0 0,4 23 0 0 0,1 1-221 0 0,120 526 399 0 0,-105-496-614 0 0,-10-32-388 0 0,-15-42 339 0 0,0 0-1 0 0,1 0 1 0 0,-1 1-1 0 0,0-1 1 0 0,0 0-1 0 0,0 0 1 0 0,0 1-1 0 0,0-1 1 0 0,0 0-1 0 0,0 1 1 0 0,1-1-1 0 0,-1 0 1 0 0,0 1 0 0 0,0-1-1 0 0,0 0 1 0 0,0 0-1 0 0,0 1 1 0 0,0-1-1 0 0,-1 0 1 0 0,1 1-1 0 0,0-1 1 0 0,0 0-1 0 0,0 1 1 0 0,0-1-1 0 0,0 0 1 0 0,0 0-1 0 0,0 1 1 0 0,-1-1-1 0 0,1 0 1 0 0,0 0-1 0 0,0 1 1 0 0,0-1-1 0 0,-1 0 1 0 0,1 0-1 0 0,0 0 1 0 0,0 1-1 0 0,-1-1 1 0 0,1 0 0 0 0,0 0-1 0 0,0 0 1 0 0,-1 0-1 0 0,1 1 1 0 0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39.30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 64 5985 0 0,'0'0'87'0'0,"0"-1"0"0"0,0 1 0 0 0,0 0 0 0 0,0 0 0 0 0,-1-1 0 0 0,1 1 0 0 0,0 0 0 0 0,0-1 0 0 0,0 1 0 0 0,0 0 0 0 0,0 0 0 0 0,0-1 0 0 0,0 1 0 0 0,0 0 0 0 0,0-1 0 0 0,0 1 0 0 0,0 0 0 0 0,0-1 0 0 0,0 1 0 0 0,0 0 0 0 0,0-1 0 0 0,0 1 0 0 0,0 0 0 0 0,0 0 0 0 0,0-1 0 0 0,0 1 0 0 0,0 0 0 0 0,1-1 0 0 0,-1 1 0 0 0,0 0 0 0 0,0 0 0 0 0,0-1 0 0 0,1 1 0 0 0,-1 0 0 0 0,14-12 2235 0 0,16-3 622 0 0,-6 8-1855 0 0,1 1 1 0 0,0 1-1 0 0,0 1 0 0 0,27 0 0 0 0,-43 3-964 0 0,-1 1-1 0 0,1 0 1 0 0,0 1 0 0 0,0 0 0 0 0,0 0-1 0 0,-1 1 1 0 0,1 0 0 0 0,-1 1 0 0 0,1 0-1 0 0,-1 0 1 0 0,0 0 0 0 0,0 1 0 0 0,0 1-1 0 0,-1-1 1 0 0,9 8 0 0 0,-13-10-117 0 0,0 1 0 0 0,0 0 0 0 0,0 0 0 0 0,-1 0 1 0 0,1 1-1 0 0,-1-1 0 0 0,0 1 0 0 0,0-1 0 0 0,0 1 0 0 0,-1 0 0 0 0,1-1 0 0 0,-1 1 0 0 0,0 0 1 0 0,0 0-1 0 0,0 0 0 0 0,0 6 0 0 0,-1-3 3 0 0,-1 0 1 0 0,1-1-1 0 0,-1 1 0 0 0,0 0 1 0 0,-1-1-1 0 0,0 1 0 0 0,0-1 1 0 0,0 0-1 0 0,-4 8 0 0 0,-4 4 48 0 0,-1 0-1 0 0,-1-1 1 0 0,-1 0 0 0 0,0 0-1 0 0,-21 19 1 0 0,12-14 106 0 0,-1-1 1 0 0,-47 32-1 0 0,57-45-324 0 0,1 0 0 0 0,-1-2 0 0 0,-1 1 0 0 0,1-2-1 0 0,-1 1 1 0 0,0-2 0 0 0,0 0 0 0 0,-18 2 0 0 0,18-4-1050 0 0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39.57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16 4145 0 0,'1'-2'381'0'0,"0"1"1"0"0,1 0-1 0 0,-1 0 0 0 0,0 0 0 0 0,0 0 1 0 0,0 0-1 0 0,1 0 0 0 0,-1 0 1 0 0,0 0-1 0 0,1 1 0 0 0,-1-1 1 0 0,1 0-1 0 0,-1 1 0 0 0,1-1 1 0 0,-1 1-1 0 0,1 0 0 0 0,-1-1 1 0 0,1 1-1 0 0,0 0 0 0 0,-1 0 1 0 0,1 0-1 0 0,2 0 0 0 0,-3 1-76 0 0,1 0 0 0 0,0 0 0 0 0,-1 0 0 0 0,1 0 0 0 0,0 0-1 0 0,-1 0 1 0 0,1 0 0 0 0,-1 0 0 0 0,0 1 0 0 0,1-1 0 0 0,-1 0 0 0 0,0 1 0 0 0,0-1-1 0 0,0 1 1 0 0,0 0 0 0 0,1 1 0 0 0,4 10 397 0 0,-1 0 1 0 0,-1 0-1 0 0,0 1 1 0 0,3 15-1 0 0,-5-19-581 0 0,49 262 1319 0 0,-23-112-1551 0 0,-25-141-143 0 0,2 15-371 0 0,2-14-2683 0 0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39.8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0 107 4145 0 0,'0'-3'381'0'0,"0"0"0"0"0,0 1 0 0 0,0-1 0 0 0,0 0 1 0 0,1 0-1 0 0,-1 0 0 0 0,1 0 0 0 0,-1 1 0 0 0,1-1 0 0 0,0 0 0 0 0,0 1 0 0 0,1-1 1 0 0,-1 0-1 0 0,0 1 0 0 0,1 0 0 0 0,3-5 0 0 0,-1 2 42 0 0,0 1 0 0 0,0 0 0 0 0,1 0 0 0 0,0 1 0 0 0,-1-1 0 0 0,1 1 0 0 0,1 0 0 0 0,4-3 0 0 0,-2 3-128 0 0,1-1-1 0 0,-1 1 0 0 0,0 1 1 0 0,1-1-1 0 0,-1 1 1 0 0,1 1-1 0 0,0 0 0 0 0,0 0 1 0 0,0 0-1 0 0,-1 1 0 0 0,14 2 1 0 0,-14 0-196 0 0,0 0 1 0 0,-1 0 0 0 0,1 1-1 0 0,0 0 1 0 0,-1 0-1 0 0,1 1 1 0 0,-1 0 0 0 0,0 0-1 0 0,0 1 1 0 0,-1 0-1 0 0,0 0 1 0 0,1 1 0 0 0,-2 0-1 0 0,1 0 1 0 0,-1 0-1 0 0,0 0 1 0 0,0 1 0 0 0,0 0-1 0 0,-1 0 1 0 0,0 0 0 0 0,-1 1-1 0 0,0-1 1 0 0,0 1-1 0 0,0 0 1 0 0,-1 0 0 0 0,0 0-1 0 0,1 11 1 0 0,-2-7-61 0 0,0 1 0 0 0,0 0 0 0 0,-1 0 1 0 0,-1 0-1 0 0,0 0 0 0 0,-1 0 0 0 0,0-1 0 0 0,-1 1 1 0 0,-1-1-1 0 0,0 1 0 0 0,0-1 0 0 0,-1 0 0 0 0,-1-1 1 0 0,0 1-1 0 0,-1-1 0 0 0,-14 19 0 0 0,4-10-26 0 0,-2-1 0 0 0,0-1 0 0 0,-1-1-1 0 0,-34 23 1 0 0,-9-3-2665 0 0,46-29-4184 0 0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40.5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160 40 7370 0 0,'-30'-22'771'0'0,"25"20"-110"0"0,1-1-1 0 0,-2 1 1 0 0,1 0-1 0 0,0 0 0 0 0,0 0 1 0 0,-1 1-1 0 0,-8-2 0 0 0,11 3-446 0 0,1-1 1 0 0,-1 1-1 0 0,1 0 0 0 0,-1 1 0 0 0,1-1 0 0 0,-1 0 0 0 0,1 1 0 0 0,-1-1 0 0 0,1 1 0 0 0,-1 0 0 0 0,1 0 0 0 0,-1 0 0 0 0,1 0 0 0 0,0 0 0 0 0,0 1 0 0 0,0-1 0 0 0,0 1 0 0 0,0-1 1 0 0,0 1-1 0 0,0 0 0 0 0,0-1 0 0 0,1 1 0 0 0,-1 0 0 0 0,0 0 0 0 0,1 1 0 0 0,0-1 0 0 0,-1 0 0 0 0,1 0 0 0 0,0 1 0 0 0,0-1 0 0 0,1 0 0 0 0,-2 5 0 0 0,-2 6-71 0 0,1 0-1 0 0,0 1 0 0 0,1-1 0 0 0,1 0 0 0 0,0 1 0 0 0,1-1 1 0 0,0 1-1 0 0,1-1 0 0 0,0 1 0 0 0,1-1 0 0 0,1 1 0 0 0,0-1 1 0 0,1 0-1 0 0,9 20 0 0 0,-10-24-141 0 0,2-1 0 0 0,-1 0 0 0 0,1-1-1 0 0,1 1 1 0 0,-1-1 0 0 0,1 0 0 0 0,1 0 0 0 0,-1-1 0 0 0,1 0 0 0 0,0 0-1 0 0,0 0 1 0 0,1-1 0 0 0,0 0 0 0 0,0-1 0 0 0,0 0 0 0 0,0 0 0 0 0,1-1 0 0 0,-1 1-1 0 0,1-2 1 0 0,0 1 0 0 0,0-2 0 0 0,13 2 0 0 0,-15-2-70 0 0,0 0 1 0 0,0-1-1 0 0,0 0 1 0 0,1 0-1 0 0,-1-1 1 0 0,0 0-1 0 0,0-1 0 0 0,0 1 1 0 0,0-1-1 0 0,0 0 1 0 0,0-1-1 0 0,8-4 1 0 0,-10 4 20 0 0,-1 0 1 0 0,0 0 0 0 0,1-1 0 0 0,-1 1 0 0 0,-1-1 0 0 0,1 0-1 0 0,-1 0 1 0 0,1 0 0 0 0,-1-1 0 0 0,0 1 0 0 0,-1-1 0 0 0,1 0-1 0 0,-1 1 1 0 0,0-1 0 0 0,0 0 0 0 0,0 0 0 0 0,1-7-1 0 0,8-41 169 0 0,14-49 247 0 0,-24 101-349 0 0,-1 1 0 0 0,1 0 0 0 0,-1 0 1 0 0,1 0-1 0 0,-1 0 0 0 0,1-1 0 0 0,-1 1 1 0 0,1 0-1 0 0,-1 0 0 0 0,1 0 0 0 0,-1 0 1 0 0,1 0-1 0 0,-1 0 0 0 0,1 0 0 0 0,-1 0 1 0 0,1 0-1 0 0,-1 1 0 0 0,1-1 0 0 0,-1 0 1 0 0,1 0-1 0 0,-1 0 0 0 0,1 0 0 0 0,-1 1 1 0 0,0-1-1 0 0,1 0 0 0 0,-1 1 0 0 0,1-1 1 0 0,0 1-1 0 0,22 12 134 0 0,-13-7-80 0 0,1-1-34 0 0,0 0 0 0 0,1-1 0 0 0,0 0 1 0 0,0-1-1 0 0,0 0 0 0 0,0-1 0 0 0,0-1 0 0 0,0 0 1 0 0,1 0-1 0 0,-1-1 0 0 0,1-1 0 0 0,-1 0 0 0 0,0 0 1 0 0,21-6-1 0 0,-32 6-34 0 0,0 1 0 0 0,0 0 1 0 0,0-1-1 0 0,0 1 0 0 0,0-1 1 0 0,0 0-1 0 0,0 1 0 0 0,0-1 1 0 0,0 0-1 0 0,0 1 0 0 0,0-1 1 0 0,0 0-1 0 0,0 0 0 0 0,-1 0 1 0 0,1 1-1 0 0,0-1 0 0 0,-1 0 0 0 0,1 0 1 0 0,-1 0-1 0 0,1 0 0 0 0,-1 0 1 0 0,1-1-1 0 0,-1 1 0 0 0,0 0 1 0 0,1 0-1 0 0,-1 0 0 0 0,0-2 1 0 0,0 1 3 0 0,-1-1 0 0 0,1 0 0 0 0,-1 0 0 0 0,1 0 0 0 0,-1 0 0 0 0,0 1 0 0 0,0-1 0 0 0,0 0 1 0 0,-1 1-1 0 0,-2-5 0 0 0,-3-3-4 0 0,0-1 1 0 0,-2 2-1 0 0,-16-18 1 0 0,-32-18-2512 0 0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40.8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80 19 8754 0 0,'-1'0'132'0'0,"0"0"0"0"0,1 0 0 0 0,-1 0 1 0 0,0 0-1 0 0,1 0 0 0 0,-1 0 0 0 0,1 0 0 0 0,-1 0 0 0 0,0 0 1 0 0,1 1-1 0 0,-1-1 0 0 0,0 0 0 0 0,1 0 0 0 0,-1 1 0 0 0,1-1 1 0 0,-1 0-1 0 0,1 1 0 0 0,-1-1 0 0 0,1 0 0 0 0,-1 1 0 0 0,1-1 1 0 0,-1 1-1 0 0,1-1 0 0 0,-1 1 0 0 0,1-1 0 0 0,-1 2 0 0 0,-13 15 1113 0 0,13-17-1037 0 0,-5 9 322 0 0,-1-1 0 0 0,2 1 1 0 0,-1 0-1 0 0,1 0 0 0 0,1 1 0 0 0,0 0 1 0 0,-5 14-1 0 0,9-22-488 0 0,-1 0 0 0 0,1 1 0 0 0,-1-1 0 0 0,1 0 0 0 0,0 0 0 0 0,0 1 0 0 0,0-1 0 0 0,0 0 0 0 0,0 1 0 0 0,0-1 0 0 0,1 0 0 0 0,-1 0 0 0 0,1 1-1 0 0,0-1 1 0 0,0 0 0 0 0,0 0 0 0 0,0 0 0 0 0,0 0 0 0 0,0 0 0 0 0,0 0 0 0 0,0 0 0 0 0,1 0 0 0 0,-1-1 0 0 0,1 1 0 0 0,0 0 0 0 0,-1-1 0 0 0,1 0 0 0 0,0 1 0 0 0,0-1 0 0 0,0 0 0 0 0,0 0 0 0 0,0 0 0 0 0,0 0 0 0 0,0 0 0 0 0,0 0 0 0 0,0 0 0 0 0,1-1 0 0 0,-1 1 0 0 0,0-1 0 0 0,4 0 0 0 0,2 1 55 0 0,-1 0 1 0 0,1-1 0 0 0,-1 0-1 0 0,1-1 1 0 0,-1 1 0 0 0,1-2-1 0 0,-1 1 1 0 0,1-1 0 0 0,-1 0 0 0 0,0 0-1 0 0,0-1 1 0 0,0 0 0 0 0,0 0-1 0 0,-1-1 1 0 0,8-5 0 0 0,-12 8-80 0 0,1-1 1 0 0,-1 1-1 0 0,1-1 1 0 0,-1 0 0 0 0,0 0-1 0 0,0 0 1 0 0,0 0-1 0 0,0-1 1 0 0,0 1-1 0 0,0-1 1 0 0,-1 1-1 0 0,1-1 1 0 0,-1 1-1 0 0,0-1 1 0 0,0 0-1 0 0,0 0 1 0 0,0 1-1 0 0,0-1 1 0 0,0 0 0 0 0,-1 0-1 0 0,1 0 1 0 0,-1 0-1 0 0,0 0 1 0 0,0 0-1 0 0,0 0 1 0 0,-1 0-1 0 0,1 0 1 0 0,0 0-1 0 0,-1 0 1 0 0,0 1-1 0 0,0-1 1 0 0,0 0-1 0 0,0 0 1 0 0,0 0 0 0 0,-1 1-1 0 0,1-1 1 0 0,-1 1-1 0 0,0-1 1 0 0,1 1-1 0 0,-4-3 1 0 0,-1-1-72 0 0,0 0 1 0 0,0 0-1 0 0,0 1 1 0 0,-1 0-1 0 0,0 1 1 0 0,0-1-1 0 0,0 1 0 0 0,0 1 1 0 0,-1-1-1 0 0,1 1 1 0 0,-1 1-1 0 0,0-1 1 0 0,0 1-1 0 0,0 0 1 0 0,0 1-1 0 0,0 0 1 0 0,-16 0-1 0 0,6 2-914 0 0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41.2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1840 0 0,'1'1'265'0'0,"1"0"1"0"0,-1 0-1 0 0,1 0 0 0 0,-1 0 0 0 0,0 0 0 0 0,1 1 0 0 0,-1-1 0 0 0,0 0 0 0 0,0 1 0 0 0,0-1 0 0 0,0 1 0 0 0,0-1 1 0 0,0 1-1 0 0,0-1 0 0 0,-1 1 0 0 0,2 2 0 0 0,12 31 3214 0 0,-9-19-2541 0 0,-1 1 0 0 0,3 30 0 0 0,-2-12-318 0 0,-5-35-598 0 0,0 0-1 0 0,0 1 0 0 0,0-1 1 0 0,0 0-1 0 0,0 0 1 0 0,0 0-1 0 0,0 0 0 0 0,0 0 1 0 0,0 0-1 0 0,0 0 1 0 0,0 1-1 0 0,0-1 1 0 0,0 0-1 0 0,0 0 0 0 0,0 0 1 0 0,0 0-1 0 0,0 0 1 0 0,0 0-1 0 0,0 0 0 0 0,0 0 1 0 0,1 0-1 0 0,-1 0 1 0 0,0 0-1 0 0,0 1 1 0 0,0-1-1 0 0,0 0 0 0 0,0 0 1 0 0,0 0-1 0 0,0 0 1 0 0,0 0-1 0 0,1 0 0 0 0,-1 0 1 0 0,0 0-1 0 0,0 0 1 0 0,0 0-1 0 0,0 0 1 0 0,0 0-1 0 0,0 0 0 0 0,0 0 1 0 0,1 0-1 0 0,-1 0 1 0 0,0 0-1 0 0,0 0 0 0 0,0 0 1 0 0,0 0-1 0 0,0 0 1 0 0,0 0-1 0 0,0-1 0 0 0,0 1 1 0 0,1 0-1 0 0,-1 0 1 0 0,0 0-1 0 0,0 0 1 0 0,0 0-1 0 0,0 0 0 0 0,0 0 1 0 0,0 0-1 0 0,0 0 1 0 0,9-10 817 0 0,10-17 113 0 0,-16 23-786 0 0,4-7 103 0 0,0 0 1 0 0,1 0-1 0 0,0 1 0 0 0,1 0 0 0 0,0 1 1 0 0,15-12-1 0 0,-22 20-167 0 0,1-1 0 0 0,-1 0 0 0 0,1 1 0 0 0,0 0 0 0 0,0-1 0 0 0,-1 1 0 0 0,1 0 0 0 0,0 1 0 0 0,0-1 0 0 0,0 0 0 0 0,0 1 0 0 0,0 0 0 0 0,0-1 0 0 0,0 1-1 0 0,0 1 1 0 0,0-1 0 0 0,0 0 0 0 0,0 1 0 0 0,0-1 0 0 0,0 1 0 0 0,-1 0 0 0 0,1 0 0 0 0,0 0 0 0 0,0 0 0 0 0,-1 0 0 0 0,1 1 0 0 0,0-1 0 0 0,-1 1 0 0 0,1 0 0 0 0,-1 0 0 0 0,0 0 0 0 0,0 0 0 0 0,4 4 0 0 0,27 39 477 0 0,-3-2-1598 0 0,-5-23-2492 0 0,-24-19 3197 0 0,0-1-1 0 0,0 1 0 0 0,1-1 0 0 0,-1 1 0 0 0,0-1 1 0 0,1 0-1 0 0,-1 0 0 0 0,1 1 0 0 0,-1-1 0 0 0,0 0 1 0 0,1 0-1 0 0,-1 0 0 0 0,1-1 0 0 0,-1 1 0 0 0,0 0 1 0 0,1 0-1 0 0,-1-1 0 0 0,0 1 0 0 0,1-1 0 0 0,-1 1 0 0 0,0-1 1 0 0,0 0-1 0 0,0 1 0 0 0,1-1 0 0 0,-1 0 0 0 0,0 0 1 0 0,0 0-1 0 0,0 0 0 0 0,0 0 0 0 0,1-2 0 0 0,5-4-768 0 0,-1-1 0 0 0,-1-1-1 0 0,8-12 1 0 0,2-3 226 0 0,-9 17 845 0 0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41.6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1 9674 0 0,'-2'5'7823'0'0,"1"14"-4532"0"0,0 24-1399 0 0,10 32-1246 0 0,3 0 0 0 0,26 85 0 0 0,-33-138-621 0 0,75 283-4650 0 0,-79-300 4539 0 0,2 6 26 0 0,0 0 0 0 0,1-1 0 0 0,7 17 0 0 0,-6-18 60 0 0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41.81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1 186 4609 0 0,'-1'-1'233'0'0,"2"0"1"0"0,-1 0-1 0 0,0 0 1 0 0,0 0-1 0 0,0 0 1 0 0,0 0-1 0 0,1 0 0 0 0,-1 0 1 0 0,0 0-1 0 0,1 0 1 0 0,-1 0-1 0 0,1 0 1 0 0,-1 0-1 0 0,1 0 0 0 0,0 0 1 0 0,-1 0-1 0 0,1 0 1 0 0,0 1-1 0 0,-1-1 1 0 0,1 0-1 0 0,0 1 1 0 0,0-1-1 0 0,0 0 0 0 0,0 1 1 0 0,0-1-1 0 0,0 1 1 0 0,0-1-1 0 0,1 0 1 0 0,37-15 4613 0 0,-30 12-4835 0 0,111-41 3553 0 0,69-31-7173 0 0,-172 66 3275 0 0,-4 0 298 0 0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42.10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15667 0 0,'2'3'232'0'0,"-1"-1"0"0"0,1 1 0 0 0,0-1-1 0 0,-1 1 1 0 0,0 0 0 0 0,1 0 0 0 0,-1 0-1 0 0,0 0 1 0 0,-1 0 0 0 0,1 0 0 0 0,0 0-1 0 0,-1 0 1 0 0,0 4 0 0 0,0 49 1974 0 0,-1-32-1937 0 0,-6 343-1096 0 0,4-310 807 0 0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42.81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304 32 7834 0 0,'0'-2'151'0'0,"0"1"0"0"0,0-1 0 0 0,-1 1-1 0 0,1-1 1 0 0,-1 1 0 0 0,1 0 0 0 0,-1-1 0 0 0,1 1 0 0 0,-1-1 0 0 0,0 1 0 0 0,0 0 0 0 0,0 0 0 0 0,0 0 0 0 0,0-1 0 0 0,0 1 0 0 0,0 0 0 0 0,0 0 0 0 0,0 0 0 0 0,0 0 0 0 0,0 1 0 0 0,-1-1 0 0 0,1 0-1 0 0,0 0 1 0 0,-1 1 0 0 0,1-1 0 0 0,0 1 0 0 0,-1-1 0 0 0,1 1 0 0 0,-1 0 0 0 0,1-1 0 0 0,-1 1 0 0 0,1 0 0 0 0,-1 0 0 0 0,1 0 0 0 0,-3 1 0 0 0,-3-2 256 0 0,1 2 0 0 0,-1-1 0 0 0,1 1 0 0 0,0 0 0 0 0,0 0 1 0 0,-1 0-1 0 0,-5 3 0 0 0,-1 3-68 0 0,1-1 1 0 0,1 2-1 0 0,-1-1 1 0 0,1 2-1 0 0,0-1 1 0 0,1 2-1 0 0,0-1 0 0 0,1 1 1 0 0,0 1-1 0 0,0 0 1 0 0,-10 17-1 0 0,9-11-188 0 0,0 0 0 0 0,1 1 0 0 0,1 0-1 0 0,0 0 1 0 0,2 1 0 0 0,0 0 0 0 0,-4 27 0 0 0,8-34-150 0 0,0 1 1 0 0,2-1 0 0 0,-1 1 0 0 0,2 0-1 0 0,0-1 1 0 0,0 1 0 0 0,1-1 0 0 0,0 0-1 0 0,1 1 1 0 0,9 21 0 0 0,-9-28-192 0 0,0 0 0 0 0,1 1 1 0 0,0-1-1 0 0,0 0 1 0 0,0-1-1 0 0,1 1 0 0 0,-1-1 1 0 0,11 8-1 0 0,-10-8-319 0 0,1-1 1 0 0,0-1-1 0 0,0 1 0 0 0,0-1 0 0 0,1 0 1 0 0,-1 0-1 0 0,1-1 0 0 0,0 0 1 0 0,13 3-1 0 0,12-1-5167 0 0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43.18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161 137 6449 0 0,'5'-11'663'0'0,"-1"0"-1"0"0,0 0 0 0 0,0 0 0 0 0,-1 0 1 0 0,2-14-1 0 0,-5 22-286 0 0,1 0 0 0 0,-1 1 0 0 0,0-1 0 0 0,0 0 0 0 0,0 0 0 0 0,-1 0 0 0 0,1 0 0 0 0,-1 0 0 0 0,1 1-1 0 0,-1-1 1 0 0,-2-5 0 0 0,2 6-182 0 0,0 1 0 0 0,0 0-1 0 0,0 0 1 0 0,0 0 0 0 0,0 0-1 0 0,0 0 1 0 0,0 0-1 0 0,-1 0 1 0 0,1 0 0 0 0,0 0-1 0 0,-1 0 1 0 0,1 0 0 0 0,0 1-1 0 0,-1-1 1 0 0,1 1-1 0 0,-1-1 1 0 0,1 1 0 0 0,-1-1-1 0 0,1 1 1 0 0,-1 0 0 0 0,0 0-1 0 0,1 0 1 0 0,-3 0 0 0 0,0 1-56 0 0,-1-1 0 0 0,1 1 0 0 0,0 1 1 0 0,0-1-1 0 0,0 1 0 0 0,0-1 0 0 0,0 1 1 0 0,1 0-1 0 0,-1 0 0 0 0,1 1 0 0 0,-1-1 1 0 0,1 1-1 0 0,0 0 0 0 0,0 0 0 0 0,0 0 1 0 0,0 0-1 0 0,0 0 0 0 0,1 1 0 0 0,-3 4 1 0 0,-5 7-78 0 0,0 1 1 0 0,2 0 0 0 0,-8 17 0 0 0,9-16-21 0 0,1 0 0 0 0,-8 36-1 0 0,13-48-40 0 0,0 1-1 0 0,0-1 1 0 0,1 1 0 0 0,-1 0-1 0 0,1-1 1 0 0,1 1-1 0 0,-1 0 1 0 0,1-1-1 0 0,0 1 1 0 0,0-1 0 0 0,0 1-1 0 0,1-1 1 0 0,4 10-1 0 0,-5-13-26 0 0,-1-1 0 0 0,1 0-1 0 0,0 0 1 0 0,-1 0 0 0 0,1 0-1 0 0,0 0 1 0 0,-1 0 0 0 0,1 0-1 0 0,0 0 1 0 0,0 0 0 0 0,0-1-1 0 0,0 1 1 0 0,0 0 0 0 0,0 0-1 0 0,0-1 1 0 0,0 1 0 0 0,0-1-1 0 0,0 1 1 0 0,1-1 0 0 0,-1 1-1 0 0,0-1 1 0 0,0 0 0 0 0,0 0-1 0 0,1 1 1 0 0,1-1 0 0 0,-1-1-39 0 0,-1 1-1 0 0,1-1 1 0 0,0 0 0 0 0,0 1-1 0 0,-1-1 1 0 0,1 0 0 0 0,0 0 0 0 0,-1 0-1 0 0,1 0 1 0 0,-1 0 0 0 0,1-1 0 0 0,-1 1-1 0 0,0 0 1 0 0,3-4 0 0 0,1-1-37 0 0,-1-1 0 0 0,1 0 0 0 0,-1 0 0 0 0,0-1-1 0 0,-1 1 1 0 0,4-13 0 0 0,-2-9 296 0 0,4-16 519 0 0,-9 42-626 0 0,1 1-1 0 0,0 0 0 0 0,0-1 1 0 0,0 1-1 0 0,0 0 1 0 0,0-1-1 0 0,0 1 0 0 0,0 0 1 0 0,1 0-1 0 0,-1 0 1 0 0,1 0-1 0 0,0 0 0 0 0,2-2 1 0 0,-3 4-64 0 0,0-1 0 0 0,0 1 1 0 0,0 0-1 0 0,0 0 1 0 0,0 0-1 0 0,0 0 0 0 0,-1 0 1 0 0,1 1-1 0 0,0-1 0 0 0,0 0 1 0 0,0 0-1 0 0,0 0 0 0 0,0 1 1 0 0,-1-1-1 0 0,1 0 0 0 0,0 1 1 0 0,0-1-1 0 0,-1 1 0 0 0,1-1 1 0 0,0 1-1 0 0,0-1 1 0 0,0 2-1 0 0,22 18 160 0 0,-12-11-130 0 0,0-2-15 0 0,-1-1 0 0 0,2-1-1 0 0,-1 0 1 0 0,0 0 0 0 0,1-1 0 0 0,0 0 0 0 0,13 2-1 0 0,89 10-2643 0 0,-88-13 486 0 0,-10-2-4759 0 0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43.4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 1 6913 0 0,'-2'0'243'0'0,"0"1"0"0"0,1 0 1 0 0,-1 1-1 0 0,0-1 0 0 0,0 0 0 0 0,1 0 0 0 0,-1 1 0 0 0,1-1 0 0 0,-1 1 0 0 0,1-1 0 0 0,0 1 0 0 0,-1 0 0 0 0,1-1 0 0 0,0 1 0 0 0,0 0 0 0 0,0 0 0 0 0,0 0 0 0 0,1 0 0 0 0,-1 0 0 0 0,0 0 0 0 0,1 0 0 0 0,0 0 0 0 0,-1 0 0 0 0,1 0 0 0 0,0 4 0 0 0,-1 57 4093 0 0,30 145 242 0 0,-3-37-4883 0 0,-25-165 25 0 0,-1 0 0 0 0,0 0-1 0 0,0 0 1 0 0,0 0 0 0 0,-3 11 0 0 0,-1-6-956 0 0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43.63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48 8754 0 0,'1'-2'117'0'0,"0"-1"-1"0"0,0 1 1 0 0,0 0 0 0 0,0-1 0 0 0,0 1-1 0 0,1 0 1 0 0,-1 0 0 0 0,1 0 0 0 0,-1 0-1 0 0,1 0 1 0 0,0 0 0 0 0,0 1 0 0 0,0-1-1 0 0,0 0 1 0 0,0 1 0 0 0,0 0 0 0 0,0-1-1 0 0,1 1 1 0 0,-1 0 0 0 0,0 0 0 0 0,1 0-1 0 0,-1 0 1 0 0,1 1 0 0 0,-1-1 0 0 0,1 1-1 0 0,4-1 1 0 0,10-1 796 0 0,0 0 0 0 0,29 0 0 0 0,-42 2-834 0 0,13 1 503 0 0,1 0 0 0 0,-1 1 0 0 0,22 4 0 0 0,-35-5-532 0 0,1 0-1 0 0,-1 0 0 0 0,1 0 1 0 0,-1 1-1 0 0,0 0 0 0 0,1 0 1 0 0,-1 0-1 0 0,0 0 0 0 0,0 0 0 0 0,-1 1 1 0 0,1 0-1 0 0,0-1 0 0 0,-1 1 1 0 0,0 1-1 0 0,1-1 0 0 0,-1 0 1 0 0,4 7-1 0 0,-7-8-82 0 0,1 0 1 0 0,-1 0-1 0 0,1 0 0 0 0,-1 0 1 0 0,0 0-1 0 0,1 0 0 0 0,-1 0 1 0 0,0 0-1 0 0,0 0 0 0 0,-1 0 1 0 0,1 0-1 0 0,0 0 0 0 0,-1 0 1 0 0,1 0-1 0 0,-1 0 0 0 0,1 0 1 0 0,-1 0-1 0 0,0 0 0 0 0,0-1 1 0 0,0 1-1 0 0,0 0 1 0 0,-2 2-1 0 0,-1 1-280 0 0,-1 1 1 0 0,1-1-1 0 0,-1 0 1 0 0,0 0-1 0 0,-7 5 1 0 0,-2 0-535 0 0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43.93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 13 13187 0 0,'-2'-12'6703'0'0,"9"37"-2921"0"0,-3-10-4760 0 0,24 143 1856 0 0,41 163-3348 0 0,-60-292-5141 0 0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44.3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6 118 3681 0 0,'-1'0'62'0'0,"1"-1"-1"0"0,-1 1 1 0 0,1 0 0 0 0,0-1 0 0 0,-1 1-1 0 0,1-1 1 0 0,0 1 0 0 0,-1-1-1 0 0,1 1 1 0 0,0-1 0 0 0,0 1 0 0 0,-1-1-1 0 0,1 1 1 0 0,0-1 0 0 0,0 1 0 0 0,0-1-1 0 0,0 0 1 0 0,0 1 0 0 0,0-1 0 0 0,0 1-1 0 0,0-1 1 0 0,0 1 0 0 0,0-1 0 0 0,0 0-1 0 0,0 1 1 0 0,0-1 0 0 0,0 1 0 0 0,1-1-1 0 0,-1 1 1 0 0,0-1 0 0 0,17-15 1908 0 0,28-5 1053 0 0,-43 21-2921 0 0,61-22 3147 0 0,95-20 0 0 0,-156 42-3085 0 0,0 0 1 0 0,0-1-1 0 0,1 1 1 0 0,-1 0-1 0 0,0 0 1 0 0,1 0-1 0 0,-1 1 1 0 0,0-1-1 0 0,0 0 1 0 0,1 1-1 0 0,-1 0 1 0 0,0-1-1 0 0,0 1 1 0 0,0 0-1 0 0,0 0 1 0 0,0 0-1 0 0,0 0 1 0 0,0 1-1 0 0,0-1 1 0 0,0 1-1 0 0,0-1 1 0 0,-1 1-1 0 0,1-1 1 0 0,-1 1-1 0 0,1 0 1 0 0,-1 0-1 0 0,0 0 1 0 0,1 0-1 0 0,1 4 1 0 0,2 6-12 0 0,1 1 0 0 0,-1 0 1 0 0,-1 1-1 0 0,3 14 0 0 0,2 8 131 0 0,-7-31-285 0 0,16 41 109 0 0,-17-44-151 0 0,1 0 0 0 0,-1 1 0 0 0,0-1-1 0 0,0 0 1 0 0,1 1 0 0 0,-1-1 0 0 0,1 0 0 0 0,0 0-1 0 0,0 0 1 0 0,0 0 0 0 0,0-1 0 0 0,0 1-1 0 0,0-1 1 0 0,0 1 0 0 0,3 1 0 0 0,-4-3-36 0 0,1 0 1 0 0,-1-1-1 0 0,1 1 0 0 0,-1 0 1 0 0,1 0-1 0 0,-1-1 1 0 0,0 1-1 0 0,1-1 1 0 0,-1 1-1 0 0,1-1 0 0 0,-1 0 1 0 0,0 1-1 0 0,0-1 1 0 0,0 0-1 0 0,1 0 0 0 0,-1 0 1 0 0,0 0-1 0 0,0 0 1 0 0,0 0-1 0 0,0 0 1 0 0,0 0-1 0 0,-1-1 0 0 0,1 1 1 0 0,1-3-1 0 0,20-36-1442 0 0,-20 36 1246 0 0,18-48-979 0 0,-18 43 1407 0 0,1-1 1 0 0,0 1 0 0 0,1 0-1 0 0,0 0 1 0 0,0 0-1 0 0,1 1 1 0 0,0-1-1 0 0,1 1 1 0 0,0 0-1 0 0,8-8 1 0 0,-13 15-90 0 0,-1 0 0 0 0,1 1 0 0 0,0-1 0 0 0,0 0 0 0 0,0 1 0 0 0,0-1 0 0 0,0 1 0 0 0,0-1 0 0 0,-1 1 0 0 0,1-1 0 0 0,0 1 0 0 0,1 0 0 0 0,-1-1 0 0 0,0 1 0 0 0,0 0 0 0 0,0 0 0 0 0,0 0 0 0 0,0 0 0 0 0,0 0 0 0 0,0 0 1 0 0,0 0-1 0 0,0 0 0 0 0,0 0 0 0 0,0 0 0 0 0,0 1 0 0 0,0-1 0 0 0,0 0 0 0 0,0 1 0 0 0,2 0 0 0 0,-2 0-216 0 0,1 0 0 0 0,-1 1 0 0 0,0-1 0 0 0,0 0 0 0 0,0 1 0 0 0,0-1 0 0 0,0 0 0 0 0,0 1 0 0 0,0-1 0 0 0,0 1 0 0 0,0 3 0 0 0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44.83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 1 1376 0 0,'-11'0'12166'0'0,"21"8"-9443"0"0,26 9-2458 0 0,-5-5-2804 0 0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45.29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1 106 10594 0 0,'4'3'1028'0'0,"0"-1"0"0"0,0 1-1 0 0,0 0 1 0 0,0 0 0 0 0,0 1-1 0 0,-1-1 1 0 0,4 5 0 0 0,23 36 2663 0 0,18 69-3703 0 0,-3-10 242 0 0,-39-92-1 0 0,-8-17 262 0 0,-9-25 110 0 0,9 13-604 0 0,1 1-1 0 0,1-1 0 0 0,0 0 0 0 0,1 0 0 0 0,1 1 0 0 0,1-1 0 0 0,1 1 0 0 0,0 0 0 0 0,1 0 0 0 0,12-27 1 0 0,-10 29-495 0 0,1 0 1 0 0,0 0-1 0 0,1 1 1 0 0,0 0 0 0 0,2 1-1 0 0,21-23 1 0 0,-4 14-3039 0 0,-16 17 1721 0 0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45.56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0 129 1840 0 0,'7'5'684'0'0,"-1"-2"0"0"0,0 1 0 0 0,1-1 0 0 0,0 0-1 0 0,0 0 1 0 0,0-1 0 0 0,0 0 0 0 0,0 0 0 0 0,0 0-1 0 0,1-1 1 0 0,-1 0 0 0 0,1-1 0 0 0,-1 0 0 0 0,0 0-1 0 0,1 0 1 0 0,-1-1 0 0 0,12-3 0 0 0,-14 3-433 0 0,-1 0 0 0 0,0-1 0 0 0,0 1 0 0 0,-1-1 0 0 0,1 0 0 0 0,0 0 0 0 0,0 0 0 0 0,-1-1 0 0 0,1 1 0 0 0,-1-1 0 0 0,0 0 0 0 0,0 0 0 0 0,4-5 0 0 0,-4 4-264 0 0,-1 0 0 0 0,0 1-1 0 0,-1-1 1 0 0,1 0 0 0 0,-1 0 0 0 0,1 0 0 0 0,-1 0-1 0 0,0 0 1 0 0,-1 0 0 0 0,1 0 0 0 0,-1 0 0 0 0,1 0-1 0 0,-1 0 1 0 0,-1-1 0 0 0,1 1 0 0 0,-1-5-1 0 0,1 7 37 0 0,0 0 0 0 0,-1 0 0 0 0,1 0 0 0 0,0 0 0 0 0,-1 0 0 0 0,1 0 0 0 0,-1 1 0 0 0,1-1 0 0 0,-1 0 0 0 0,0 0 0 0 0,0 0 0 0 0,0 0 0 0 0,0 1 0 0 0,0-1 0 0 0,0 1 0 0 0,-1-1 0 0 0,1 1 0 0 0,0-1 0 0 0,-1 1 0 0 0,1-1 0 0 0,-1 1-1 0 0,0 0 1 0 0,1 0 0 0 0,-1 0 0 0 0,0 0 0 0 0,0 0 0 0 0,1 0 0 0 0,-1 1 0 0 0,0-1 0 0 0,0 1 0 0 0,0-1 0 0 0,0 1 0 0 0,0 0 0 0 0,0-1 0 0 0,0 1 0 0 0,0 0 0 0 0,0 0 0 0 0,0 1 0 0 0,-4 0 0 0 0,3-1 58 0 0,0 1 0 0 0,1 0 0 0 0,-1 1 0 0 0,0-1 1 0 0,0 1-1 0 0,1-1 0 0 0,-1 1 0 0 0,1 0 0 0 0,-1 0 0 0 0,1 0 1 0 0,0 0-1 0 0,-1 0 0 0 0,1 0 0 0 0,0 1 0 0 0,1-1 0 0 0,-1 1 1 0 0,0-1-1 0 0,1 1 0 0 0,-1 0 0 0 0,1 0 0 0 0,0-1 1 0 0,0 1-1 0 0,0 0 0 0 0,0 0 0 0 0,1 0 0 0 0,-1 4 0 0 0,1-3-44 0 0,0 0-1 0 0,0 0 1 0 0,0 0-1 0 0,0 1 1 0 0,1-1-1 0 0,0 0 1 0 0,0 0-1 0 0,0 0 1 0 0,0 0-1 0 0,1 0 1 0 0,0 0-1 0 0,-1 0 0 0 0,2-1 1 0 0,-1 1-1 0 0,0-1 1 0 0,4 4-1 0 0,-1 0-218 0 0,2-1 1 0 0,-1 1-1 0 0,1-2 0 0 0,0 1 0 0 0,0-1 0 0 0,14 8 0 0 0,4 0-957 0 0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45.91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64 1 14283 0 0,'-1'-1'156'0'0,"0"1"-1"0"0,-1 0 1 0 0,1 0-1 0 0,0 0 1 0 0,-1 0 0 0 0,1 0-1 0 0,0 1 1 0 0,-1-1-1 0 0,1 0 1 0 0,0 1-1 0 0,0-1 1 0 0,-1 1 0 0 0,1-1-1 0 0,0 1 1 0 0,0-1-1 0 0,0 1 1 0 0,-1 0-1 0 0,1 0 1 0 0,0-1 0 0 0,0 1-1 0 0,0 0 1 0 0,-1 1-1 0 0,0 2 126 0 0,-1-1 0 0 0,1 0-1 0 0,0 1 1 0 0,0-1 0 0 0,1 1-1 0 0,-1 0 1 0 0,-1 6 0 0 0,-1 6 450 0 0,0 0 1 0 0,-1 28-1 0 0,5-43-718 0 0,-3 54 530 0 0,2 0 0 0 0,13 106 0 0 0,39 105-4246 0 0,-44-240-3670 0 0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46.88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1 284 1376 0 0,'1'-4'258'0'0,"1"1"-1"0"0,0-1 0 0 0,1 1 1 0 0,-1 0-1 0 0,1 0 0 0 0,-1 0 1 0 0,1 0-1 0 0,0 0 0 0 0,0 0 0 0 0,6-3 1 0 0,38-24 2019 0 0,-39 25-2022 0 0,40-20 2115 0 0,1 2 0 0 0,1 3 0 0 0,61-18 0 0 0,-110 37-2207 0 0,0 1 0 0 0,0-1 0 0 0,0 1 0 0 0,0 0 0 0 0,0-1 0 0 0,0 1 0 0 0,0 0 0 0 0,0-1 0 0 0,0 1 0 0 0,0 0 0 0 0,0 0 0 0 0,0 0 0 0 0,0 0 0 0 0,0 0 0 0 0,0 0 0 0 0,0 0 0 0 0,0 0 0 0 0,0 1-1 0 0,0-1 1 0 0,0 0 0 0 0,0 1 0 0 0,2 0 0 0 0,-3 0-89 0 0,0 0 0 0 0,0 1-1 0 0,-1-1 1 0 0,1 0 0 0 0,-1 0-1 0 0,1 0 1 0 0,-1 0 0 0 0,1 1-1 0 0,-1-1 1 0 0,1 0 0 0 0,-1 0-1 0 0,0 0 1 0 0,0 0 0 0 0,1 0 0 0 0,-1 0-1 0 0,0-1 1 0 0,0 1 0 0 0,-2 1-1 0 0,-13 18-565 0 0,24-29-619 0 0,0-10-277 0 0,0 0 1425 0 0,36-13-15552 0 0,-43 30 15947 0 0,0 0-1 0 0,0-1 1 0 0,0 1 0 0 0,-1 0-1 0 0,1-1 1 0 0,-1 1-1 0 0,1 0 1 0 0,-1-1-1 0 0,0 1 1 0 0,0-1-1 0 0,0 1 1 0 0,-1 0-1 0 0,1-1 1 0 0,0 1-1 0 0,-1 0 1 0 0,1-1-1 0 0,-1 1 1 0 0,0 0 0 0 0,0 0-1 0 0,0-1 1 0 0,0 1-1 0 0,-20-13 8513 0 0,21 16-8778 0 0,-7 16 1820 0 0,1 27-2748 0 0,6-38 1352 0 0,-4 33-459 0 0,3-1 0 0 0,0 1 0 0 0,10 69 0 0 0,-6-88-146 0 0,1 0 1 0 0,1-1-1 0 0,1 0 1 0 0,1 0-1 0 0,0 0 1 0 0,1-1-1 0 0,1 0 0 0 0,1-1 1 0 0,14 20-1 0 0,-24-36-15 0 0,0-1-1 0 0,0 0 1 0 0,0 1-1 0 0,1-1 1 0 0,-1 0-1 0 0,0 1 1 0 0,0-1-1 0 0,1 0 0 0 0,-1 0 1 0 0,0 1-1 0 0,0-1 1 0 0,1 0-1 0 0,-1 0 1 0 0,0 1-1 0 0,1-1 1 0 0,-1 0-1 0 0,0 0 0 0 0,1 0 1 0 0,-1 1-1 0 0,0-1 1 0 0,1 0-1 0 0,-1 0 1 0 0,0 0-1 0 0,1 0 1 0 0,-1 0-1 0 0,1 0 0 0 0,-1 0 1 0 0,0 0-1 0 0,1 0 1 0 0,-1 0-1 0 0,0 0 1 0 0,1 0-1 0 0,-1 0 1 0 0,1 0-1 0 0,6-14-590 0 0,0-40 104 0 0,-4 29 243 0 0,0 11 233 0 0,1 0 0 0 0,0 1-1 0 0,1 0 1 0 0,1 0 0 0 0,9-18 0 0 0,-12 26 105 0 0,0 0 0 0 0,1 0 0 0 0,-1 0 0 0 0,1 0 0 0 0,0 0 0 0 0,0 1 0 0 0,1 0 0 0 0,-1 0-1 0 0,1 0 1 0 0,0 0 0 0 0,0 1 0 0 0,0 0 0 0 0,0 0 0 0 0,1 0 0 0 0,5-2 0 0 0,-10 5-28 0 0,1-1 1 0 0,-1 1-1 0 0,1 0 1 0 0,-1 0 0 0 0,0 0-1 0 0,1 0 1 0 0,-1 0-1 0 0,0 0 1 0 0,1 0-1 0 0,-1 1 1 0 0,0-1-1 0 0,1 0 1 0 0,-1 1 0 0 0,0-1-1 0 0,0 1 1 0 0,1-1-1 0 0,-1 1 1 0 0,0 0-1 0 0,0-1 1 0 0,0 1 0 0 0,0 0-1 0 0,0 0 1 0 0,0 0-1 0 0,0 0 1 0 0,0 0-1 0 0,0 0 1 0 0,0 0-1 0 0,0 0 1 0 0,0 0 0 0 0,-1 0-1 0 0,2 2 1 0 0,2 6 42 0 0,0 0 0 0 0,-1 0 0 0 0,4 17 0 0 0,3 4-252 0 0,-5-20-539 0 0,0-1 0 0 0,0 0 0 0 0,11 13 0 0 0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47.21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0 302 920 0 0,'73'-34'9857'0'0,"-59"26"-8336"0"0,-1 0-1 0 0,-1-1 1 0 0,17-15-1 0 0,-24 19-1333 0 0,0 1-1 0 0,0-2 1 0 0,0 1-1 0 0,-1 0 1 0 0,0-1-1 0 0,0 0 1 0 0,0 0-1 0 0,-1 0 1 0 0,0 0 0 0 0,0 0-1 0 0,0-1 1 0 0,-1 1-1 0 0,0-1 1 0 0,0 0-1 0 0,-1 0 1 0 0,0 0-1 0 0,0 0 1 0 0,-1 0 0 0 0,0 0-1 0 0,0 1 1 0 0,-1-11-1 0 0,0 13-148 0 0,1 1 0 0 0,-1-1 0 0 0,0 1 0 0 0,0 0-1 0 0,0-1 1 0 0,0 1 0 0 0,-1 0 0 0 0,1 0 0 0 0,-1 0 0 0 0,0 0 0 0 0,0 0 0 0 0,0 0-1 0 0,0 0 1 0 0,0 1 0 0 0,-1-1 0 0 0,1 1 0 0 0,-1 0 0 0 0,0 0 0 0 0,0 0 0 0 0,1 0-1 0 0,-1 0 1 0 0,-1 0 0 0 0,1 1 0 0 0,0-1 0 0 0,0 1 0 0 0,0 0 0 0 0,-1 0 0 0 0,1 0-1 0 0,-1 1 1 0 0,1-1 0 0 0,-1 1 0 0 0,1 0 0 0 0,0 0 0 0 0,-1 0 0 0 0,-4 1-1 0 0,4-1-25 0 0,1 1-1 0 0,-1-1 1 0 0,0 1-1 0 0,1 1 1 0 0,-1-1-1 0 0,1 0 1 0 0,0 1-1 0 0,-1 0 1 0 0,1-1-1 0 0,0 1 1 0 0,0 1-1 0 0,0-1 1 0 0,0 0-1 0 0,0 1 1 0 0,1-1-1 0 0,-1 1 1 0 0,1 0-1 0 0,0 0 1 0 0,0 0-1 0 0,0 0 1 0 0,0 0-1 0 0,0 1 1 0 0,0-1-1 0 0,1 1 1 0 0,0-1-1 0 0,0 1 0 0 0,0-1 1 0 0,0 1-1 0 0,0 0 1 0 0,1-1-1 0 0,-1 1 1 0 0,1 0-1 0 0,1 4 1 0 0,-1-3-13 0 0,0 0 0 0 0,1-1 0 0 0,0 1-1 0 0,0 0 1 0 0,0 0 0 0 0,1 0 0 0 0,-1-1 0 0 0,1 1 0 0 0,0-1 0 0 0,1 1 0 0 0,-1-1 0 0 0,1 0 0 0 0,5 7 0 0 0,-2-5 10 0 0,0 0 0 0 0,0-1 1 0 0,0 0-1 0 0,1 0 1 0 0,0 0-1 0 0,-1-1 0 0 0,14 6 1 0 0,7 0-136 0 0,-1-2 1 0 0,1 0-1 0 0,49 7 1 0 0,-72-14 84 0 0,71 10-2393 0 0,-37-5-4755 0 0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47.85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1 107 10594 0 0,'0'-1'112'0'0,"0"0"0"0"0,1 0 0 0 0,-1 0 0 0 0,1 0 0 0 0,-1 0 0 0 0,1 0 0 0 0,-1 0 0 0 0,1 0 0 0 0,0 0 0 0 0,-1 0 0 0 0,1 1 0 0 0,0-1-1 0 0,0 0 1 0 0,0 0 0 0 0,-1 1 0 0 0,1-1 0 0 0,0 0 0 0 0,0 1 0 0 0,0-1 0 0 0,0 1 0 0 0,0-1 0 0 0,2 1 0 0 0,29-12 1783 0 0,-22 9-1126 0 0,0 0-357 0 0,0-1 0 0 0,0 2 1 0 0,0-1-1 0 0,1 2 0 0 0,-1-1 0 0 0,0 1 1 0 0,1 1-1 0 0,-1 0 0 0 0,1 0 1 0 0,-1 1-1 0 0,15 3 0 0 0,-18-2-334 0 0,0 0-1 0 0,-1 1 1 0 0,1 0-1 0 0,-1 0 1 0 0,0 0 0 0 0,0 1-1 0 0,0 0 1 0 0,0 0-1 0 0,0 0 1 0 0,-1 1 0 0 0,0 0-1 0 0,0 0 1 0 0,0 0-1 0 0,-1 1 1 0 0,0-1 0 0 0,0 1-1 0 0,6 12 1 0 0,1 6 26 0 0,-1 1 0 0 0,12 46 0 0 0,-16-48-65 0 0,0-1 0 0 0,2-1 0 0 0,1 1 1 0 0,16 29-1 0 0,-26-142 856 0 0,2 54-804 0 0,2 0 0 0 0,9-42 0 0 0,-8 62-520 0 0,0 0 0 0 0,2 0 0 0 0,0 0 0 0 0,0 1 0 0 0,2 0 0 0 0,14-25 0 0 0,-5 17-7114 0 0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48.1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1 278 8290 0 0,'3'1'297'0'0,"0"0"0"0"0,0 0 0 0 0,0 0 0 0 0,0 0 0 0 0,0-1 0 0 0,0 1 0 0 0,0-1 0 0 0,0 0 0 0 0,0 0 0 0 0,0 0 0 0 0,0 0 0 0 0,0 0 0 0 0,0-1 0 0 0,0 1 0 0 0,0-1 0 0 0,0 0 0 0 0,0 0 0 0 0,0 0 0 0 0,0 0 0 0 0,0-1 0 0 0,0 1 0 0 0,-1-1 0 0 0,1 1 0 0 0,-1-1 0 0 0,4-4 0 0 0,3 0 378 0 0,-1 0-1 0 0,-1-1 1 0 0,1 0 0 0 0,-1-1 0 0 0,0 0-1 0 0,9-14 1 0 0,-6 5-242 0 0,-1 0 0 0 0,12-36-1 0 0,-18 45-363 0 0,0-2 0 0 0,-1 1 0 0 0,0 0 0 0 0,0 0 0 0 0,-1-1-1 0 0,-1 1 1 0 0,1-1 0 0 0,-2-9 0 0 0,1 18-65 0 0,0 0 0 0 0,0 0 0 0 0,0 0 1 0 0,0 0-1 0 0,-1 0 0 0 0,1 0 0 0 0,0 0 1 0 0,-1 0-1 0 0,1 0 0 0 0,0 0 0 0 0,-1 0 0 0 0,1 0 1 0 0,-1 0-1 0 0,0 0 0 0 0,1 0 0 0 0,-1 1 0 0 0,0-1 1 0 0,-1-1-1 0 0,2 2 1 0 0,-1 0 0 0 0,1 0 0 0 0,-1-1 1 0 0,1 1-1 0 0,-1 0 0 0 0,1 0 0 0 0,-1 0 0 0 0,0 0 0 0 0,1 0 1 0 0,-1 0-1 0 0,1 0 0 0 0,-1 0 0 0 0,0 0 0 0 0,1 1 0 0 0,-1-1 1 0 0,1 0-1 0 0,-1 0 0 0 0,1 0 0 0 0,-1 1 0 0 0,1-1 0 0 0,-1 0 1 0 0,1 0-1 0 0,-1 1 0 0 0,-2 1 10 0 0,0 1 0 0 0,1-1 0 0 0,0 0 0 0 0,0 1-1 0 0,0-1 1 0 0,0 1 0 0 0,0-1 0 0 0,0 1 0 0 0,0 0 0 0 0,0 3 0 0 0,-1 0-138 0 0,1 0 0 0 0,0 1 1 0 0,1-1-1 0 0,0 1 0 0 0,0-1 0 0 0,0 1 1 0 0,1-1-1 0 0,0 1 0 0 0,0-1 0 0 0,0 1 1 0 0,1-1-1 0 0,0 1 0 0 0,0-1 0 0 0,1 0 1 0 0,0 1-1 0 0,0-1 0 0 0,4 8 0 0 0,-2-7-183 0 0,0 0-1 0 0,1 0 1 0 0,0 0-1 0 0,0 0 1 0 0,1-1-1 0 0,-1 0 0 0 0,1 0 1 0 0,1-1-1 0 0,-1 1 1 0 0,1-1-1 0 0,0-1 1 0 0,0 1-1 0 0,9 3 1 0 0,4 0-5836 0 0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48.8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239 582 920 0 0,'5'-8'688'0'0,"0"0"1"0"0,-1 0-1 0 0,0 0 0 0 0,-1-1 1 0 0,0 0-1 0 0,0 1 0 0 0,-1-1 1 0 0,0 0-1 0 0,0-1 0 0 0,-1 1 0 0 0,0 0 1 0 0,-1 0-1 0 0,0 0 0 0 0,0-1 1 0 0,-1 1-1 0 0,0 0 0 0 0,-1 0 1 0 0,0 0-1 0 0,-1 0 0 0 0,1 0 0 0 0,-2 1 1 0 0,1-1-1 0 0,-1 1 0 0 0,-6-11 1 0 0,5 12-335 0 0,0 0 1 0 0,0 0 0 0 0,-1 0-1 0 0,0 1 1 0 0,0-1-1 0 0,0 1 1 0 0,-1 1 0 0 0,0-1-1 0 0,0 1 1 0 0,-8-4 0 0 0,11 7-326 0 0,0 0 1 0 0,0 1 0 0 0,0-1 0 0 0,1 1-1 0 0,-1 0 1 0 0,-1 0 0 0 0,1 0 0 0 0,0 1-1 0 0,0 0 1 0 0,0-1 0 0 0,0 1 0 0 0,0 1-1 0 0,0-1 1 0 0,0 0 0 0 0,0 1-1 0 0,-1 0 1 0 0,1 0 0 0 0,1 0 0 0 0,-1 1-1 0 0,0-1 1 0 0,0 1 0 0 0,0 0 0 0 0,1 0-1 0 0,-1 0 1 0 0,1 1 0 0 0,0-1 0 0 0,0 1-1 0 0,-1 0 1 0 0,2 0 0 0 0,-5 4-1 0 0,2-1-114 0 0,0 0 0 0 0,1 0-1 0 0,0 0 1 0 0,0 0 0 0 0,0 1-1 0 0,1 0 1 0 0,0 0 0 0 0,0 0-1 0 0,0 0 1 0 0,1 0-1 0 0,0 1 1 0 0,1-1 0 0 0,0 0-1 0 0,0 1 1 0 0,0 13 0 0 0,2-11-200 0 0,1 0 1 0 0,0-1 0 0 0,1 0-1 0 0,0 1 1 0 0,0-1-1 0 0,8 14 1 0 0,-9-18 220 0 0,1-1 0 0 0,-1 1 0 0 0,1-1 0 0 0,0 0 0 0 0,0 0 0 0 0,0 0 0 0 0,1 0 0 0 0,-1-1 0 0 0,1 1 0 0 0,0-1 1 0 0,0 0-1 0 0,0 0 0 0 0,0-1 0 0 0,8 5 0 0 0,-11-7 37 0 0,0 0 0 0 0,1 1 0 0 0,-1-1 1 0 0,0 0-1 0 0,1 0 0 0 0,-1 0 0 0 0,0 0 0 0 0,1 0 1 0 0,-1 0-1 0 0,0 0 0 0 0,1 0 0 0 0,-1 0 0 0 0,0-1 1 0 0,0 1-1 0 0,1 0 0 0 0,-1-1 0 0 0,0 1 0 0 0,0-1 1 0 0,0 0-1 0 0,1 1 0 0 0,0-2 0 0 0,1 0-32 0 0,-1-1 1 0 0,1 1-1 0 0,-1-1 0 0 0,0 1 0 0 0,0-1 0 0 0,0 0 1 0 0,-1 0-1 0 0,3-4 0 0 0,2-7 4 0 0,-2 1 1 0 0,1-1-1 0 0,1-14 0 0 0,-5 24 115 0 0,10-51 830 0 0,-3 0 0 0 0,-2-1 0 0 0,-3 0 0 0 0,-6-91 0 0 0,-4 97-264 0 0,7 47-570 0 0,-1 1 0 0 0,1-1 0 0 0,-1 0 0 0 0,0 1-1 0 0,0-1 1 0 0,0 1 0 0 0,0-1 0 0 0,0 1 0 0 0,-1-1 0 0 0,1 1-1 0 0,-1 0 1 0 0,1 0 0 0 0,-1 0 0 0 0,0 0 0 0 0,0 0 0 0 0,-2-2-1 0 0,4 5-20 0 0,-1-1-1 0 0,1 0 0 0 0,-1 1 1 0 0,1-1-1 0 0,0 0 0 0 0,-1 1 1 0 0,1-1-1 0 0,0 1 0 0 0,-1-1 0 0 0,1 1 1 0 0,0-1-1 0 0,0 1 0 0 0,0-1 1 0 0,-1 1-1 0 0,1-1 0 0 0,0 1 1 0 0,0-1-1 0 0,0 1 0 0 0,0-1 1 0 0,0 1-1 0 0,0-1 0 0 0,0 1 1 0 0,0 0-1 0 0,0-1 0 0 0,0 1 0 0 0,0-1 1 0 0,0 1-1 0 0,0-1 0 0 0,1 1 1 0 0,-1 0-1 0 0,2 22 115 0 0,3 12-136 0 0,2 0 0 0 0,2 0 0 0 0,1 0-1 0 0,2-1 1 0 0,1-1 0 0 0,2 0 0 0 0,1-1 0 0 0,1-1 0 0 0,2 0 0 0 0,27 33 0 0 0,-13-21-752 0 0,-1 1 0 0 0,38 71-1 0 0,-53-80 674 0 0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50.0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41 11979 0 0,'0'-1'298'0'0,"1"-1"0"0"0,-1 0 0 0 0,1 1 0 0 0,-1-1 0 0 0,1 1 0 0 0,0 0 0 0 0,0-1 0 0 0,-1 1 0 0 0,1-1 0 0 0,0 1 0 0 0,0 0 0 0 0,1 0 1 0 0,-1 0-1 0 0,0-1 0 0 0,0 1 0 0 0,0 0 0 0 0,1 0 0 0 0,-1 1 0 0 0,1-1 0 0 0,-1 0 0 0 0,3-1 0 0 0,31-10 2640 0 0,-33 12-2858 0 0,1 0-1 0 0,0 0 1 0 0,0 0 0 0 0,0 1 0 0 0,0-1-1 0 0,0 1 1 0 0,-1 0 0 0 0,1-1 0 0 0,0 1-1 0 0,-1 1 1 0 0,1-1 0 0 0,0 0 0 0 0,-1 1-1 0 0,1-1 1 0 0,-1 1 0 0 0,0 0 0 0 0,0-1 0 0 0,0 1-1 0 0,0 0 1 0 0,0 0 0 0 0,3 4 0 0 0,5 7-26 0 0,0 1 1 0 0,12 24-1 0 0,-8-14 26 0 0,65 97-27 0 0,-77-157 11 0 0,-3 31-54 0 0,-10-10 31 0 0,10 13 380 0 0,3 7-349 0 0,23 109-36 0 0,19 66 723 0 0,-37-158-1490 0 0,1 0 0 0 0,1 0 0 0 0,1-1 0 0 0,1-1 0 0 0,25 37 0 0 0,-35-55 453 0 0,-1-2 135 0 0,1 1 1 0 0,-1 0-1 0 0,1 0 1 0 0,-1-1-1 0 0,1 1 1 0 0,0 0-1 0 0,-1-1 1 0 0,1 1-1 0 0,0 0 1 0 0,0-1-1 0 0,-1 1 1 0 0,1-1-1 0 0,0 1 1 0 0,0-1-1 0 0,0 0 0 0 0,-1 1 1 0 0,3 0-1 0 0,3-4-391 0 0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50.23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11979 0 0,'1'1'335'0'0,"1"-1"1"0"0,-1 1-1 0 0,0 0 1 0 0,1-1-1 0 0,-1 1 1 0 0,0 0-1 0 0,0 0 1 0 0,0 0-1 0 0,1 0 1 0 0,-1-1-1 0 0,0 2 1 0 0,0-1-1 0 0,-1 0 1 0 0,1 0-1 0 0,0 0 1 0 0,0 0-1 0 0,1 3 1 0 0,14 28 1960 0 0,-12-25-1606 0 0,24 60 1149 0 0,-16-20-4411 0 0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50.41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 6 14283 0 0,'-5'-3'632'0'0,"2"1"136"0"0,1 1-616 0 0,0 1-152 0 0,1 0 0 0 0,0 1 432 0 0,1 1 57 0 0,-1 1 15 0 0,-1 4 0 0 0,2-1-712 0 0,2 2-144 0 0,0-1-24 0 0,1 2-8 0 0,2 0 303 0 0,1 1 81 0 0,3 2 0 0 0,2-2 0 0 0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51.1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264 419 2761 0 0,'0'-4'380'0'0,"0"-1"0"0"0,0 0 0 0 0,0 1 0 0 0,-1-1 0 0 0,0 1 0 0 0,0-1 1 0 0,0 1-1 0 0,0-1 0 0 0,-1 1 0 0 0,0 0 0 0 0,0 0 0 0 0,0-1 0 0 0,0 1 1 0 0,-1 1-1 0 0,0-1 0 0 0,1 0 0 0 0,-1 1 0 0 0,-1-1 0 0 0,1 1 1 0 0,0 0-1 0 0,-1 0 0 0 0,0 0 0 0 0,1 1 0 0 0,-1-1 0 0 0,0 1 0 0 0,0 0 1 0 0,-1 0-1 0 0,1 0 0 0 0,0 1 0 0 0,-1-1 0 0 0,1 1 0 0 0,-1 0 0 0 0,1 0 1 0 0,-1 1-1 0 0,0-1 0 0 0,1 1 0 0 0,-1 0 0 0 0,1 1 0 0 0,-1-1 0 0 0,-8 2 1 0 0,-57 17 1702 0 0,64-16-1966 0 0,0-1 0 0 0,0 1 0 0 0,0 0 0 0 0,0 0 0 0 0,1 0 0 0 0,0 1 0 0 0,-1 0-1 0 0,1 0 1 0 0,-4 5 0 0 0,8-9-117 0 0,1 0 0 0 0,0 0-1 0 0,0 0 1 0 0,0 0 0 0 0,0 0 0 0 0,0 1-1 0 0,-1-1 1 0 0,1 0 0 0 0,0 0 0 0 0,0 0-1 0 0,0 0 1 0 0,0 0 0 0 0,0 1-1 0 0,0-1 1 0 0,0 0 0 0 0,0 0 0 0 0,-1 0-1 0 0,1 1 1 0 0,0-1 0 0 0,0 0 0 0 0,0 0-1 0 0,0 0 1 0 0,0 0 0 0 0,0 1-1 0 0,0-1 1 0 0,0 0 0 0 0,0 0 0 0 0,0 0-1 0 0,0 1 1 0 0,0-1 0 0 0,0 0 0 0 0,1 0-1 0 0,-1 0 1 0 0,0 1 0 0 0,0-1-1 0 0,0 0 1 0 0,0 0 0 0 0,0 0 0 0 0,0 0-1 0 0,0 1 1 0 0,0-1 0 0 0,1 0 0 0 0,-1 0-1 0 0,0 0 1 0 0,0 0 0 0 0,1 0-1 0 0,11 2-139 0 0,15-5-39 0 0,22-12 89 0 0,11-4 272 0 0,-55 18-161 0 0,0 0 0 0 0,-1 0 1 0 0,1 1-1 0 0,0 0 1 0 0,-1 0-1 0 0,1 0 0 0 0,0 0 1 0 0,0 1-1 0 0,-1-1 1 0 0,6 3-1 0 0,-6-2 12 0 0,-1 1-1 0 0,1 1 1 0 0,-1-1 0 0 0,0 0 0 0 0,0 1-1 0 0,1 0 1 0 0,-2-1 0 0 0,1 1 0 0 0,0 1-1 0 0,-1-1 1 0 0,1 0 0 0 0,-1 1-1 0 0,0-1 1 0 0,0 1 0 0 0,0-1 0 0 0,0 1-1 0 0,-1 0 1 0 0,0 0 0 0 0,0 0 0 0 0,2 8-1 0 0,0 4 56 0 0,-1 0-1 0 0,0 0 1 0 0,-1 31 0 0 0,-2-36-82 0 0,0 0 1 0 0,0 0-1 0 0,-1-1 1 0 0,-1 1-1 0 0,0-1 1 0 0,0 1-1 0 0,-6 10 1 0 0,7-17-4 0 0,1 0 0 0 0,-1-1 0 0 0,0 1 0 0 0,0 0 0 0 0,-1-1 0 0 0,1 0 0 0 0,-1 1 0 0 0,0-1 0 0 0,0 0 1 0 0,0 0-1 0 0,0-1 0 0 0,0 1 0 0 0,-1-1 0 0 0,1 1 0 0 0,-1-1 0 0 0,1 0 0 0 0,-1 0 0 0 0,0-1 0 0 0,0 1 0 0 0,0-1 0 0 0,-6 1 1 0 0,10-1-1 0 0,-1-1 0 0 0,1 0 0 0 0,0 0 0 0 0,-1 0 0 0 0,1 0 0 0 0,0 0-1 0 0,-1 0 1 0 0,1 0 0 0 0,-1 0 0 0 0,1 0 0 0 0,0 0 0 0 0,-1-1 0 0 0,1 1 0 0 0,0 0 0 0 0,-1 0 0 0 0,1 0 0 0 0,0 0 0 0 0,-1 0 0 0 0,1-1 0 0 0,0 1 0 0 0,-1 0 0 0 0,1 0 0 0 0,0-1 0 0 0,0 1 0 0 0,-1 0 0 0 0,1 0 0 0 0,0-1 0 0 0,0 1 0 0 0,-1 0 0 0 0,1-1 0 0 0,0 1 0 0 0,0 0 0 0 0,0-1 0 0 0,0 1 0 0 0,-1 0 0 0 0,1-1 0 0 0,2-18 64 0 0,14-16-132 0 0,120-271-772 0 0,-57 116 815 0 0,-75 182 72 0 0,0 0 0 0 0,-1-1 1 0 0,0 0-1 0 0,2-12 1 0 0,-5 18 7 0 0,1 1 0 0 0,-1-1 1 0 0,0 1-1 0 0,0-1 0 0 0,0 0 0 0 0,0 1 1 0 0,-1-1-1 0 0,1 1 0 0 0,-1-1 1 0 0,1 1-1 0 0,-1-1 0 0 0,0 1 1 0 0,0 0-1 0 0,0-1 0 0 0,0 1 0 0 0,-1 0 1 0 0,1 0-1 0 0,0 0 0 0 0,-1 0 1 0 0,-2-3-1 0 0,-2 32 617 0 0,5 4-627 0 0,1 1 1 0 0,2-1-1 0 0,1 0 0 0 0,2 0 1 0 0,11 43-1 0 0,-12-61-102 0 0,0-1 0 0 0,0 1 0 0 0,1-1-1 0 0,1 0 1 0 0,0 0 0 0 0,1 0 0 0 0,0-1 0 0 0,1 0 0 0 0,0-1 0 0 0,0 0-1 0 0,1 0 1 0 0,1-1 0 0 0,0 0 0 0 0,0 0 0 0 0,16 10 0 0 0,-24-18 28 0 0,0 0 0 0 0,0 0-1 0 0,0 0 1 0 0,0 0 0 0 0,0-1 0 0 0,1 1 0 0 0,-1 0 0 0 0,0-1 0 0 0,0 0 0 0 0,0 1 0 0 0,1-1-1 0 0,-1 0 1 0 0,0 0 0 0 0,0 0 0 0 0,1-1 0 0 0,-1 1 0 0 0,0 0 0 0 0,0-1 0 0 0,3 0 0 0 0,-1-1 13 0 0,0 0 1 0 0,-1 0 0 0 0,1 0-1 0 0,-1-1 1 0 0,1 1 0 0 0,-1-1-1 0 0,0 0 1 0 0,0 0 0 0 0,5-6-1 0 0,2-5 29 0 0,0-1 0 0 0,-1-1 0 0 0,13-29 0 0 0,-21 40-28 0 0,2-1-14 0 0,2-5 96 0 0,0 0 1 0 0,0 0-1 0 0,1 1 0 0 0,14-19 1 0 0,-19 28-47 0 0,1-1 0 0 0,-1 1 0 0 0,0 0 0 0 0,0-1 0 0 0,1 1 0 0 0,-1 0 0 0 0,1 0 0 0 0,-1 0 0 0 0,1 0 0 0 0,0 0 0 0 0,-1 0 0 0 0,1 0 0 0 0,0 1 0 0 0,0-1 0 0 0,-1 0 0 0 0,1 1 0 0 0,0 0 0 0 0,0-1 0 0 0,0 1 0 0 0,0 0 0 0 0,0 0 0 0 0,-1 0 0 0 0,1 0 0 0 0,0 0 0 0 0,0 0 0 0 0,0 1 0 0 0,0-1 0 0 0,0 1 0 0 0,-1-1 0 0 0,1 1 0 0 0,0 0 0 0 0,0 0 0 0 0,-1 0 0 0 0,1 0 0 0 0,-1 0 0 0 0,1 0 0 0 0,-1 0 0 0 0,1 0 0 0 0,1 2 0 0 0,22 20-99 0 0,-17-15-179 0 0,0-1 1 0 0,1 1-1 0 0,-1-1 0 0 0,2 0 1 0 0,-1-1-1 0 0,1 0 1 0 0,0-1-1 0 0,0 0 0 0 0,18 6 1 0 0,-7-7-7557 0 0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51.34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0 115 7370 0 0,'1'-26'-40'0'0,"1"-23"3326"0"0,-2 46-2770 0 0,0 0 0 0 0,1 0 0 0 0,-1 0 0 0 0,1 1 0 0 0,0-1 0 0 0,0 0 0 0 0,0 0 0 0 0,0 1 0 0 0,0-1 0 0 0,1 1 0 0 0,-1-1 0 0 0,3-2 0 0 0,-3 5-411 0 0,-1-1 1 0 0,1 1 0 0 0,-1 0-1 0 0,1 0 1 0 0,0 0-1 0 0,-1 0 1 0 0,1 0 0 0 0,-1 0-1 0 0,1 0 1 0 0,0 0 0 0 0,-1 0-1 0 0,1 0 1 0 0,0 0 0 0 0,-1 0-1 0 0,1 0 1 0 0,-1 1-1 0 0,1-1 1 0 0,-1 0 0 0 0,1 0-1 0 0,0 1 1 0 0,-1-1 0 0 0,1 0-1 0 0,-1 1 1 0 0,1-1-1 0 0,-1 0 1 0 0,1 1 0 0 0,-1-1-1 0 0,0 1 1 0 0,1-1 0 0 0,-1 1-1 0 0,1-1 1 0 0,-1 1 0 0 0,1 0-1 0 0,16 22 380 0 0,-15-19-194 0 0,77 98 618 0 0,2 2-1356 0 0,-35-30-2801 0 0,-33-50-3670 0 0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51.53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4 168 6449 0 0,'0'0'106'0'0,"0"0"-1"0"0,0-1 0 0 0,-1 1 1 0 0,1 0-1 0 0,0 0 0 0 0,0-1 1 0 0,-1 1-1 0 0,1 0 0 0 0,0-1 1 0 0,0 1-1 0 0,0 0 0 0 0,-1-1 1 0 0,1 1-1 0 0,0 0 0 0 0,0-1 1 0 0,0 1-1 0 0,0 0 0 0 0,0-1 1 0 0,0 1-1 0 0,0 0 0 0 0,0-1 1 0 0,0 1-1 0 0,0-1 0 0 0,0 1 1 0 0,0 0-1 0 0,0-1 0 0 0,0 1 1 0 0,0 0-1 0 0,0-1 0 0 0,0 1 1 0 0,1 0-1 0 0,-1-1 0 0 0,0 1 1 0 0,0 0-1 0 0,0-1 0 0 0,1 1 1 0 0,-1-1-1 0 0,16-14 3231 0 0,25-7 520 0 0,63-21-803 0 0,-48 24-3557 0 0,0 1 0 0 0,87-13-1 0 0,-105 24 445 0 0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51.75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1 6449 0 0,'-3'3'288'0'0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51.88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0 1 6849 0 0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53.39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1446 4 14283 0 0,'0'0'34'0'0,"0"0"1"0"0,0 0-1 0 0,0 0 0 0 0,0-1 0 0 0,0 1 0 0 0,0 0 1 0 0,1 0-1 0 0,-1 0 0 0 0,0-1 0 0 0,0 1 1 0 0,0 0-1 0 0,0 0 0 0 0,0 0 0 0 0,0 0 0 0 0,0 0 1 0 0,1-1-1 0 0,-1 1 0 0 0,0 0 0 0 0,0 0 1 0 0,0 0-1 0 0,0 0 0 0 0,1 0 0 0 0,-1 0 0 0 0,0 0 1 0 0,0-1-1 0 0,0 1 0 0 0,0 0 0 0 0,1 0 1 0 0,-1 0-1 0 0,0 0 0 0 0,0 0 0 0 0,0 0 0 0 0,1 0 1 0 0,-1 0-1 0 0,0 0 0 0 0,0 0 0 0 0,0 0 1 0 0,1 0-1 0 0,-1 0 0 0 0,0 0 0 0 0,0 1 1 0 0,1-1-1 0 0,13 4 315 0 0,16 11-429 0 0,-28-14 163 0 0,9 6 46 0 0,0 0-1 0 0,0 0 0 0 0,-1 1 0 0 0,0 1 1 0 0,0 0-1 0 0,-1 0 0 0 0,0 1 0 0 0,-1 0 0 0 0,12 17 1 0 0,-10-10-34 0 0,-1 0 1 0 0,-1 0 0 0 0,-1 0-1 0 0,0 1 1 0 0,8 35 0 0 0,-7-2-48 0 0,-2 1 0 0 0,-2-1 0 0 0,-5 102 0 0 0,-30 319-44 0 0,14-328 324 0 0,-43 176 0 0 0,36-235 43 0 0,-4-1 0 0 0,-3-2 0 0 0,-4-1 0 0 0,-70 118 0 0 0,12-51 205 0 0,-143 175 0 0 0,-56 35 34 0 0,266-325-540 0 0,-1-1-1 0 0,-2 0 1 0 0,-1-3 0 0 0,-2 0 0 0 0,0-2 0 0 0,-2-2 0 0 0,-50 30 0 0 0,71-49-97 0 0,-23 15 402 0 0,-1-1-1 0 0,-65 23 1 0 0,89-39-513 0 0,0 0 0 0 0,0-1 0 0 0,0-1-1 0 0,0 0 1 0 0,-1-1 0 0 0,1 0 0 0 0,-1-1 0 0 0,1 0-1 0 0,0-1 1 0 0,-1-1 0 0 0,1 0 0 0 0,-18-6 0 0 0,-19-5-4969 0 0,44 12 4132 0 0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53.79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140 0 3225 0 0,'-30'4'16920'0'0,"26"7"-15677"0"0,0 0-3652 0 0,0 0 2448 0 0,-16 37 250 0 0,2 1 0 0 0,3 1 0 0 0,2 0 0 0 0,-9 67 0 0 0,19-95-83 0 0,0 9 192 0 0,0 0 0 0 0,2 0 0 0 0,6 59 0 0 0,-4-83-347 0 0,0 1 0 0 0,1 0 0 0 0,-1-1 0 0 0,2 0 0 0 0,-1 1 0 0 0,1-1 0 0 0,0 0-1 0 0,1 0 1 0 0,0 0 0 0 0,0-1 0 0 0,0 1 0 0 0,1-1 0 0 0,0 0 0 0 0,0-1 0 0 0,0 1 0 0 0,1-1 0 0 0,0 0-1 0 0,0 0 1 0 0,0 0 0 0 0,1-1 0 0 0,7 3 0 0 0,-2-1 1 0 0,0-1 0 0 0,1 0 0 0 0,0-1 0 0 0,0-1 0 0 0,0 0 0 0 0,1-1 0 0 0,24 1 0 0 0,-2-3-18 0 0,56-9 0 0 0,-2 0-1510 0 0,-67 9-3989 0 0,0 0-1809 0 0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36.3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42 8754 0 0,'0'-35'2518'0'0,"2"28"-1041"0"0,1 26-823 0 0,-2 12-527 0 0,-5 46-1 0 0,0 23 188 0 0,8-33 186 0 0,4 0 0 0 0,20 87 0 0 0,7-36-5285 0 0,-28-102 181 0 0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36.9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53 303 6913 0 0,'1'-3'58'0'0,"-1"0"0"0"0,1-1 0 0 0,0 1 0 0 0,0 0 0 0 0,1 0 0 0 0,-1 0 0 0 0,1 0 0 0 0,-1 0 0 0 0,1 0 0 0 0,0 0 0 0 0,0 1 0 0 0,0-1 0 0 0,0 1 0 0 0,6-5 0 0 0,42-35-103 0 0,-35 31 105 0 0,24-20 34 0 0,2 2 0 0 0,1 2 0 0 0,2 1 0 0 0,0 2 0 0 0,89-32 0 0 0,-128 54-57 0 0,0 0 0 0 0,1 1 0 0 0,-1 0 0 0 0,0 0 0 0 0,1 0 0 0 0,-1 1 0 0 0,1 0 0 0 0,-1 0 0 0 0,1 0 0 0 0,-1 1 0 0 0,0 0 0 0 0,10 2 0 0 0,-13-2-50 0 0,0 0 0 0 0,0 0 0 0 0,0 0 0 0 0,1 1 0 0 0,-1-1 0 0 0,0 0 0 0 0,-1 1 0 0 0,1 0 0 0 0,0-1 0 0 0,0 1 0 0 0,-1 0 0 0 0,1 0 0 0 0,-1 0 0 0 0,1 0 0 0 0,-1 0 0 0 0,0 0 0 0 0,0 1 0 0 0,0-1 0 0 0,0 0 0 0 0,0 1 0 0 0,-1-1 0 0 0,1 0 0 0 0,-1 1 0 0 0,1-1 0 0 0,-1 1 0 0 0,0-1 0 0 0,0 1 0 0 0,0-1 0 0 0,0 0 0 0 0,-1 3 0 0 0,0 8 74 0 0,-1 0 1 0 0,0-1-1 0 0,0 0 0 0 0,-2 1 0 0 0,1-1 0 0 0,-2 0 0 0 0,1-1 0 0 0,-2 1 0 0 0,1-1 0 0 0,-15 21 0 0 0,9-18 130 0 0,-1 0 0 0 0,-1-1 0 0 0,0 0 1 0 0,0-1-1 0 0,-1 0 0 0 0,-28 17 1 0 0,-6-3 188 0 0,-1-2 1 0 0,-1-2 0 0 0,0-2 0 0 0,-55 13 0 0 0,71-24-540 0 0,15-4-208 0 0,2 0 0 0 0,-27 12 1 0 0,37-15-953 0 0,0-4-368 0 0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39.6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466 147 920 0 0,'-2'-7'363'0'0,"-1"0"-1"0"0,1 0 1 0 0,-2 1-1 0 0,1-1 1 0 0,-1 1 0 0 0,0 0-1 0 0,0 0 1 0 0,-1 1-1 0 0,0-1 1 0 0,0 1-1 0 0,0 0 1 0 0,-9-7 0 0 0,11 10-125 0 0,0 0 1 0 0,1 1 0 0 0,-1-1 0 0 0,0 1 0 0 0,0 0 0 0 0,0 0-1 0 0,-1 0 1 0 0,1 0 0 0 0,0 0 0 0 0,0 1 0 0 0,0-1 0 0 0,0 1 0 0 0,-1 0-1 0 0,1 0 1 0 0,0 0 0 0 0,0 1 0 0 0,-1-1 0 0 0,1 1 0 0 0,0-1-1 0 0,0 1 1 0 0,0 0 0 0 0,0 0 0 0 0,0 1 0 0 0,0-1 0 0 0,0 1-1 0 0,0-1 1 0 0,0 1 0 0 0,1 0 0 0 0,-5 3 0 0 0,-4 7 167 0 0,0 0-1 0 0,0 1 1 0 0,1 0 0 0 0,1 1 0 0 0,0 0 0 0 0,0 0 0 0 0,-8 23 0 0 0,-17 26-241 0 0,-21 18 43 0 0,-14 24 1010 0 0,61-91-957 0 0,0 1 0 0 0,2 0-1 0 0,0 0 1 0 0,0 1 0 0 0,-4 28-1 0 0,5-19-93 0 0,-9 65 278 0 0,13-79-396 0 0,0 0 1 0 0,1-1-1 0 0,0 1 1 0 0,1 0-1 0 0,0-1 0 0 0,3 12 1 0 0,-3-19-42 0 0,0 0 0 0 0,0 0 0 0 0,0-1 0 0 0,1 1 0 0 0,-1-1 0 0 0,0 1 0 0 0,1-1 0 0 0,0 1 0 0 0,0-1 0 0 0,0 0 0 0 0,0 0 0 0 0,0 0 0 0 0,0 0 0 0 0,0 0 0 0 0,1 0 0 0 0,-1 0 0 0 0,3 1 0 0 0,0-1-3 0 0,1 0 0 0 0,-1 0-1 0 0,1 0 1 0 0,-1 0 0 0 0,1-1 0 0 0,0 0-1 0 0,0 0 1 0 0,6 0 0 0 0,7-2-37 0 0,0 0 1 0 0,0 0-1 0 0,0-2 1 0 0,22-6-1 0 0,-14 3-11 0 0,-1-3-1 0 0,0 0 1 0 0,0-1-1 0 0,-1-1 1 0 0,0-2-1 0 0,-1 0 1 0 0,-1-2 0 0 0,0-1-1 0 0,-1 0 1 0 0,-1-2-1 0 0,0 0 1 0 0,-1-2-1 0 0,-2 0 1 0 0,0-1-1 0 0,-1 0 1 0 0,0-2-1 0 0,-2 0 1 0 0,-1-1-1 0 0,11-25 1 0 0,-13 23-4 0 0,-2 5 27 0 0,-1 0 0 0 0,0 0 0 0 0,-2-1 0 0 0,9-41 0 0 0,-16 61 15 0 0,-1 0-1 0 0,1-1 1 0 0,0 1 0 0 0,-1 0 0 0 0,1 0-1 0 0,-1-1 1 0 0,0 1 0 0 0,0 0-1 0 0,0 0 1 0 0,0 0 0 0 0,0 0-1 0 0,0 0 1 0 0,-1 0 0 0 0,1 0-1 0 0,0 0 1 0 0,-1 1 0 0 0,-2-3-1 0 0,-32-27-73 0 0,34 30 78 0 0,-157-111-129 0 0,126 91 0 0 0,-2 2 0 0 0,-70-27 0 0 0,98 43-87 0 0,-1 1 0 0 0,1 1 0 0 0,0 0 0 0 0,-1 0 0 0 0,1 0 0 0 0,-1 1 0 0 0,1 0 0 0 0,-1 0 0 0 0,1 1-1 0 0,-1 0 1 0 0,-6 2 0 0 0,-6 3-803 0 0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0.1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198 140 2304 0 0,'-3'-1'139'0'0,"-1"0"0"0"0,1-1 0 0 0,-1 0 0 0 0,1 0 0 0 0,0 0 0 0 0,-1 0 0 0 0,1-1 0 0 0,1 1 0 0 0,-1-1 0 0 0,0 1 0 0 0,-4-7 0 0 0,-2 0 179 0 0,-18-21 759 0 0,-10-9 1102 0 0,37 39-2101 0 0,-1-1-1 0 0,0 0 1 0 0,1 1 0 0 0,-1-1 0 0 0,0 1 0 0 0,0 0 0 0 0,1-1 0 0 0,-1 1 0 0 0,0-1 0 0 0,0 1-1 0 0,0 0 1 0 0,0 0 0 0 0,1 0 0 0 0,-1-1 0 0 0,0 1 0 0 0,0 0 0 0 0,0 0 0 0 0,0 0 0 0 0,0 0-1 0 0,0 0 1 0 0,1 0 0 0 0,-1 1 0 0 0,0-1 0 0 0,0 0 0 0 0,0 0 0 0 0,-1 1 0 0 0,0 0 30 0 0,1 1 1 0 0,-1-1-1 0 0,1 0 1 0 0,-1 1-1 0 0,1-1 1 0 0,0 1-1 0 0,0-1 1 0 0,0 1-1 0 0,0 0 1 0 0,0-1-1 0 0,-2 4 1 0 0,-1 5 299 0 0,1 0 1 0 0,0 0 0 0 0,-3 15 0 0 0,6-24-311 0 0,-9 60 1274 0 0,-2 102 0 0 0,7-66-1022 0 0,2-70-334 0 0,1-1 0 0 0,6 50 0 0 0,-4-66 0 0 0,1 0 1 0 0,1 0 0 0 0,0 1 0 0 0,0-2 0 0 0,1 1 0 0 0,0 0 0 0 0,0-1 0 0 0,1 0 0 0 0,1 0 0 0 0,8 12-1 0 0,2-2-16 0 0,0 0 0 0 0,1-1 0 0 0,1-1 0 0 0,29 22 0 0 0,-37-32 0 0 0,-1-1 0 0 0,1-1 0 0 0,0 0 0 0 0,0 0 0 0 0,1-1 0 0 0,-1 0 0 0 0,1 0 0 0 0,0-1 0 0 0,0-1 0 0 0,0 0 0 0 0,0-1 0 0 0,15 1 0 0 0,-17-2 4 0 0,0 0-1 0 0,0 0 1 0 0,0-1-1 0 0,-1 0 1 0 0,1-1-1 0 0,0 1 0 0 0,0-2 1 0 0,-1 1-1 0 0,1-1 1 0 0,-1-1-1 0 0,0 0 1 0 0,0 0-1 0 0,0 0 1 0 0,0-1-1 0 0,-1 0 0 0 0,0-1 1 0 0,0 1-1 0 0,0-1 1 0 0,-1-1-1 0 0,0 1 1 0 0,0-1-1 0 0,-1 0 0 0 0,0-1 1 0 0,0 1-1 0 0,5-11 1 0 0,-3 4 59 0 0,0-1 1 0 0,-1 0 0 0 0,-1 0-1 0 0,-1 0 1 0 0,0-1-1 0 0,0 0 1 0 0,-2 1 0 0 0,0-1-1 0 0,0-29 1 0 0,-4 23-44 0 0,0 0 1 0 0,-2 0-1 0 0,0 1 0 0 0,-2-1 1 0 0,0 1-1 0 0,-14-32 1 0 0,5 17 26 0 0,-1 1 0 0 0,-2 1 0 0 0,-2 1 0 0 0,-1 1-1 0 0,-1 0 1 0 0,-2 2 0 0 0,-1 0 0 0 0,-29-26 0 0 0,50 52-97 0 0,1 1-1 0 0,0 0 1 0 0,-1 0 0 0 0,0 1-1 0 0,1-1 1 0 0,-1 1-1 0 0,0-1 1 0 0,0 1-1 0 0,0 0 1 0 0,-1 1 0 0 0,1-1-1 0 0,0 1 1 0 0,-1 0-1 0 0,1 0 1 0 0,-1 0-1 0 0,1 1 1 0 0,-1-1 0 0 0,0 1-1 0 0,1 0 1 0 0,-1 1-1 0 0,-5 0 1 0 0,-11 8-5765 0 0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0.9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247 61 456 0 0,'-2'1'262'0'0,"0"1"-1"0"0,0-1 1 0 0,0 1-1 0 0,0-1 1 0 0,0 0-1 0 0,0 0 1 0 0,0 0-1 0 0,0 0 1 0 0,0 0-1 0 0,0 0 1 0 0,-1 0-1 0 0,1-1 1 0 0,0 1-1 0 0,-1-1 1 0 0,1 0 0 0 0,0 1-1 0 0,-5-1 1 0 0,3 0 217 0 0,0 0 1 0 0,1 1 0 0 0,-1-1 0 0 0,0 1 0 0 0,0 0 0 0 0,0 0-1 0 0,1 1 1 0 0,-7 2 0 0 0,1 3 111 0 0,0 0 0 0 0,0 0 0 0 0,1 1 0 0 0,0 0 0 0 0,1 0 0 0 0,-1 1 0 0 0,-8 14 0 0 0,4 0-228 0 0,0-1 0 0 0,-9 29 0 0 0,11-28-255 0 0,2 0 0 0 0,1 1 0 0 0,1 0 0 0 0,1 0 0 0 0,1 0 0 0 0,2 0 0 0 0,0 1 0 0 0,1 0 0 0 0,2-1 1 0 0,0 1-1 0 0,2-1 0 0 0,0 0 0 0 0,2 1 0 0 0,0-1 0 0 0,14 34 0 0 0,-16-50-104 0 0,1 0 0 0 0,-1-1 0 0 0,1 0 1 0 0,1 0-1 0 0,-1 0 0 0 0,1-1 0 0 0,0 1 1 0 0,1-1-1 0 0,-1 0 0 0 0,1-1 0 0 0,1 1 1 0 0,-1-1-1 0 0,1 0 0 0 0,-1-1 0 0 0,16 8 1 0 0,-14-9 0 0 0,1 0-1 0 0,0-1 1 0 0,0 1 0 0 0,0-2 0 0 0,0 1 0 0 0,0-1 0 0 0,1-1 0 0 0,-1 1-1 0 0,0-2 1 0 0,1 1 0 0 0,-1-1 0 0 0,0-1 0 0 0,17-4 0 0 0,-7 1-6 0 0,0-2 1 0 0,0 0 0 0 0,0 0-1 0 0,-1-2 1 0 0,0-1 0 0 0,-1 0 0 0 0,0-1-1 0 0,16-13 1 0 0,-24 16 1 0 0,0-1 0 0 0,0 0 0 0 0,-1-1 0 0 0,0 1-1 0 0,-1-2 1 0 0,0 1 0 0 0,0-1 0 0 0,-1 0 0 0 0,-1 0 0 0 0,0 0 0 0 0,0-1 0 0 0,-1 0 0 0 0,-1 0-1 0 0,3-14 1 0 0,-2-4-31 0 0,-1 0 1 0 0,-1 1-1 0 0,-1-1 0 0 0,-2 0 0 0 0,-1 0 0 0 0,-11-58 0 0 0,10 74-31 0 0,-1-1 0 0 0,0 0 0 0 0,-1 1 0 0 0,-1 0-1 0 0,0 0 1 0 0,-1 0 0 0 0,0 1 0 0 0,-1 0 0 0 0,-1 0 0 0 0,0 1 0 0 0,0 0 0 0 0,-1 1 0 0 0,-1 0 0 0 0,0 0 0 0 0,-17-12-1 0 0,17 17 73 0 0,1 0 0 0 0,-1 0 0 0 0,0 1 0 0 0,-1 0 0 0 0,-20-5 0 0 0,26 9-115 0 0,0-1 1 0 0,-1 1 0 0 0,1 0-1 0 0,0 1 1 0 0,0 0 0 0 0,0 0 0 0 0,-1 0-1 0 0,1 1 1 0 0,0 0 0 0 0,0 0-1 0 0,0 0 1 0 0,-11 5 0 0 0,-12 9-5165 0 0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1.5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92 158 4609 0 0,'-1'-1'83'0'0,"-1"1"1"0"0,1 0-1 0 0,-1 0 0 0 0,1-1 1 0 0,0 1-1 0 0,-1-1 0 0 0,1 1 1 0 0,0-1-1 0 0,-1 0 0 0 0,1 0 1 0 0,0 1-1 0 0,-1-1 0 0 0,1 0 1 0 0,0 0-1 0 0,0 0 0 0 0,0 0 1 0 0,0 0-1 0 0,0-1 0 0 0,0 1 1 0 0,0 0-1 0 0,1 0 0 0 0,-1-1 1 0 0,0 1-1 0 0,1 0 0 0 0,-1-1 1 0 0,0-1-1 0 0,1 2 92 0 0,-1-1 1 0 0,0 0-1 0 0,0 0 0 0 0,0 1 0 0 0,0-1 1 0 0,0 1-1 0 0,0-1 0 0 0,0 1 1 0 0,0-1-1 0 0,0 1 0 0 0,-1 0 0 0 0,1-1 1 0 0,-1 1-1 0 0,1 0 0 0 0,-1 0 1 0 0,1 0-1 0 0,-1 0 0 0 0,0 0 0 0 0,1 1 1 0 0,-1-1-1 0 0,0 0 0 0 0,1 1 1 0 0,-1-1-1 0 0,-3 1 0 0 0,4 0-74 0 0,0 1-1 0 0,-1 0 1 0 0,1 0 0 0 0,0 0-1 0 0,0 0 1 0 0,0 0-1 0 0,0 0 1 0 0,0 1 0 0 0,0-1-1 0 0,0 0 1 0 0,0 0-1 0 0,0 1 1 0 0,0-1 0 0 0,1 1-1 0 0,-1-1 1 0 0,1 1 0 0 0,-1-1-1 0 0,1 1 1 0 0,-1-1-1 0 0,1 1 1 0 0,0-1 0 0 0,0 1-1 0 0,0 1 1 0 0,-4 40 449 0 0,4-42-492 0 0,-2 37 270 0 0,0 131 601 0 0,4-146-879 0 0,0-1 0 0 0,1 1-1 0 0,1-1 1 0 0,1 1 0 0 0,11 26-1 0 0,-12-38-49 0 0,2 0 0 0 0,0 0 0 0 0,0-1 0 0 0,1 0 0 0 0,0 0 0 0 0,1-1 0 0 0,0 0 0 0 0,0 0 0 0 0,1-1 0 0 0,0 0 0 0 0,1 0 0 0 0,0-1 0 0 0,0-1 0 0 0,0 1 0 0 0,1-2 0 0 0,0 1 0 0 0,0-2 0 0 0,0 1 0 0 0,23 4 0 0 0,-23-6-1 0 0,-1-1 0 0 0,1 0 0 0 0,-1-1 0 0 0,1 0 0 0 0,-1-1 0 0 0,1 0 0 0 0,-1-1 0 0 0,1 0 0 0 0,-1-1 0 0 0,1 0 0 0 0,-1 0 0 0 0,0-1 0 0 0,0-1 0 0 0,0 1 0 0 0,0-2 0 0 0,-1 1 0 0 0,1-1 0 0 0,-1-1 0 0 0,0 0-1 0 0,-1 0 1 0 0,0-1 0 0 0,14-13 0 0 0,-7 3 0 0 0,-1 1 1 0 0,-1-2-1 0 0,-1 0 0 0 0,0 0 0 0 0,-2-1 0 0 0,0-1 0 0 0,-1 0 0 0 0,-1 0 0 0 0,-1-1 0 0 0,0 1 1 0 0,4-28-1 0 0,-10 38-3 0 0,0 0 0 0 0,-1-1 0 0 0,0 0 1 0 0,0 1-1 0 0,-1-1 0 0 0,0 1 0 0 0,-1 0 1 0 0,0-1-1 0 0,-1 1 0 0 0,0 0 0 0 0,-1 0 1 0 0,0 0-1 0 0,0 1 0 0 0,-1 0 0 0 0,0-1 0 0 0,-8-9 1 0 0,-9-13 87 0 0,0 1-1 0 0,-34-34 1 0 0,49 57-139 0 0,0 1 0 0 0,-1 0 1 0 0,0 0-1 0 0,0 1 0 0 0,0-1 0 0 0,-1 2 0 0 0,0-1 0 0 0,-1 1 0 0 0,1 1 0 0 0,-1 0 0 0 0,0 0 0 0 0,0 1 0 0 0,-11-3 0 0 0,-7 8-3644 0 0,3 10-1252 0 0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2.2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305 142 3225 0 0,'-10'-4'589'0'0,"1"2"0"0"0,-1-1 0 0 0,0 1-1 0 0,0 0 1 0 0,0 1 0 0 0,0 0 0 0 0,0 1 0 0 0,0 0 0 0 0,-1 1 0 0 0,1 0 0 0 0,0 0 0 0 0,-13 5 0 0 0,15-3-395 0 0,0 1 0 0 0,0-1 0 0 0,1 2 0 0 0,-1-1 0 0 0,1 1-1 0 0,1 0 1 0 0,-1 1 0 0 0,1 0 0 0 0,0 0 0 0 0,0 0 0 0 0,0 1 0 0 0,1 0 0 0 0,-7 10 0 0 0,2-1 91 0 0,1 1 0 0 0,0-1 0 0 0,1 2 1 0 0,1-1-1 0 0,-6 22 0 0 0,11-28-155 0 0,0 1 0 0 0,1 0-1 0 0,0 0 1 0 0,1 0 0 0 0,0 0 0 0 0,1 0-1 0 0,1 0 1 0 0,-1 0 0 0 0,2 0 0 0 0,0-1-1 0 0,0 1 1 0 0,1-1 0 0 0,8 18 0 0 0,-1-7-98 0 0,1 0 0 0 0,1-1 0 0 0,1 0 0 0 0,0-1 0 0 0,29 30 0 0 0,-37-44-32 0 0,1-1 0 0 0,-1 0 0 0 0,1 1 0 0 0,0-2 0 0 0,0 1 0 0 0,1-1 0 0 0,0 0 0 0 0,-1-1 0 0 0,1 0 0 0 0,0 0 0 0 0,1-1 0 0 0,-1 0 0 0 0,0 0 0 0 0,1-1 0 0 0,-1 0 0 0 0,1 0 0 0 0,-1-1 0 0 0,1 0 0 0 0,-1-1 0 0 0,1 0 0 0 0,12-3 0 0 0,2-1 0 0 0,0-2 0 0 0,-1 0 0 0 0,0-1 0 0 0,0-2 0 0 0,-1 0 0 0 0,32-20 0 0 0,-45 25-9 0 0,0-1 1 0 0,0 0 0 0 0,-1 0-1 0 0,0 0 1 0 0,0-1 0 0 0,0 0-1 0 0,-1-1 1 0 0,0 1-1 0 0,6-11 1 0 0,-9 13 0 0 0,0-1 0 0 0,0 0 0 0 0,-1 0 0 0 0,0 0 0 0 0,0 0 0 0 0,-1 0 0 0 0,0-1 0 0 0,0 1 0 0 0,0 0 0 0 0,0-1 0 0 0,-1 1 0 0 0,0 0 0 0 0,-1-1 0 0 0,-2-11 0 0 0,-6-18-26 0 0,-2 2 1 0 0,-1-1 0 0 0,-2 1 0 0 0,-1 1 0 0 0,-2 1-1 0 0,-1 0 1 0 0,-2 1 0 0 0,-1 1 0 0 0,-1 1-1 0 0,-1 1 1 0 0,-32-29 0 0 0,46 47-478 0 0,-1 1 1 0 0,0 1-1 0 0,-1 0 1 0 0,-20-13-1 0 0,10 13-4671 0 0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2.7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98 116 2304 0 0,'-1'-4'218'0'0,"0"-1"0"0"0,0 1 0 0 0,0 0 0 0 0,0-1 0 0 0,-1 1 0 0 0,0 0 0 0 0,-4-7 0 0 0,4 8 211 0 0,1 1 0 0 0,-1-1-1 0 0,0 1 1 0 0,0 0 0 0 0,0 0 0 0 0,0 0 0 0 0,0 0-1 0 0,0 0 1 0 0,0 0 0 0 0,-1 1 0 0 0,1-1 0 0 0,-1 1-1 0 0,0-1 1 0 0,1 1 0 0 0,-1 0 0 0 0,0 0 0 0 0,1 0-1 0 0,-1 1 1 0 0,0-1 0 0 0,0 1 0 0 0,-4-1 0 0 0,5 1-307 0 0,1 1 1 0 0,0-1 0 0 0,-1 1 0 0 0,1-1 0 0 0,0 1 0 0 0,0-1-1 0 0,-1 1 1 0 0,1 0 0 0 0,0 0 0 0 0,0-1 0 0 0,0 1 0 0 0,0 0 0 0 0,0 0-1 0 0,0 0 1 0 0,0 0 0 0 0,1 0 0 0 0,-1 0 0 0 0,0 1 0 0 0,0-1-1 0 0,1 0 1 0 0,-1 0 0 0 0,1 0 0 0 0,-1 1 0 0 0,1-1 0 0 0,0 0 0 0 0,-1 1-1 0 0,1-1 1 0 0,0 0 0 0 0,0 1 0 0 0,0-1 0 0 0,0 2 0 0 0,-2 47 222 0 0,2-45-229 0 0,2 22-71 0 0,1 0 0 0 0,1-1 0 0 0,1 1 0 0 0,1-1 0 0 0,2 0-1 0 0,1 0 1 0 0,0-1 0 0 0,2 0 0 0 0,1-1 0 0 0,1 0 0 0 0,1-1-1 0 0,26 33 1 0 0,-33-49-47 0 0,-1 0 0 0 0,1 0-1 0 0,1-1 1 0 0,-1 0 0 0 0,1 0-1 0 0,0-1 1 0 0,0 0 0 0 0,1-1 0 0 0,0 1-1 0 0,0-2 1 0 0,0 1 0 0 0,0-1-1 0 0,0-1 1 0 0,0 1 0 0 0,1-2-1 0 0,-1 1 1 0 0,1-1 0 0 0,0-1 0 0 0,-1 0-1 0 0,1 0 1 0 0,14-3 0 0 0,-15 2-1 0 0,0-1 0 0 0,-1 0 0 0 0,1-1 0 0 0,-1 0 1 0 0,0 0-1 0 0,0-1 0 0 0,0 0 0 0 0,0 0 1 0 0,-1-1-1 0 0,0 0 0 0 0,0-1 0 0 0,0 1 0 0 0,0-1 1 0 0,-1-1-1 0 0,0 1 0 0 0,-1-1 0 0 0,1 0 1 0 0,-1 0-1 0 0,0-1 0 0 0,-1 1 0 0 0,0-1 0 0 0,0 0 1 0 0,4-14-1 0 0,-2 1-116 0 0,-1 0 1 0 0,-2-1-1 0 0,0 0 0 0 0,-1 1 0 0 0,-1-1 1 0 0,-1 0-1 0 0,-1 0 0 0 0,0 0 1 0 0,-2 1-1 0 0,-1-1 0 0 0,-9-30 1 0 0,10 44-21 0 0,-1 1 1 0 0,1 0 0 0 0,-1 0-1 0 0,0 0 1 0 0,-1 0 0 0 0,1 1 0 0 0,-2 0-1 0 0,1 0 1 0 0,0 0 0 0 0,-1 1-1 0 0,0 0 1 0 0,-1 0 0 0 0,1 0-1 0 0,-1 1 1 0 0,1 0 0 0 0,-9-4 0 0 0,3 3-502 0 0,-1-1 0 0 0,1 2 1 0 0,-1 0-1 0 0,1 0 1 0 0,-1 1-1 0 0,-1 1 1 0 0,1 0-1 0 0,-25 0 1 0 0,-2 5-3169 0 0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3.4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220 115 456 0 0,'-2'1'180'0'0,"0"-1"0"0"0,0 0-1 0 0,0 0 1 0 0,0 0 0 0 0,0 0 0 0 0,0 0 0 0 0,0 0-1 0 0,0-1 1 0 0,0 1 0 0 0,0-1 0 0 0,0 1-1 0 0,0-1 1 0 0,0 0 0 0 0,-4-1 0 0 0,4 0 77 0 0,0 1 0 0 0,-1 0 0 0 0,1 0 0 0 0,-1 1 0 0 0,1-1 0 0 0,-1 0 1 0 0,1 1-1 0 0,-1-1 0 0 0,0 1 0 0 0,1 0 0 0 0,-1 0 0 0 0,1 0 0 0 0,-1 0 0 0 0,-2 1 0 0 0,-3 2 116 0 0,1 0-1 0 0,0 0 0 0 0,1 1 0 0 0,-1 0 0 0 0,1 0 0 0 0,-1 1 0 0 0,1-1 0 0 0,1 1 0 0 0,-1 1 0 0 0,1-1 0 0 0,0 1 0 0 0,-5 6 1 0 0,3-2 110 0 0,0 0 1 0 0,0 0 0 0 0,1 0 0 0 0,1 1 0 0 0,0 0 0 0 0,-8 22 0 0 0,9-13-386 0 0,1 1 0 0 0,1-1 0 0 0,1 1 0 0 0,0-1 0 0 0,2 1 0 0 0,0-1 0 0 0,1 1 0 0 0,2-1 0 0 0,10 38 0 0 0,-12-51-95 0 0,0-1-1 0 0,1 0 1 0 0,-1 0-1 0 0,1 0 1 0 0,1-1-1 0 0,-1 1 1 0 0,1-1-1 0 0,0 1 1 0 0,0-1-1 0 0,1 0 1 0 0,-1-1 0 0 0,1 1-1 0 0,0-1 1 0 0,0 0-1 0 0,1 0 1 0 0,-1-1-1 0 0,1 1 1 0 0,0-1-1 0 0,0 0 1 0 0,9 3-1 0 0,0-2-10 0 0,0-1 0 0 0,0-1 0 0 0,0 0 0 0 0,0 0 0 0 0,0-2 0 0 0,1 0 0 0 0,26-4 0 0 0,-19 2 8 0 0,-17 2-3 0 0,1 0-1 0 0,-1 0 0 0 0,0-1 0 0 0,1 0 1 0 0,-1 0-1 0 0,0-1 0 0 0,0 0 0 0 0,0 0 1 0 0,0 0-1 0 0,-1-1 0 0 0,1 0 0 0 0,-1 0 1 0 0,1 0-1 0 0,-1-1 0 0 0,6-5 0 0 0,-3 3-2 0 0,0-2-1 0 0,-1 1 1 0 0,0-1-1 0 0,-1 0 1 0 0,0 0-1 0 0,0 0 1 0 0,-1-1-1 0 0,0 0 1 0 0,0 0-1 0 0,-1-1 1 0 0,-1 1-1 0 0,1-1 1 0 0,-1 0-1 0 0,-1 0 1 0 0,0 0-1 0 0,0 0 1 0 0,-1 0-1 0 0,-1 0 1 0 0,1-1-1 0 0,-2 1 1 0 0,1 0-1 0 0,-1 0 1 0 0,-4-16-1 0 0,-27-114 332 0 0,28 125-300 0 0,-1 1 0 0 0,0 0 0 0 0,-1-1 0 0 0,-1 2 1 0 0,0-1-1 0 0,-1 1 0 0 0,-12-15 0 0 0,14 21-27 0 0,-1 0-1 0 0,0 0 1 0 0,0 1 0 0 0,0 0-1 0 0,-1 0 1 0 0,0 1 0 0 0,0 0-1 0 0,0 0 1 0 0,-1 1 0 0 0,1 0-1 0 0,-14-3 1 0 0,15 5-154 0 0,0 0-1 0 0,0 1 1 0 0,0 0 0 0 0,0 0 0 0 0,0 1 0 0 0,0 0-1 0 0,0 0 1 0 0,-1 1 0 0 0,1 0 0 0 0,0 0 0 0 0,0 1-1 0 0,0 0 1 0 0,1 0 0 0 0,-1 0 0 0 0,-10 6 0 0 0,-2 3-4932 0 0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3.9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130 1 2304 0 0,'-11'0'1476'0'0,"4"-1"-602"0"0,0 1 1 0 0,0 0-1 0 0,0 1 0 0 0,0-1 0 0 0,0 2 1 0 0,-10 2-1 0 0,14-3-750 0 0,1 0 1 0 0,-1 1-1 0 0,1 0 1 0 0,-1-1-1 0 0,1 1 0 0 0,0 0 1 0 0,-1 0-1 0 0,1 1 1 0 0,0-1-1 0 0,0 0 1 0 0,1 1-1 0 0,-1-1 0 0 0,0 1 1 0 0,1-1-1 0 0,0 1 1 0 0,-1 0-1 0 0,1 0 1 0 0,-1 3-1 0 0,-3 11 57 0 0,0 0 0 0 0,2 1 0 0 0,-1-1 0 0 0,2 1 0 0 0,1 0 0 0 0,0 0 0 0 0,1 0 0 0 0,4 27 0 0 0,-1-20 6 0 0,1 0 1 0 0,2 0-1 0 0,0 0 1 0 0,2-1-1 0 0,15 33 1 0 0,-15-40-81 0 0,1-1 0 0 0,1 0-1 0 0,0-1 1 0 0,1 0 0 0 0,1 0 0 0 0,0-2 0 0 0,1 1-1 0 0,1-1 1 0 0,25 18 0 0 0,-17-12-94 0 0,13 8-10 0 0,-33-26-3 0 0,1 0 0 0 0,-1 0 0 0 0,0 0 0 0 0,1 0-1 0 0,-1-1 1 0 0,1 1 0 0 0,-1 0 0 0 0,1-1 0 0 0,-1 0 0 0 0,1 0-1 0 0,-1 0 1 0 0,1 0 0 0 0,-1 0 0 0 0,1 0 0 0 0,3-1-1 0 0,23-8 1 0 0,21-3 0 0 0,-44 10 21 0 0,0 1 0 0 0,-1 0 0 0 0,1-1 0 0 0,0 0-1 0 0,-1-1 1 0 0,1 1 0 0 0,-1-1 0 0 0,1 0-1 0 0,-1 0 1 0 0,0-1 0 0 0,-1 0 0 0 0,1 0 0 0 0,-1 0-1 0 0,1 0 1 0 0,-1 0 0 0 0,0-1 0 0 0,5-8 0 0 0,2-3 72 0 0,-1-1 0 0 0,-1-1 0 0 0,-1 0 0 0 0,9-24 1 0 0,-13 31-67 0 0,-1 0 1 0 0,0 0 0 0 0,-1 0 0 0 0,0-1 0 0 0,-1 1 0 0 0,0 0 0 0 0,-1-1 0 0 0,0 0-1 0 0,-1 1 1 0 0,0 0 0 0 0,0-1 0 0 0,-2 1 0 0 0,1 0 0 0 0,-6-14 0 0 0,5 17-13 0 0,0 1 1 0 0,-1 0-1 0 0,0-1 1 0 0,0 1-1 0 0,-1 1 1 0 0,0-1-1 0 0,0 1 1 0 0,-1 0-1 0 0,1 0 1 0 0,-1 0 0 0 0,-1 1-1 0 0,1 0 1 0 0,-1 0-1 0 0,0 0 1 0 0,0 1-1 0 0,0 0 1 0 0,0 0-1 0 0,-1 1 1 0 0,1 0-1 0 0,-14-3 1 0 0,5 3-139 0 0,1 0 0 0 0,0 1-1 0 0,-1 1 1 0 0,1 0 0 0 0,-23 3 0 0 0,11 2-627 0 0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4.4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70 1840 0 0,'-19'14'7204'0'0,"31"-27"-5838"0"0,-1 3-832 0 0,1 1 0 0 0,0 0 0 0 0,0 1 0 0 0,19-11 0 0 0,-25 17-494 0 0,-1-1 0 0 0,1 1-1 0 0,-1 0 1 0 0,1 0-1 0 0,0 1 1 0 0,0 0 0 0 0,-1 0-1 0 0,1 0 1 0 0,0 1-1 0 0,0 0 1 0 0,0 0 0 0 0,0 0-1 0 0,10 2 1 0 0,7 4-1007 0 0,1 1-3579 0 0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4.9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1 110 2304 0 0,'24'-9'2099'0'0,"-5"4"-1005"0"0,6-7 373 0 0,-8 4-563 0 0,0 0 1 0 0,0 0 0 0 0,1 2 0 0 0,0 0 0 0 0,1 1 0 0 0,27-3 0 0 0,-21 5-560 0 0,-1-1 1 0 0,33-10 0 0 0,-23 6-339 0 0,-12 2-114 0 0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6.2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30 112 3225 0 0,'-1'1'66'0'0,"-1"0"0"0"0,1-1 1 0 0,0 1-1 0 0,-1-1 0 0 0,1 1 0 0 0,-1-1 1 0 0,1 1-1 0 0,-1-1 0 0 0,1 0 1 0 0,-1 0-1 0 0,1 0 0 0 0,-1 0 0 0 0,-1 0 1 0 0,3 0 48 0 0,-1 0 1 0 0,1 0 0 0 0,0 0 0 0 0,-1-1 0 0 0,1 1-1 0 0,-1 0 1 0 0,1 0 0 0 0,0 0 0 0 0,-1-1-1 0 0,1 1 1 0 0,0 0 0 0 0,0 0 0 0 0,-1-1-1 0 0,1 1 1 0 0,0 0 0 0 0,-1-1 0 0 0,1 1-1 0 0,0 0 1 0 0,0-1 0 0 0,0 1 0 0 0,-1 0 0 0 0,1-1-1 0 0,0 1 1 0 0,0 0 0 0 0,0-1 0 0 0,0 1-1 0 0,0-1 1 0 0,0 1 0 0 0,0-1 0 0 0,0-1 70 0 0,0 1-1 0 0,0-1 1 0 0,1 0 0 0 0,-1 1 0 0 0,1-1 0 0 0,-1 1 0 0 0,1-1 0 0 0,0 0-1 0 0,0 1 1 0 0,0 0 0 0 0,-1-1 0 0 0,1 1 0 0 0,0-1 0 0 0,1 1 0 0 0,-1 0-1 0 0,0 0 1 0 0,0 0 0 0 0,1 0 0 0 0,-1 0 0 0 0,0 0 0 0 0,3-1-1 0 0,11-7 314 0 0,1 0-1 0 0,0 1 0 0 0,0 1 1 0 0,1 0-1 0 0,0 1 0 0 0,0 1 1 0 0,0 1-1 0 0,35-4 0 0 0,42-2-1764 0 0,-59 6-4089 0 0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6.6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2 152 3225 0 0,'0'-2'181'0'0,"-1"0"1"0"0,1 0 0 0 0,0 0-1 0 0,0 0 1 0 0,0 0-1 0 0,0 0 1 0 0,0 0 0 0 0,1 0-1 0 0,-1 0 1 0 0,1 0 0 0 0,-1 0-1 0 0,1 0 1 0 0,0 0-1 0 0,-1 0 1 0 0,3-2 0 0 0,2-2 344 0 0,1 0 0 0 0,0 1 1 0 0,0 0-1 0 0,0 0 0 0 0,0 0 1 0 0,1 1-1 0 0,0 0 0 0 0,13-6 0 0 0,65-19 3652 0 0,-65 23-3293 0 0,-7 3-228 0 0,0 0 0 0 0,1 1 0 0 0,15-1 0 0 0,24-3-176 0 0,-29-3-613 0 0,-22 8-4 0 0,0 0 0 0 0,0 0-1 0 0,0 1 1 0 0,0-1-1 0 0,0 0 1 0 0,0 1 0 0 0,1-1-1 0 0,-1 1 1 0 0,0 0 0 0 0,0-1-1 0 0,0 1 1 0 0,1 0-1 0 0,-1 0 1 0 0,0 1 0 0 0,0-1-1 0 0,4 1 1 0 0,9 2-5891 0 0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7.2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 39 1376 0 0,'-2'0'107'0'0,"0"0"-6"0"0,-28 12 12445 0 0,99-8-11348 0 0,-44-2-1321 0 0,44-1 0 0 0,-39-4-454 0 0,0-2 0 0 0,-1 0 0 0 0,0-2 0 0 0,51-20 0 0 0,-51 16-602 0 0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7.7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12 2304 0 0,'0'0'99'0'0,"1"0"-1"0"0,-1 1 1 0 0,0-1-1 0 0,1 0 1 0 0,-1 0-1 0 0,0 1 1 0 0,1-1-1 0 0,-1 0 1 0 0,0 0-1 0 0,1 0 1 0 0,-1 0-1 0 0,0 0 1 0 0,1 1-1 0 0,-1-1 1 0 0,1 0-1 0 0,-1 0 1 0 0,0 0-1 0 0,1 0 1 0 0,-1 0-1 0 0,1 0 1 0 0,-1 0-1 0 0,0 0 1 0 0,1 0-1 0 0,-1 0 1 0 0,0 0-1 0 0,1-1 1 0 0,-1 1-1 0 0,1 0 1 0 0,-1 0-1 0 0,0 0 1 0 0,1 0-1 0 0,-1-1 0 0 0,0 1 1 0 0,1 0-1 0 0,29-7 1827 0 0,-10 2-711 0 0,-6 5-1029 0 0,0-1 1 0 0,0 2 0 0 0,0 0-1 0 0,0 1 1 0 0,0 0-1 0 0,0 1 1 0 0,19 7-1 0 0,-15-5-3886 0 0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8.4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11 920 0 0,'3'-2'14084'0'0,"18"-5"-13653"0"0,-16 6-300 0 0,1 1 0 0 0,0 0 0 0 0,-1 0 0 0 0,1 0-1 0 0,0 1 1 0 0,0-1 0 0 0,-1 2 0 0 0,1-1 0 0 0,-1 0 0 0 0,1 1 0 0 0,6 3-1 0 0,13 3 125 0 0,11 1-1955 0 0,1-2 1 0 0,60 4-1 0 0,-72-10-3532 0 0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8.8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 5529 0 0,'68'-4'4717'0'0,"-44"2"-3947"0"0,0 1 1 0 0,44 4-1 0 0,-13 5 100 0 0,-23-2-974 0 0,34 1 0 0 0,-43-7-4601 0 0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4.0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91 1 5529 0 0,'-18'68'793'0'0,"3"0"0"0"0,3 1 0 0 0,-4 95 0 0 0,-3 15-76 0 0,9-93-1907 0 0,9-77-1805 0 0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4.65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0 329 2304 0 0,'2'-6'267'0'0,"0"0"-1"0"0,1 0 1 0 0,-1 0-1 0 0,1 0 1 0 0,0 0-1 0 0,1 1 1 0 0,-1 0-1 0 0,1 0 1 0 0,8-8-1 0 0,-11 14-27 0 0,1 0 0 0 0,0 0 0 0 0,-1 0 1 0 0,0 0-1 0 0,1 0 0 0 0,-1 0 0 0 0,0 1 0 0 0,0-1 0 0 0,0 1 0 0 0,0-1 0 0 0,0 1 0 0 0,0-1 0 0 0,0 1 1 0 0,0 0-1 0 0,0-1 0 0 0,0 4 0 0 0,1-2 109 0 0,16 32 480 0 0,3-1 0 0 0,0 0-1 0 0,2-2 1 0 0,2-1 0 0 0,1-1 0 0 0,1 0-1 0 0,1-3 1 0 0,2 0 0 0 0,51 35 0 0 0,-79-60-760 0 0,0-1 0 0 0,0 1-1 0 0,0-1 1 0 0,0 0 0 0 0,0 1 0 0 0,1-1 0 0 0,-1 0 0 0 0,0-1 0 0 0,1 1 0 0 0,-1 0-1 0 0,1-1 1 0 0,-1 1 0 0 0,1-1 0 0 0,2 1 0 0 0,-3-2-15 0 0,0 0 0 0 0,0 0 0 0 0,-1 0 0 0 0,1 0 1 0 0,0 0-1 0 0,0 0 0 0 0,-1 0 0 0 0,1 0 0 0 0,-1-1 0 0 0,1 1 0 0 0,-1-1 0 0 0,0 1 0 0 0,0-1 1 0 0,1 1-1 0 0,-1-1 0 0 0,0 0 0 0 0,0 0 0 0 0,-1 0 0 0 0,2-3 0 0 0,3-7-10 0 0,0 0 0 0 0,-1 0 0 0 0,-1 0 0 0 0,0-1 0 0 0,-1 0-1 0 0,0 0 1 0 0,-1 1 0 0 0,0-1 0 0 0,-2-16 0 0 0,-3-19 74 0 0,-10-52 1 0 0,10 78-183 0 0,-34-182-535 0 0,17 118-2922 0 0,16 67-2461 0 0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5.6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165 69 3225 0 0,'2'-5'159'0'0,"-1"0"0"0"0,0 0 0 0 0,0 0 0 0 0,-1 0 0 0 0,1-1 0 0 0,-1 1 0 0 0,0 0 0 0 0,-1-8 0 0 0,1 12-41 0 0,0 1 0 0 0,0-1 0 0 0,0 0-1 0 0,0 1 1 0 0,-1-1 0 0 0,1 0 0 0 0,0 1 0 0 0,0-1-1 0 0,-1 1 1 0 0,1-1 0 0 0,0 0 0 0 0,-1 1-1 0 0,1-1 1 0 0,-1 1 0 0 0,1-1 0 0 0,-1 1 0 0 0,1-1-1 0 0,-1 1 1 0 0,1-1 0 0 0,-1 1 0 0 0,1 0 0 0 0,-1-1-1 0 0,0 1 1 0 0,1 0 0 0 0,-2-1 0 0 0,0 1 71 0 0,1 0 1 0 0,-1 0-1 0 0,1 1 1 0 0,-1-1-1 0 0,1 0 0 0 0,-1 1 1 0 0,1 0-1 0 0,-1-1 1 0 0,1 1-1 0 0,0 0 1 0 0,-1-1-1 0 0,1 1 1 0 0,0 0-1 0 0,-1 0 1 0 0,1 0-1 0 0,0 0 1 0 0,-1 2-1 0 0,-3 2 154 0 0,0 0 1 0 0,1 0-1 0 0,0 1 1 0 0,0-1-1 0 0,0 1 1 0 0,1 0-1 0 0,0 1 1 0 0,-3 7-1 0 0,-19 60 493 0 0,15-40-706 0 0,-7 17-138 0 0,3 1 0 0 0,-9 60 0 0 0,20-95-2 0 0,2 0 1 0 0,0-1 0 0 0,0 1-1 0 0,2 0 1 0 0,0 0 0 0 0,1 0-1 0 0,1 0 1 0 0,0 0 0 0 0,1-1 0 0 0,13 32-1 0 0,-16-44 11 0 0,1 0 0 0 0,0-1 0 0 0,0 1-1 0 0,0 0 1 0 0,0-1 0 0 0,1 1 0 0 0,0-1-1 0 0,-1 0 1 0 0,1 0 0 0 0,0 0 0 0 0,0 0-1 0 0,1-1 1 0 0,-1 1 0 0 0,1-1 0 0 0,-1 0-1 0 0,1 0 1 0 0,0 0 0 0 0,0 0 0 0 0,0 0 0 0 0,0-1-1 0 0,0 0 1 0 0,0 0 0 0 0,0 0 0 0 0,6 0-1 0 0,-2-1 18 0 0,0-1 1 0 0,0 0-1 0 0,0 0 0 0 0,0 0 0 0 0,0-1 0 0 0,0-1 0 0 0,0 1 0 0 0,-1-1 0 0 0,0-1 0 0 0,1 1 0 0 0,12-10 0 0 0,-7 5 32 0 0,1-2 1 0 0,-2 0-1 0 0,1 0 0 0 0,-1-1 0 0 0,-1-1 0 0 0,0 0 1 0 0,-1-1-1 0 0,0 0 0 0 0,-1 0 0 0 0,-1-1 0 0 0,0 0 1 0 0,0 0-1 0 0,-2-1 0 0 0,9-26 0 0 0,-11 27-10 0 0,-1 1-1 0 0,-1-1 1 0 0,0 1-1 0 0,-1-1 1 0 0,-1 0-1 0 0,0 0 1 0 0,-1 0-1 0 0,0 1 1 0 0,-1-1-1 0 0,0 0 1 0 0,-2 1-1 0 0,1 0 1 0 0,-1 0-1 0 0,-1 0 1 0 0,-1 0 0 0 0,0 0-1 0 0,-12-19 1 0 0,9 20 95 0 0,0 0 0 0 0,-1 0 1 0 0,0 1-1 0 0,-1 0 0 0 0,0 0 0 0 0,0 1 1 0 0,-19-11-1 0 0,24 17-206 0 0,0 1 0 0 0,0-1 0 0 0,0 1 1 0 0,-1 1-1 0 0,1-1 0 0 0,-1 1 0 0 0,0 0 0 0 0,-8 0 0 0 0,11 1-217 0 0,0 1 0 0 0,0 0 0 0 0,0 0 0 0 0,0 0 0 0 0,0 1 0 0 0,0-1 0 0 0,0 1-1 0 0,0 0 1 0 0,0 0 0 0 0,1 1 0 0 0,-1-1 0 0 0,0 1 0 0 0,1 0 0 0 0,-1-1 0 0 0,-3 4 0 0 0,-10 8-5129 0 0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6.0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159 128 6913 0 0,'-3'-13'508'0'0,"-1"0"0"0"0,0 0 0 0 0,-1 0 0 0 0,-12-23 0 0 0,16 34-435 0 0,0 1 1 0 0,0-1-1 0 0,0 1 0 0 0,0-1 1 0 0,0 0-1 0 0,0 1 0 0 0,0 0 1 0 0,0-1-1 0 0,-1 1 0 0 0,1 0 1 0 0,0 0-1 0 0,-1-1 0 0 0,1 1 0 0 0,-1 0 1 0 0,0 1-1 0 0,1-1 0 0 0,-1 0 1 0 0,0 0-1 0 0,1 1 0 0 0,-1-1 1 0 0,0 1-1 0 0,0-1 0 0 0,0 1 1 0 0,1 0-1 0 0,-1 0 0 0 0,0-1 1 0 0,0 1-1 0 0,0 1 0 0 0,0-1 1 0 0,1 0-1 0 0,-1 0 0 0 0,0 1 0 0 0,0-1 1 0 0,1 1-1 0 0,-1-1 0 0 0,0 1 1 0 0,0 0-1 0 0,1 0 0 0 0,-1 0 1 0 0,1 0-1 0 0,-1 0 0 0 0,1 0 1 0 0,-1 0-1 0 0,1 0 0 0 0,0 1 1 0 0,-1-1-1 0 0,1 1 0 0 0,-1 1 0 0 0,-3 3 15 0 0,0 1-1 0 0,0-1 0 0 0,1 1 1 0 0,0 1-1 0 0,0-1 0 0 0,1 0 0 0 0,-1 1 1 0 0,2 0-1 0 0,-1 0 0 0 0,1 0 0 0 0,1 0 1 0 0,-2 8-1 0 0,0 13 134 0 0,1 0 0 0 0,2 31 0 0 0,0-53-168 0 0,1 32 236 0 0,10 71 0 0 0,-9-100-263 0 0,-1 0 0 0 0,2 0-1 0 0,0-1 1 0 0,0 1 0 0 0,1-1 0 0 0,0 0-1 0 0,0 0 1 0 0,1-1 0 0 0,0 1-1 0 0,0-1 1 0 0,1 0 0 0 0,13 14 0 0 0,-14-18-25 0 0,1-1-1 0 0,-1 0 1 0 0,1 0 0 0 0,-1 0 0 0 0,1 0 0 0 0,0-1 0 0 0,0 0-1 0 0,0 0 1 0 0,0-1 0 0 0,0 0 0 0 0,0 0 0 0 0,1 0 0 0 0,-1-1-1 0 0,0 0 1 0 0,0 0 0 0 0,1 0 0 0 0,-1-1 0 0 0,0 0-1 0 0,0 0 1 0 0,0-1 0 0 0,0 1 0 0 0,8-4 0 0 0,5-3 96 0 0,-1 1 1 0 0,0-2-1 0 0,0-1 1 0 0,-1 0-1 0 0,29-22 1 0 0,-36 24-42 0 0,-1 0 1 0 0,0 0 0 0 0,-1-1-1 0 0,0 0 1 0 0,0 0-1 0 0,-1-1 1 0 0,0 0 0 0 0,-1 0-1 0 0,0-1 1 0 0,-1 0-1 0 0,0 0 1 0 0,0 0 0 0 0,-2-1-1 0 0,1 1 1 0 0,-1-1-1 0 0,-1 0 1 0 0,0 0-1 0 0,-1 0 1 0 0,0 0 0 0 0,0 0-1 0 0,-2 0 1 0 0,1 0-1 0 0,-2 0 1 0 0,1 0 0 0 0,-2 0-1 0 0,0 0 1 0 0,0 1-1 0 0,-1-1 1 0 0,-10-21 0 0 0,8 21-21 0 0,-1 0 0 0 0,0 0 1 0 0,-1 1-1 0 0,0 0 1 0 0,0 0-1 0 0,-1 1 1 0 0,-14-12-1 0 0,19 18-126 0 0,-1 1-1 0 0,0-1 1 0 0,1 1-1 0 0,-2 0 1 0 0,1 0-1 0 0,0 1 1 0 0,0-1-1 0 0,-1 1 1 0 0,1 0-1 0 0,-1 1 1 0 0,0 0 0 0 0,0-1-1 0 0,1 2 1 0 0,-1-1-1 0 0,0 1 1 0 0,0 0-1 0 0,0 0 1 0 0,0 0-1 0 0,-7 2 1 0 0,-17 6-5885 0 0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6.7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197 17 3225 0 0,'-3'1'55'0'0,"1"0"1"0"0,-1 0-1 0 0,1 1 1 0 0,-1-1 0 0 0,1 1-1 0 0,0 0 1 0 0,-1 0-1 0 0,1 0 1 0 0,0 0-1 0 0,0 0 1 0 0,0 0-1 0 0,1 0 1 0 0,-1 1 0 0 0,-2 4-1 0 0,0-2 252 0 0,-20 28 935 0 0,2 0 1 0 0,2 2-1 0 0,0 0 0 0 0,-16 44 1 0 0,29-61-876 0 0,1 0 1 0 0,0 1-1 0 0,1 0 1 0 0,1 0-1 0 0,1 0 1 0 0,0 0-1 0 0,2 1 1 0 0,0-1-1 0 0,1 1 1 0 0,5 32-1 0 0,-2-43-278 0 0,0 1 1 0 0,0-1-1 0 0,1 0 0 0 0,1 0 0 0 0,-1 0 1 0 0,2 0-1 0 0,-1-1 0 0 0,1 0 0 0 0,0 0 0 0 0,1-1 1 0 0,14 14-1 0 0,-6-7-26 0 0,2-1-1 0 0,-1-1 1 0 0,1 0 0 0 0,34 16-1 0 0,-45-24-47 0 0,1-2 0 0 0,0 1 0 0 0,0-1 0 0 0,0 0-1 0 0,0-1 1 0 0,1 1 0 0 0,-1-1 0 0 0,0-1 0 0 0,1 1 0 0 0,-1-1-1 0 0,0-1 1 0 0,15-2 0 0 0,-11 1 39 0 0,0-1-1 0 0,-1-1 1 0 0,1 0-1 0 0,-1-1 1 0 0,0 1-1 0 0,0-2 1 0 0,17-11-1 0 0,-9 2 93 0 0,0 0-1 0 0,-1-1 0 0 0,-1-1 1 0 0,0 0-1 0 0,-2-1 1 0 0,0-1-1 0 0,19-33 1 0 0,-28 43-113 0 0,0 1 0 0 0,-1-1 0 0 0,-1 0-1 0 0,1-1 1 0 0,-1 1 0 0 0,-1 0 0 0 0,0-1 0 0 0,0 0 0 0 0,-1 1 0 0 0,0-1 0 0 0,-1 0 0 0 0,0 0 0 0 0,-1 1 0 0 0,1-1 0 0 0,-2 0-1 0 0,0 1 1 0 0,0-1 0 0 0,0 1 0 0 0,-1-1 0 0 0,-1 1 0 0 0,0 0 0 0 0,0 0 0 0 0,0 1 0 0 0,-8-11 0 0 0,-5-11-33 0 0,-2 1 0 0 0,-2 1 0 0 0,0 1 0 0 0,-2 0 1 0 0,0 2-1 0 0,-45-37 0 0 0,62 58-70 0 0,0 0 0 0 0,0 0 0 0 0,0 0 1 0 0,-1 1-1 0 0,1 0 0 0 0,-1 0 0 0 0,0 1 0 0 0,0 0 0 0 0,-11-2 0 0 0,15 3-44 0 0,-1 1-1 0 0,1 0 0 0 0,-1 0 0 0 0,1 0 1 0 0,-1 0-1 0 0,1 0 0 0 0,-1 1 0 0 0,1 0 1 0 0,-1 0-1 0 0,1 0 0 0 0,0 0 0 0 0,-1 0 1 0 0,1 1-1 0 0,0-1 0 0 0,0 1 0 0 0,0 0 0 0 0,0 0 1 0 0,0 0-1 0 0,0 0 0 0 0,1 1 0 0 0,-4 2 1 0 0,-10 15-5521 0 0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7.2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221 167 4145 0 0,'0'-8'420'0'0,"0"-1"0"0"0,0 1 1 0 0,0-1-1 0 0,-1 1 0 0 0,0-1 1 0 0,-1 1-1 0 0,0-1 0 0 0,0 1 1 0 0,-1 0-1 0 0,0 0 0 0 0,0 0 0 0 0,-1 0 1 0 0,0 1-1 0 0,0 0 0 0 0,-1-1 1 0 0,0 1-1 0 0,0 1 0 0 0,-10-11 1 0 0,14 17-329 0 0,0-1 1 0 0,0 0-1 0 0,0 1 1 0 0,0-1-1 0 0,0 0 1 0 0,0 1-1 0 0,0-1 1 0 0,0 1 0 0 0,0 0-1 0 0,0-1 1 0 0,0 1-1 0 0,0 0 1 0 0,0 0-1 0 0,0-1 1 0 0,0 1-1 0 0,0 0 1 0 0,0 0 0 0 0,-1 0-1 0 0,1 0 1 0 0,0 1-1 0 0,0-1 1 0 0,0 0-1 0 0,0 0 1 0 0,-2 1-1 0 0,1 1 19 0 0,-1-1 0 0 0,1 1 0 0 0,0-1 0 0 0,0 1 0 0 0,0 0 0 0 0,0 0 0 0 0,0 0 0 0 0,0 0 0 0 0,-3 4 0 0 0,-2 6 90 0 0,0-1 1 0 0,1 1-1 0 0,-5 15 1 0 0,10-24-120 0 0,-16 38 174 0 0,3 0 0 0 0,1 1 0 0 0,2 0 0 0 0,-8 63 0 0 0,17-83-154 0 0,1 0 0 0 0,0 0 0 0 0,2 0 0 0 0,1 0 0 0 0,0 0 0 0 0,2 0 0 0 0,0 0 0 0 0,2-1 0 0 0,0 0 0 0 0,16 35 0 0 0,-13-36-102 0 0,2 0 0 0 0,1-1 0 0 0,0 0 0 0 0,27 31 0 0 0,-34-44 0 0 0,2 0 0 0 0,-1 0 0 0 0,0-1 0 0 0,1 0 0 0 0,0 0 0 0 0,1 0 0 0 0,7 3 0 0 0,-11-6 0 0 0,0 0 0 0 0,1-1 0 0 0,-1 0 0 0 0,1 1 0 0 0,-1-2 0 0 0,1 1 0 0 0,0 0 0 0 0,-1-1 0 0 0,1 0 0 0 0,0 0 0 0 0,-1 0 0 0 0,1-1 0 0 0,8-1 0 0 0,-8 0 6 0 0,0 1 1 0 0,-1-1-1 0 0,1 0 1 0 0,0-1-1 0 0,-1 1 1 0 0,0-1-1 0 0,1 0 1 0 0,-1 0-1 0 0,0 0 1 0 0,0 0-1 0 0,-1-1 1 0 0,6-6-1 0 0,-3 2 21 0 0,0 0 1 0 0,-1 0-1 0 0,0 0 1 0 0,-1-1-1 0 0,0 0 1 0 0,3-10-1 0 0,1-10 60 0 0,-1 1 0 0 0,-2-1 0 0 0,3-41 0 0 0,-6 48-59 0 0,-1 0-1 0 0,-2-1 0 0 0,0 1 1 0 0,-1 0-1 0 0,-1-1 1 0 0,-1 1-1 0 0,-2 1 1 0 0,-11-34-1 0 0,11 40-81 0 0,0 2 1 0 0,-1-1-1 0 0,-1 1 0 0 0,0 0 1 0 0,0 0-1 0 0,-1 1 1 0 0,-1 0-1 0 0,0 0 0 0 0,-1 2 1 0 0,0-1-1 0 0,-1 1 0 0 0,0 1 1 0 0,-20-13-1 0 0,27 19-127 0 0,-1 0 1 0 0,1 0-1 0 0,-1 0 1 0 0,0 0-1 0 0,0 1 1 0 0,-1 0-1 0 0,1 1 1 0 0,0-1-1 0 0,0 1 0 0 0,-1 0 1 0 0,1 1-1 0 0,-1-1 1 0 0,1 1-1 0 0,-1 1 1 0 0,1-1-1 0 0,-1 1 1 0 0,-6 2-1 0 0,-12 8-818 0 0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7.97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287 1 1376 0 0,'-8'0'550'0'0,"-1"1"0"0"0,0 0 1 0 0,1 1-1 0 0,-1 0 0 0 0,1 0 0 0 0,-1 1 0 0 0,1 0 0 0 0,0 0 0 0 0,0 1 0 0 0,0 0 0 0 0,1 1 0 0 0,-1-1 0 0 0,1 2 0 0 0,0-1 0 0 0,-7 8 0 0 0,-9 11 518 0 0,1 0-1 0 0,-33 48 1 0 0,48-62-901 0 0,1 0 85 0 0,0 0 0 0 0,1 0 0 0 0,0 0 0 0 0,0 1 1 0 0,1-1-1 0 0,1 1 0 0 0,0 0 0 0 0,0 0 0 0 0,1 1 0 0 0,1-1 0 0 0,0 0 0 0 0,0 22 1 0 0,2-16-164 0 0,1 0 0 0 0,0 0 0 0 0,1 0 0 0 0,1 0 0 0 0,1 0 0 0 0,0-1 0 0 0,14 30 0 0 0,-16-40-85 0 0,1 0 1 0 0,-1 0-1 0 0,1 0 0 0 0,1 0 1 0 0,-1 0-1 0 0,1-1 0 0 0,0 0 0 0 0,0 0 1 0 0,0 0-1 0 0,1 0 0 0 0,-1-1 1 0 0,1 0-1 0 0,1 0 0 0 0,-1-1 1 0 0,0 0-1 0 0,1 0 0 0 0,12 4 0 0 0,-5-4 4 0 0,0-1 0 0 0,0 0-1 0 0,0-1 1 0 0,0 0 0 0 0,1-1-1 0 0,-1-1 1 0 0,28-5 0 0 0,-20 3 116 0 0,0-1 0 0 0,0-2 1 0 0,-1 0-1 0 0,34-14 0 0 0,-48 17-88 0 0,-1-1 0 0 0,0 1 0 0 0,0-1 1 0 0,0 0-1 0 0,0-1 0 0 0,-1 0 0 0 0,1 1 0 0 0,-1-2 0 0 0,-1 1 0 0 0,1-1 0 0 0,-1 1 0 0 0,0-1 0 0 0,0 0 0 0 0,0-1 0 0 0,-1 1 0 0 0,0-1 1 0 0,0 1-1 0 0,2-10 0 0 0,-2 3 26 0 0,-1-1-1 0 0,0 0 1 0 0,-1 1 0 0 0,0-1 0 0 0,-1 0 0 0 0,-1 0 0 0 0,0 1-1 0 0,-1-1 1 0 0,0 0 0 0 0,-1 1 0 0 0,-1 0 0 0 0,-6-17-1 0 0,2 10-96 0 0,-1 1 0 0 0,-1-1-1 0 0,-1 1 1 0 0,0 1-1 0 0,-1 0 1 0 0,-1 1-1 0 0,-17-18 1 0 0,28 33-83 0 0,-1-1 1 0 0,1 1-1 0 0,0-1 1 0 0,0 1-1 0 0,-1 0 0 0 0,0 0 1 0 0,1 0-1 0 0,-1 0 1 0 0,0 0-1 0 0,0 1 1 0 0,0-1-1 0 0,0 1 1 0 0,0 0-1 0 0,0 0 0 0 0,0 0 1 0 0,-1 0-1 0 0,1 1 1 0 0,0-1-1 0 0,-6 1 1 0 0,-5 3-1208 0 0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8.4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221 71 1840 0 0,'1'-2'206'0'0,"0"0"0"0"0,0 0-1 0 0,0 0 1 0 0,0 0 0 0 0,0 0-1 0 0,0-1 1 0 0,-1 1-1 0 0,1 0 1 0 0,-1 0 0 0 0,0-1-1 0 0,1 1 1 0 0,-1 0-1 0 0,0-1 1 0 0,0 1 0 0 0,-1 0-1 0 0,1-1 1 0 0,0 1 0 0 0,-1 0-1 0 0,1-1 1 0 0,-1 1-1 0 0,0 0 1 0 0,0 0 0 0 0,-2-4-1 0 0,2 4 39 0 0,-1 1 0 0 0,0 0-1 0 0,1-1 1 0 0,-1 1 0 0 0,0 0 0 0 0,0 0-1 0 0,0 0 1 0 0,0 0 0 0 0,0 1 0 0 0,0-1-1 0 0,0 0 1 0 0,0 1 0 0 0,-1 0-1 0 0,1-1 1 0 0,0 1 0 0 0,0 0 0 0 0,0 0-1 0 0,-1 0 1 0 0,1 0 0 0 0,0 1 0 0 0,0-1-1 0 0,0 0 1 0 0,0 1 0 0 0,0 0-1 0 0,-4 1 1 0 0,3-1-215 0 0,0 1 0 0 0,0 0 0 0 0,0-1-1 0 0,0 1 1 0 0,0 0 0 0 0,0 1 0 0 0,1-1 0 0 0,-1 0 0 0 0,1 1-1 0 0,-1-1 1 0 0,1 1 0 0 0,0 0 0 0 0,-2 4 0 0 0,-24 46 346 0 0,20-37-335 0 0,-12 25 384 0 0,-26 79 0 0 0,40-99-282 0 0,1 1-1 0 0,0 0 0 0 0,1 0 1 0 0,2 0-1 0 0,0 40 0 0 0,3-56-111 0 0,0-1 1 0 0,0 1-1 0 0,0 0 0 0 0,1 0 0 0 0,0-1 0 0 0,1 1 0 0 0,-1-1 0 0 0,1 0 0 0 0,0 0 0 0 0,0 0 0 0 0,1 0 0 0 0,-1 0 1 0 0,1-1-1 0 0,0 1 0 0 0,0-1 0 0 0,1 0 0 0 0,-1 0 0 0 0,1-1 0 0 0,9 6 0 0 0,7 4 158 0 0,0-2 0 0 0,1-1 0 0 0,35 12 0 0 0,-47-18-126 0 0,0-1 1 0 0,0 0-1 0 0,0 0 0 0 0,0-1 1 0 0,0 0-1 0 0,1-1 0 0 0,-1-1 1 0 0,1 1-1 0 0,-1-1 0 0 0,0-1 1 0 0,1 0-1 0 0,-1-1 0 0 0,0 0 1 0 0,0 0-1 0 0,0-1 0 0 0,0 0 1 0 0,0-1-1 0 0,-1 0 0 0 0,1-1 1 0 0,-1 0-1 0 0,0 0 0 0 0,-1-1 1 0 0,1 0-1 0 0,-1 0 0 0 0,0-1 1 0 0,-1 0-1 0 0,0-1 0 0 0,0 0 1 0 0,0 0-1 0 0,5-9 0 0 0,-4 3 51 0 0,0 0-1 0 0,0-1 1 0 0,-2 0-1 0 0,0 0 1 0 0,-1-1-1 0 0,0 0 1 0 0,-1 1-1 0 0,-1-2 1 0 0,0 1-1 0 0,-2 0 1 0 0,1-20-1 0 0,-2 23-25 0 0,0-1 1 0 0,-1 0-1 0 0,-1 1 0 0 0,0-1 0 0 0,-1 1 1 0 0,0 0-1 0 0,-1 0 0 0 0,-1 0 0 0 0,0 0 1 0 0,-1 1-1 0 0,0-1 0 0 0,0 1 0 0 0,-16-19 1 0 0,19 26-223 0 0,-1 1 0 0 0,-1-1 1 0 0,1 1-1 0 0,-1 0 0 0 0,1 0 0 0 0,-1 1 1 0 0,0-1-1 0 0,0 1 0 0 0,-1 0 1 0 0,1 0-1 0 0,-1 1 0 0 0,0 0 1 0 0,1 0-1 0 0,-1 0 0 0 0,0 0 0 0 0,-10 0 1 0 0,-2 3-6786 0 0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9.1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171 1 6913 0 0,'-4'0'182'0'0,"-1"1"-1"0"0,1 0 0 0 0,0 0 0 0 0,0 1 1 0 0,-1-1-1 0 0,1 1 0 0 0,0 0 0 0 0,1 0 1 0 0,-1 0-1 0 0,0 1 0 0 0,-6 4 0 0 0,-35 35 1768 0 0,37-31-1731 0 0,0 0 0 0 0,1 0 0 0 0,0 0 1 0 0,1 1-1 0 0,0 0 0 0 0,0 0 0 0 0,2 1 0 0 0,-1-1 0 0 0,2 1 0 0 0,0 0 0 0 0,0 0 1 0 0,1 1-1 0 0,1-1 0 0 0,0 0 0 0 0,1 1 0 0 0,0-1 0 0 0,3 18 0 0 0,1-3 40 0 0,2 1-1 0 0,1-1 0 0 0,1-1 1 0 0,1 0-1 0 0,1 0 1 0 0,2 0-1 0 0,15 25 0 0 0,-23-44-236 0 0,0-1 0 0 0,1 0 0 0 0,0-1 0 0 0,0 1 0 0 0,0-1 0 0 0,1 0 0 0 0,0 0 0 0 0,0-1 0 0 0,1 0 0 0 0,-1 0 0 0 0,1 0 0 0 0,0-1 0 0 0,11 5 0 0 0,-11-6-12 0 0,-1-1 1 0 0,1 0-1 0 0,0-1 0 0 0,0 1 1 0 0,0-1-1 0 0,0-1 0 0 0,1 1 1 0 0,-1-1-1 0 0,0-1 0 0 0,0 1 0 0 0,0-1 1 0 0,0-1-1 0 0,0 1 0 0 0,0-1 1 0 0,12-5-1 0 0,-6 1 96 0 0,-1-1 1 0 0,1 0-1 0 0,-1-1 1 0 0,-1 0-1 0 0,0-1 0 0 0,0 0 1 0 0,-1-1-1 0 0,0 0 0 0 0,0 0 1 0 0,-1-1-1 0 0,-1-1 1 0 0,0 1-1 0 0,0-1 0 0 0,-2-1 1 0 0,1 1-1 0 0,-1-1 0 0 0,-1-1 1 0 0,4-15-1 0 0,-4 16-57 0 0,-1 0 0 0 0,-1-1 0 0 0,-1 0-1 0 0,0 0 1 0 0,0 0 0 0 0,-2 0 0 0 0,1 0-1 0 0,-2 0 1 0 0,0 0 0 0 0,-1 0 0 0 0,0 0 0 0 0,-1 1-1 0 0,0-1 1 0 0,-1 1 0 0 0,-1-1 0 0 0,0 1-1 0 0,-1 1 1 0 0,-10-18 0 0 0,11 23-106 0 0,0 0-1 0 0,-1 1 1 0 0,0 0 0 0 0,0 0-1 0 0,0 1 1 0 0,0 0 0 0 0,-1 0-1 0 0,0 0 1 0 0,0 1 0 0 0,0 0-1 0 0,-1 0 1 0 0,1 1 0 0 0,-1 0 0 0 0,0 0-1 0 0,0 1 1 0 0,0 0 0 0 0,-8-1-1 0 0,8 2-738 0 0,1 0 1 0 0,-1 1-1 0 0,1 0 0 0 0,0 1 0 0 0,-1 0 0 0 0,1 0 1 0 0,-9 2-1 0 0,-5 4-4792 0 0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9.6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110 28 3225 0 0,'1'-1'19'0'0,"-1"0"0"0"0,0-1 1 0 0,0 1-1 0 0,0 0 0 0 0,0 0 1 0 0,0-1-1 0 0,0 1 0 0 0,-1 0 1 0 0,1 0-1 0 0,0-1 0 0 0,-1 1 1 0 0,1 0-1 0 0,-1 0 0 0 0,1 0 1 0 0,-1-1-1 0 0,1 1 1 0 0,-1 0-1 0 0,0 0 0 0 0,1 0 1 0 0,-1 0-1 0 0,-1-1 0 0 0,1 2 118 0 0,0 0 0 0 0,0 0 1 0 0,0 0-1 0 0,1 0 0 0 0,-1-1 0 0 0,0 1 0 0 0,0 0 0 0 0,0 0 0 0 0,0 1 0 0 0,0-1 0 0 0,1 0 1 0 0,-1 0-1 0 0,0 0 0 0 0,0 1 0 0 0,0-1 0 0 0,0 0 0 0 0,1 1 0 0 0,-1-1 0 0 0,0 0 1 0 0,0 1-1 0 0,1-1 0 0 0,-2 2 0 0 0,-3 2 469 0 0,0 0 1 0 0,1 0-1 0 0,-1 0 1 0 0,1 1-1 0 0,0 0 1 0 0,0 0-1 0 0,-3 6 1 0 0,0 4-128 0 0,0 0 0 0 0,1 0 0 0 0,1 1 1 0 0,1 0-1 0 0,0 0 0 0 0,1 0 0 0 0,-2 25 1 0 0,3-1 108 0 0,5 77 0 0 0,-1-100-475 0 0,0 0-1 0 0,0 0 1 0 0,2 0-1 0 0,0 0 1 0 0,8 18-1 0 0,-9-28-94 0 0,0-1-1 0 0,0 1 1 0 0,1-1-1 0 0,0 1 1 0 0,0-1-1 0 0,1 0 1 0 0,0-1-1 0 0,0 1 1 0 0,0-1-1 0 0,0 0 1 0 0,1 0-1 0 0,0-1 1 0 0,0 1-1 0 0,11 5 1 0 0,-5-5-6 0 0,0 0 1 0 0,0-1 0 0 0,0 0-1 0 0,1-1 1 0 0,0 0-1 0 0,-1-1 1 0 0,1 0-1 0 0,0-1 1 0 0,0 0 0 0 0,0-1-1 0 0,0-1 1 0 0,24-4-1 0 0,-30 4 26 0 0,0-1 0 0 0,0 0-1 0 0,-1 0 1 0 0,1 0-1 0 0,0-1 1 0 0,-1 0-1 0 0,0 0 1 0 0,1-1 0 0 0,-1 0-1 0 0,-1 0 1 0 0,1 0-1 0 0,-1-1 1 0 0,1 0-1 0 0,-1 0 1 0 0,-1 0 0 0 0,1-1-1 0 0,-1 1 1 0 0,0-1-1 0 0,0 0 1 0 0,0 0-1 0 0,-1-1 1 0 0,0 1 0 0 0,0-1-1 0 0,3-11 1 0 0,-3 1 160 0 0,-1 1 0 0 0,-1-1 1 0 0,0 0-1 0 0,-1 1 0 0 0,0-1 1 0 0,-2 0-1 0 0,0 1 0 0 0,-7-30 1 0 0,1 17 7 0 0,-1 0 0 0 0,-2 1 0 0 0,-27-54 1 0 0,35 75-292 0 0,-1 1 1 0 0,0-1 0 0 0,0 1 0 0 0,0 0 0 0 0,-1 0 0 0 0,0 0 0 0 0,0 1-1 0 0,0-1 1 0 0,-1 1 0 0 0,-11-8 0 0 0,1 7-855 0 0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0.3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 21 1376 0 0,'-1'1'189'0'0,"1"-1"0"0"0,-1 0 0 0 0,0 1 0 0 0,0-1-1 0 0,0 0 1 0 0,0 1 0 0 0,0-1 0 0 0,0 0 0 0 0,0 0 0 0 0,1 0-1 0 0,-1 0 1 0 0,0 0 0 0 0,0 0 0 0 0,0 0 0 0 0,0 0 0 0 0,0-1 0 0 0,0 1-1 0 0,0 0 1 0 0,0 0 0 0 0,0-1 0 0 0,1 1 0 0 0,-1-1 0 0 0,0 1-1 0 0,0 0 1 0 0,0-1 0 0 0,1 0 0 0 0,-1 1 0 0 0,0-1 0 0 0,1 1-1 0 0,-1-1 1 0 0,-1-1 126 0 0,2 2-189 0 0,0-1 0 0 0,0 1 0 0 0,0 0 0 0 0,0-1 0 0 0,0 1 0 0 0,-1 0 0 0 0,1-1 0 0 0,0 1 0 0 0,0 0 0 0 0,0-1 0 0 0,0 1 0 0 0,0 0 0 0 0,0-1 0 0 0,0 1 1 0 0,0 0-1 0 0,0-1 0 0 0,0 1 0 0 0,0 0 0 0 0,0-1 0 0 0,1 1 0 0 0,-1 0 0 0 0,0-1 0 0 0,0 1 0 0 0,1-1 378 0 0,-1 0-378 0 0,1 1 21 0 0,0-1-1 0 0,0 0 1 0 0,0 1 0 0 0,0-1 0 0 0,0 1 0 0 0,0 0-1 0 0,0-1 1 0 0,0 1 0 0 0,0 0 0 0 0,1-1-1 0 0,-1 1 1 0 0,0 0 0 0 0,0 0 0 0 0,0 0-1 0 0,2 0 1 0 0,23 2 1183 0 0,42 6-1 0 0,13 2-844 0 0,-57-9-671 0 0,67 5 339 0 0,-33 4-3414 0 0,-45-7-1687 0 0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0.7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62 55 1376 0 0,'-9'-16'-82'0'0,"7"13"664"0"0,0-1 1 0 0,0 0 0 0 0,0 1 0 0 0,0-1 0 0 0,-1 1 0 0 0,1 0 0 0 0,-1 0 0 0 0,0 0 0 0 0,0 0 0 0 0,-4-3 0 0 0,7 6-470 0 0,-1 0 0 0 0,0 0 1 0 0,1 1-1 0 0,-1-1 0 0 0,1 0 1 0 0,-1 0-1 0 0,0 0 0 0 0,1 0 1 0 0,-1 1-1 0 0,1-1 0 0 0,-1 0 1 0 0,1 1-1 0 0,-1-1 0 0 0,1 0 1 0 0,-1 1-1 0 0,1-1 0 0 0,0 1 1 0 0,-1-1-1 0 0,1 0 0 0 0,-1 1 1 0 0,1-1-1 0 0,0 1 0 0 0,-1 0 1 0 0,1-1-1 0 0,0 1 0 0 0,0-1 1 0 0,-1 1-1 0 0,1-1 0 0 0,0 1 1 0 0,0-1-1 0 0,0 1 0 0 0,0 0 1 0 0,0-1-1 0 0,0 1 0 0 0,0-1 1 0 0,0 2-1 0 0,-4 25 1717 0 0,4-27-1781 0 0,-3 39 577 0 0,2-1 1 0 0,1 0-1 0 0,8 48 1 0 0,-2-48-3128 0 0,16 55 0 0 0,-11-56-2356 0 0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1.1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66 6913 0 0,'0'-1'175'0'0,"1"-1"0"0"0,-1 0 0 0 0,1 0 0 0 0,0 0 0 0 0,-1 1 0 0 0,1-1 0 0 0,0 0 0 0 0,0 1 1 0 0,0-1-1 0 0,0 1 0 0 0,1-1 0 0 0,-1 1 0 0 0,0-1 0 0 0,0 1 0 0 0,1 0 0 0 0,-1 0 0 0 0,1 0 0 0 0,-1 0 0 0 0,1 0 0 0 0,2-2 0 0 0,35-14 3048 0 0,-38 16-3179 0 0,14-3 276 0 0,1 1 0 0 0,-1 0 0 0 0,0 0 0 0 0,1 2 0 0 0,0 0 0 0 0,-1 1 0 0 0,20 1 1 0 0,11 1-987 0 0,-29-2-178 0 0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1.4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40 1 5985 0 0,'-1'0'61'0'0,"0"0"0"0"0,0 0 0 0 0,0 1 0 0 0,1-1 0 0 0,-1 0-1 0 0,0 1 1 0 0,0-1 0 0 0,0 1 0 0 0,1-1 0 0 0,-1 1 0 0 0,0-1 0 0 0,1 1-1 0 0,-1 0 1 0 0,0-1 0 0 0,1 1 0 0 0,-1 0 0 0 0,1-1 0 0 0,-1 1 0 0 0,1 0-1 0 0,-1 0 1 0 0,1 0 0 0 0,0-1 0 0 0,-1 1 0 0 0,1 0 0 0 0,0 0 0 0 0,0 0-1 0 0,0 1 1 0 0,-6 32 1429 0 0,5-22-1200 0 0,-7 39 1758 0 0,0 76 1 0 0,8-103-2127 0 0,1 1 0 0 0,1-1 0 0 0,1 0 0 0 0,2 0 1 0 0,9 33-1 0 0,-4-32-4627 0 0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1.98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27 4145 0 0,'12'-3'8480'0'0,"72"-18"-5622"0"0,-65 19-2414 0 0,-1 1 0 0 0,1 1 1 0 0,-1 1-1 0 0,24 3 0 0 0,34 10-1919 0 0,-64-11 297 0 0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2.3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 1 4145 0 0,'-1'2'229'0'0,"0"0"1"0"0,0 0-1 0 0,0 0 0 0 0,1 0 0 0 0,-1 0 1 0 0,1 0-1 0 0,-1 0 0 0 0,1 0 1 0 0,0 1-1 0 0,-1 3 0 0 0,1 1 75 0 0,-1-1-207 0 0,-14 153 2924 0 0,15-141-2892 0 0,1-1 1 0 0,0 0 0 0 0,1 0 0 0 0,1 0-1 0 0,1 0 1 0 0,0 0 0 0 0,10 22-1 0 0,-4-17-229 0 0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2.7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61 6913 0 0,'0'0'529'0'0,"1"0"-319"0"0,4-1 261 0 0,1 0 0 0 0,-1-1 0 0 0,0 1 1 0 0,0-1-1 0 0,0-1 0 0 0,6-2 0 0 0,9-4 814 0 0,8 0-290 0 0,0 1 0 0 0,0 2 1 0 0,0 1-1 0 0,1 1 0 0 0,37 0 1 0 0,-22 3-3668 0 0,52 8 1 0 0,-80-5-2855 0 0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3.1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4145 0 0,'0'26'3893'0'0,"0"47"1794"0"0,3 8-4365 0 0,-1-49-2387 0 0,2 0 0 0 0,1 0 0 0 0,10 34-1 0 0,-6-38-49 0 0,0-1 662 0 0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3.7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26 5985 0 0,'39'-5'4436'0'0,"37"10"-1197"0"0,-54-3-3087 0 0,1 0 0 0 0,0-2-1 0 0,28-2 1 0 0,-24-3-1132 0 0,-1 0 1 0 0,36-13-1 0 0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4.0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43 10 4609 0 0,'0'-1'92'0'0,"-1"0"0"0"0,1 0 0 0 0,-1 1 0 0 0,0-1-1 0 0,1 1 1 0 0,-1-1 0 0 0,0 1 0 0 0,0-1 0 0 0,1 1 0 0 0,-1-1 0 0 0,0 1 0 0 0,0-1 0 0 0,0 1 0 0 0,0 0-1 0 0,1-1 1 0 0,-1 1 0 0 0,0 0 0 0 0,0 0 0 0 0,0 0 0 0 0,0 0 0 0 0,0 0 0 0 0,0 0 0 0 0,0 0 0 0 0,0 0-1 0 0,1 0 1 0 0,-1 0 0 0 0,0 1 0 0 0,0-1 0 0 0,-1 0 0 0 0,1 2 86 0 0,-1 1 1 0 0,1-1-1 0 0,0 0 0 0 0,0 0 1 0 0,0 0-1 0 0,1 1 0 0 0,-1-1 1 0 0,1 0-1 0 0,-1 0 0 0 0,1 1 1 0 0,-1 2-1 0 0,-3 26 235 0 0,2 1 0 0 0,0 0-1 0 0,2 0 1 0 0,2-1 0 0 0,1 1 0 0 0,1 0-1 0 0,2-1 1 0 0,1 0 0 0 0,11 31 0 0 0,-6-30-564 0 0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4.4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22 3225 0 0,'19'4'3003'0'0,"20"-6"53"0"0,45-8-1 0 0,22-1-1228 0 0,-93 10-2007 0 0,24 0 320 0 0,-13 1-4020 0 0,-9 2-525 0 0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4.7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44 1 7370 0 0,'-2'2'155'0'0,"-1"0"0"0"0,1 1 0 0 0,0-1 0 0 0,0 1 0 0 0,0-1 0 0 0,0 1 1 0 0,1 0-1 0 0,-1 0 0 0 0,1 0 0 0 0,-1 0 0 0 0,1 0 0 0 0,0 0 0 0 0,0 5 1 0 0,-10 47 800 0 0,10-41-700 0 0,-4 34-220 0 0,2 0 0 0 0,8 96 0 0 0,-3-107-96 0 0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5.18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 25 4609 0 0,'-2'0'255'0'0,"1"0"0"0"0,0 0-1 0 0,0 0 1 0 0,-1 0 0 0 0,1 0 0 0 0,0-1 0 0 0,-1 1 0 0 0,1 0-1 0 0,0 0 1 0 0,0-1 0 0 0,-1 1 0 0 0,1-1 0 0 0,0 1 0 0 0,0-1-1 0 0,0 0 1 0 0,0 1 0 0 0,-1-1 0 0 0,1 0 0 0 0,0 0 0 0 0,0 0-1 0 0,1 0 1 0 0,-2-1 0 0 0,2 2-178 0 0,0 0 0 0 0,-1 0 1 0 0,1-1-1 0 0,0 1 0 0 0,0 0 0 0 0,0-1 0 0 0,0 1 0 0 0,0 0 0 0 0,0 0 0 0 0,0-1 1 0 0,0 1-1 0 0,1 0 0 0 0,-1-1 0 0 0,0 1 0 0 0,0 0 0 0 0,0 0 0 0 0,0-1 1 0 0,0 1-1 0 0,0 0 0 0 0,0 0 0 0 0,1-1 0 0 0,-1 1 0 0 0,0 0 0 0 0,0 0 0 0 0,0-1 1 0 0,1 1-1 0 0,-1 0 0 0 0,0 0 0 0 0,0 0 0 0 0,1-1 0 0 0,-1 1 0 0 0,18-5 1091 0 0,7 6-676 0 0,-1 0 1 0 0,0 1-1 0 0,0 2 1 0 0,0 0-1 0 0,-1 2 0 0 0,1 0 1 0 0,22 11-1 0 0,-9-5-3558 0 0,55 11 0 0 0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5.5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32 4 4489 0 0,'-1'0'14'0'0,"0"-1"0"0"0,1 1 1 0 0,-1-1-1 0 0,1 1 0 0 0,-1 0 0 0 0,0 0 0 0 0,1-1 1 0 0,-1 1-1 0 0,0 0 0 0 0,1 0 0 0 0,-1 0 0 0 0,0 0 1 0 0,0 0-1 0 0,1 0 0 0 0,-1 0 0 0 0,0 0 0 0 0,1 0 1 0 0,-1 0-1 0 0,0 0 0 0 0,1 0 0 0 0,-1 0 1 0 0,0 1-1 0 0,1-1 0 0 0,-1 0 0 0 0,0 0 0 0 0,1 1 1 0 0,-2 0-1 0 0,-2 19 940 0 0,3-6-311 0 0,-3 23 777 0 0,2 0 0 0 0,3 54 0 0 0,4-46-1280 0 0,16 74 0 0 0,-16-92-34 0 0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5.8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67 6449 0 0,'-1'0'499'0'0,"23"-26"3477"0"0,-17 22-3429 0 0,1 0 1 0 0,1 1 0 0 0,-1-1 0 0 0,0 1-1 0 0,1 1 1 0 0,11-4 0 0 0,42-5-412 0 0,-41 8-1078 0 0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6.26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 0 8290 0 0,'-1'1'95'0'0,"0"-1"1"0"0,-1 1 0 0 0,1 0-1 0 0,0 0 1 0 0,0 0-1 0 0,0 0 1 0 0,0 0-1 0 0,0 0 1 0 0,1 0 0 0 0,-1 0-1 0 0,0 0 1 0 0,0 0-1 0 0,1 0 1 0 0,-1 0-1 0 0,0 1 1 0 0,1-1 0 0 0,-1 0-1 0 0,1 0 1 0 0,0 1-1 0 0,-1-1 1 0 0,1 0-1 0 0,0 3 1 0 0,-4 41 1260 0 0,3-26-645 0 0,-2 12 676 0 0,2 55 1 0 0,3-64-1558 0 0,0-1 0 0 0,1 1 0 0 0,9 28 0 0 0,-7-34 35 0 0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23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114 219 2304 0 0,'4'-8'-50'0'0,"-3"6"5"0"0,1-1 1 0 0,0 1-1 0 0,-1-1 1 0 0,0 0-1 0 0,1 0 1 0 0,-1 0-1 0 0,0 1 0 0 0,-1-1 1 0 0,2-6-1 0 0,-3 2 150 0 0,0 0-1 0 0,1-1 0 0 0,0 1 0 0 0,0-1 0 0 0,1 1 0 0 0,0-1 0 0 0,0 1 0 0 0,1 0 1 0 0,0-1-1 0 0,4-10 0 0 0,3-12 252 0 0,4-1 11299 0 0,-17 29-11193 0 0,-46-3 2780 0 0,16-4-2234 0 0,32 8-921 0 0,0 0 0 0 0,1 0 0 0 0,-2 0 1 0 0,1 0-1 0 0,0 0 0 0 0,0 0 0 0 0,0 1 0 0 0,0-1 1 0 0,0 1-1 0 0,-1-1 0 0 0,1 1 0 0 0,0 0 0 0 0,0 0 1 0 0,0 0-1 0 0,-1 0 0 0 0,1 1 0 0 0,0-1 0 0 0,0 0 1 0 0,0 1-1 0 0,-1 0 0 0 0,1-1 0 0 0,0 1 1 0 0,0 0-1 0 0,0 0 0 0 0,0 0 0 0 0,-3 3 0 0 0,3-1-75 0 0,0 0-1 0 0,0 0 1 0 0,1 0-1 0 0,-1 0 1 0 0,1 0-1 0 0,0 0 1 0 0,-1 1-1 0 0,2-1 1 0 0,-1 0-1 0 0,0 1 1 0 0,1-1-1 0 0,-1 1 0 0 0,1-1 1 0 0,0 7-1 0 0,6 59-39 0 0,-3-46 42 0 0,28 152-14 0 0,-1-5 0 0 0,-6 283 0 0 0,-11-119 0 0 0,8 608 6 0 0,-21-870-2 0 0,-8 550 258 0 0,-14-431 350 0 0,9-104-504 0 0,4-34-108 0 0,4-35-5 0 0,2 0 0 0 0,-2 30 0 0 0,5-47-64 0 0,2-13-631 0 0,1 3 68 0 0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26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440 197 456 0 0,'-1'-3'190'0'0,"-2"1"0"0"0,1 0-1 0 0,0 0 1 0 0,0 0 0 0 0,-1 0 0 0 0,1 1 0 0 0,-1-1-1 0 0,1 0 1 0 0,-1 1 0 0 0,0 0 0 0 0,0 0-1 0 0,1 0 1 0 0,-1 0 0 0 0,0 0 0 0 0,-4 0-1 0 0,4 0 37 0 0,0 0-1 0 0,0 0 0 0 0,-1 0 1 0 0,1 0-1 0 0,0 0 0 0 0,0-1 0 0 0,0 1 1 0 0,0-1-1 0 0,-5-4 0 0 0,8 6-164 0 0,0 0 1 0 0,0 0-1 0 0,0 0 0 0 0,0-1 0 0 0,-1 1 0 0 0,1 0 0 0 0,0 0 1 0 0,0 0-1 0 0,0 0 0 0 0,0-1 0 0 0,-1 1 0 0 0,1 0 0 0 0,0 0 1 0 0,0 0-1 0 0,0-1 0 0 0,0 1 0 0 0,0 0 0 0 0,0 0 0 0 0,0 0 1 0 0,0-1-1 0 0,0 1 0 0 0,0 0 0 0 0,0 0 0 0 0,0-1 0 0 0,0 1 0 0 0,0 0 1 0 0,0 0-1 0 0,0 0 0 0 0,0-1 0 0 0,0 1 0 0 0,0 0 0 0 0,0 0 1 0 0,0-1-1 0 0,0 1 0 0 0,0 0 0 0 0,1 0 0 0 0,-1 0 0 0 0,0-1 1 0 0,0 1-1 0 0,12-5 1091 0 0,21 1-587 0 0,-26 3-289 0 0,437-34 4069 0 0,-210 23-4092 0 0,128-5 437 0 0,-138 21-440 0 0,-132 1-115 0 0,129-11 0 0 0,371-36 1420 0 0,-100 39-387 0 0,-362 3-1115 0 0,91-4-42 0 0,123 2 61 0 0,4-6 330 0 0,-72-3 204 0 0,29 6-22 0 0,248 6 49 0 0,-385 9-573 0 0,178 12 64 0 0,-28-13-124 0 0,-208-9 0 0 0,0 4 0 0 0,115 19 0 0 0,-191-17 0 0 0,61 12 0 0 0,0-5 0 0 0,144 4 0 0 0,218-38 440 0 0,-436 20-375 0 0,45 0 343 0 0,-61 1-383 0 0,-1 1-1 0 0,1-1 1 0 0,0 1 0 0 0,-1 0-1 0 0,1 0 1 0 0,0 1-1 0 0,-1-1 1 0 0,1 1 0 0 0,-1 0-1 0 0,7 4 1 0 0,-11-5-48 0 0,1 1 0 0 0,0-1 0 0 0,-1 1 0 0 0,1 0 0 0 0,-1-1 0 0 0,0 1 0 0 0,0 0 1 0 0,1-1-1 0 0,-1 1 0 0 0,0 0 0 0 0,0-1 0 0 0,-1 1 0 0 0,1 0 0 0 0,0-1 0 0 0,-1 1 0 0 0,0 2 0 0 0,0 8-123 0 0,1-12 30 0 0,1-1-15 0 0,0 1 0 0 0,0-1 0 0 0,0 0-1 0 0,0 0 1 0 0,-1 1 0 0 0,1-1 0 0 0,0 0 0 0 0,0 0 0 0 0,-1 0 0 0 0,1 0 0 0 0,0 0 0 0 0,-1 0 0 0 0,1 0 0 0 0,-1 0 0 0 0,1-1 0 0 0,-1 1 0 0 0,0 0 0 0 0,1 0 0 0 0,-1 0 0 0 0,0 0 0 0 0,0-1 0 0 0,0 1 0 0 0,0 0 0 0 0,0 0-1 0 0,0-2 1 0 0,2-9-218 0 0,1 5-286 0 0,-3 6 572 0 0,0 1 1 0 0,0-1 0 0 0,0 0 0 0 0,0 0 0 0 0,0 0 0 0 0,0 0 0 0 0,1 0 0 0 0,-1 0-1 0 0,0 0 1 0 0,1 1 0 0 0,-1-1 0 0 0,1 0 0 0 0,-1 0 0 0 0,1 0 0 0 0,-1 1 0 0 0,1-1 0 0 0,0 0-1 0 0,-1 1 1 0 0,1-1 0 0 0,10 2 5046 0 0,-20 20-4880 0 0,4-9 52 0 0,0 0-1 0 0,0 0 1 0 0,-4 16 0 0 0,0 36-93 0 0,1 1 1 0 0,3 72-1 0 0,14 131 250 0 0,-1 42-112 0 0,-64 611-201 0 0,21-268 0 0 0,39-238 278 0 0,1-82-76 0 0,-5-328-195 0 0,1 21 100 0 0,1-18-54 0 0,2-8-40 0 0,-4 0-77 0 0,0 2-32 0 0,-1 1 90 0 0,0-1 0 0 0,1 0-1 0 0,-1 0 1 0 0,0 1-1 0 0,0-1 1 0 0,0 0 0 0 0,0 0-1 0 0,0 0 1 0 0,0 0 0 0 0,-1 0-1 0 0,-1 2 1 0 0,-3 0 6 0 0,1-1 0 0 0,-1 1 0 0 0,0-1 0 0 0,-1 0 0 0 0,1-1 0 0 0,0 1 0 0 0,-1-1 0 0 0,1-1 0 0 0,-14 3 0 0 0,-10 3 0 0 0,-16 7 12 0 0,0-3 0 0 0,-1-1 0 0 0,0-3 0 0 0,-71 2 0 0 0,-34 0-112 0 0,68-3 217 0 0,-122-6 1 0 0,-73-32-295 0 0,-25-2-1 0 0,66 10 224 0 0,-110-5 36 0 0,-609-17-294 0 0,769 34 183 0 0,-353 10-274 0 0,198 27 295 0 0,-182 0-719 0 0,-22 0-142 0 0,178-1 424 0 0,224-25 439 0 0,72-1 20 0 0,-82 9 0 0 0,-216 44 404 0 0,322-47-381 0 0,-1-2 0 0 0,-97-9 0 0 0,40 1 189 0 0,83 7-172 0 0,1 1 1 0 0,-1 2 0 0 0,1 0 0 0 0,0 2 0 0 0,0 0 0 0 0,1 1 0 0 0,-37 18-1 0 0,35-15 9 0 0,0 0-1 0 0,-1-1 1 0 0,-1-2-1 0 0,1 0 1 0 0,-51 5-1 0 0,-50-15 84 0 0,94 1-245 0 0,-1 0 0 0 0,0 3 0 0 0,0 0 0 0 0,-53 11 0 0 0,62-6-82 0 0,5-1 93 0 0,0-1 0 0 0,0 0 0 0 0,-26 0 1 0 0,28-7-416 0 0,12-2-31 0 0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27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14 108 4609 0 0,'8'-20'454'0'0,"7"-23"-29"0"0,-14 41-354 0 0,-1 1 1 0 0,1-1-1 0 0,-1 0 1 0 0,0 0-1 0 0,0 1 0 0 0,0-1 1 0 0,0 0-1 0 0,0 0 1 0 0,0 1-1 0 0,0-1 0 0 0,-1 0 1 0 0,1 0-1 0 0,-1 1 1 0 0,1-1-1 0 0,-1 0 0 0 0,0 1 1 0 0,1-1-1 0 0,-1 1 1 0 0,0-1-1 0 0,0 1 0 0 0,-2-3 1 0 0,3 4-22 0 0,0 0 0 0 0,-1-1 0 0 0,1 1 0 0 0,0-1 0 0 0,-1 1 0 0 0,1 0 0 0 0,0-1 0 0 0,-1 1 0 0 0,1 0 0 0 0,-1 0 0 0 0,1-1 0 0 0,-1 1 0 0 0,1 0 0 0 0,0 0 0 0 0,-1-1 0 0 0,1 1 0 0 0,-1 0 0 0 0,1 0 0 0 0,-1 0 0 0 0,1 0 0 0 0,-1 0 0 0 0,1 0 0 0 0,-1 0 0 0 0,1 0 0 0 0,-1 0 0 0 0,1 0 0 0 0,-1 0 0 0 0,1 0 0 0 0,-1 0 0 0 0,1 0 0 0 0,-1 1 0 0 0,1-1 0 0 0,-1 0-1 0 0,1 0 1 0 0,-1 1 0 0 0,1-1 0 0 0,-1 0 0 0 0,1 0 0 0 0,0 1 0 0 0,-1-1 0 0 0,1 0 0 0 0,0 1 0 0 0,-1-1 0 0 0,1 1 0 0 0,0-1 0 0 0,-1 0 0 0 0,1 1 0 0 0,0-1 0 0 0,0 1 0 0 0,-1 0 0 0 0,1 0 88 0 0,-1 1 0 0 0,0-1 0 0 0,1 0 0 0 0,0 1 0 0 0,-1-1 0 0 0,1 1 0 0 0,0-1 0 0 0,0 1 0 0 0,-1-1 0 0 0,1 1 0 0 0,1-1 0 0 0,-1 1 0 0 0,0-1 1 0 0,0 1-1 0 0,0-1 0 0 0,2 3 0 0 0,0 1 759 0 0,1 0 0 0 0,0 0 0 0 0,1-1 0 0 0,-1 1 1 0 0,1-1-1 0 0,0 0 0 0 0,0 0 0 0 0,7 5 1 0 0,-10-8-891 0 0,-1 0 0 0 0,1 0 1 0 0,0-1-1 0 0,-1 1 0 0 0,1 0 1 0 0,-1 0-1 0 0,1 0 0 0 0,-1 0 1 0 0,0 0-1 0 0,1 0 1 0 0,-1 0-1 0 0,0 0 0 0 0,1 0 1 0 0,-1 0-1 0 0,0 0 0 0 0,0 0 1 0 0,0 0-1 0 0,0 0 0 0 0,0 0 1 0 0,0 0-1 0 0,0 0 0 0 0,-1 2 1 0 0,-8 25 108 0 0,5-16 29 0 0,-9 41 328 0 0,6-29-355 0 0,2 1 0 0 0,0-1 0 0 0,1 1 1 0 0,2 0-1 0 0,0 33 0 0 0,74 452-12 0 0,-28-245-97 0 0,21 127-21 0 0,39 339 656 0 0,-98-440-455 0 0,-5-127-130 0 0,-15 127 204 0 0,1-94-99 0 0,12-118-151 0 0,3-1 0 0 0,4 0 1 0 0,26 129-1 0 0,-31-198 7 0 0,0 0-1 0 0,0 0 1 0 0,-1 0 0 0 0,-1 16-1 0 0,0 3 11 0 0,1-24-43 0 0,0-3-20 0 0,1 0 1 0 0,-1 0-1 0 0,0 0 0 0 0,0-1 1 0 0,0 1-1 0 0,0 0 0 0 0,0 0 0 0 0,0 0 1 0 0,-1 0-1 0 0,1 0 0 0 0,0 0 1 0 0,0-1-1 0 0,-1 1 0 0 0,1 0 1 0 0,0 0-1 0 0,-1 0 0 0 0,1-1 1 0 0,-1 1-1 0 0,1 0 0 0 0,-1 0 1 0 0,1-1-1 0 0,-1 1 0 0 0,0 0 1 0 0,1-1-1 0 0,-1 1 0 0 0,0-1 1 0 0,1 1-1 0 0,-1-1 0 0 0,0 1 0 0 0,0-1 1 0 0,0 0-1 0 0,1 1 0 0 0,-2-1 1 0 0,-6 4-740 0 0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0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853 28 3225 0 0,'-1'0'55'0'0,"0"-1"0"0"0,0 0 0 0 0,0 1-1 0 0,0-1 1 0 0,1 0 0 0 0,-1 0 0 0 0,0 1 0 0 0,0-1 0 0 0,1 0 0 0 0,-1 0 0 0 0,0 0 0 0 0,1 0 0 0 0,-1 0 0 0 0,1 0 0 0 0,-1 0 0 0 0,1 0 0 0 0,0-1 0 0 0,-1 1 0 0 0,1-2 0 0 0,-4-5 1701 0 0,-5 21-37 0 0,6-8-1261 0 0,0 0 0 0 0,0-1-1 0 0,0 1 1 0 0,-1-1 0 0 0,1 1 0 0 0,-1-1-1 0 0,0 0 1 0 0,0 0 0 0 0,-1-1 0 0 0,1 1-1 0 0,-1-1 1 0 0,0 0 0 0 0,-8 4 0 0 0,4-3-119 0 0,-1 0 0 0 0,0-1 0 0 0,0-1 0 0 0,0 1 1 0 0,-1-1-1 0 0,-18 0 0 0 0,-4-2 22 0 0,-1-2 0 0 0,1-1-1 0 0,-50-11 1 0 0,19 1-61 0 0,-49-10 1017 0 0,-135-11 0 0 0,241 34-1235 0 0,1-1-30 0 0,0 0 0 0 0,1 1 0 0 0,-1 0 0 0 0,0 0 0 0 0,0 1 0 0 0,1-1 0 0 0,-1 1 0 0 0,-7 3 0 0 0,13-3-87 0 0,0 0 1 0 0,0 0 0 0 0,0 0 0 0 0,0 0-1 0 0,0 0 1 0 0,0 0 0 0 0,0 0-1 0 0,1 0 1 0 0,-1 0 0 0 0,0 0 0 0 0,1 0-1 0 0,-1 0 1 0 0,1 0 0 0 0,-1 0 0 0 0,1 0-1 0 0,-1-1 1 0 0,1 1 0 0 0,0 0-1 0 0,-1 0 1 0 0,3 1 0 0 0,14 20-6355 0 0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1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1 1376 0 0,'-6'1'153'0'0,"1"-1"0"0"0,0 2 0 0 0,-1-1 0 0 0,1 0 0 0 0,0 1 0 0 0,0 0 0 0 0,0 1 0 0 0,0-1 0 0 0,0 1-1 0 0,0 0 1 0 0,1 0 0 0 0,0 0 0 0 0,-1 0 0 0 0,-6 8 0 0 0,6-5 243 0 0,1 1-1 0 0,-1-1 1 0 0,1 1-1 0 0,0 0 1 0 0,0 1 0 0 0,1-1-1 0 0,0 1 1 0 0,0-1-1 0 0,-1 9 1 0 0,-2 15 786 0 0,2 0 1 0 0,1 1-1 0 0,2-1 1 0 0,2 36-1 0 0,-1-47-1160 0 0,46 501 2195 0 0,-21-306-2123 0 0,14 122 945 0 0,113 463-1 0 0,-131-722-966 0 0,-4 2 0 0 0,-4 0 0 0 0,-2 1 0 0 0,-5 0 0 0 0,-4 107 0 0 0,-4-124 104 0 0,2-1 0 0 0,16 110 0 0 0,-13-133 78 0 0,-1 1 0 0 0,-8 79 1 0 0,2-58-50 0 0,7 95 555 0 0,6-110-700 0 0,-7-42-46 0 0,0 1 0 0 0,-1 0 0 0 0,0 0 0 0 0,0 0 1 0 0,0 0-1 0 0,-1 0 0 0 0,0 0 0 0 0,0 0 0 0 0,0 0 0 0 0,-1 0 1 0 0,-3 12-1 0 0,-4 18 72 0 0,7-28-67 0 0,0 0 1 0 0,-1-1-1 0 0,0 1 1 0 0,0-1-1 0 0,-4 8 1 0 0,-3 12-1629 0 0,10-14 330 0 0,-1-13 1250 0 0,0 0 1 0 0,1 0-1 0 0,-1 1 1 0 0,0-1-1 0 0,0 0 0 0 0,1 0 1 0 0,-1 0-1 0 0,0 0 0 0 0,1 1 1 0 0,-1-1-1 0 0,1 0 0 0 0,-1 0 1 0 0,0 0-1 0 0,1 0 0 0 0,-1 0 1 0 0,0 0-1 0 0,1 0 0 0 0,-1 0 1 0 0,0 0-1 0 0,1 0 1 0 0,-1 0-1 0 0,1 0 0 0 0,-1 0 1 0 0,0-1-1 0 0,1 1 0 0 0,-1 0 1 0 0,0 0-1 0 0,1 0 0 0 0,-1 0 1 0 0,0 0-1 0 0,0-1 0 0 0,1 1 1 0 0,22-42-9328 0 0,-21 36 9218 0 0,-1 0 0 0 0,0 0 0 0 0,0 0 0 0 0,-1 0 0 0 0,0 0-1 0 0,0-7 1 0 0,0 12 168 0 0,0 1-1 0 0,-1-1 0 0 0,1 0 0 0 0,0 0 0 0 0,0 1 0 0 0,-1-1 0 0 0,1 0 0 0 0,-1 0 0 0 0,1 1 0 0 0,0-1 0 0 0,-1 0 0 0 0,1 1 0 0 0,-1-1 0 0 0,1 1 0 0 0,-1-1 1 0 0,-8-6 3570 0 0,19-1-792 0 0,-5 5-2551 0 0,0 0 0 0 0,1 1 0 0 0,-1-1 0 0 0,1 1 1 0 0,-1 0-1 0 0,1 1 0 0 0,0 0 0 0 0,0-1 0 0 0,-1 2 0 0 0,1-1 0 0 0,0 1 0 0 0,0 0 1 0 0,0 0-1 0 0,0 0 0 0 0,6 2 0 0 0,12 3 186 0 0,-1 1-1 0 0,34 12 1 0 0,13 4 332 0 0,-21-13-474 0 0,0-1-1 0 0,86 0 0 0 0,99-16-164 0 0,-179 5-42 0 0,477-9 1233 0 0,-506 14-1330 0 0,-1 2 0 0 0,0 0 0 0 0,0 2 0 0 0,0 1 0 0 0,25 10 0 0 0,-28-10-42 0 0,-17-5 50 0 0,0 0-1 0 0,1-1 0 0 0,-1 1 0 0 0,0-1 0 0 0,0 0 0 0 0,1-1 0 0 0,-1 1 0 0 0,1-1 0 0 0,-1-1 0 0 0,6 0 0 0 0,-8 1-15 0 0,1-2-1 0 0,-1 1 1 0 0,0 0-1 0 0,0-1 1 0 0,0 1-1 0 0,0-1 1 0 0,0 0-1 0 0,-1 0 1 0 0,1 0-1 0 0,0 0 0 0 0,-1-1 1 0 0,0 1-1 0 0,1-1 1 0 0,-1 1-1 0 0,0-1 1 0 0,0 0-1 0 0,2-4 1 0 0,26-41-3679 0 0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2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2 1376 0 0,'0'-2'208'0'0,"-25"20"6838"0"0,23-15-6665 0 0,0 1-1 0 0,0-1 1 0 0,0 1 0 0 0,0 0-1 0 0,0 0 1 0 0,1 0 0 0 0,0 0 0 0 0,0 0-1 0 0,0 0 1 0 0,0 0 0 0 0,1 0-1 0 0,-1 0 1 0 0,1 0 0 0 0,0 0 0 0 0,1 6-1 0 0,1 11 227 0 0,10 38 1 0 0,-5-27-164 0 0,79 573 3860 0 0,-86-604-4337 0 0,0 0-1 0 0,0 0 0 0 0,0 0 0 0 0,0 0 0 0 0,0 0 0 0 0,0 0-1 0 0,0 0 1 0 0,0 0 0 0 0,0 0 0 0 0,1 0 0 0 0,-1-1 0 0 0,0 1 0 0 0,1 0 0 0 0,-1 0-1 0 0,1 0 1 0 0,-1-1 0 0 0,2 3 0 0 0,1-3-545 0 0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3.2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62 4145 0 0,'3'-61'4535'0'0,"-7"73"-2952"0"0,-3 20 273 0 0,-4 145 2319 0 0,4 238-3276 0 0,10-335-836 0 0,43 566 1213 0 0,-22-473-768 0 0,1 288 0 0 0,-25-365-358 0 0,4-1-1 0 0,3 1 0 0 0,34 153 1 0 0,-32-195-1199 0 0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4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0 3225 0 0,'-68'61'4299'0'0,"68"-60"-4203"0"0,0-1-1 0 0,0 0 1 0 0,0 1-1 0 0,1-1 0 0 0,-1 1 1 0 0,0-1-1 0 0,0 0 1 0 0,1 1-1 0 0,-1-1 0 0 0,0 0 1 0 0,1 1-1 0 0,-1-1 1 0 0,0 0-1 0 0,1 0 1 0 0,-1 1-1 0 0,1-1 0 0 0,-1 0 1 0 0,0 0-1 0 0,1 0 1 0 0,-1 1-1 0 0,1-1 1 0 0,-1 0-1 0 0,0 0 0 0 0,1 0 1 0 0,-1 0-1 0 0,1 0 1 0 0,-1 0-1 0 0,1 0 0 0 0,-1 0 1 0 0,1 0-1 0 0,0 0 1 0 0,20 4 884 0 0,-19-4-806 0 0,217 47 4225 0 0,172-14-2355 0 0,-69-10-842 0 0,-222-7-1079 0 0,-63-9-28 0 0,2-2 0 0 0,-1-1 1 0 0,0-1-1 0 0,56-5 0 0 0,75-25 580 0 0,20-2 383 0 0,-29 6-455 0 0,-88 11-446 0 0,115-28-469 0 0,-180 38 229 0 0,1 0 0 0 0,-1-1 0 0 0,0 0 0 0 0,-1-1 0 0 0,1 1 0 0 0,-1-1 0 0 0,1 0 0 0 0,-1-1 0 0 0,7-7 0 0 0,14-12-3543 0 0,-18 16 836 0 0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6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34 535 4033 0 0,'-33'-30'12416'0'0,"34"30"-12374"0"0,1-1 0 0 0,0 0 0 0 0,-1 0 1 0 0,1 0-1 0 0,0 1 0 0 0,-1-1 0 0 0,1-1 0 0 0,-1 1 1 0 0,0 0-1 0 0,1 0 0 0 0,-1 0 0 0 0,2-3 0 0 0,-1 2 47 0 0,20-17 180 0 0,-1-1-1 0 0,0-1 0 0 0,-2 0 0 0 0,0-2 1 0 0,-2 0-1 0 0,22-38 0 0 0,-19 25-270 0 0,26-62-1 0 0,6-12 0 0 0,-43 96 495 0 0,-8 12-127 0 0,-5 11 266 0 0,3-4-447 0 0,-7 29-154 0 0,2 0 0 0 0,1 1 0 0 0,1 0-1 0 0,3 0 1 0 0,0 0 0 0 0,2-1-1 0 0,2 1 1 0 0,1 0 0 0 0,2-1-1 0 0,14 47 1 0 0,7 8 39 0 0,4-1 0 0 0,73 143 0 0 0,-103-228-72 0 0,1-1 1 0 0,-1 1-1 0 0,1 0 0 0 0,0-1 1 0 0,0 1-1 0 0,0-1 0 0 0,0 1 1 0 0,0-1-1 0 0,0 0 0 0 0,1 0 1 0 0,-1 0-1 0 0,4 2 0 0 0,-5-3 2 0 0,1-1 0 0 0,-1 0-1 0 0,0 0 1 0 0,0 1 0 0 0,0-1-1 0 0,0 0 1 0 0,0 0 0 0 0,0 0-1 0 0,0 0 1 0 0,0 0 0 0 0,0 0 0 0 0,0-1-1 0 0,0 1 1 0 0,0 0 0 0 0,0-1-1 0 0,0 1 1 0 0,0 0 0 0 0,0-1 0 0 0,0 1-1 0 0,0-1 1 0 0,0 1 0 0 0,0-1-1 0 0,0 0 1 0 0,0 1 0 0 0,-1-1-1 0 0,1 0 1 0 0,0 0 0 0 0,0 1 0 0 0,-1-1-1 0 0,1 0 1 0 0,-1 0 0 0 0,1 0-1 0 0,0 0 1 0 0,-1 0 0 0 0,0 0-1 0 0,1 0 1 0 0,-1 0 0 0 0,1-2 0 0 0,4-10-31 0 0,-1 1 0 0 0,0-1 1 0 0,-1-1-1 0 0,0 1 1 0 0,-1 0-1 0 0,-1-1 1 0 0,0 1-1 0 0,-1-20 1 0 0,-16-111-363 0 0,10 109 358 0 0,-1-45-121 0 0,2-1 0 0 0,10-122 0 0 0,-4 186 157 0 0,-2 10 0 0 0,1 1 0 0 0,1-1 0 0 0,-1 1 0 0 0,1-1 0 0 0,0 1 0 0 0,3-9 0 0 0,-3 22 71 0 0,1 1-1 0 0,-1-1 1 0 0,1 1-1 0 0,5 11 1 0 0,-2-3 58 0 0,22 64 119 0 0,3 0 0 0 0,4-2 1 0 0,85 144-1 0 0,-104-197-230 0 0,26 31-1 0 0,-36-49-15 0 0,1-1 0 0 0,0 0 0 0 0,0 0-1 0 0,1 0 1 0 0,-1 0 0 0 0,1-1 0 0 0,0-1 0 0 0,1 1 0 0 0,10 4 0 0 0,-17-8-1 0 0,0-1 0 0 0,0 0 0 0 0,0 0 0 0 0,0 0 0 0 0,0 0 0 0 0,0 0 0 0 0,0 0-1 0 0,-1 0 1 0 0,1 0 0 0 0,0 0 0 0 0,0 0 0 0 0,0 0 0 0 0,0-1 0 0 0,0 1 0 0 0,0 0 0 0 0,-1-1 0 0 0,1 1 0 0 0,0-1 0 0 0,0 1 0 0 0,0-1 0 0 0,-1 1 0 0 0,1-1 0 0 0,0 1 0 0 0,-1-1 0 0 0,1 0 0 0 0,0 1 0 0 0,-1-1 0 0 0,1 0 0 0 0,-1 0 0 0 0,1 1 0 0 0,-1-1 0 0 0,0 0 0 0 0,1 0 0 0 0,-1 0 0 0 0,0 0 0 0 0,1 0 0 0 0,-1 1 0 0 0,0-1 0 0 0,0-1 0 0 0,8-42 78 0 0,-8 38-64 0 0,11-112 289 0 0,20-130-921 0 0,-6 115 445 0 0,16-76 185 0 0,-40 205-19 0 0,0 0 1 0 0,0 1 0 0 0,1-1-1 0 0,-1 0 1 0 0,1 0-1 0 0,0 1 1 0 0,-1-1 0 0 0,5-4-1 0 0,-6 8 6 0 0,0 0-1 0 0,0-1 0 0 0,1 1 1 0 0,-1 0-1 0 0,0 0 0 0 0,1 0 1 0 0,-1-1-1 0 0,0 1 0 0 0,1 0 1 0 0,-1 0-1 0 0,0 0 0 0 0,1 0 1 0 0,-1-1-1 0 0,1 1 0 0 0,-1 0 1 0 0,0 0-1 0 0,1 0 0 0 0,-1 0 1 0 0,1 0-1 0 0,-1 0 0 0 0,0 0 1 0 0,1 0-1 0 0,-1 0 0 0 0,1 0 1 0 0,-1 0-1 0 0,0 1 0 0 0,1-1 1 0 0,-1 0-1 0 0,0 0 0 0 0,1 0 1 0 0,14 19-9 0 0,8 29 181 0 0,19 54 0 0 0,-15-32-57 0 0,6 14-1 0 0,45 99 386 0 0,-57-135-409 0 0,6 14-38 0 0,-27-62-53 0 0,0 0 0 0 0,0 0 0 0 0,0 0 0 0 0,1 0 0 0 0,-1 0 0 0 0,0 0 1 0 0,0 1-1 0 0,0-1 0 0 0,0 0 0 0 0,0 0 0 0 0,0 0 0 0 0,0 0 0 0 0,0 0 0 0 0,1 0 0 0 0,-1 0 1 0 0,0 0-1 0 0,0 1 0 0 0,0-1 0 0 0,0 0 0 0 0,0 0 0 0 0,0 0 0 0 0,1 0 0 0 0,-1 0 1 0 0,0 0-1 0 0,0 0 0 0 0,0 0 0 0 0,0 0 0 0 0,0 0 0 0 0,1 0 0 0 0,-1 0 0 0 0,0 0 0 0 0,0 0 1 0 0,0 0-1 0 0,0 0 0 0 0,0 0 0 0 0,1 0 0 0 0,-1 0 0 0 0,0 0 0 0 0,0-1 0 0 0,0 1 0 0 0,0 0 1 0 0,0 0-1 0 0,1 0 0 0 0,-1 0 0 0 0,0 0 0 0 0,0 0 0 0 0,0 0 0 0 0,0 0 0 0 0,0 0 1 0 0,0-1-1 0 0,7-10-25 0 0,1-14-46 0 0,26-139-813 0 0,9-38 457 0 0,-34 171 424 0 0,1 1 0 0 0,1 0 0 0 0,2 1 0 0 0,22-39-1 0 0,-34 67 7 0 0,-1 0-1 0 0,0 1 0 0 0,0-1 1 0 0,1 1-1 0 0,-1-1 0 0 0,0 0 0 0 0,1 1 1 0 0,-1-1-1 0 0,0 1 0 0 0,1-1 0 0 0,-1 1 1 0 0,1-1-1 0 0,-1 1 0 0 0,1-1 0 0 0,0 1 1 0 0,-1-1-1 0 0,1 1 0 0 0,-1 0 1 0 0,1-1-1 0 0,0 1 0 0 0,-1 0 0 0 0,1 0 1 0 0,0-1-1 0 0,-1 1 0 0 0,1 0 0 0 0,0 0 1 0 0,-1 0-1 0 0,1 0 0 0 0,0 0 1 0 0,1 0-1 0 0,-1 1 9 0 0,0-1 1 0 0,0 1-1 0 0,0 0 1 0 0,0 0-1 0 0,0 0 1 0 0,-1 0 0 0 0,1 0-1 0 0,0 1 1 0 0,0-1-1 0 0,-1 0 1 0 0,1 0-1 0 0,-1 0 1 0 0,1 1-1 0 0,0 2 1 0 0,12 61 443 0 0,-11-55-347 0 0,14 64 439 0 0,34 96 0 0 0,-24-90-586 0 0,-11-3 46 0 0,-14-63-7 0 0,1-1-1 0 0,1 1 0 0 0,0-1 0 0 0,0 0 0 0 0,1 0 1 0 0,1 0-1 0 0,0-1 0 0 0,9 16 0 0 0,-14-28 0 0 0,1 1 0 0 0,-1-1 1 0 0,0 1-1 0 0,0-1 0 0 0,1 1 0 0 0,-1-1 0 0 0,0 0 0 0 0,1 1 0 0 0,-1-1 1 0 0,0 0-1 0 0,1 1 0 0 0,-1-1 0 0 0,1 0 0 0 0,-1 1 0 0 0,0-1 0 0 0,1 0 1 0 0,-1 0-1 0 0,1 1 0 0 0,-1-1 0 0 0,1 0 0 0 0,-1 0 0 0 0,1 0 0 0 0,-1 0 1 0 0,1 0-1 0 0,-1 1 0 0 0,1-1 0 0 0,-1 0 0 0 0,1 0 0 0 0,0 0 0 0 0,-1-1 1 0 0,1 1-1 0 0,-1 0 0 0 0,1 0 0 0 0,-1 0 0 0 0,1 0 0 0 0,12-18 51 0 0,0-27-133 0 0,-8 24 11 0 0,4-26-143 0 0,2 0 1 0 0,29-73 0 0 0,-40 117 216 0 0,1 1-1 0 0,0 0 1 0 0,0 0-1 0 0,0 0 1 0 0,1 0-1 0 0,-1 0 1 0 0,0 0 0 0 0,1 1-1 0 0,-1-1 1 0 0,1 0-1 0 0,-1 1 1 0 0,1-1-1 0 0,0 1 1 0 0,0-1-1 0 0,0 1 1 0 0,0 0-1 0 0,0 0 1 0 0,0 0-1 0 0,0 0 1 0 0,0 0-1 0 0,0 0 1 0 0,0 1-1 0 0,0-1 1 0 0,1 1-1 0 0,2-1 1 0 0,-1 1 0 0 0,0 1-1 0 0,0-1 1 0 0,0 1 0 0 0,0 0 0 0 0,0 0-1 0 0,-1 0 1 0 0,1 0 0 0 0,0 1 0 0 0,0 0-1 0 0,-1 0 1 0 0,1 0 0 0 0,-1 0 0 0 0,7 5-1 0 0,8 10 109 0 0,0 0-1 0 0,31 40 1 0 0,-36-40 81 0 0,0-1 0 0 0,2 0 0 0 0,0-1-1 0 0,30 23 1 0 0,-42-36-55 0 0,-3-12-1547 0 0,0 7 870 0 0,1-16 1462 0 0,-3 8-2685 0 0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6.9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32 7834 0 0,'1'1'171'0'0,"-1"0"0"0"0,1 1 1 0 0,-1-1-1 0 0,1 0 0 0 0,0 1 0 0 0,-1-1 1 0 0,1 0-1 0 0,0 0 0 0 0,0 0 1 0 0,0 0-1 0 0,0 0 0 0 0,0 0 1 0 0,0 0-1 0 0,0 0 0 0 0,1 0 0 0 0,-1 0 1 0 0,0 0-1 0 0,0-1 0 0 0,1 1 1 0 0,-1-1-1 0 0,0 1 0 0 0,2 0 1 0 0,31 9 1632 0 0,-1-9-597 0 0,1-1 0 0 0,-1-2 0 0 0,48-7 0 0 0,-2-1-53 0 0,77-11-263 0 0,7 0 604 0 0,-134 19-1299 0 0,0 1 1 0 0,0 2 0 0 0,49 7 0 0 0,-27 3-38 0 0,52 19 1 0 0,-61-17-21 0 0,-1-1 0 0 0,61 8 0 0 0,-94-20-133 0 0,-1-1 1 0 0,1 1-1 0 0,0-1 0 0 0,0-1 1 0 0,0 1-1 0 0,0-1 1 0 0,-1-1-1 0 0,1 1 0 0 0,11-7 1 0 0,-11 5 1 0 0,0 1 0 0 0,1-1 0 0 0,0 2 0 0 0,-1-1 0 0 0,1 1 0 0 0,0 1 0 0 0,9-1 0 0 0,-6 2 210 0 0,-8 1-584 0 0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7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51 1376 0 0,'-64'19'-817'0'0,"61"-19"1081"0"0,0 0 1 0 0,0 0-1 0 0,0-1 1 0 0,1 0-1 0 0,-1 1 1 0 0,0-1 0 0 0,0 0-1 0 0,1 0 1 0 0,-1 0-1 0 0,1-1 1 0 0,-1 1-1 0 0,1-1 1 0 0,-1 1-1 0 0,1-1 1 0 0,0 0-1 0 0,-3-3 1 0 0,-24-13 4553 0 0,29 18-4731 0 0,1-1-1 0 0,-1 1 1 0 0,0 0 0 0 0,1 0 0 0 0,-1 0-1 0 0,1 0 1 0 0,-1 0 0 0 0,1 0-1 0 0,-1 0 1 0 0,1 0 0 0 0,-1 1-1 0 0,0-1 1 0 0,1 0 0 0 0,-1 0-1 0 0,1 0 1 0 0,-1 0 0 0 0,0 0-1 0 0,1 1 1 0 0,-1-1 0 0 0,1 0-1 0 0,-1 0 1 0 0,0 1 0 0 0,1-1 0 0 0,-1 0-1 0 0,0 1 1 0 0,1-1 0 0 0,-1 0-1 0 0,0 1 1 0 0,0-1 0 0 0,1 0-1 0 0,-1 1 1 0 0,0-1 0 0 0,0 1-1 0 0,0-1 1 0 0,0 1 0 0 0,1-1-1 0 0,-1 0 1 0 0,0 1 0 0 0,0-1 0 0 0,0 1-1 0 0,0-1 1 0 0,0 1 0 0 0,0-1-1 0 0,0 0 1 0 0,0 1 0 0 0,0-1-1 0 0,0 1 1 0 0,-1-1 0 0 0,1 1-1 0 0,0-1 1 0 0,0 0 0 0 0,0 1-1 0 0,0-1 1 0 0,-1 1 0 0 0,1-1-1 0 0,0 0 1 0 0,0 1 0 0 0,-1-1 0 0 0,1 0-1 0 0,0 1 1 0 0,-1-1 0 0 0,1 0-1 0 0,0 1 1 0 0,-1-1 0 0 0,1 0-1 0 0,0 0 1 0 0,-1 1 0 0 0,0-1-1 0 0,33 0 625 0 0,0-2 0 0 0,46-9 1 0 0,-2 1-1 0 0,499-16 1666 0 0,-474 31-2010 0 0,-92-4-439 0 0,0 0 0 0 0,1 0-1 0 0,-1 2 1 0 0,-1-1 0 0 0,1 1 0 0 0,0 0 0 0 0,-1 1 0 0 0,15 7 0 0 0,-22-10-51 0 0,0 0-1 0 0,0 0 0 0 0,0 0 1 0 0,0 0-1 0 0,-1 0 0 0 0,1 0 1 0 0,0 0-1 0 0,0 0 1 0 0,-1 0-1 0 0,1 1 0 0 0,0-1 1 0 0,-1 0-1 0 0,1 0 1 0 0,-1 1-1 0 0,1 1 0 0 0,1 9-1369 0 0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8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0 5905 0 0,'-8'13'8699'0'0,"7"-11"-8155"0"0,-7 38 2359 0 0,7 44-1660 0 0,4 0 1 0 0,14 87 0 0 0,-5-57-868 0 0,37 324 358 0 0,0 11-488 0 0,-38-337-223 0 0,17 246 138 0 0,-30 1-54 0 0,-4-152-107 0 0,-1 12 0 0 0,6 103 16 0 0,6-145-27 0 0,-7 58-2 0 0,2-230 3 0 0,-1 0 0 0 0,1 0 0 0 0,-1 0 0 0 0,-1-1 0 0 0,1 1 0 0 0,-1 0 0 0 0,1-1 0 0 0,-1 1 0 0 0,-3 4 0 0 0,-6 15-26 0 0,13-33-103 0 0,6-25-489 0 0,-8 27 243 0 0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25.3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37 213 3225 0 0,'-8'-6'154'0'0,"7"6"146"0"0,0 0 0 0 0,0-1-1 0 0,0 1 1 0 0,1 0 0 0 0,-1 0 0 0 0,0-1 0 0 0,0 1 0 0 0,0 0-1 0 0,0 0 1 0 0,0 0 0 0 0,0 0 0 0 0,0 0 0 0 0,0 0 0 0 0,1 0-1 0 0,-1 0 1 0 0,0 1 0 0 0,0-1 0 0 0,0 0 0 0 0,0 1 0 0 0,0-1-1 0 0,1 0 1 0 0,-1 1 0 0 0,-1 0 0 0 0,-4 7-880 0 0,6-8 680 0 0,0 0 0 0 0,1 1 0 0 0,-1-1 0 0 0,0 0-1 0 0,1 0 1 0 0,-1 1 0 0 0,1-1 0 0 0,-1 0-1 0 0,0 0 1 0 0,1 0 0 0 0,-1 0 0 0 0,1 0 0 0 0,-1 1-1 0 0,0-1 1 0 0,1 0 0 0 0,-1 0 0 0 0,1 0 0 0 0,-1 0-1 0 0,1 0 1 0 0,-1 0 0 0 0,0 0 0 0 0,1 0-1 0 0,-1 0 1 0 0,1-1 0 0 0,-1 1 0 0 0,0 0 0 0 0,1 0-1 0 0,-1 0 1 0 0,1 0 0 0 0,-1-1 0 0 0,1 1-1 0 0,17-5 359 0 0,-9 1-371 0 0,0 1 1 0 0,1 0 0 0 0,-1 0 0 0 0,1 1-1 0 0,-1 0 1 0 0,1 1 0 0 0,0 0 0 0 0,16 0 0 0 0,85 12 588 0 0,-62-5-98 0 0,79 2 355 0 0,-1-6 0 0 0,150-16 0 0 0,762-24 96 0 0,-376 22 770 0 0,190-67-911 0 0,-398 31-503 0 0,2 35 498 0 0,-238 22-1042 0 0,254 14-198 0 0,-374-13 584 0 0,131-11 0 0 0,-221 5-217 0 0,-5 0 36 0 0,30 2-638 0 0,-34-2 526 0 0,1 0 0 0 0,-1 0 0 0 0,0 0 0 0 0,1 0 0 0 0,-1 0 0 0 0,1 1 0 0 0,-1-1-1 0 0,0 0 1 0 0,1 0 0 0 0,-1 1 0 0 0,0-1 0 0 0,0 0 0 0 0,1 1 0 0 0,-1-1 0 0 0,0 0 0 0 0,1 1 0 0 0,-1-1 0 0 0,0 0 0 0 0,0 1 0 0 0,0-1 0 0 0,0 0 0 0 0,1 1 0 0 0,-1-1 0 0 0,0 1 0 0 0,0 0 0 0 0,-7 15-3207 0 0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26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0 126 7834 0 0,'43'10'736'0'0,"0"-2"0"0"0,1-1 0 0 0,0-3 0 0 0,0-1 0 0 0,0-2 1 0 0,0-3-1 0 0,60-9 0 0 0,0-5 225 0 0,127-16 425 0 0,204-7 1427 0 0,-338 36-2442 0 0,117 13 0 0 0,49-1 574 0 0,31-11-189 0 0,210-13 651 0 0,-117-2-1225 0 0,-175 12-108 0 0,-83 1 221 0 0,140 16-1 0 0,-164-7-279 0 0,-1-4-1 0 0,152-18 0 0 0,-13-5 18 0 0,0 11 0 0 0,286 23 0 0 0,-421-5 116 0 0,159-10 0 0 0,-134 4-3260 0 0,-49 1-1343 0 0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31.7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447 23 4145 0 0,'-8'-21'11237'0'0,"7"20"-10805"0"0,-1 1-199 0 0,1 0-1 0 0,-1 0 0 0 0,1-1 0 0 0,-1 1 0 0 0,1 0 0 0 0,-1 1 0 0 0,1-1 0 0 0,0 0 0 0 0,-1 0 1 0 0,1 1-1 0 0,-1-1 0 0 0,1 0 0 0 0,0 1 0 0 0,-1-1 0 0 0,-1 2 0 0 0,-9 5-457 0 0,0 0 0 0 0,-22 18-1 0 0,23-16 1370 0 0,9-7-1119 0 0,-24 16 203 0 0,1 1 0 0 0,1 2 0 0 0,1 0 0 0 0,0 1 0 0 0,-23 32 0 0 0,25-20-154 0 0,1 1 1 0 0,2 1-1 0 0,1 1 1 0 0,-15 50-1 0 0,6-18-9 0 0,21-55-45 0 0,-2 2-11 0 0,0 1 0 0 0,2 0 0 0 0,0 1 0 0 0,-5 31 0 0 0,10-45-6 0 0,-1 0 1 0 0,1-1-1 0 0,0 1 0 0 0,0 0 0 0 0,0 0 0 0 0,1-1 0 0 0,0 1 1 0 0,-1 0-1 0 0,1 0 0 0 0,1-1 0 0 0,-1 1 0 0 0,0-1 1 0 0,1 1-1 0 0,0-1 0 0 0,-1 0 0 0 0,2 0 0 0 0,-1 1 0 0 0,0-1 1 0 0,0-1-1 0 0,1 1 0 0 0,0 0 0 0 0,-1-1 0 0 0,1 1 0 0 0,0-1 1 0 0,0 0-1 0 0,1 0 0 0 0,-1 0 0 0 0,6 3 0 0 0,4 1 4 0 0,1-1-1 0 0,0 0 0 0 0,0 0 0 0 0,0-2 0 0 0,0 0 0 0 0,0 0 0 0 0,1-1 1 0 0,0-1-1 0 0,-1-1 0 0 0,1 0 0 0 0,-1 0 0 0 0,1-2 0 0 0,-1 0 1 0 0,1 0-1 0 0,-1-2 0 0 0,0 0 0 0 0,0 0 0 0 0,0-1 0 0 0,-1-1 1 0 0,14-7-1 0 0,-3 0 45 0 0,-2-2 1 0 0,1 0-1 0 0,36-33 1 0 0,52-63-345 0 0,-48 46-1497 0 0,-47 117-12255 0 0,-19-35 13095 0 0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32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32 1840 0 0,'-16'-26'4264'0'0,"15"25"-3682"0"0,-1 0-1 0 0,1 0 0 0 0,-1 0 1 0 0,1 0-1 0 0,-1 0 1 0 0,-16 2 7068 0 0,16 0-7314 0 0,1 1-236 0 0,0-1 0 0 0,0 0 0 0 0,0 0 0 0 0,1 0 0 0 0,-1 1 0 0 0,0-1 0 0 0,1 0 0 0 0,-1 1 0 0 0,1-1 0 0 0,-1 1 0 0 0,1-1 0 0 0,0 0 0 0 0,-1 1 0 0 0,1-1 0 0 0,0 3 0 0 0,0 9 231 0 0,1 0 1 0 0,1-1-1 0 0,0 1 1 0 0,0 0 0 0 0,7 19-1 0 0,1 5-14 0 0,16 83 275 0 0,25 105-185 0 0,-38-176-424 0 0,3-1 0 0 0,33 69 0 0 0,-46-111-154 0 0,11 18 164 0 0,-3-12-3193 0 0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32.6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6 125 1376 0 0,'-2'-27'3756'0'0,"1"25"-3325"0"0,0-1 0 0 0,0 0 0 0 0,1 0 0 0 0,0 0-1 0 0,0 0 1 0 0,-1 0 0 0 0,1 0 0 0 0,1 0 0 0 0,-1 0 0 0 0,0 0 0 0 0,1 0-1 0 0,0 1 1 0 0,-1-1 0 0 0,1 0 0 0 0,1 0 0 0 0,-1 1 0 0 0,0-1-1 0 0,0 0 1 0 0,1 1 0 0 0,0-1 0 0 0,-1 1 0 0 0,1 0 0 0 0,0-1 0 0 0,3-2-1 0 0,-1 2-209 0 0,-1 0-1 0 0,1 1 1 0 0,0-1-1 0 0,-1 1 1 0 0,1 0-1 0 0,0 0 1 0 0,1 0-1 0 0,-1 1 1 0 0,0-1-1 0 0,0 1 1 0 0,1 0-1 0 0,-1 0 0 0 0,7 0 1 0 0,-8 1-178 0 0,-1 1 0 0 0,1-1 1 0 0,0 1-1 0 0,-1 0 0 0 0,1 0 0 0 0,-1 0 0 0 0,1 0 1 0 0,-1 0-1 0 0,0 0 0 0 0,1 1 0 0 0,-1-1 0 0 0,0 1 1 0 0,0 0-1 0 0,0-1 0 0 0,0 1 0 0 0,0 0 0 0 0,0 0 1 0 0,-1 0-1 0 0,1 1 0 0 0,-1-1 0 0 0,1 0 1 0 0,-1 1-1 0 0,2 4 0 0 0,4 8 12 0 0,-1 1 0 0 0,-1 0 0 0 0,-1 0 1 0 0,0 0-1 0 0,-1 1 0 0 0,0-1 0 0 0,-1 27 0 0 0,-8 123 278 0 0,3-122-226 0 0,-2 70 214 0 0,5-114-322 0 0,0 1-1 0 0,0-1 1 0 0,0 1 0 0 0,1-1 0 0 0,-1 1 0 0 0,0-1 0 0 0,0 1 0 0 0,1-1 0 0 0,-1 1 0 0 0,1-1 0 0 0,-1 0 0 0 0,0 1 0 0 0,1-1 0 0 0,-1 1 0 0 0,1-1 0 0 0,-1 0 0 0 0,1 1 0 0 0,-1-1 0 0 0,1 0 0 0 0,-1 0 0 0 0,1 1 0 0 0,-1-1 0 0 0,1 0 0 0 0,-1 0 0 0 0,1 0 0 0 0,-1 0 0 0 0,1 0 0 0 0,-1 0 0 0 0,1 0 0 0 0,0 0 0 0 0,-1 0 0 0 0,1 0 0 0 0,-1 0 0 0 0,1 0 0 0 0,-1 0 0 0 0,2 0 0 0 0,28-5-65 0 0,-21 3 46 0 0,15 0 6 0 0,1 1 0 0 0,-1 1-1 0 0,1 2 1 0 0,0 0 0 0 0,-1 1 0 0 0,0 2 0 0 0,0 1 0 0 0,0 0 0 0 0,40 18 0 0 0,-61-23 16 0 0,-1 1 0 0 0,1-1 0 0 0,-1 1 0 0 0,0 0-1 0 0,0 0 1 0 0,0 0 0 0 0,0 0 0 0 0,0 0 0 0 0,0 0 0 0 0,0 0-1 0 0,-1 1 1 0 0,1-1 0 0 0,-1 1 0 0 0,0-1 0 0 0,1 1-1 0 0,-1-1 1 0 0,0 1 0 0 0,-1 0 0 0 0,1-1 0 0 0,0 1-1 0 0,-1 0 1 0 0,0 0 0 0 0,1 0 0 0 0,-1 0 0 0 0,0-1-1 0 0,-1 1 1 0 0,1 0 0 0 0,0 0 0 0 0,-2 5 0 0 0,-2 9 25 0 0,-1-1 0 0 0,0 1 1 0 0,-14 27-1 0 0,13-29-5 0 0,-13 21 93 0 0,-1-1 0 0 0,-2 0 1 0 0,-2-1-1 0 0,0-2 0 0 0,-3-1 0 0 0,-46 45 1 0 0,65-69-199 0 0,0 0 1 0 0,0-1-1 0 0,0 0 1 0 0,-1 0-1 0 0,-13 6 1 0 0,4 0-472 0 0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27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65 131 2761 0 0,'-2'0'201'0'0,"0"1"0"0"0,0 0 0 0 0,0-1 0 0 0,0 1 0 0 0,0 0 0 0 0,0 0 0 0 0,0 0-1 0 0,0 0 1 0 0,0 0 0 0 0,1 1 0 0 0,-1-1 0 0 0,0 1 0 0 0,-2 2 0 0 0,-21 25 919 0 0,20-23-675 0 0,5-6-409 0 0,-1 1 1 0 0,1-1-1 0 0,-1 1 0 0 0,1 0 1 0 0,-1-1-1 0 0,1 1 1 0 0,0 0-1 0 0,-1-1 0 0 0,1 1 1 0 0,0 0-1 0 0,-1-1 1 0 0,1 1-1 0 0,0 0 0 0 0,0-1 1 0 0,0 1-1 0 0,0 0 1 0 0,0 0-1 0 0,0-1 0 0 0,0 1 1 0 0,0 0-1 0 0,0 0 1 0 0,0-1-1 0 0,0 1 0 0 0,0 0 1 0 0,1-1-1 0 0,-1 1 1 0 0,0 0-1 0 0,0-1 0 0 0,1 1 1 0 0,0 1-1 0 0,0 0 176 0 0,1-1 0 0 0,0 1 1 0 0,-1 0-1 0 0,1-1 0 0 0,0 1 0 0 0,0-1 0 0 0,0 1 0 0 0,1-1 0 0 0,2 2 0 0 0,52 14 3099 0 0,-30-12-2612 0 0,1-2-1 0 0,-1-2 1 0 0,42-1 0 0 0,39 2-125 0 0,13 12-5 0 0,-56-5-361 0 0,1-3 1 0 0,109-4 0 0 0,-31-14-85 0 0,293-11 1887 0 0,90-1-700 0 0,107-31-394 0 0,-457 41-781 0 0,421-41 27 0 0,-106 37-163 0 0,-354 16 274 0 0,242-36 0 0 0,-239 19-348 0 0,211-2 0 0 0,-283 26 127 0 0,100 19-1 0 0,-116-14-18 0 0,0-2 0 0 0,0-3-1 0 0,91-1 1 0 0,-131-5-25 0 0,165-8 6 0 0,-142 9-111 0 0,0 2 1 0 0,70 13-1 0 0,-98-13-44 0 0,-5-1 45 0 0,-1-1 0 0 0,1 1 1 0 0,0 0-1 0 0,0-1 1 0 0,-1 1-1 0 0,1-1 0 0 0,0 0 1 0 0,0 0-1 0 0,-1 0 0 0 0,1 0 1 0 0,3-1-1 0 0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28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0 185 4609 0 0,'26'-2'2519'0'0,"-21"1"-1999"0"0,0 1 1 0 0,0-1-1 0 0,0 1 0 0 0,0 0 0 0 0,0 0 1 0 0,0 0-1 0 0,0 1 0 0 0,0-1 0 0 0,8 4 1 0 0,-11-2-248 0 0,0 0 1 0 0,-1 0-1 0 0,1 0 0 0 0,-1 1 1 0 0,1-1-1 0 0,-1 1 1 0 0,0-1-1 0 0,0 1 1 0 0,0-1-1 0 0,1 6 0 0 0,7 15 299 0 0,-7-21-503 0 0,0 0 1 0 0,0 0-1 0 0,1 0 0 0 0,-1 0 0 0 0,1 0 1 0 0,-1 0-1 0 0,1-1 0 0 0,-1 1 1 0 0,1-1-1 0 0,0 0 0 0 0,0 0 0 0 0,0 0 1 0 0,0 0-1 0 0,0 0 0 0 0,5 0 0 0 0,54 2 959 0 0,-28-2 15 0 0,71 5-357 0 0,0-5-1 0 0,139-17 1 0 0,39 2-162 0 0,-50 5 243 0 0,10-1-310 0 0,141-15-213 0 0,-77-13-133 0 0,-213 31 66 0 0,123 7 1 0 0,-6 6-142 0 0,294-30 1 0 0,-182 4-83 0 0,-68 5-4 0 0,218-46 335 0 0,-319 37-218 0 0,-58 13-70 0 0,2 4 1 0 0,159 10-1 0 0,-143 5 180 0 0,88 4 84 0 0,-217-18-2823 0 0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33.5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86 326 1376 0 0,'-7'-11'531'0'0,"0"0"1"0"0,1 0-1 0 0,1-1 0 0 0,0 1 0 0 0,0-1 0 0 0,1 0 0 0 0,-5-24 0 0 0,-4-14 1015 0 0,12 50-1321 0 0,1-1 0 0 0,0 0-1 0 0,-1 1 1 0 0,1-1 0 0 0,-1 0 0 0 0,1 1 0 0 0,0-1 0 0 0,-1 1 0 0 0,1-1 0 0 0,-1 1-1 0 0,0-1 1 0 0,1 1 0 0 0,-1-1 0 0 0,1 1 0 0 0,-1-1 0 0 0,0 1 0 0 0,1 0 0 0 0,-1-1-1 0 0,0 1 1 0 0,1 0 0 0 0,-1 0 0 0 0,0 0 0 0 0,0-1 0 0 0,1 1 0 0 0,-3 0-1 0 0,3 0-120 0 0,0 0 0 0 0,-1 1 0 0 0,1-1 0 0 0,-1 0 0 0 0,1 0 0 0 0,0 0 0 0 0,-1 0 0 0 0,1 0 0 0 0,0 1 0 0 0,-1-1 0 0 0,1 0 0 0 0,0 0 0 0 0,-1 1 0 0 0,1-1 0 0 0,0 0 0 0 0,0 0 0 0 0,-1 1 0 0 0,1-1 0 0 0,0 0 0 0 0,0 1 0 0 0,0-1 0 0 0,-1 0 0 0 0,1 1 0 0 0,0-1 0 0 0,0 1 0 0 0,0-1 0 0 0,0 0 0 0 0,0 1 0 0 0,0-1 0 0 0,-1 0 0 0 0,1 1 0 0 0,0-1 0 0 0,0 1-1 0 0,0-1 1 0 0,1 0 0 0 0,-1 1 0 0 0,0-1 0 0 0,0 1 0 0 0,0-1 0 0 0,0 0 0 0 0,0 1 0 0 0,0-1 0 0 0,0 0 0 0 0,1 1 0 0 0,-1-1 0 0 0,0 0 0 0 0,0 1 0 0 0,1-1 0 0 0,-1 0 0 0 0,0 1 0 0 0,1-1 0 0 0,62 117 554 0 0,124 170 0 0 0,-154-243-565 0 0,2-1 0 0 0,2-2 0 0 0,2-1-1 0 0,61 48 1 0 0,-95-84-66 0 0,1 0 0 0 0,0 0-1 0 0,-1 0 1 0 0,2 0-1 0 0,-1-1 1 0 0,8 3 0 0 0,-12-5-18 0 0,-1-1 1 0 0,0 0-1 0 0,0 0 1 0 0,1 1-1 0 0,-1-1 1 0 0,0 0-1 0 0,1 0 1 0 0,-1 0 0 0 0,0 0-1 0 0,0 0 1 0 0,1-1-1 0 0,-1 1 1 0 0,0 0-1 0 0,0-1 1 0 0,1 1-1 0 0,-1 0 1 0 0,0-1-1 0 0,0 0 1 0 0,0 1-1 0 0,0-1 1 0 0,0 0 0 0 0,1 1-1 0 0,-1-1 1 0 0,-1 0-1 0 0,1 0 1 0 0,0 0-1 0 0,0 0 1 0 0,0 0-1 0 0,0 0 1 0 0,-1 0-1 0 0,1 0 1 0 0,0 0-1 0 0,-1 0 1 0 0,1-1 0 0 0,-1 1-1 0 0,1 0 1 0 0,-1 0-1 0 0,0-1 1 0 0,0 1-1 0 0,1-2 1 0 0,3-14 159 0 0,-1-1 0 0 0,0 0 0 0 0,-2 0 0 0 0,0-29 0 0 0,-10-75 201 0 0,1 37-296 0 0,4-9-374 0 0,9-101 1 0 0,1 133-2239 0 0,15-66 0 0 0,-16 105-3512 0 0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34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61 5065 0 0,'-32'-39'1146'0'0,"30"37"-857"0"0,0 0 0 0 0,0 0 0 0 0,0 0 1 0 0,0 0-1 0 0,-1 1 0 0 0,1-1 0 0 0,-1 1 1 0 0,1-1-1 0 0,-1 1 0 0 0,1 0 0 0 0,-1 0 0 0 0,0 0 1 0 0,0 1-1 0 0,0-1 0 0 0,-2 0 0 0 0,4 1-177 0 0,1 0 0 0 0,-1 0-1 0 0,1 0 1 0 0,-1 0 0 0 0,0 0 0 0 0,1 1-1 0 0,-1-1 1 0 0,1 0 0 0 0,-1 0 0 0 0,1 0-1 0 0,-1 0 1 0 0,1 1 0 0 0,-1-1-1 0 0,1 0 1 0 0,0 1 0 0 0,-1-1 0 0 0,1 0-1 0 0,-1 1 1 0 0,1-1 0 0 0,0 0-1 0 0,-1 1 1 0 0,1-1 0 0 0,0 1 0 0 0,-1-1-1 0 0,1 1 1 0 0,0-1 0 0 0,0 1-1 0 0,-1 0 1 0 0,0 19 1514 0 0,11 23-495 0 0,-10-40-964 0 0,75 219 1662 0 0,11 36-1269 0 0,-73-209-751 0 0,28 92 878 0 0,-33-118-1499 0 0,1 0 1 0 0,2 0-1 0 0,22 37 1 0 0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34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9 108 1840 0 0,'-8'9'7641'0'0,"11"-20"-3618"0"0,0 4-5308 0 0,6-2 1757 0 0,-1 0 1 0 0,2 0 0 0 0,-1 1 0 0 0,1 0-1 0 0,0 0 1 0 0,1 2 0 0 0,0-1 0 0 0,0 1 0 0 0,0 1-1 0 0,1 0 1 0 0,23-7 0 0 0,-31 10-434 0 0,0 1 0 0 0,0 0 0 0 0,0 0 1 0 0,1 0-1 0 0,-1 1 0 0 0,0-1 0 0 0,0 1 0 0 0,1 0 0 0 0,-1 0 1 0 0,0 1-1 0 0,0-1 0 0 0,1 1 0 0 0,-1 0 0 0 0,0 0 1 0 0,0 0-1 0 0,7 4 0 0 0,-8-3-13 0 0,0 0 1 0 0,0 1-1 0 0,0 0 1 0 0,0-1-1 0 0,-1 1 1 0 0,1 1-1 0 0,-1-1 0 0 0,0 0 1 0 0,0 0-1 0 0,0 1 1 0 0,0-1-1 0 0,0 1 1 0 0,-1 0-1 0 0,0-1 0 0 0,1 1 1 0 0,-1 0-1 0 0,-1 0 1 0 0,2 5-1 0 0,1 29-27 0 0,0-1-1 0 0,-3 1 1 0 0,-1 0 0 0 0,-2-1-1 0 0,-8 43 1 0 0,-4 60 29 0 0,14-135-11 0 0,2 38 139 0 0,-1-43-157 0 0,0 1 1 0 0,1 0 0 0 0,-1-1 0 0 0,0 1 0 0 0,0-1 0 0 0,0 1 0 0 0,1 0 0 0 0,-1-1 0 0 0,0 1-1 0 0,1-1 1 0 0,-1 1 0 0 0,0-1 0 0 0,1 1 0 0 0,-1-1 0 0 0,1 1 0 0 0,-1-1 0 0 0,0 1 0 0 0,1-1-1 0 0,0 1 1 0 0,-1-1 0 0 0,1 1 0 0 0,0-1-7 0 0,0 0 0 0 0,0 0 0 0 0,0 0 0 0 0,0 0-1 0 0,-1-1 1 0 0,1 1 0 0 0,0 0 0 0 0,0 0 0 0 0,0 0 0 0 0,0-1 0 0 0,-1 1-1 0 0,1 0 1 0 0,0-1 0 0 0,0 1 0 0 0,0-1 0 0 0,-1 1 0 0 0,1-1 0 0 0,0 1-1 0 0,-1-1 1 0 0,2-1 0 0 0,14-12-148 0 0,-1-1 42 0 0,1 1 0 0 0,1 1 1 0 0,0 0-1 0 0,24-12 0 0 0,-35 22 116 0 0,0 0 0 0 0,1 1 1 0 0,-1 0-1 0 0,1 0 0 0 0,-1 0 0 0 0,1 1 0 0 0,0 0 1 0 0,0 0-1 0 0,0 1 0 0 0,-1 0 0 0 0,1 0 0 0 0,0 0 1 0 0,0 1-1 0 0,0 0 0 0 0,0 0 0 0 0,-1 1 0 0 0,10 3 1 0 0,-12-3 11 0 0,0-1 1 0 0,0 1 0 0 0,0 0-1 0 0,-1 0 1 0 0,1 0 0 0 0,0 0-1 0 0,-1 1 1 0 0,0-1 0 0 0,0 1-1 0 0,0 0 1 0 0,0 0 0 0 0,0 0-1 0 0,0 0 1 0 0,-1 1 0 0 0,1-1-1 0 0,-1 1 1 0 0,0 0 0 0 0,0-1-1 0 0,2 8 1 0 0,-2-3 89 0 0,0 1 0 0 0,-1 0 0 0 0,0-1 0 0 0,0 1 0 0 0,-1 0-1 0 0,0-1 1 0 0,0 1 0 0 0,-4 15 0 0 0,0-4 195 0 0,-1 1 0 0 0,-1-1 0 0 0,-1 0 0 0 0,0-1 0 0 0,-2 0 0 0 0,-17 31 0 0 0,-26 26-1000 0 0,-4-5-4847 0 0,36-49-1136 0 0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47.57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212 401 6233 0 0,'15'-21'431'0'0,"-6"7"-487"0"0,1 0 0 0 0,0 1 1 0 0,1 0-1 0 0,1 1 0 0 0,22-20 0 0 0,-23 22-250 0 0,-10 8 475 0 0,1 0-1 0 0,-1 0 0 0 0,1 1 1 0 0,0-1-1 0 0,-1 0 0 0 0,1 1 1 0 0,0-1-1 0 0,0 1 0 0 0,0 0 0 0 0,0-1 1 0 0,5-1-1 0 0,-7 4-89 0 0,1 0 0 0 0,0 0 0 0 0,-1-1 0 0 0,1 1 0 0 0,-1 0 0 0 0,1 0 0 0 0,-1-1 0 0 0,0 1 0 0 0,1 0 0 0 0,-1 0 0 0 0,0 0 0 0 0,0 0 0 0 0,1 0 0 0 0,-1-1 0 0 0,0 1 0 0 0,0 0 1 0 0,0 0-1 0 0,0 0 0 0 0,0 0 0 0 0,0 0 0 0 0,0 0 0 0 0,0 0 0 0 0,-1 0 0 0 0,1 0 0 0 0,0-1 0 0 0,-1 3 0 0 0,-6 19-73 0 0,7-22-8 0 0,-3 9-34 0 0,-1 1 1 0 0,0-1 0 0 0,-1 0-1 0 0,0-1 1 0 0,-1 1 0 0 0,0-1-1 0 0,-8 9 1 0 0,-10 15-32 0 0,-33 54 461 0 0,4 3 0 0 0,-67 149 0 0 0,106-205-456 0 0,8-21-50 0 0,0 0 1 0 0,1 1-1 0 0,1 0 1 0 0,-6 25-1 0 0,10-38 96 0 0,0 0 0 0 0,0 0 1 0 0,0 0-1 0 0,-1 1 0 0 0,1-1 1 0 0,0 0-1 0 0,0 0 0 0 0,0 0 1 0 0,0 1-1 0 0,0-1 0 0 0,0 0 0 0 0,0 0 1 0 0,0 1-1 0 0,0-1 0 0 0,0 0 1 0 0,0 0-1 0 0,0 0 0 0 0,0 1 0 0 0,0-1 1 0 0,1 0-1 0 0,-1 0 0 0 0,0 1 1 0 0,0-1-1 0 0,0 0 0 0 0,0 0 0 0 0,0 0 1 0 0,0 0-1 0 0,0 1 0 0 0,1-1 1 0 0,-1 0-1 0 0,0 0 0 0 0,0 0 0 0 0,0 0 1 0 0,0 1-1 0 0,1-1 0 0 0,-1 0 1 0 0,0 0-1 0 0,0 0 0 0 0,0 0 1 0 0,1 0-1 0 0,-1 0 0 0 0,0 0 0 0 0,0 0 1 0 0,0 0-1 0 0,1 0 0 0 0,-1 0 1 0 0,0 0-1 0 0,0 0 0 0 0,1 0 0 0 0,-1 0 1 0 0,0 0-1 0 0,15-8-420 0 0,13-19-173 0 0,115-157-1521 0 0,-68 85 795 0 0,153-158 0 0 0,-58 75 337 0 0,-30 28 1348 0 0,-137 151-303 0 0,1-1 69 0 0,0 0 1 0 0,-1 0 0 0 0,1 1 0 0 0,1 0-1 0 0,-1-1 1 0 0,0 1 0 0 0,1 1-1 0 0,-1-1 1 0 0,9-3 0 0 0,-13 6-81 0 0,1 0 0 0 0,-1 0 0 0 0,1 0 0 0 0,-1 0 1 0 0,1 0-1 0 0,-1 1 0 0 0,1-1 0 0 0,0 0 0 0 0,-1 0 0 0 0,1 0 0 0 0,-1 1 0 0 0,0-1 1 0 0,1 0-1 0 0,-1 0 0 0 0,1 1 0 0 0,-1-1 0 0 0,1 0 0 0 0,-1 1 0 0 0,0-1 0 0 0,1 0 0 0 0,-1 1 1 0 0,0-1-1 0 0,1 1 0 0 0,-1-1 0 0 0,0 1 0 0 0,1-1 0 0 0,-1 1 0 0 0,0-1 0 0 0,0 1 1 0 0,0-1-1 0 0,0 1 0 0 0,1-1 0 0 0,-1 1 0 0 0,0-1 0 0 0,0 1 0 0 0,0-1 0 0 0,0 1 1 0 0,0-1-1 0 0,0 1 0 0 0,0 0 0 0 0,0-1 0 0 0,-1 1 0 0 0,1-1 0 0 0,0 1 0 0 0,-3 26 851 0 0,-7 9-367 0 0,-1 0 0 0 0,-2-1-1 0 0,-1-1 1 0 0,-2 0-1 0 0,-28 46 1 0 0,-117 148 1154 0 0,-55 32 128 0 0,488-568-8496 0 0,-232 264 6360 0 0,-20 23 295 0 0,-1-2 4 0 0,1 2 0 0 0,1 0 0 0 0,1 1 0 0 0,45-31 0 0 0,-67 50 37 0 0,1 1-1 0 0,-1-1 0 0 0,1 1 1 0 0,0 0-1 0 0,-1-1 0 0 0,1 1 1 0 0,-1 0-1 0 0,1-1 0 0 0,0 1 1 0 0,-1 0-1 0 0,1 0 1 0 0,-1-1-1 0 0,1 1 0 0 0,0 0 1 0 0,-1 0-1 0 0,1 0 0 0 0,0 0 1 0 0,-1 0-1 0 0,1 0 0 0 0,0 0 1 0 0,-1 0-1 0 0,1 0 0 0 0,0 0 1 0 0,-1 0-1 0 0,1 1 0 0 0,0-1 1 0 0,-1 0-1 0 0,2 1 0 0 0,-2 0 5 0 0,1 0-1 0 0,-1 0 1 0 0,1 0-1 0 0,-1-1 1 0 0,0 1-1 0 0,0 0 1 0 0,1 0-1 0 0,-1 0 1 0 0,0 0-1 0 0,0 0 1 0 0,0 0-1 0 0,0 0 0 0 0,0 0 1 0 0,0 0-1 0 0,0 0 1 0 0,-1 2-1 0 0,-12 41 194 0 0,12-44-194 0 0,-130 273 2428 0 0,-8 19 1226 0 0,138-291-3655 0 0,1 0 0 0 0,-1 0-1 0 0,1 0 1 0 0,-1 0 0 0 0,1 0 0 0 0,-1 0-1 0 0,1 0 1 0 0,0 0 0 0 0,0 0-1 0 0,-1 0 1 0 0,1 0 0 0 0,0 1-1 0 0,0-1 1 0 0,0 0 0 0 0,0 0-1 0 0,0 0 1 0 0,1 0 0 0 0,-1 0 0 0 0,0 0-1 0 0,1 2 1 0 0,0-3-9 0 0,-1 0 0 0 0,1 0 1 0 0,0 0-1 0 0,-1 0 0 0 0,1 0 0 0 0,0 0 1 0 0,0 0-1 0 0,-1-1 0 0 0,1 1 0 0 0,0 0 1 0 0,-1 0-1 0 0,1 0 0 0 0,0-1 0 0 0,-1 1 1 0 0,1 0-1 0 0,0-1 0 0 0,-1 1 0 0 0,1-1 0 0 0,-1 1 1 0 0,1 0-1 0 0,0-2 0 0 0,38-34-472 0 0,103-153-1085 0 0,-1 2 673 0 0,-36 75 670 0 0,-92 100 210 0 0,1 1 0 0 0,0 0 0 0 0,0 0 0 0 0,1 2 0 0 0,1-1-1 0 0,24-9 1 0 0,-16 14-40 0 0,-23 5 51 0 0,0 0-1 0 0,-1 0 1 0 0,1 0 0 0 0,0 1-1 0 0,-1-1 1 0 0,1 0 0 0 0,-1 0-1 0 0,1 0 1 0 0,0 1-1 0 0,-1-1 1 0 0,1 0 0 0 0,-1 1-1 0 0,1-1 1 0 0,-1 1-1 0 0,1-1 1 0 0,-1 0 0 0 0,1 1-1 0 0,-1-1 1 0 0,1 1-1 0 0,-1-1 1 0 0,1 2 0 0 0,0 0-1 0 0,-1 1-1 0 0,1 0 1 0 0,-1-1 0 0 0,0 1 0 0 0,1 0 0 0 0,-1-1 0 0 0,0 1 0 0 0,-1 0 0 0 0,1-1-1 0 0,0 1 1 0 0,-1 0 0 0 0,1-1 0 0 0,-3 5 0 0 0,-17 52-152 0 0,-3 0 0 0 0,-60 105 0 0 0,41-82 319 0 0,-3-1 279 0 0,-22 49 1587 0 0,59-103-831 0 0,12-22-563 0 0,9-14-362 0 0,17-23-762 0 0,0-1-1 0 0,-3-2 1 0 0,26-40 0 0 0,21-28-468 0 0,-18 34 528 0 0,2 3 0 0 0,4 2 0 0 0,102-83 0 0 0,-159 143 393 0 0,1 0 0 0 0,-1 0-1 0 0,1 0 1 0 0,9-3 0 0 0,-14 7 27 0 0,0-1 0 0 0,0 1 1 0 0,-1 0-1 0 0,1 0 0 0 0,0-1 0 0 0,0 1 0 0 0,-1 0 1 0 0,1 0-1 0 0,0 0 0 0 0,0 0 0 0 0,0 0 0 0 0,-1 0 1 0 0,1 0-1 0 0,0 0 0 0 0,0 1 0 0 0,0-1 1 0 0,-1 0-1 0 0,1 0 0 0 0,1 1 0 0 0,-1 0 3 0 0,-1 0-1 0 0,1 0 1 0 0,-1-1-1 0 0,1 1 0 0 0,-1 0 1 0 0,1 0-1 0 0,-1 0 1 0 0,1 0-1 0 0,-1 0 1 0 0,0 0-1 0 0,1 0 1 0 0,-1 0-1 0 0,0-1 1 0 0,0 1-1 0 0,0 0 1 0 0,0 0-1 0 0,0 0 0 0 0,0 0 1 0 0,0 0-1 0 0,0 2 1 0 0,-2 13 66 0 0,0 0-1 0 0,-1-1 1 0 0,-1 1 0 0 0,-1-1 0 0 0,-8 20 0 0 0,-38 74 505 0 0,38-85-508 0 0,-104 191 906 0 0,34-75 2476 0 0,76-125-2460 0 0,12-16-480 0 0,16-20-834 0 0,83-129-2487 0 0,17-21 952 0 0,-104 151 1725 0 0,0 0 0 0 0,2 2 0 0 0,0 0 0 0 0,1 1 0 0 0,41-27 0 0 0,-58 42 185 0 0,0 0-1 0 0,0 1 0 0 0,0-1 0 0 0,0 1 0 0 0,0-1 0 0 0,0 1 1 0 0,0 0-1 0 0,0 0 0 0 0,1 1 0 0 0,-1-1 0 0 0,0 1 0 0 0,0 0 0 0 0,7 0 1 0 0,-10 0-16 0 0,1 0 0 0 0,0 0 0 0 0,0 0 0 0 0,-1 1 0 0 0,1-1 0 0 0,0 0 1 0 0,0 1-1 0 0,-1-1 0 0 0,1 1 0 0 0,0-1 0 0 0,-1 1 0 0 0,1-1 0 0 0,0 1 0 0 0,-1 0 1 0 0,1-1-1 0 0,-1 1 0 0 0,1 0 0 0 0,-1-1 0 0 0,1 1 0 0 0,0 1 0 0 0,-1 0 18 0 0,1 1 0 0 0,-1-1 0 0 0,1 0 0 0 0,-1 1 0 0 0,0-1 0 0 0,0 0 0 0 0,0 0-1 0 0,0 1 1 0 0,0-1 0 0 0,-1 4 0 0 0,-7 24 154 0 0,-2-1 1 0 0,-1 0-1 0 0,-1-1 0 0 0,-1-1 0 0 0,-26 42 0 0 0,22-40-78 0 0,-51 78 453 0 0,29-49 424 0 0,38-58-950 0 0,1 1 0 0 0,-1-1 1 0 0,1 0-1 0 0,0 1 0 0 0,-1-1 0 0 0,1 1 0 0 0,-1-1 0 0 0,1 1 0 0 0,0-1 1 0 0,-1 1-1 0 0,1-1 0 0 0,0 1 0 0 0,-1-1 0 0 0,1 1 0 0 0,0 0 0 0 0,0-1 1 0 0,0 1-1 0 0,-1-1 0 0 0,1 1 0 0 0,0 0 0 0 0,0-1 0 0 0,0 1 0 0 0,0 0 1 0 0,0-1-1 0 0,0 1 0 0 0,0-1 0 0 0,0 1 0 0 0,1 0 0 0 0,-1-1 0 0 0,0 1 1 0 0,18-9 436 0 0,24-24-616 0 0,109-110-1196 0 0,-25 21 409 0 0,-117 113 885 0 0,397-329-2549 0 0,-406 336 2566 0 0,34-19 490 0 0,-33 19-456 0 0,-1 1 1 0 0,0 0-1 0 0,1 0 0 0 0,-1 0 1 0 0,0 0-1 0 0,1 0 0 0 0,-1 0 1 0 0,0 0-1 0 0,1 0 0 0 0,-1 0 1 0 0,0 0-1 0 0,1 0 0 0 0,-1 0 1 0 0,0 0-1 0 0,1 0 0 0 0,-1 0 1 0 0,0 0-1 0 0,1 0 0 0 0,-1 0 1 0 0,0 0-1 0 0,1 0 0 0 0,-1 0 1 0 0,0 1-1 0 0,0-1 0 0 0,1 0 1 0 0,-1 0-1 0 0,0 0 0 0 0,1 1 1 0 0,-1-1-1 0 0,0 0 0 0 0,0 0 1 0 0,1 1-1 0 0,-1 0 34 0 0,0 1-1 0 0,0-1 1 0 0,1 0-1 0 0,-1 1 1 0 0,0-1-1 0 0,0 1 1 0 0,-1-1 0 0 0,1 0-1 0 0,0 1 1 0 0,0-1-1 0 0,-1 0 1 0 0,1 1-1 0 0,-1 1 1 0 0,-21 53 527 0 0,-3 0 1 0 0,-2-2-1 0 0,-48 72 1 0 0,16-27-380 0 0,37-60-46 0 0,5-13 122 0 0,2 2 0 0 0,1 0-1 0 0,1 0 1 0 0,-12 40 0 0 0,25-68-279 0 0,0 0 0 0 0,0 0 0 0 0,0 0 0 0 0,0 1 0 0 0,0-1 0 0 0,0 0 0 0 0,0 0 1 0 0,0 0-1 0 0,1 0 0 0 0,-1 0 0 0 0,0 0 0 0 0,0 0 0 0 0,0 0 0 0 0,0 1 0 0 0,0-1 0 0 0,1 0 1 0 0,-1 0-1 0 0,0 0 0 0 0,0 0 0 0 0,0 0 0 0 0,0 0 0 0 0,1 0 0 0 0,-1 0 0 0 0,0 0 0 0 0,0 0 0 0 0,0 0 1 0 0,0 0-1 0 0,1 0 0 0 0,-1 0 0 0 0,0 0 0 0 0,0 0 0 0 0,0 0 0 0 0,0-1 0 0 0,1 1 0 0 0,-1 0 1 0 0,0 0-1 0 0,0 0 0 0 0,0 0 0 0 0,0 0 0 0 0,0 0 0 0 0,0 0 0 0 0,1 0 0 0 0,-1-1 0 0 0,0 1 0 0 0,0 0 1 0 0,0 0-1 0 0,0 0 0 0 0,0 0 0 0 0,0 0 0 0 0,0-1 0 0 0,0 1 0 0 0,0 0 0 0 0,0 0 0 0 0,1 0 1 0 0,-1 0-1 0 0,0-1 0 0 0,11-8-160 0 0,36-53-555 0 0,44-75 0 0 0,11-16-138 0 0,23 0-343 0 0,-110 137 1040 0 0,0 1 0 0 0,2 1-1 0 0,-1 0 1 0 0,1 1 0 0 0,1 1-1 0 0,0 1 1 0 0,23-11 0 0 0,-39 21 157 0 0,-1 1 0 0 0,1-1 0 0 0,0 0 0 0 0,0 0 0 0 0,0 1 0 0 0,0 0 1 0 0,0-1-1 0 0,0 1 0 0 0,0 0 0 0 0,0 0 0 0 0,0 0 0 0 0,0 0 0 0 0,0 0 0 0 0,0 0 1 0 0,0 1-1 0 0,0-1 0 0 0,2 1 0 0 0,-3 0 3 0 0,0-1 0 0 0,0 1 0 0 0,0 0 0 0 0,-1 0 0 0 0,1 0 0 0 0,0 0 0 0 0,-1-1 0 0 0,1 1 0 0 0,0 0 0 0 0,-1 0 0 0 0,1 0 0 0 0,-1 0 0 0 0,0 0 0 0 0,1 1 0 0 0,-1-1 0 0 0,0 0 0 0 0,1 0 0 0 0,-1 0 0 0 0,0 0 0 0 0,0 0 0 0 0,0 0 0 0 0,0 0 0 0 0,0 1 0 0 0,0-1 0 0 0,0 0 0 0 0,-1 0 0 0 0,1 0 0 0 0,0 0 0 0 0,-1 0 0 0 0,1 0 0 0 0,-1 1 0 0 0,-11 30 14 0 0,0-1 1 0 0,-2-1-1 0 0,-2-1 0 0 0,-34 51 0 0 0,-4 7 367 0 0,-85 177 1512 0 0,129-249-1687 0 0,9-13-144 0 0,-1 0-1 0 0,1 0 1 0 0,-1 0 0 0 0,1 1-1 0 0,0-1 1 0 0,0 0 0 0 0,0 1-1 0 0,0-1 1 0 0,0 1 0 0 0,0 4-1 0 0,34-43 264 0 0,-23 23-387 0 0,41-58-449 0 0,3 1 0 0 0,126-122 0 0 0,46 7-348 0 0,-221 181 805 0 0,1 0 0 0 0,-1 0 0 0 0,1 1 1 0 0,10-5-1 0 0,-15 8 43 0 0,-1-1 0 0 0,1 1 1 0 0,0 0-1 0 0,-1 0 1 0 0,1 0-1 0 0,-1 0 1 0 0,1-1-1 0 0,0 1 0 0 0,-1 0 1 0 0,1 0-1 0 0,-1 0 1 0 0,1 0-1 0 0,0 0 1 0 0,-1 0-1 0 0,1 1 1 0 0,-1-1-1 0 0,1 0 0 0 0,0 0 1 0 0,-1 0-1 0 0,1 1 1 0 0,-1-1-1 0 0,1 0 1 0 0,0 1-1 0 0,0 0 0 0 0,-1 0-1 0 0,1 0 1 0 0,-1 0 0 0 0,0 0-1 0 0,1 0 1 0 0,-1 0 0 0 0,0 0-1 0 0,0 0 1 0 0,1 0 0 0 0,-1 1-1 0 0,0-1 1 0 0,0 0 0 0 0,0 0-1 0 0,-1 0 1 0 0,1 0 0 0 0,0 0-1 0 0,0 0 1 0 0,-1 2 0 0 0,-11 36-63 0 0,-1-1 0 0 0,-2 0 0 0 0,-2-1 0 0 0,-21 35 0 0 0,-4 10 495 0 0,36-70-333 0 0,-10 19 304 0 0,2 0-1 0 0,1 1 0 0 0,1 1 1 0 0,-11 52-1 0 0,22-83-377 0 0,1 0 0 0 0,0-1 0 0 0,-1 1 0 0 0,1 0-1 0 0,0-1 1 0 0,0 1 0 0 0,0 0 0 0 0,0-1 0 0 0,1 1 0 0 0,-1 0 0 0 0,0-1 0 0 0,1 1 0 0 0,-1 0 0 0 0,1-1-1 0 0,1 4 1 0 0,-2-5-15 0 0,1 1-1 0 0,-1-1 1 0 0,1 1-1 0 0,0-1 1 0 0,-1 0-1 0 0,1 1 1 0 0,-1-1-1 0 0,1 0 1 0 0,0 1-1 0 0,-1-1 1 0 0,1 0-1 0 0,0 0 1 0 0,-1 1-1 0 0,1-1 1 0 0,0 0-1 0 0,0 0 1 0 0,-1 0-1 0 0,1 0 1 0 0,0 0-1 0 0,-1 0 0 0 0,1 0 1 0 0,0 0-1 0 0,0 0 1 0 0,-1-1-1 0 0,2 1 1 0 0,2-2-48 0 0,1 0 0 0 0,0 0 0 0 0,-1 0 0 0 0,0-1 0 0 0,0 1 0 0 0,1-1 0 0 0,-1 0 0 0 0,6-7 0 0 0,46-51-397 0 0,59-85 1 0 0,11-13-558 0 0,-117 149 911 0 0,102-108-1718 0 0,-94 102 1468 0 0,1 0 0 0 0,1 1 0 0 0,1 1 1 0 0,35-19-1 0 0,-54 32 341 0 0,0 0 1 0 0,0 1-1 0 0,0-1 1 0 0,0 0-1 0 0,0 1 0 0 0,0-1 1 0 0,0 1-1 0 0,0-1 1 0 0,0 1-1 0 0,0 0 0 0 0,0 0 1 0 0,1-1-1 0 0,-1 1 0 0 0,0 0 1 0 0,0 0-1 0 0,0 0 1 0 0,0 0-1 0 0,1 0 0 0 0,-1 0 1 0 0,0 1-1 0 0,0-1 1 0 0,0 0-1 0 0,0 1 0 0 0,0-1 1 0 0,0 0-1 0 0,2 2 0 0 0,-3-1 25 0 0,1 0-1 0 0,0 0 0 0 0,-1 0 0 0 0,1 1 0 0 0,-1-1 0 0 0,0 0 1 0 0,1 1-1 0 0,-1-1 0 0 0,0 0 0 0 0,0 1 0 0 0,0-1 0 0 0,0 1 1 0 0,0-1-1 0 0,0 0 0 0 0,0 1 0 0 0,0-1 0 0 0,-1 3 0 0 0,-2 8 225 0 0,-1 1 0 0 0,0-1-1 0 0,-8 16 1 0 0,-71 119 1198 0 0,-5 11-1364 0 0,77-135 115 0 0,1 0 0 0 0,2 1 0 0 0,0 0 0 0 0,1 0 0 0 0,-3 27 0 0 0,9-47-152 0 0,1-1-1 0 0,-1 0 1 0 0,1 1 0 0 0,0 0 0 0 0,0-1 0 0 0,0 1 0 0 0,1-1 0 0 0,-1 1 0 0 0,1-1 0 0 0,0 0 0 0 0,0 1 0 0 0,0-1-1 0 0,3 5 1 0 0,-4-7-42 0 0,1 0 1 0 0,-1 0-1 0 0,1-1 0 0 0,0 1 0 0 0,-1 0 0 0 0,1-1 0 0 0,0 1 0 0 0,0 0 0 0 0,0-1 0 0 0,-1 1 0 0 0,1-1 0 0 0,0 0 1 0 0,0 1-1 0 0,0-1 0 0 0,0 0 0 0 0,0 1 0 0 0,0-1 0 0 0,0 0 0 0 0,1 0 0 0 0,1 0-26 0 0,-1 0 0 0 0,1 0-1 0 0,-1-1 1 0 0,0 1 0 0 0,1-1 0 0 0,-1 0-1 0 0,0 1 1 0 0,1-1 0 0 0,-1 0-1 0 0,4-3 1 0 0,14-11 22 0 0,0 0 0 0 0,-1-2 0 0 0,-1 0 0 0 0,-1-1 0 0 0,-1-1 0 0 0,15-21 0 0 0,-2 5 13 0 0,61-76-3 0 0,131-149-425 0 0,-201 238 274 0 0,-8 9 17 0 0,0 0-1 0 0,0 0 0 0 0,1 1 1 0 0,1 1-1 0 0,15-11 0 0 0,-28 21 121 0 0,-1 1-1 0 0,0 0 1 0 0,1-1-1 0 0,-1 1 1 0 0,1 0-1 0 0,-1-1 1 0 0,1 1-1 0 0,-1 0 0 0 0,1-1 1 0 0,-1 1-1 0 0,1 0 1 0 0,0 0-1 0 0,-1 0 1 0 0,1-1-1 0 0,-1 1 1 0 0,1 0-1 0 0,0 0 1 0 0,-1 0-1 0 0,1 0 1 0 0,-1 0-1 0 0,1 0 1 0 0,0 0-1 0 0,-1 0 1 0 0,1 1-1 0 0,-1-1 0 0 0,1 0 1 0 0,-1 0-1 0 0,1 0 1 0 0,0 1-1 0 0,-1-1 1 0 0,1 0-1 0 0,-1 0 1 0 0,1 1-1 0 0,0 1 9 0 0,-1-1 0 0 0,1 0-1 0 0,-1 1 1 0 0,0-1 0 0 0,0 0 0 0 0,0 1-1 0 0,0-1 1 0 0,0 0 0 0 0,0 1 0 0 0,0-1-1 0 0,0 1 1 0 0,0-1 0 0 0,-1 3 0 0 0,-15 44 102 0 0,-167 297 156 0 0,78-162 20 0 0,-12 30 2917 0 0,117-213-3188 0 0,0 0-1 0 0,0 0 1 0 0,0 0 0 0 0,-1 0 0 0 0,1 0 0 0 0,0 0 0 0 0,0 1 0 0 0,0-1-1 0 0,0 0 1 0 0,-1 0 0 0 0,1 0 0 0 0,0 0 0 0 0,0 0 0 0 0,0 1 0 0 0,0-1 0 0 0,0 0-1 0 0,0 0 1 0 0,0 0 0 0 0,-1 1 0 0 0,1-1 0 0 0,0 0 0 0 0,0 0 0 0 0,0 0-1 0 0,0 1 1 0 0,0-1 0 0 0,0 0 0 0 0,0 0 0 0 0,0 0 0 0 0,0 1 0 0 0,0-1 0 0 0,0 0-1 0 0,0 0 1 0 0,0 0 0 0 0,0 1 0 0 0,1-1 0 0 0,-1 0 0 0 0,0 0 0 0 0,0 0 0 0 0,0 1-1 0 0,0-1 1 0 0,0 0 0 0 0,0 0 0 0 0,0 0 0 0 0,1 0 0 0 0,-1 1 0 0 0,0-1-1 0 0,0 0 1 0 0,0 0 0 0 0,0 0 0 0 0,0 0 0 0 0,1 0 0 0 0,-1 1 0 0 0,13-9 135 0 0,17-17-190 0 0,161-235-792 0 0,-40 48-486 0 0,-123 177 1066 0 0,2 1 1 0 0,2 2 0 0 0,60-50 0 0 0,-91 82 258 0 0,53-36 493 0 0,-52 35-430 0 0,1-1-1 0 0,-1 1 1 0 0,0 0 0 0 0,1 0-1 0 0,-1 0 1 0 0,1 0-1 0 0,-1 0 1 0 0,1 1 0 0 0,-1-1-1 0 0,1 1 1 0 0,0 0-1 0 0,-1 0 1 0 0,1-1 0 0 0,0 2-1 0 0,-1-1 1 0 0,1 0 0 0 0,0 0-1 0 0,-1 1 1 0 0,1 0-1 0 0,-1-1 1 0 0,4 2 0 0 0,-5 0-19 0 0,1-1 0 0 0,-1 1 1 0 0,0 0-1 0 0,0-1 0 0 0,0 1 1 0 0,0 0-1 0 0,0 0 0 0 0,0 0 0 0 0,0 0 1 0 0,-1 0-1 0 0,1 0 0 0 0,-1 0 1 0 0,1 0-1 0 0,-1 0 0 0 0,0 0 1 0 0,0 0-1 0 0,0 0 0 0 0,0 0 1 0 0,0 0-1 0 0,0 0 0 0 0,-1 0 1 0 0,1 0-1 0 0,-1 0 0 0 0,0 3 1 0 0,-18 48 170 0 0,-61 94-320 0 0,14-31 299 0 0,54-93-159 0 0,-9 17 113 0 0,3 0 0 0 0,-22 65 0 0 0,40-105-153 0 0,0 1 0 0 0,0-1 0 0 0,0 0 0 0 0,-1 0 0 0 0,1 0-1 0 0,0 0 1 0 0,0 0 0 0 0,0 1 0 0 0,0-1 0 0 0,0 0 0 0 0,0 0 0 0 0,-1 0 0 0 0,1 0 0 0 0,0 1 0 0 0,0-1 0 0 0,0 0 0 0 0,0 0 0 0 0,0 0 0 0 0,0 0 0 0 0,0 1 0 0 0,0-1 0 0 0,0 0 0 0 0,0 0 0 0 0,0 0 0 0 0,0 1 0 0 0,0-1 0 0 0,0 0 0 0 0,0 0-1 0 0,0 0 1 0 0,0 1 0 0 0,0-1 0 0 0,0 0 0 0 0,0 0 0 0 0,0 0 0 0 0,1 0 0 0 0,-1 1 0 0 0,0-1 0 0 0,0 0 0 0 0,0 0 0 0 0,0 0 0 0 0,0 0 0 0 0,0 0 0 0 0,1 1 0 0 0,-1-1 0 0 0,0 0 0 0 0,0 0 0 0 0,0 0 0 0 0,0 0 0 0 0,0 0 0 0 0,1 0 0 0 0,-1 0-1 0 0,0 0 1 0 0,0 1 0 0 0,0-1 0 0 0,1 0 0 0 0,-1 0 0 0 0,0 0 0 0 0,0 0 0 0 0,0 0 0 0 0,1 0 0 0 0,13-11-140 0 0,13-20-136 0 0,125-175-944 0 0,181-215-929 0 0,-327 414 2042 0 0,-2 2 92 0 0,0 0 1 0 0,0 0-1 0 0,0 1 1 0 0,1 0-1 0 0,0-1 1 0 0,0 1-1 0 0,0 1 1 0 0,0-1-1 0 0,1 1 1 0 0,-1 0-1 0 0,1 0 1 0 0,11-3-1 0 0,-17 6 15 0 0,1 0 0 0 0,0 0 0 0 0,0 0 1 0 0,-1 0-1 0 0,1 0 0 0 0,0 0 0 0 0,0 0 0 0 0,-1 0 0 0 0,1 1 0 0 0,0-1 0 0 0,-1 0 0 0 0,1 1 0 0 0,0-1 1 0 0,-1 0-1 0 0,1 1 0 0 0,0-1 0 0 0,-1 1 0 0 0,1-1 0 0 0,0 1 0 0 0,-1-1 0 0 0,1 1 0 0 0,-1-1 0 0 0,1 1 0 0 0,-1-1 1 0 0,0 1-1 0 0,1 1 0 0 0,6 23-83 0 0,-9 27-125 0 0,-6-13 362 0 0,-2-1 0 0 0,-1 0 0 0 0,-2-1 1 0 0,-1-1-1 0 0,-22 40 0 0 0,-34 92 1954 0 0,64-133-1296 0 0,6-34-801 0 0,0-1 1 0 0,0 0-1 0 0,0 1 0 0 0,0-1 0 0 0,0 0 1 0 0,0 0-1 0 0,0 1 0 0 0,0-1 1 0 0,0 0-1 0 0,0 1 0 0 0,0-1 0 0 0,0 0 1 0 0,1 1-1 0 0,-1-1 0 0 0,0 0 1 0 0,0 0-1 0 0,0 1 0 0 0,0-1 0 0 0,1 0 1 0 0,-1 0-1 0 0,0 1 0 0 0,0-1 1 0 0,0 0-1 0 0,1 0 0 0 0,-1 0 0 0 0,0 1 1 0 0,1-1-1 0 0,-1 0 0 0 0,0 0 1 0 0,0 0-1 0 0,1 0 0 0 0,-1 1 0 0 0,2-2-23 0 0,-1 1 0 0 0,0 0 0 0 0,0-1 0 0 0,0 1 0 0 0,0-1 0 0 0,0 0 0 0 0,0 1 0 0 0,0-1 0 0 0,0 0 0 0 0,0 1 0 0 0,0-1 0 0 0,0 0 0 0 0,0 0 0 0 0,1-1 0 0 0,34-38-685 0 0,-2-2 0 0 0,36-57 0 0 0,27-34 223 0 0,-79 112 420 0 0,74-83-658 0 0,-80 92 637 0 0,1 0 1 0 0,0 2-1 0 0,0-1 1 0 0,1 2-1 0 0,1 0 1 0 0,16-8-1 0 0,-29 16 91 0 0,-1 0 0 0 0,0 0 0 0 0,1 1 0 0 0,-1-1 0 0 0,1 1 1 0 0,-1-1-1 0 0,1 1 0 0 0,0-1 0 0 0,-1 1 0 0 0,1 0 0 0 0,-1 0 0 0 0,1 0 0 0 0,-1-1 0 0 0,1 2 0 0 0,0-1 0 0 0,-1 0 0 0 0,1 0 0 0 0,2 1 0 0 0,-3 0 12 0 0,-1-1 0 0 0,1 1 0 0 0,-1 0 0 0 0,1 0 0 0 0,-1-1 0 0 0,1 1 0 0 0,-1 0 0 0 0,0 0 0 0 0,1-1 0 0 0,-1 1 0 0 0,0 0 0 0 0,0 0 0 0 0,1 0 0 0 0,-1-1 0 0 0,0 1 0 0 0,0 0-1 0 0,0 0 1 0 0,0 0 0 0 0,0 0 0 0 0,0-1 0 0 0,0 1 0 0 0,-1 0 0 0 0,1 0 0 0 0,0 1 0 0 0,-4 9 290 0 0,0 0 1 0 0,0 0-1 0 0,-10 17 0 0 0,12-23-272 0 0,-103 176 1045 0 0,5-9-415 0 0,65-115-248 0 0,25-43-302 0 0,1 0 0 0 0,1 0 0 0 0,0 1 0 0 0,1 0-1 0 0,-7 21 1 0 0,51-75-574 0 0,9-17-297 0 0,3 2-1 0 0,2 2 1 0 0,104-82-1 0 0,-151 132 774 0 0,47-31-205 0 0,-49 31 261 0 0,1 1 0 0 0,0-1-1 0 0,0 1 1 0 0,0 0 0 0 0,0 0 0 0 0,0 0-1 0 0,0 0 1 0 0,0 1 0 0 0,0-1 0 0 0,0 1-1 0 0,0-1 1 0 0,0 1 0 0 0,0 0 0 0 0,0 0-1 0 0,6 2 1 0 0,-8-2-30 0 0,0 1 0 0 0,0 0 0 0 0,0 0 0 0 0,0-1 0 0 0,0 1 0 0 0,0 0-1 0 0,0 0 1 0 0,0 0 0 0 0,-1 0 0 0 0,1 0 0 0 0,0 0 0 0 0,-1 0 0 0 0,1 0 0 0 0,-1 0 0 0 0,1 1-1 0 0,-1-1 1 0 0,1 0 0 0 0,-1 0 0 0 0,0 0 0 0 0,0 1 0 0 0,0-1 0 0 0,0 0 0 0 0,0 0 0 0 0,0 0 0 0 0,0 1-1 0 0,0-1 1 0 0,0 3 0 0 0,-9 36 381 0 0,8-35-410 0 0,-10 27-369 0 0,-25 54 1 0 0,19-51-620 0 0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0.6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719 10 3225 0 0,'-2'-9'2261'0'0,"-3"12"-736"0"0,-8 21-38 0 0,6-11-1136 0 0,-99 130 2166 0 0,-2 6-1576 0 0,13 12-253 0 0,8 3 0 0 0,-104 277 0 0 0,169-384-623 0 0,2 0 0 0 0,3 1 0 0 0,2 1 0 0 0,3 0 0 0 0,-5 68-1 0 0,16-125-69 0 0,1 0-1 0 0,0 0 1 0 0,0 0-1 0 0,0 1 0 0 0,0-1 1 0 0,0 0-1 0 0,0 0 0 0 0,1 0 1 0 0,-1 0-1 0 0,1 0 0 0 0,-1 0 1 0 0,1 0-1 0 0,0 0 1 0 0,0 0-1 0 0,1 2 0 0 0,-2-4 8 0 0,1 0 0 0 0,-1 1-1 0 0,0-1 1 0 0,1 0 0 0 0,-1 0-1 0 0,1 0 1 0 0,-1 1 0 0 0,1-1-1 0 0,-1 0 1 0 0,1 0 0 0 0,-1 0-1 0 0,1 0 1 0 0,-1 0 0 0 0,0 0 0 0 0,1 0-1 0 0,-1 0 1 0 0,1 0 0 0 0,-1 0-1 0 0,1 0 1 0 0,-1 0 0 0 0,1 0-1 0 0,-1 0 1 0 0,1-1 0 0 0,19-11 356 0 0,31-35 93 0 0,-1-2 0 0 0,58-76 0 0 0,-23 26-189 0 0,-17 21-76 0 0,-20 21 378 0 0,2 2 1 0 0,113-95-1 0 0,-161 149-555 0 0,35-23 321 0 0,-35 23-317 0 0,0 0 1 0 0,0 0 0 0 0,0 0-1 0 0,1 1 1 0 0,-1-1-1 0 0,0 0 1 0 0,0 1-1 0 0,0-1 1 0 0,1 1-1 0 0,-1 0 1 0 0,0 0-1 0 0,1 0 1 0 0,-1 0-1 0 0,0 0 1 0 0,0 1 0 0 0,4 0-1 0 0,-5 0-12 0 0,0 0 0 0 0,0-1 0 0 0,0 1 0 0 0,0 0 0 0 0,-1 0 0 0 0,1 0-1 0 0,0 0 1 0 0,0 1 0 0 0,-1-1 0 0 0,1 0 0 0 0,-1 0 0 0 0,1 0 0 0 0,-1 0 0 0 0,1 1 0 0 0,-1-1 0 0 0,0 0 0 0 0,0 0 0 0 0,0 1-1 0 0,1-1 1 0 0,-1 0 0 0 0,0 1 0 0 0,0-1 0 0 0,-1 0 0 0 0,1 0 0 0 0,0 1 0 0 0,-1 1 0 0 0,-8 40 42 0 0,8-37-36 0 0,-91 261 34 0 0,28-93-29 0 0,-47 167-76 0 0,100-306 62 0 0,1 0-1 0 0,1 0 1 0 0,2 1 0 0 0,-4 60-1 0 0,11-95-2 0 0,0 1-1 0 0,0-1 1 0 0,0 0-1 0 0,0 0 1 0 0,0 1-1 0 0,0-1 1 0 0,0 0-1 0 0,1 0 1 0 0,-1 0-1 0 0,0 1 1 0 0,1-1-1 0 0,-1 0 1 0 0,1 0-1 0 0,-1 0 1 0 0,1 0-1 0 0,-1 0 1 0 0,1 0-1 0 0,1 2 1 0 0,16-1-129 0 0,-6-3 112 0 0,-11 2 22 0 0,-1-1 0 0 0,1 0 0 0 0,-1 1 0 0 0,0-1 0 0 0,1 0 0 0 0,-1 1 0 0 0,1-1 0 0 0,-1 1 0 0 0,0-1 0 0 0,1 1 0 0 0,-1-1 0 0 0,0 1 0 0 0,0-1 0 0 0,1 1 0 0 0,-1-1 0 0 0,0 1 0 0 0,0-1 0 0 0,0 1 0 0 0,0-1 0 0 0,0 1 0 0 0,1-1 0 0 0,-1 1 0 0 0,0 0 0 0 0,0-1 0 0 0,-1 1 0 0 0,1-1 0 0 0,0 1 0 0 0,0-1 0 0 0,0 1 0 0 0,0-1 0 0 0,0 1 0 0 0,-1 0 0 0 0,-4 24 0 0 0,5-23 0 0 0,-5 12 10 0 0,0 0 0 0 0,-12 24 0 0 0,11-26-2 0 0,0-1 1 0 0,1 2-1 0 0,-6 23 1 0 0,11-26 43 0 0,0-10-51 0 0,0 1 1 0 0,0-1-1 0 0,0 0 1 0 0,0 0-1 0 0,0 0 0 0 0,0 0 1 0 0,0 1-1 0 0,0-1 0 0 0,0 0 1 0 0,0 0-1 0 0,0 0 1 0 0,0 1-1 0 0,0-1 0 0 0,0 0 1 0 0,0 0-1 0 0,0 0 0 0 0,1 0 1 0 0,-1 0-1 0 0,0 1 1 0 0,0-1-1 0 0,0 0 0 0 0,0 0 1 0 0,0 0-1 0 0,0 0 0 0 0,1 0 1 0 0,-1 0-1 0 0,0 1 1 0 0,0-1-1 0 0,0 0 0 0 0,0 0 1 0 0,0 0-1 0 0,1 0 0 0 0,-1 0 1 0 0,0 0-1 0 0,0 0 0 0 0,0 0 1 0 0,0 0-1 0 0,1 0 1 0 0,-1 0-1 0 0,0 0 0 0 0,0 0 1 0 0,0 0-1 0 0,1 0 0 0 0,-1 0 1 0 0,0 0-1 0 0,0 0 1 0 0,0 0-1 0 0,0 0 0 0 0,1 0 1 0 0,-1 0-1 0 0,0 0 0 0 0,0 0 1 0 0,0-1-1 0 0,0 1 1 0 0,0 0-1 0 0,1 0 0 0 0,-1 0 1 0 0,0 0-1 0 0,0 0 0 0 0,0 0 1 0 0,0-1-1 0 0,0 1 1 0 0,0 0-1 0 0,1-1 397 0 0,3-3-232 0 0,-2 2-140 0 0,0 0 12 0 0,0 0 1 0 0,0 0-1 0 0,0 0 0 0 0,0 0 1 0 0,0 0-1 0 0,0 0 0 0 0,-1-1 1 0 0,1 1-1 0 0,-1-1 1 0 0,1 0-1 0 0,-1 1 0 0 0,0-1 1 0 0,1-3-1 0 0,-2 5-161 0 0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1.36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40 216 3153 0 0,'-31'-117'6354'0'0,"24"86"-3688"0"0,7 29-2415 0 0,-1 1 0 0 0,1-1-1 0 0,0 0 1 0 0,0 0 0 0 0,0 0 0 0 0,0 1-1 0 0,0-1 1 0 0,0 0 0 0 0,0 0-1 0 0,1 0 1 0 0,-1 1 0 0 0,1-1 0 0 0,-1 0-1 0 0,2-3 1 0 0,2 46 2215 0 0,-4-26-2443 0 0,1-1 0 0 0,0 1 0 0 0,2 0-1 0 0,-1 0 1 0 0,2-1 0 0 0,0 1 0 0 0,1-1 0 0 0,0 0 0 0 0,1 0 0 0 0,0-1 0 0 0,1 0-1 0 0,17 23 1 0 0,-23-33-27 0 0,1-1-1 0 0,0 1 0 0 0,0-1 0 0 0,1 0 0 0 0,-1 0 1 0 0,0 0-1 0 0,1 0 0 0 0,-1 0 0 0 0,1 0 1 0 0,-1 0-1 0 0,1-1 0 0 0,0 0 0 0 0,0 1 0 0 0,0-1 1 0 0,0 0-1 0 0,0 0 0 0 0,4 0 0 0 0,-4-1 37 0 0,0-1 0 0 0,1 1 0 0 0,-1-1 0 0 0,0 1-1 0 0,0-1 1 0 0,1 0 0 0 0,-1 0 0 0 0,0-1 0 0 0,0 1-1 0 0,0-1 1 0 0,-1 1 0 0 0,1-1 0 0 0,0 0 0 0 0,0 0-1 0 0,-1 0 1 0 0,4-5 0 0 0,12-11 196 0 0,-2-2 0 0 0,0 0 0 0 0,-2 0 0 0 0,0-2 0 0 0,15-30 0 0 0,-15 25-238 0 0,1 1 1 0 0,1 1-1 0 0,25-30 1 0 0,-34 48-1061 0 0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2.6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715 10 1376 0 0,'-3'-9'9480'0'0,"3"9"-9366"0"0,-5 0-11 0 0,0 1 0 0 0,0 0 0 0 0,0 0 0 0 0,0 0 0 0 0,0 0 0 0 0,0 1 0 0 0,0 0 0 0 0,1 0 0 0 0,-1 0 0 0 0,0 0 0 0 0,1 1 0 0 0,0 0 0 0 0,0 0 0 0 0,0 0 0 0 0,0 0 0 0 0,0 1 0 0 0,1 0 0 0 0,-6 6 0 0 0,-9 13 190 0 0,0 1-1 0 0,-15 29 1 0 0,13-20-64 0 0,-96 135 540 0 0,-61 102-161 0 0,122-164-589 0 0,5 2 1 0 0,-67 211-1 0 0,113-306-97 0 0,1-5 42 0 0,1-1 0 0 0,-1 1 0 0 0,2 0-1 0 0,-1 0 1 0 0,1 0 0 0 0,0 0 0 0 0,1 14 0 0 0,0-22 36 0 0,0 1 0 0 0,0-1 0 0 0,0 1 0 0 0,0-1 0 0 0,0 1 0 0 0,0-1 0 0 0,0 1 0 0 0,1-1 0 0 0,-1 1 0 0 0,0-1 0 0 0,0 0 0 0 0,1 1 0 0 0,-1-1 0 0 0,0 1 0 0 0,0-1 1 0 0,1 1-1 0 0,-1-1 0 0 0,1 0 0 0 0,-1 1 0 0 0,0-1 0 0 0,1 0 0 0 0,-1 1 0 0 0,1-1 0 0 0,-1 0 0 0 0,1 0 0 0 0,-1 1 0 0 0,0-1 0 0 0,1 0 0 0 0,-1 0 0 0 0,2 0 0 0 0,17-3 146 0 0,16-17 164 0 0,-35 20-307 0 0,30-24 288 0 0,-1 0 0 0 0,41-45 0 0 0,4-4 126 0 0,-6 13-137 0 0,2 3 0 0 0,4 3 1 0 0,82-46-1 0 0,-145 94-223 0 0,37-19 169 0 0,-45 24-200 0 0,0 0 1 0 0,1-1-1 0 0,-1 2 0 0 0,0-1 0 0 0,0 0 0 0 0,1 1 0 0 0,-1-1 0 0 0,1 1 0 0 0,-1 0 1 0 0,0 0-1 0 0,1 0 0 0 0,5 1 0 0 0,-8 0-23 0 0,0 0 1 0 0,0-1-1 0 0,0 1 0 0 0,-1 0 0 0 0,1-1 1 0 0,0 1-1 0 0,0 0 0 0 0,0 0 0 0 0,-1 0 1 0 0,1 0-1 0 0,-1 0 0 0 0,1 0 1 0 0,-1 0-1 0 0,1 0 0 0 0,-1 0 0 0 0,1 0 1 0 0,-1 0-1 0 0,0 0 0 0 0,1 0 1 0 0,-1 0-1 0 0,0 1 0 0 0,0-1 0 0 0,0 0 1 0 0,0 0-1 0 0,0 0 0 0 0,0 0 1 0 0,0 0-1 0 0,-1 0 0 0 0,1 0 0 0 0,0 1 1 0 0,-1-1-1 0 0,0 1 0 0 0,-13 42-104 0 0,12-39 62 0 0,-22 53-98 0 0,-2-1-1 0 0,-42 65 1 0 0,-80 99-689 0 0,-2 4-2 0 0,119-172 703 0 0,3 1 0 0 0,-31 80 0 0 0,51-111 237 0 0,1 1 0 0 0,1 0 1 0 0,1 0-1 0 0,2 0 0 0 0,0 1 0 0 0,1 33 0 0 0,1-54 9 0 0,-1 0-1 0 0,0 0 1 0 0,0 0 0 0 0,0 0 0 0 0,0-1 0 0 0,0 1 0 0 0,-1 0 0 0 0,-3 3 0 0 0,-7 12 248 0 0,11-16-311 0 0,1 0 0 0 0,0 0 0 0 0,0 0 0 0 0,0 0 0 0 0,0 0 1 0 0,1 0-1 0 0,-1 1 0 0 0,1-1 0 0 0,0 0 0 0 0,0 0 0 0 0,0 0 0 0 0,0 4 0 0 0,0-6-59 0 0,0-1 0 0 0,1 1 0 0 0,-1 0-1 0 0,0-1 1 0 0,0 1 0 0 0,0 0 0 0 0,1-1 0 0 0,-1 1 0 0 0,0 0 0 0 0,1-1 0 0 0,-1 1 0 0 0,0-1-1 0 0,1 1 1 0 0,-1-1 0 0 0,1 1 0 0 0,-1 0 0 0 0,1-1 0 0 0,-1 0 0 0 0,1 1 0 0 0,0-1 0 0 0,0 1-1 0 0,0-1-53 0 0,0 1-1 0 0,0-1 0 0 0,0 0 0 0 0,1 0 0 0 0,-1 0 0 0 0,0-1 0 0 0,0 1 0 0 0,0 0 0 0 0,0 0 0 0 0,0 0 0 0 0,0-1 0 0 0,0 1 1 0 0,0-1-1 0 0,0 1 0 0 0,0-1 0 0 0,-1 1 0 0 0,1-1 0 0 0,0 1 0 0 0,1-2 0 0 0,4-3-909 0 0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3.1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89 246 4145 0 0,'-12'-18'685'0'0,"1"1"0"0"0,1-2-1 0 0,0 1 1 0 0,2-1 0 0 0,0-1 0 0 0,1 1 0 0 0,1-1-1 0 0,1-1 1 0 0,-5-37 0 0 0,10 58-577 0 0,-1-1 0 0 0,1 0 0 0 0,0 1 0 0 0,0-1 0 0 0,0 0 0 0 0,0 1 0 0 0,0-1 0 0 0,0 0 0 0 0,0 1 0 0 0,0-1 0 0 0,0 0 0 0 0,0 1 0 0 0,0-1 0 0 0,0 0 0 0 0,0 1 0 0 0,1-1-1 0 0,-1 1 1 0 0,0-1 0 0 0,1 0 0 0 0,-1 1 0 0 0,0-1 0 0 0,1 1 0 0 0,-1-1 0 0 0,1 0 0 0 0,13 10 3832 0 0,-10-6-3684 0 0,3 4-106 0 0,-1 0-1 0 0,1 1 1 0 0,-1 0 0 0 0,-1 0 0 0 0,0 0-1 0 0,0 1 1 0 0,0-1 0 0 0,5 18 0 0 0,26 87 800 0 0,-26-74-748 0 0,-5-23-138 0 0,-4-7-37 0 0,2-1-1 0 0,-1 1 1 0 0,1-1-1 0 0,0 1 1 0 0,0-1 0 0 0,1 0-1 0 0,0-1 1 0 0,1 1-1 0 0,0-1 1 0 0,9 11-1 0 0,-13-17-19 0 0,0-1-1 0 0,0 1 0 0 0,0 0 1 0 0,0-1-1 0 0,0 1 0 0 0,0-1 0 0 0,0 0 1 0 0,0 1-1 0 0,1-1 0 0 0,-1 0 1 0 0,0 0-1 0 0,0 1 0 0 0,0-1 0 0 0,1 0 1 0 0,-1 0-1 0 0,0 0 0 0 0,0-1 1 0 0,1 1-1 0 0,-1 0 0 0 0,0 0 0 0 0,0-1 1 0 0,0 1-1 0 0,0-1 0 0 0,0 1 1 0 0,1-1-1 0 0,-1 1 0 0 0,0-1 0 0 0,0 0 1 0 0,0 1-1 0 0,0-1 0 0 0,-1 0 1 0 0,1 0-1 0 0,0 0 0 0 0,0 0 0 0 0,0 0 1 0 0,-1 0-1 0 0,1 0 0 0 0,0 0 1 0 0,0-1-1 0 0,5-7 84 0 0,0 0 1 0 0,0-1-1 0 0,4-12 0 0 0,-7 17-65 0 0,24-55 99 0 0,-16 33-1063 0 0,2 0-1 0 0,0 1 0 0 0,28-39 1 0 0,-21 40-5599 0 0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5.0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103 84 5065 0 0,'-21'-49'2889'0'0,"20"46"-2598"0"0,0 1 1 0 0,0-1-1 0 0,0 1 1 0 0,-1 0-1 0 0,1 0 1 0 0,-1 0-1 0 0,0 0 0 0 0,1 0 1 0 0,-1 0-1 0 0,0 1 1 0 0,0-1-1 0 0,0 0 1 0 0,-1 1-1 0 0,1 0 1 0 0,0-1-1 0 0,-1 1 1 0 0,-3-2-1 0 0,5 3-176 0 0,0 1-1 0 0,0-1 1 0 0,0 0 0 0 0,0 0-1 0 0,0 0 1 0 0,0 0 0 0 0,1 1-1 0 0,-1-1 1 0 0,0 0 0 0 0,0 1-1 0 0,0-1 1 0 0,0 1 0 0 0,0-1-1 0 0,1 1 1 0 0,-1-1-1 0 0,0 1 1 0 0,0-1 0 0 0,1 1-1 0 0,-1 0 1 0 0,1 0 0 0 0,-1-1-1 0 0,0 1 1 0 0,1 0 0 0 0,-1 0-1 0 0,1-1 1 0 0,0 1 0 0 0,-1 0-1 0 0,1 0 1 0 0,0 0-1 0 0,-1 0 1 0 0,1 0 0 0 0,0 0-1 0 0,0 1 1 0 0,-6 38 936 0 0,6-32-805 0 0,-10 81 236 0 0,4 0 0 0 0,5 1 0 0 0,3-1-1 0 0,21 141 1 0 0,-20-215-403 0 0,1 0-1 0 0,0 0 0 0 0,1 0 0 0 0,0 0 0 0 0,1-1 0 0 0,1 0 0 0 0,13 20 0 0 0,-17-28-51 0 0,1-2 0 0 0,-1 1-1 0 0,1 0 1 0 0,1-1 0 0 0,-1 1-1 0 0,0-1 1 0 0,1 0 0 0 0,0-1-1 0 0,0 1 1 0 0,0-1-1 0 0,1 0 1 0 0,-1 0 0 0 0,1-1-1 0 0,-1 0 1 0 0,1 0 0 0 0,0 0-1 0 0,0 0 1 0 0,0-1-1 0 0,0 0 1 0 0,0 0 0 0 0,12-1-1 0 0,-11 0-3 0 0,1-1-1 0 0,0 0 0 0 0,-1 0 0 0 0,1-1 1 0 0,-1 0-1 0 0,0 0 0 0 0,1-1 0 0 0,-1 0 1 0 0,0 0-1 0 0,0-1 0 0 0,-1 0 0 0 0,7-4 0 0 0,0-2-816 0 0,-2-1-1 0 0,1 0 0 0 0,-1-1 0 0 0,17-23 1 0 0,-15 18-5927 0 0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5.3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3225 0 0,'2'31'2479'0'0,"1"0"1"0"0,2-1-1 0 0,15 50 1 0 0,-12-47-948 0 0,0-4-268 0 0,14 37 0 0 0,-17-56-1361 0 0,-1 1 0 0 0,2-1 0 0 0,-1 0 0 0 0,1-1 1 0 0,1 1-1 0 0,12 14 0 0 0,-8-15-817 0 0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5.7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30 1 4145 0 0,'-2'0'368'0'0,"1"0"1"0"0,0-1-1 0 0,0 1 1 0 0,-1 1-1 0 0,1-1 1 0 0,0 0-1 0 0,-1 0 1 0 0,1 0-1 0 0,0 1 0 0 0,0-1 1 0 0,0 0-1 0 0,-1 1 1 0 0,1-1-1 0 0,0 1 1 0 0,0 0-1 0 0,0-1 1 0 0,0 1-1 0 0,0 0 1 0 0,0 0-1 0 0,-2 1 0 0 0,3-1-320 0 0,-1 1 0 0 0,1-1 0 0 0,0 0-1 0 0,-1 0 1 0 0,1 0 0 0 0,0 0-1 0 0,0 0 1 0 0,0 1 0 0 0,0-1 0 0 0,0 0-1 0 0,0 0 1 0 0,0 0 0 0 0,0 1 0 0 0,0-1-1 0 0,0 0 1 0 0,1 0 0 0 0,-1 0-1 0 0,1 2 1 0 0,3 7-722 0 0,1-1-1 0 0,0 1 1 0 0,1-1 0 0 0,7 10-1 0 0,-5-8 1620 0 0,27 41-998 0 0,-16-22 42 0 0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6.13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254 144 456 0 0,'-4'-13'1014'0'0,"-1"1"0"0"0,0-1 1 0 0,-1 2-1 0 0,0-1 0 0 0,-1 0 0 0 0,-12-14 0 0 0,16 22-792 0 0,0 1-1 0 0,0-1 0 0 0,0 1 1 0 0,-1 0-1 0 0,0 0 1 0 0,1 0-1 0 0,-1 0 1 0 0,0 1-1 0 0,0-1 0 0 0,0 1 1 0 0,-1 0-1 0 0,1 0 1 0 0,0 1-1 0 0,-1-1 1 0 0,0 1-1 0 0,1 0 0 0 0,-1 0 1 0 0,1 0-1 0 0,-1 1 1 0 0,0 0-1 0 0,-6 0 1 0 0,8 1-80 0 0,-1-1 1 0 0,0 1 0 0 0,0 0 0 0 0,0 0-1 0 0,1 0 1 0 0,-1 1 0 0 0,1-1 0 0 0,-1 1-1 0 0,1 0 1 0 0,0 0 0 0 0,-1 0 0 0 0,1 1-1 0 0,0-1 1 0 0,-5 6 0 0 0,4-3-27 0 0,0 1 1 0 0,0-1-1 0 0,1 1 0 0 0,-1-1 0 0 0,1 1 1 0 0,1 0-1 0 0,-1 1 0 0 0,-1 5 1 0 0,-1 11 13 0 0,0 0 0 0 0,2-1 1 0 0,-1 43-1 0 0,4-64-127 0 0,0 10 18 0 0,0-1 0 0 0,1 1 0 0 0,0-1 0 0 0,1 0-1 0 0,0 1 1 0 0,1-1 0 0 0,0 0 0 0 0,0 0-1 0 0,8 14 1 0 0,-10-21-44 0 0,1 1 0 0 0,0-1 0 0 0,0 0 0 0 0,0 1-1 0 0,0-1 1 0 0,1 0 0 0 0,-1 0 0 0 0,1-1 0 0 0,0 1 0 0 0,0 0-1 0 0,0-1 1 0 0,0 0 0 0 0,0 0 0 0 0,1 0 0 0 0,-1 0 0 0 0,1 0-1 0 0,-1-1 1 0 0,1 1 0 0 0,0-1 0 0 0,-1 0 0 0 0,1 0 0 0 0,0 0-1 0 0,0-1 1 0 0,0 1 0 0 0,0-1 0 0 0,0 0 0 0 0,-1 0 0 0 0,9-2-1 0 0,-10 2-47 0 0,1-1-1 0 0,-1 0 0 0 0,0 1 1 0 0,1-1-1 0 0,-1 0 1 0 0,0 0-1 0 0,1-1 0 0 0,-1 1 1 0 0,0 0-1 0 0,0-1 0 0 0,0 1 1 0 0,0-1-1 0 0,-1 0 0 0 0,1 1 1 0 0,0-1-1 0 0,-1 0 1 0 0,1 0-1 0 0,-1 0 0 0 0,1-1 1 0 0,-1 1-1 0 0,0 0 0 0 0,0 0 1 0 0,0-1-1 0 0,0 1 0 0 0,-1 0 1 0 0,1-1-1 0 0,-1 1 1 0 0,1-1-1 0 0,-1-2 0 0 0,1-9 210 0 0,0-1-1 0 0,-1 1 1 0 0,-1 0-1 0 0,-3-17 1 0 0,0-10 875 0 0,6 16-362 0 0,-2 24-579 0 0,0 0 1 0 0,0 0-1 0 0,0 0 1 0 0,0 0-1 0 0,0 0 1 0 0,0 0 0 0 0,0 0-1 0 0,0 0 1 0 0,1 0-1 0 0,-1 0 1 0 0,0 0-1 0 0,1 0 1 0 0,-1 0-1 0 0,1 1 1 0 0,-1-1 0 0 0,1 0-1 0 0,-1 0 1 0 0,1 0-1 0 0,0 1 1 0 0,-1-1-1 0 0,1 0 1 0 0,1 0-1 0 0,0 4 67 0 0,0-1-1 0 0,0 1 0 0 0,0 0 0 0 0,-1 0 0 0 0,1 0 1 0 0,-1 0-1 0 0,1 1 0 0 0,-1-1 0 0 0,1 6 1 0 0,0-5-24 0 0,6 27 36 0 0,-1 1-1 0 0,-1-1 0 0 0,-2 1 1 0 0,1 34-1 0 0,-4-45-134 0 0,0 30-62 0 0,-2 0-1 0 0,-14 87 1 0 0,3-39 9 0 0,11-85 39 0 0,0-7-344 0 0,1 0-1 0 0,-1 0 0 0 0,0 0 1 0 0,-1 0-1 0 0,1-1 0 0 0,-5 11 1 0 0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6.56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3225 0 0,'0'10'8185'0'0,"0"-1"-7635"0"0,0 0-1 0 0,1 0 0 0 0,0 1 1 0 0,1-1-1 0 0,0-1 0 0 0,6 18 1 0 0,28 56 1360 0 0,-5-13-1274 0 0,26 130 71 0 0,-4-13-717 0 0,-53-185 4 0 0,0 0 0 0 0,0-1 0 0 0,0 1 1 0 0,0-1-1 0 0,0 1 0 0 0,0 0 0 0 0,0-1 1 0 0,1 1-1 0 0,-1-1 0 0 0,0 1 0 0 0,0 0 1 0 0,1-1-1 0 0,-1 1 0 0 0,0-1 0 0 0,1 1 1 0 0,-1-1-1 0 0,0 1 0 0 0,1-1 0 0 0,-1 0 1 0 0,1 1-1 0 0,-1-1 0 0 0,1 1 0 0 0,-1-1 1 0 0,1 0-1 0 0,-1 0 0 0 0,1 1 0 0 0,-1-1 1 0 0,1 0-1 0 0,0 0 0 0 0,-1 1 0 0 0,1-1 1 0 0,-1 0-1 0 0,1 0 0 0 0,0 0 1 0 0,-1 0-1 0 0,1 0 0 0 0,0 0 0 0 0,0 0 1 0 0,0-1-37 0 0,1-1 1 0 0,0 1 0 0 0,-1 0 0 0 0,0-1-1 0 0,1 1 1 0 0,-1-1 0 0 0,0 1 0 0 0,1-1-1 0 0,-1 0 1 0 0,0 1 0 0 0,1-5 0 0 0,22-57-974 0 0,-24 61 990 0 0,20-67-582 0 0,20-58 314 0 0,-34 110 539 0 0,2 1 0 0 0,0-1 1 0 0,1 1-1 0 0,0 1 0 0 0,15-19 0 0 0,-23 33-202 0 0,-1 0 1 0 0,1 0-1 0 0,0 1 0 0 0,-1-1 0 0 0,1 0 1 0 0,0 0-1 0 0,0 0 0 0 0,0 1 0 0 0,0-1 1 0 0,0 0-1 0 0,0 1 0 0 0,0-1 0 0 0,0 1 1 0 0,0-1-1 0 0,0 1 0 0 0,0-1 1 0 0,0 1-1 0 0,0 0 0 0 0,0 0 0 0 0,0 0 1 0 0,0-1-1 0 0,0 1 0 0 0,1 0 0 0 0,-1 0 1 0 0,0 0-1 0 0,0 1 0 0 0,0-1 0 0 0,0 0 1 0 0,0 0-1 0 0,0 0 0 0 0,0 1 0 0 0,0-1 1 0 0,0 1-1 0 0,1-1 0 0 0,-2 1 1 0 0,1-1-1 0 0,0 1 0 0 0,0 0 0 0 0,0-1 1 0 0,0 1-1 0 0,0 0 0 0 0,0 0 0 0 0,-1 0 1 0 0,1-1-1 0 0,0 1 0 0 0,-1 0 0 0 0,1 0 1 0 0,0 0-1 0 0,0 2 0 0 0,5 8 113 0 0,1 0 0 0 0,-1 0 0 0 0,7 21 0 0 0,-6-14-121 0 0,12 22-1316 0 0,44 68 0 0 0,-49-90 26 0 0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6.91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9 3745 0 0,'-11'-8'4130'0'0,"17"29"2241"0"0,-1-7-6739 0 0,70 206 5235 0 0,-58-179-4822 0 0,2 0 0 0 0,1 0 0 0 0,30 41 0 0 0,-6-27-1309 0 0,-11-22-4831 0 0,-21-21 1090 0 0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7.30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0 435 5985 0 0,'1'-3'495'0'0,"0"-1"-1"0"0,0 0 0 0 0,0 0 0 0 0,0 1 1 0 0,1-1-1 0 0,-1 0 0 0 0,4-4 0 0 0,16-28 1047 0 0,1 0 0 0 0,2 1-1 0 0,2 1 1 0 0,32-32 0 0 0,-9 17-1529 0 0,95-75-1 0 0,-117 104-473 0 0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1.5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59 7370 0 0,'1'-2'222'0'0,"-1"1"0"0"0,1-1 0 0 0,0 1 1 0 0,-1-1-1 0 0,1 1 0 0 0,0 0 0 0 0,0-1 1 0 0,0 1-1 0 0,0 0 0 0 0,0 0 1 0 0,0-1-1 0 0,0 1 0 0 0,1 0 0 0 0,-1 0 1 0 0,0 0-1 0 0,1 0 0 0 0,-1 1 0 0 0,0-1 1 0 0,1 0-1 0 0,-1 1 0 0 0,3-2 1 0 0,32-11 1416 0 0,-11 7-352 0 0,-1 1 0 0 0,1 2 1 0 0,41-2-1 0 0,-56 5-1412 0 0,0 0 1 0 0,0 0-1 0 0,0 1 1 0 0,0 1-1 0 0,0 0 0 0 0,0 0 1 0 0,0 1-1 0 0,-1 0 1 0 0,1 1-1 0 0,-1 0 1 0 0,16 9-1 0 0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1.8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 5585 0 0,'-1'0'81'0'0,"-1"1"0"0"0,1-1 1 0 0,0 1-1 0 0,0-1 0 0 0,-1 1 0 0 0,1-1 0 0 0,0 1 0 0 0,0 0 0 0 0,0 0 0 0 0,0 0 0 0 0,0-1 1 0 0,0 1-1 0 0,0 0 0 0 0,0 0 0 0 0,1 0 0 0 0,-1 1 0 0 0,0-1 0 0 0,0 0 0 0 0,1 0 0 0 0,-1 0 1 0 0,1 0-1 0 0,-1 1 0 0 0,1-1 0 0 0,0 0 0 0 0,-1 0 0 0 0,1 1 0 0 0,0-1 0 0 0,0 0 0 0 0,0 3 1 0 0,-3 50 2417 0 0,2-43-2381 0 0,2 56 1635 0 0,16 118 1 0 0,-12-150-1926 0 0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2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0 154 10138 0 0,'35'-19'2067'0'0,"160"-59"3157"0"0,-114 48-5635 0 0,-47 11-1871 0 0,-24 12 653 0 0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2.5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0 6913 0 0,'-36'2'2188'0'0,"21"-2"759"0"0,15 0-2773 0 0,-1 0 0 0 0,0 1 0 0 0,0-1 0 0 0,0 0 0 0 0,0 1 1 0 0,1-1-1 0 0,-1 1 0 0 0,0-1 0 0 0,0 1 0 0 0,1 0 0 0 0,-1-1 0 0 0,0 1 0 0 0,1 0 0 0 0,-1-1 0 0 0,1 1 1 0 0,-1 0-1 0 0,1 0 0 0 0,-1 0 0 0 0,1-1 0 0 0,-1 1 0 0 0,1 0 0 0 0,0 0 0 0 0,0 0 0 0 0,-1 0 0 0 0,1 0 1 0 0,0 0-1 0 0,0 0 0 0 0,0 0 0 0 0,0 0 0 0 0,0-1 0 0 0,0 2 0 0 0,0 38 583 0 0,0-33-446 0 0,11 136 117 0 0,-5-100-779 0 0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2.9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44 325 2761 0 0,'-4'-2'276'0'0,"1"0"0"0"0,-1 0-1 0 0,1 0 1 0 0,0-1 0 0 0,0 1 0 0 0,0-1 0 0 0,0 0 0 0 0,0 0 0 0 0,0 0 0 0 0,1 0 0 0 0,0 0 0 0 0,-3-5 0 0 0,4 7-87 0 0,1 0 0 0 0,0 0 0 0 0,-1 0 0 0 0,1 0 0 0 0,0-1 0 0 0,0 1 0 0 0,0 0 0 0 0,0 0 0 0 0,0 0 0 0 0,0 0 0 0 0,0 0 0 0 0,0-1 0 0 0,0 1 0 0 0,1 0 0 0 0,-1 0 0 0 0,0 0 0 0 0,1 0 0 0 0,0-1 0 0 0,0 0-40 0 0,1 0 0 0 0,-1 0 1 0 0,1 0-1 0 0,-1 0 0 0 0,1 0 0 0 0,0 0 0 0 0,0 1 0 0 0,0-1 1 0 0,0 1-1 0 0,0-1 0 0 0,3-1 0 0 0,7-3 175 0 0,1 1-1 0 0,0 0 0 0 0,0 0 1 0 0,0 1-1 0 0,0 1 1 0 0,22-3-1 0 0,88-3 2423 0 0,-79 7-2417 0 0,1 1-5034 0 0,-22-1-608 0 0</inkml:trace>
  <inkml:trace contextRef="#ctx0" brushRef="#br0" timeOffset="1">231 0 4609 0 0,'-7'3'220'0'0,"0"1"0"0"0,1-1 0 0 0,-1 1 0 0 0,1 0 0 0 0,0 1 0 0 0,0-1 0 0 0,-9 11 0 0 0,13-11-26 0 0,-1 0 0 0 0,1 0 0 0 0,0 0 1 0 0,0 0-1 0 0,0 0 0 0 0,0 0 0 0 0,1 1 0 0 0,0-1 1 0 0,0 1-1 0 0,0-1 0 0 0,1 1 0 0 0,-1-1 1 0 0,1 1-1 0 0,0 4 0 0 0,1 10 300 0 0,1 0 1 0 0,1 0-1 0 0,1 0 1 0 0,10 30 0 0 0,-8-26-303 0 0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3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27 2761 0 0,'77'-8'6858'0'0,"-22"7"-4101"0"0,-25 2-2009 0 0,0-2-1 0 0,0-1 1 0 0,52-10-1 0 0,-68 9-1134 0 0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3.6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0 4609 0 0,'-6'7'770'0'0,"0"1"-1"0"0,1-1 1 0 0,0 1-1 0 0,0 0 1 0 0,1 0-1 0 0,0 1 1 0 0,0-1-1 0 0,-4 15 1 0 0,1 4 620 0 0,-7 44 0 0 0,10-42-1160 0 0,2 1 1 0 0,0-1-1 0 0,4 33 1 0 0,1-28-505 0 0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4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57 294 3225 0 0,'-3'0'95'0'0,"0"0"1"0"0,0 0-1 0 0,0 0 0 0 0,0 0 1 0 0,0 0-1 0 0,0-1 1 0 0,1 0-1 0 0,-1 1 0 0 0,0-1 1 0 0,0 0-1 0 0,1 0 1 0 0,-1 0-1 0 0,1-1 0 0 0,-1 1 1 0 0,-3-3-1 0 0,6 3 39 0 0,-1 0 0 0 0,0 1 0 0 0,1-1-1 0 0,-1 1 1 0 0,0-1 0 0 0,1 0 0 0 0,-1 0-1 0 0,1 1 1 0 0,-1-1 0 0 0,1 0-1 0 0,0 0 1 0 0,-1 0 0 0 0,1 0 0 0 0,0 1-1 0 0,-1-1 1 0 0,1 0 0 0 0,0 0 0 0 0,0 0-1 0 0,0 0 1 0 0,0-1 0 0 0,0 1 90 0 0,1-1 0 0 0,-1 1 0 0 0,1-1 1 0 0,-1 1-1 0 0,1 0 0 0 0,0-1 0 0 0,-1 1 0 0 0,1 0 0 0 0,0 0 0 0 0,0 0 1 0 0,0 0-1 0 0,0 0 0 0 0,0-1 0 0 0,0 2 0 0 0,0-1 0 0 0,3-2 0 0 0,2-1 212 0 0,1 0 0 0 0,0 0-1 0 0,1 0 1 0 0,-1 1 0 0 0,1 0-1 0 0,0 0 1 0 0,-1 1-1 0 0,1 0 1 0 0,0 1 0 0 0,11-2-1 0 0,12 2 427 0 0,45 2-1 0 0,-9 0-1461 0 0,-47-1-3592 0 0,0 0-1435 0 0</inkml:trace>
  <inkml:trace contextRef="#ctx0" brushRef="#br0" timeOffset="1">149 1 6449 0 0,'-2'0'109'0'0,"-1"1"-1"0"0,1 0 0 0 0,0-1 1 0 0,0 1-1 0 0,0 0 1 0 0,0 0-1 0 0,0 0 0 0 0,0 0 1 0 0,0 1-1 0 0,0-1 0 0 0,0 1 1 0 0,0-1-1 0 0,1 1 1 0 0,-1-1-1 0 0,1 1 0 0 0,-1 0 1 0 0,1 0-1 0 0,0 0 0 0 0,-1 0 1 0 0,1 0-1 0 0,0 0 0 0 0,0 0 1 0 0,1 0-1 0 0,-1 0 1 0 0,0 0-1 0 0,0 4 0 0 0,-3 15 550 0 0,1-1 0 0 0,1 1-1 0 0,0 0 1 0 0,2 0 0 0 0,2 26 0 0 0,19 106-812 0 0,-17-130-189 0 0,4 22-4224 0 0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4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1 107 14283 0 0,'0'-3'16'0'0,"1"0"1"0"0,0 0-1 0 0,1 0 1 0 0,-1 0-1 0 0,0 1 1 0 0,1-1-1 0 0,-1 0 0 0 0,1 1 1 0 0,0-1-1 0 0,0 1 1 0 0,0 0-1 0 0,0 0 0 0 0,0 0 1 0 0,1 0-1 0 0,-1 0 1 0 0,5-3-1 0 0,2-1 357 0 0,1-1 1 0 0,0 1-1 0 0,14-6 0 0 0,-6 5-719 0 0,0 1-1 0 0,0 1 1 0 0,1 1 0 0 0,37-4-1 0 0,-49 8 347 0 0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4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0 3225 0 0,'-2'0'267'0'0,"1"1"1"0"0,0-1 0 0 0,0 1-1 0 0,0-1 1 0 0,-1 1-1 0 0,1 0 1 0 0,0-1 0 0 0,0 1-1 0 0,0 0 1 0 0,0 0-1 0 0,0 0 1 0 0,0 0 0 0 0,0 0-1 0 0,1 0 1 0 0,-1 0-1 0 0,0 0 1 0 0,0 0 0 0 0,1 0-1 0 0,-1 0 1 0 0,1 0-1 0 0,-1 0 1 0 0,1 1 0 0 0,-1-1-1 0 0,0 3 1 0 0,-7 31 2202 0 0,3 17-1023 0 0,1 91 1 0 0,17 53-3989 0 0,-9-153-2140 0 0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5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26 232 3225 0 0,'-1'0'153'0'0,"-1"-1"1"0"0,0 1-1 0 0,1 0 1 0 0,-1-1-1 0 0,1 1 1 0 0,-1-1 0 0 0,1 1-1 0 0,0-1 1 0 0,-1 0-1 0 0,1 0 1 0 0,-1 0-1 0 0,1 1 1 0 0,-2-3-1 0 0,3 2 23 0 0,-1 1-1 0 0,1-1 1 0 0,0 1-1 0 0,-1-1 0 0 0,1 1 1 0 0,0-1-1 0 0,-1 0 0 0 0,1 1 1 0 0,0-1-1 0 0,0 0 1 0 0,0 1-1 0 0,0-1 0 0 0,-1 1 1 0 0,1-1-1 0 0,0 0 1 0 0,0 1-1 0 0,0-1 0 0 0,0 0 1 0 0,1 1-1 0 0,-1-1 1 0 0,0 0-1 0 0,0 0 0 0 0,1-1 58 0 0,0 0 0 0 0,0 0-1 0 0,0 1 1 0 0,1-1-1 0 0,-1 0 1 0 0,0 1 0 0 0,1-1-1 0 0,-1 1 1 0 0,1 0-1 0 0,-1-1 1 0 0,1 1 0 0 0,-1 0-1 0 0,1 0 1 0 0,0 0-1 0 0,0 0 1 0 0,0 0 0 0 0,0 0-1 0 0,-1 1 1 0 0,4-2-1 0 0,7 0 198 0 0,0 0 0 0 0,1 1 0 0 0,-1 0 0 0 0,0 1 0 0 0,0 0 1 0 0,1 1-1 0 0,18 3 0 0 0,87 26 318 0 0,-77-19-1695 0 0,-14-3-5241 0 0</inkml:trace>
  <inkml:trace contextRef="#ctx0" brushRef="#br0" timeOffset="1">213 1 7834 0 0,'-4'2'197'0'0,"1"0"-1"0"0,-1 0 1 0 0,0 1 0 0 0,1-1 0 0 0,0 1 0 0 0,0 0 0 0 0,0 0-1 0 0,0 0 1 0 0,0 0 0 0 0,0 1 0 0 0,1-1 0 0 0,0 1 0 0 0,0 0-1 0 0,0 0 1 0 0,0 0 0 0 0,0-1 0 0 0,1 2 0 0 0,-1-1 0 0 0,0 5 0 0 0,-5 20-319 0 0,2 0 1 0 0,-4 57 0 0 0,8-32-1459 0 0,2 1-1 0 0,9 56 0 0 0,-5-77 1477 0 0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5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91 6449 0 0,'0'0'82'0'0,"0"-1"0"0"0,-1 1 0 0 0,1-1-1 0 0,0 0 1 0 0,-1 0 0 0 0,1 1 0 0 0,0-1 0 0 0,0 0-1 0 0,-1 0 1 0 0,1 1 0 0 0,0-1 0 0 0,0 0-1 0 0,0 0 1 0 0,0 0 0 0 0,0 1 0 0 0,0-1 0 0 0,0 0-1 0 0,0 0 1 0 0,1 1 0 0 0,-1-1 0 0 0,0 0-1 0 0,0 0 1 0 0,1 1 0 0 0,-1-1 0 0 0,0 0-1 0 0,1 1 1 0 0,-1-1 0 0 0,1 0 0 0 0,-1 1 0 0 0,1-1-1 0 0,-1 1 1 0 0,1-1 0 0 0,-1 0 0 0 0,1 1-1 0 0,0-1 1 0 0,21-24 1853 0 0,-17 21-1624 0 0,1 0 1 0 0,-1 0-1 0 0,0 0 1 0 0,1 1-1 0 0,0-1 1 0 0,0 1-1 0 0,0 1 1 0 0,0-1-1 0 0,1 1 1 0 0,-1 0 0 0 0,0 1-1 0 0,1 0 1 0 0,11-1-1 0 0,5 1-1008 0 0,0 1 0 0 0,36 5 0 0 0,-39-3-1295 0 0,-1-1-2997 0 0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5.7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0 6913 0 0,'-2'1'192'0'0,"0"1"0"0"0,1-1 0 0 0,-1 0-1 0 0,1 0 1 0 0,-1 0 0 0 0,1 1-1 0 0,0-1 1 0 0,-1 1 0 0 0,1-1-1 0 0,0 1 1 0 0,0 0 0 0 0,0-1 0 0 0,0 1-1 0 0,0 0 1 0 0,0 0 0 0 0,1 0-1 0 0,-1-1 1 0 0,1 1 0 0 0,-1 0 0 0 0,1 0-1 0 0,-1 3 1 0 0,-6 52 808 0 0,6-41-584 0 0,-19 238-1278 0 0,13-139-1157 0 0,4-79 1995 0 0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6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14 206 456 0 0,'-13'0'9506'0'0,"18"-13"-5357"0"0,30-27-3513 0 0,-22 25 131 0 0,-3 3-1469 0 0,0 0 0 0 0,1 1 0 0 0,23-21-1 0 0,-23 25-376 0 0</inkml:trace>
  <inkml:trace contextRef="#ctx0" brushRef="#br0" timeOffset="1">87 1 10594 0 0,'-1'0'111'0'0,"-1"0"0"0"0,0 0-1 0 0,1 1 1 0 0,-1-1-1 0 0,1 1 1 0 0,-1-1 0 0 0,1 1-1 0 0,-1 0 1 0 0,1 0 0 0 0,0 0-1 0 0,-1 0 1 0 0,1 0-1 0 0,0 0 1 0 0,-1 0 0 0 0,1 0-1 0 0,0 0 1 0 0,0 0-1 0 0,0 1 1 0 0,0-1 0 0 0,0 0-1 0 0,1 1 1 0 0,-1-1 0 0 0,0 1-1 0 0,0-1 1 0 0,1 1-1 0 0,-1-1 1 0 0,1 1 0 0 0,0-1-1 0 0,-1 1 1 0 0,1 0 0 0 0,0 2-1 0 0,-2 9 368 0 0,1-1-1 0 0,1 1 0 0 0,1 13 1 0 0,-1-16-603 0 0,1 24-458 0 0,1 0-1 0 0,10 46 0 0 0,-6-53-4542 0 0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6.4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20 9674 0 0,'-9'7'1566'0'0,"27"-14"86"0"0,7-4-644 0 0,-7 8-486 0 0,0 0 0 0 0,0 2 0 0 0,0 0-1 0 0,0 1 1 0 0,31 4 0 0 0,-25-2-787 0 0,-1 0 1 0 0,36-4-1 0 0,-42 0 207 0 0,0-2 58 0 0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6.8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 10594 0 0,'-6'9'472'0'0,"2"-6"96"0"0,1 2-455 0 0,1-1-113 0 0,1 1 0 0 0,-1 0 0 0 0,1 4 456 0 0,-1 6 72 0 0,-2 11 16 0 0,0 6 0 0 0,1 8-368 0 0,1-2-72 0 0,1-2-8 0 0,2 7-2609 0 0,1-10-519 0 0,2-7-105 0 0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7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2761 0 0,'5'4'9921'0'0,"15"-2"-6227"0"0,35-3-4316 0 0,-35 1 1640 0 0,112 1-5922 0 0,-110-1 4863 0 0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7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56 8754 0 0,'3'2'240'0'0,"-1"-1"1"0"0,1 1 0 0 0,-1-1-1 0 0,1 0 1 0 0,0 0-1 0 0,-1 0 1 0 0,1 0 0 0 0,0-1-1 0 0,0 1 1 0 0,0-1-1 0 0,-1 1 1 0 0,1-1 0 0 0,0 0-1 0 0,0 0 1 0 0,0 0-1 0 0,0-1 1 0 0,5 0-1 0 0,50-14 1468 0 0,-58 15-1682 0 0,46-16 64 0 0,-16 6-244 0 0,32-8 0 0 0,-52 16 120 0 0,-1 0-1 0 0,1 1 0 0 0,-1 0 1 0 0,1 1-1 0 0,0 0 0 0 0,-1 0 1 0 0,18 4-1 0 0,-7 0 35 0 0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8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75 9218 0 0,'1'-2'135'0'0,"-1"1"1"0"0,0-1-1 0 0,1 1 1 0 0,0 0-1 0 0,-1-1 0 0 0,1 1 1 0 0,0 0-1 0 0,0 0 1 0 0,-1-1-1 0 0,1 1 1 0 0,0 0-1 0 0,0 0 0 0 0,1 0 1 0 0,-1 0-1 0 0,0 0 1 0 0,0 0-1 0 0,0 0 0 0 0,0 1 1 0 0,3-2-1 0 0,30-15 1075 0 0,-25 13-799 0 0,7-2-408 0 0,1 0 0 0 0,1 2 0 0 0,-1-1 1 0 0,1 2-1 0 0,-1 0 0 0 0,1 2 0 0 0,0 0 0 0 0,0 0 1 0 0,35 5-1 0 0,-20 0-475 0 0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8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50 8290 0 0,'11'0'1408'0'0,"1"-1"0"0"0,0-1 1 0 0,11-2-1 0 0,36-12 148 0 0,18-4-1602 0 0,-20 14-3018 0 0,-38 6 1921 0 0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8.7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68 7370 0 0,'4'-1'307'0'0,"-1"0"-1"0"0,1 0 1 0 0,0 0 0 0 0,-1 0 0 0 0,1-1 0 0 0,-1 1 0 0 0,7-5 0 0 0,7-3 474 0 0,9-1 185 0 0,-1 2-1 0 0,1 0 1 0 0,1 2 0 0 0,27-4-1 0 0,-38 9-1211 0 0,1 0-1 0 0,0 0 1 0 0,0 2-1 0 0,24 3 1 0 0,-18 1-4874 0 0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9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27 11058 0 0,'9'-1'819'0'0,"0"0"-1"0"0,-1-1 0 0 0,17-4 1 0 0,12-3-416 0 0,-33 9-420 0 0,75-8 124 0 0,-69 9-1019 0 0,-1-1 1 0 0,0 1-1 0 0,15 4 0 0 0,-12-3-400 0 0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9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62 10138 0 0,'37'-15'2454'0'0,"-19"6"-1734"0"0,2 2 73 0 0,0 0-1 0 0,1 2 0 0 0,39-6 1 0 0,-19 6-1719 0 0,43 2 0 0 0,-54 3-4374 0 0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9.8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37 10138 0 0,'2'1'121'0'0,"-1"0"0"0"0,0 0-1 0 0,0 0 1 0 0,0-1 0 0 0,1 1 0 0 0,-1 0-1 0 0,0-1 1 0 0,1 1 0 0 0,-1-1 0 0 0,1 1-1 0 0,-1-1 1 0 0,1 0 0 0 0,-1 0-1 0 0,1 1 1 0 0,-1-1 0 0 0,3-1 0 0 0,33 0 1449 0 0,-23 0-1279 0 0,9 1 156 0 0,-1-1 0 0 0,42-8 0 0 0,-54 7-1320 0 0,0-1 1 0 0,0 0 0 0 0,0-1 0 0 0,16-8 0 0 0,-12 3-686 0 0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40.1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60 9218 0 0,'1'0'201'0'0,"0"0"1"0"0,0 1-1 0 0,1-1 0 0 0,-1 0 1 0 0,0 0-1 0 0,0 0 0 0 0,1 0 0 0 0,-1 0 1 0 0,0 0-1 0 0,0-1 0 0 0,1 1 1 0 0,-1 0-1 0 0,0 0 0 0 0,0-1 1 0 0,0 1-1 0 0,0-1 0 0 0,2 0 1 0 0,25-12 201 0 0,-23 11-85 0 0,13-6 14 0 0,1 1 1 0 0,1 1-1 0 0,-1 0 0 0 0,1 1 1 0 0,21-1-1 0 0,-22 4-1505 0 0,0 1 0 0 0,0 0 0 0 0,19 3 0 0 0,-7 3-3499 0 0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40.5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542 22 7834 0 0,'5'3'547'0'0,"0"0"1"0"0,0-1 0 0 0,0 0-1 0 0,1 0 1 0 0,-1 0 0 0 0,0-1-1 0 0,1 0 1 0 0,-1 0 0 0 0,1 0-1 0 0,0-1 1 0 0,5 0 0 0 0,-1 1-284 0 0,0-2 0 0 0,-1 1 0 0 0,1-2 0 0 0,-1 1 0 0 0,16-5 0 0 0,5-10-1852 0 0,-11 5-2791 0 0,-11 8 2270 0 0</inkml:trace>
  <inkml:trace contextRef="#ctx0" brushRef="#br0" timeOffset="1">50 236 10594 0 0,'-15'16'992'0'0,"12"-12"-1539"0"0,0-1 1 0 0,0 1-1 0 0,-1-1 0 0 0,1 0 0 0 0,-1 0 1 0 0,1 0-1 0 0,-8 4 0 0 0,14-16-2683 0 0,8-5 2726 0 0,20-10 2573 0 0,58-35 0 0 0,-4 15-2271 0 0,-80 42 99 0 0,-1 0 1 0 0,1 0 0 0 0,0 1-1 0 0,0-1 1 0 0,0 1 0 0 0,7 0-1 0 0,8 1-41 0 0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40.9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 9674 0 0,'0'7'424'0'0,"0"-3"96"0"0,1-1-416 0 0,1 0-104 0 0,-1-1 0 0 0,2 0 0 0 0,2-1 552 0 0,1 0 89 0 0,5 3 23 0 0,6-3 0 0 0,3-1-352 0 0,1-4-72 0 0,3-4-16 0 0,13-14-3937 0 0,-4-1-784 0 0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55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1 113 10594 0 0,'3'-1'138'0'0,"0"0"-1"0"0,1 0 0 0 0,0 0 1 0 0,-1 1-1 0 0,1-1 0 0 0,-1 1 1 0 0,1 0-1 0 0,0 0 1 0 0,4 0-1 0 0,8 2-113 0 0,0 0 0 0 0,-1 2 0 0 0,0-1 1 0 0,1 2-1 0 0,-1 0 0 0 0,-1 1 0 0 0,1 0 0 0 0,-1 1 0 0 0,0 1 1 0 0,-1 0-1 0 0,0 0 0 0 0,15 14 0 0 0,13 14 54 0 0,-1 1-1 0 0,41 50 1 0 0,-34-29 381 0 0,-2 1 0 0 0,-2 3 0 0 0,-3 2 0 0 0,36 80 0 0 0,103 283 1635 0 0,-90-202-1462 0 0,144 284 100 0 0,-205-450-703 0 0,192 373 569 0 0,36-19 15 0 0,-215-356-580 0 0,4-2 0 0 0,2-1-1 0 0,2-3 1 0 0,2-2 0 0 0,83 61-1 0 0,-71-64 17 0 0,3-2 0 0 0,1-4 0 0 0,1-3 0 0 0,76 30 0 0 0,-108-54-1 0 0,0-1-1 0 0,1-1 0 0 0,0-3 0 0 0,0-1 0 0 0,1-1 0 0 0,0-2 1 0 0,0-2-1 0 0,0-2 0 0 0,0-1 0 0 0,50-8 0 0 0,-27-3 72 0 0,-1-3 1 0 0,101-39-1 0 0,109-65 218 0 0,-248 109-311 0 0,32-16 0 0 0,-1-2 0 0 0,-2-3 0 0 0,0-2 0 0 0,-3-2 0 0 0,47-42 0 0 0,-67 51-91 0 0,-2-1 1 0 0,-1-1-1 0 0,-1-1 1 0 0,-2-1-1 0 0,-1-1 0 0 0,-1-1 1 0 0,-2-1-1 0 0,-1-1 1 0 0,15-41-1 0 0,7-54-182 0 0,33-200 0 0 0,-22 86 94 0 0,-20 118 273 0 0,5 1 0 0 0,71-162 0 0 0,228-387 1744 0 0,-293 595-1847 0 0,189-322 160 0 0,-134 237-138 0 0,-78 133 69 0 0,-9 11-511 0 0,2 2 0 0 0,0-1 1 0 0,1 2-1 0 0,14-17 0 0 0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57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2167 10594 0 0,'4'0'107'0'0,"-1"-1"-1"0"0,1 0 0 0 0,0 0 0 0 0,-1 0 1 0 0,1-1-1 0 0,0 1 0 0 0,-1-1 1 0 0,0 1-1 0 0,1-1 0 0 0,-1 0 1 0 0,0-1-1 0 0,0 1 0 0 0,5-5 1 0 0,38-42 213 0 0,-35 36-54 0 0,16-20 92 0 0,-2 0-1 0 0,-2-2 1 0 0,0 0-1 0 0,32-75 0 0 0,49-166-787 0 0,-43 106 207 0 0,-17 56 157 0 0,69-189 556 0 0,-82 208-139 0 0,4 2 0 0 0,4 1-1 0 0,4 2 1 0 0,4 2 0 0 0,69-96-1 0 0,-90 149-357 0 0,2 0 0 0 0,1 2-1 0 0,2 1 1 0 0,1 2 0 0 0,51-38-1 0 0,-66 56 151 0 0,0 1 1 0 0,1 0-1 0 0,0 1 0 0 0,1 1 0 0 0,0 1 0 0 0,0 1 1 0 0,1 1-1 0 0,0 0 0 0 0,0 1 0 0 0,0 2 0 0 0,1 0 1 0 0,-1 1-1 0 0,37 1 0 0 0,-19 5 74 0 0,0 1 0 0 0,-1 2 1 0 0,0 2-1 0 0,0 1 0 0 0,55 23 0 0 0,-16 2-224 0 0,102 64-1 0 0,-123-65-18 0 0,-1 1-1 0 0,-2 3 0 0 0,-1 2 0 0 0,-3 2 1 0 0,77 86-1 0 0,118 213 147 0 0,-168-226-12 0 0,138 163 0 0 0,189 170 1286 0 0,-387-432-1314 0 0,11 13 211 0 0,33 28-1 0 0,-51-50-209 0 0,0-1 1 0 0,0 0 0 0 0,1 0-1 0 0,-1-1 1 0 0,1 0-1 0 0,1 0 1 0 0,-1-1-1 0 0,0 0 1 0 0,16 3-1 0 0,-22-6-68 0 0,0-1-1 0 0,0 1 1 0 0,1-1 0 0 0,-1 0-1 0 0,0 0 1 0 0,0 0-1 0 0,1-1 1 0 0,-1 1 0 0 0,0-1-1 0 0,0 1 1 0 0,0-1-1 0 0,0 0 1 0 0,0 0-1 0 0,0-1 1 0 0,0 1 0 0 0,0-1-1 0 0,3-1 1 0 0,-2-1-52 0 0,0 1 1 0 0,0-1 0 0 0,0 0-1 0 0,-1 0 1 0 0,1 0-1 0 0,-1 0 1 0 0,0-1 0 0 0,0 1-1 0 0,3-10 1 0 0,7-16-146 0 0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59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33 14283 0 0,'0'0'121'0'0,"-1"0"-1"0"0,1 0 1 0 0,-1 0 0 0 0,1 0-1 0 0,-1 0 1 0 0,1 0 0 0 0,0 0 0 0 0,-1-1-1 0 0,1 1 1 0 0,-1 0 0 0 0,1 0-1 0 0,-1 0 1 0 0,1-1 0 0 0,0 1-1 0 0,-1 0 1 0 0,1 0 0 0 0,0-1-1 0 0,-1 1 1 0 0,1 0 0 0 0,0-1-1 0 0,-1 1 1 0 0,1 0 0 0 0,0-1-1 0 0,0 1 1 0 0,-1 0 0 0 0,1-1-1 0 0,0 1 1 0 0,0-1 0 0 0,0 1 0 0 0,-1-1-1 0 0,3-15-530 0 0,-2 16 293 0 0,0-1 1 0 0,1 1-1 0 0,-1-1 1 0 0,0 0-1 0 0,1 1 0 0 0,-1 0 1 0 0,0-1-1 0 0,1 1 1 0 0,-1-1-1 0 0,1 1 1 0 0,-1-1-1 0 0,0 1 1 0 0,1 0-1 0 0,-1-1 0 0 0,1 1 1 0 0,-1 0-1 0 0,1-1 1 0 0,-1 1-1 0 0,1 0 1 0 0,0 0-1 0 0,0-1 1 0 0,0 1 7 0 0,0 1 0 0 0,-1-1 0 0 0,1 0 0 0 0,0 0 1 0 0,-1 0-1 0 0,1 1 0 0 0,0-1 0 0 0,-1 0 0 0 0,1 1 0 0 0,0-1 1 0 0,-1 1-1 0 0,1-1 0 0 0,-1 1 0 0 0,1-1 0 0 0,-1 1 1 0 0,1-1-1 0 0,-1 1 0 0 0,1-1 0 0 0,-1 1 0 0 0,1 0 1 0 0,-1-1-1 0 0,0 1 0 0 0,1 0 0 0 0,-1 0 0 0 0,4 9 17 0 0,-3 3 82 0 0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59.5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 14283 0 0,'-12'9'632'0'0,"4"-4"136"0"0,3 0-616 0 0,1-1-152 0 0,3-2 0 0 0,0 0 0 0 0,1-1 0 0 0,-2 3 0 0 0,0 1 0 0 0,-1 2 0 0 0,2 5-848 0 0,-1-2-176 0 0,-1 2-32 0 0,2 1 0 0 0,0 2 815 0 0,-1 0 169 0 0,1 2 72 0 0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59.9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21 8290 0 0,'3'-3'368'0'0,"-1"2"80"0"0,1-2-360 0 0,-1 2-88 0 0,2 0 0 0 0,-2 0 0 0 0,1-1 264 0 0,1 1 40 0 0,2-1 8 0 0,3-1 0 0 0,0 2-704 0 0,-1 0-144 0 0,-2 1-24 0 0,-2 1-8 0 0</inkml:trace>
  <inkml:trace contextRef="#ctx0" brushRef="#br0" timeOffset="1">77 410 14283 0 0,'-8'5'632'0'0,"1"-3"136"0"0,1 1-616 0 0,2-2-152 0 0,2-1 0 0 0,0 0 0 0 0,0 0-752 0 0,-3 2-176 0 0,-1-1-40 0 0,-5 0-8 0 0,0 2 800 0 0,-2-2 176 0 0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4:00.2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54 11058 0 0,'2'2'488'0'0,"1"-4"105"0"0,2 1-473 0 0,-2 0-120 0 0,1 0 0 0 0,-1-1 0 0 0,1 1 64 0 0,3-1 0 0 0,3-4-64 0 0,5-1 96 0 0,4-3-96 0 0,-1 0 0 0 0,-5-3 0 0 0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4:01.5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 3772 5673 0 0,'-2'0'32'0'0,"0"-1"0"0"0,-1 1 1 0 0,1 0-1 0 0,0-1 0 0 0,0 1 0 0 0,0-1 0 0 0,0 0 0 0 0,0 0 0 0 0,0 0 1 0 0,0 0-1 0 0,0 0 0 0 0,0 0 0 0 0,0 0 0 0 0,1 0 0 0 0,-1-1 0 0 0,0 1 1 0 0,1-1-1 0 0,-1 0 0 0 0,1 1 0 0 0,0-1 0 0 0,-2-2 0 0 0,-27-42 367 0 0,21 27-227 0 0,0 0 1 0 0,1-1 0 0 0,1 0-1 0 0,1 0 1 0 0,-4-26 0 0 0,-10-110 363 0 0,15 104-463 0 0,-62-1021 4930 0 0,82 451-1473 0 0,1 463-2523 0 0,70-295 1 0 0,74-131-648 0 0,-62 232-408 0 0,-94 335 38 0 0,-1 6-74 0 0,1-1 0 0 0,0 0 0 0 0,0 1 0 0 0,11-19-1 0 0,-10 28-1425 0 0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4:02.0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224 6 2304 0 0,'-3'-1'237'0'0,"1"0"-1"0"0,0 1 0 0 0,0-1 1 0 0,-1 0-1 0 0,1 1 0 0 0,0-1 1 0 0,-1 1-1 0 0,1-1 0 0 0,0 1 1 0 0,-1 0-1 0 0,1 0 0 0 0,-1 0 1 0 0,1 1-1 0 0,0-1 0 0 0,-1 1 0 0 0,1-1 1 0 0,0 1-1 0 0,-1 0 0 0 0,1-1 1 0 0,0 1-1 0 0,0 0 0 0 0,0 1 1 0 0,0-1-1 0 0,0 0 0 0 0,0 1 1 0 0,0-1-1 0 0,0 1 0 0 0,0-1 0 0 0,1 1 1 0 0,-3 2-1 0 0,-7 9 129 0 0,1 0 1 0 0,0 1-1 0 0,1 0 0 0 0,1 0 0 0 0,0 1 1 0 0,-10 29-1 0 0,-26 101-315 0 0,37-121 12 0 0,0 0-62 0 0,-11 48 0 0 0,17-65 0 0 0,0 0 0 0 0,0 0 0 0 0,1 1 0 0 0,0-1 0 0 0,0 0 0 0 0,0 1 0 0 0,3 10 0 0 0,-3-17 0 0 0,0-1 1 0 0,0 1 0 0 0,0 0-1 0 0,1-1 1 0 0,-1 1 0 0 0,0 0 0 0 0,0-1-1 0 0,0 1 1 0 0,1 0 0 0 0,-1-1-1 0 0,0 1 1 0 0,1 0 0 0 0,-1-1-1 0 0,1 1 1 0 0,-1-1 0 0 0,1 1 0 0 0,-1-1-1 0 0,1 1 1 0 0,-1-1 0 0 0,1 1-1 0 0,-1-1 1 0 0,1 0 0 0 0,0 1 0 0 0,-1-1-1 0 0,1 0 1 0 0,-1 0 0 0 0,2 1-1 0 0,0-1-7 0 0,-1 0 0 0 0,0 0 0 0 0,0-1 0 0 0,0 1 0 0 0,0 0 0 0 0,0-1 0 0 0,0 1 0 0 0,0-1 0 0 0,0 1 0 0 0,0-1 0 0 0,0 0-1 0 0,0 1 1 0 0,0-1 0 0 0,0 0 0 0 0,1-1 0 0 0,25-33-403 0 0,-16 13-102 0 0,0 0 1 0 0,-2-1-1 0 0,0 0 1 0 0,-2-1-1 0 0,0 1 1 0 0,4-34-1 0 0,-6 27 1232 0 0,2-1 0 0 0,2 1-1 0 0,15-36 1 0 0,-24 65-567 0 0,1 0-1 0 0,-1-1 1 0 0,1 1-1 0 0,-1 0 1 0 0,1 0 0 0 0,0 0-1 0 0,0 1 1 0 0,-1-1-1 0 0,1 0 1 0 0,0 0 0 0 0,0 0-1 0 0,0 1 1 0 0,0-1-1 0 0,0 0 1 0 0,0 1 0 0 0,0-1-1 0 0,0 1 1 0 0,0-1-1 0 0,1 1 1 0 0,-1-1 0 0 0,0 1-1 0 0,2-1 1 0 0,0 1 53 0 0,0 0 1 0 0,0 0-1 0 0,0 1 0 0 0,0-1 1 0 0,-1 1-1 0 0,1-1 1 0 0,0 1-1 0 0,0 0 1 0 0,3 1-1 0 0,7 4 153 0 0,-1 1-1 0 0,0 0 1 0 0,12 10 0 0 0,-20-14-320 0 0,41 32-637 0 0,-16-9-3613 0 0,1 2-1511 0 0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4:04.0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 3681 0 0,'41'-4'9827'0'0,"13"-7"-5320"0"0,11-3-4192 0 0,-45 10-2006 0 0,0 2 0 0 0,36-1 0 0 0,-38 4-4004 0 0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23.47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49 7834 0 0,'-5'-48'7417'0'0,"20"84"-4065"0"0,-2 15-2609 0 0,-3 1 0 0 0,6 71 1 0 0,-5 110 43 0 0,-8-132-556 0 0,-1-37-326 0 0,4 71 559 0 0,-3-116-1459 0 0,0 0-1 0 0,10 29 0 0 0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23.83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1 157 2128 0 0,'3'-15'360'0'0,"1"1"0"0"0,1-1 0 0 0,0 1 0 0 0,13-24 0 0 0,-16 34-35 0 0,0 0-1 0 0,1 0 1 0 0,-1 0-1 0 0,1 0 1 0 0,0 1-1 0 0,0-1 1 0 0,0 1-1 0 0,0 0 1 0 0,1-1-1 0 0,-1 1 1 0 0,1 1-1 0 0,0-1 1 0 0,0 1-1 0 0,0-1 1 0 0,0 1-1 0 0,1 0 1 0 0,-1 1-1 0 0,0-1 1 0 0,9-1-1 0 0,-10 3-202 0 0,0 0 0 0 0,0 0 0 0 0,0 0 0 0 0,1 1 0 0 0,-1-1 0 0 0,0 1 1 0 0,0 0-1 0 0,0 0 0 0 0,0 0 0 0 0,0 1 0 0 0,0-1 0 0 0,0 1 0 0 0,-1-1 0 0 0,1 1 0 0 0,0 0 0 0 0,-1 0 0 0 0,0 0 0 0 0,1 0 0 0 0,-1 1 0 0 0,0-1 0 0 0,0 0 0 0 0,0 1 0 0 0,0 0 0 0 0,-1-1 0 0 0,1 1 0 0 0,-1 0 0 0 0,1 0 0 0 0,-1 0 0 0 0,1 5 0 0 0,3 5 25 0 0,-2 0-1 0 0,1 1 1 0 0,-2-1-1 0 0,0 1 0 0 0,1 20 1 0 0,-3 0-62 0 0,-2-1 0 0 0,-1 0 0 0 0,-1-1 0 0 0,-17 60 0 0 0,-54 122 2984 0 0,63-192-1689 0 0,10-18 294 0 0,12-15-915 0 0,-8 9-781 0 0,6-7 41 0 0,0 0 0 0 0,0 0 0 0 0,1 1 0 0 0,0 1 0 0 0,0-1-1 0 0,1 1 1 0 0,0 1 0 0 0,1 0 0 0 0,-1 0 0 0 0,1 1 0 0 0,0 1 0 0 0,0 0-1 0 0,1 0 1 0 0,-1 1 0 0 0,19-3 0 0 0,-18 5-1115 0 0,0 0 1 0 0,0 1-1 0 0,0 1 1 0 0,1 0-1 0 0,18 4 0 0 0,-13-1-5769 0 0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24.25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0 318 8754 0 0,'30'-15'1604'0'0,"-2"-1"0"0"0,0-2-1 0 0,31-25 1 0 0,-49 35-1101 0 0,0-1-1 0 0,-1 0 0 0 0,0 0 0 0 0,0-1 1 0 0,-1 0-1 0 0,0 0 0 0 0,-1-1 0 0 0,0 0 1 0 0,-1-1-1 0 0,0 0 0 0 0,4-12 1 0 0,-9 21-512 0 0,0 0 1 0 0,0 0 0 0 0,0 0-1 0 0,0 0 1 0 0,-1 0 0 0 0,0 0-1 0 0,0 0 1 0 0,1 0 0 0 0,-2 0-1 0 0,1 0 1 0 0,0 0 0 0 0,-1 0 0 0 0,1 0-1 0 0,-1 0 1 0 0,0 0 0 0 0,0 0-1 0 0,0 0 1 0 0,0 0 0 0 0,-1 0-1 0 0,1 1 1 0 0,-1-1 0 0 0,1 0-1 0 0,-1 1 1 0 0,-3-3 0 0 0,3 3-8 0 0,0 0 0 0 0,-1 1 1 0 0,0-1-1 0 0,0 1 0 0 0,1-1 0 0 0,-1 1 1 0 0,0 0-1 0 0,0 0 0 0 0,0 0 0 0 0,0 1 1 0 0,0-1-1 0 0,0 1 0 0 0,0-1 0 0 0,0 1 1 0 0,0 0-1 0 0,0 0 0 0 0,-1 1 1 0 0,1-1-1 0 0,0 0 0 0 0,0 1 0 0 0,0 0 1 0 0,0 0-1 0 0,-5 2 0 0 0,3 0-81 0 0,-1 0 0 0 0,0 0 0 0 0,0 0 0 0 0,1 1 1 0 0,0 0-1 0 0,0 0 0 0 0,0 0 0 0 0,0 1 0 0 0,1-1 0 0 0,-1 1 0 0 0,1 0 0 0 0,0 1 0 0 0,1-1 0 0 0,-1 1 1 0 0,1-1-1 0 0,1 1 0 0 0,-1 0 0 0 0,1 0 0 0 0,-1 0 0 0 0,2 1 0 0 0,-1-1 0 0 0,1 0 0 0 0,-1 9 0 0 0,1-8 131 0 0,1 0 0 0 0,-1 1 0 0 0,1-1 0 0 0,1 0 0 0 0,-1 0-1 0 0,1 1 1 0 0,1-1 0 0 0,-1 0 0 0 0,1 0 0 0 0,0 0 0 0 0,1 0 0 0 0,0-1-1 0 0,0 1 1 0 0,0-1 0 0 0,1 1 0 0 0,0-1 0 0 0,0 0 0 0 0,1-1-1 0 0,-1 1 1 0 0,10 8 0 0 0,1-3 91 0 0,1-1-1 0 0,0 0 1 0 0,1-1 0 0 0,0-1-1 0 0,0 0 1 0 0,34 9 0 0 0,-34-12-675 0 0,0-2 0 0 0,1 1 0 0 0,-1-2-1 0 0,22 1 1 0 0,-20-5-1477 0 0,1 0-3590 0 0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24.55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0 196 920 0 0,'16'3'8692'0'0,"4"4"-3354"0"0,26 18-1553 0 0,39 36-1576 0 0,-73-51-1742 0 0,4 0 996 0 0,-16-10-1426 0 0,0-1 0 0 0,1 0 0 0 0,-1 0 1 0 0,0 0-1 0 0,0 0 0 0 0,1 0 0 0 0,-1 0 0 0 0,0 0 0 0 0,0 0 1 0 0,0 0-1 0 0,0 0 0 0 0,-1 0 0 0 0,1 0 0 0 0,0 0 0 0 0,0 0 1 0 0,-1 0-1 0 0,1 0 0 0 0,0 0 0 0 0,-1 0 0 0 0,0-1 0 0 0,-4-21 164 0 0,0-1-1 0 0,2 1 1 0 0,0-1-1 0 0,2-30 1 0 0,1 42-651 0 0,0-1 0 0 0,2 1 0 0 0,-1-1 0 0 0,2 1 0 0 0,-1 0 0 0 0,2 0 0 0 0,0 0 0 0 0,0 0 1 0 0,11-20-1 0 0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24.90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0 295 5529 0 0,'3'2'255'0'0,"-1"0"0"0"0,0 0 0 0 0,1-1 0 0 0,-1 1 0 0 0,1-1 0 0 0,0 0-1 0 0,0 1 1 0 0,-1-1 0 0 0,1 0 0 0 0,0-1 0 0 0,0 1 0 0 0,0 0 0 0 0,0-1 0 0 0,0 0 0 0 0,0 0-1 0 0,0 1 1 0 0,0-2 0 0 0,0 1 0 0 0,0 0 0 0 0,0-1 0 0 0,0 1 0 0 0,-1-1 0 0 0,1 0 0 0 0,0 0-1 0 0,0 0 1 0 0,0 0 0 0 0,-1-1 0 0 0,5-2 0 0 0,-2 0 267 0 0,0 0 1 0 0,-1-1-1 0 0,1 0 0 0 0,-1 0 1 0 0,0 0-1 0 0,0 0 0 0 0,-1-1 0 0 0,0 0 1 0 0,0 0-1 0 0,0 1 0 0 0,0-1 1 0 0,1-8-1 0 0,1-2-127 0 0,-2 1-1 0 0,1-1 1 0 0,-2 1 0 0 0,0-1-1 0 0,0-20 1 0 0,-2 29-355 0 0,0 1 0 0 0,-1-1 0 0 0,0 1-1 0 0,0-1 1 0 0,0 1 0 0 0,0-1 0 0 0,-1 1 0 0 0,0 0 0 0 0,-1-1 0 0 0,1 1 0 0 0,-1 0-1 0 0,0 1 1 0 0,-1-1 0 0 0,1 0 0 0 0,-7-6 0 0 0,10 12-41 0 0,0 0 1 0 0,0 0-1 0 0,0-1 1 0 0,0 1-1 0 0,0 0 1 0 0,-1 0-1 0 0,1 0 1 0 0,0-1-1 0 0,0 1 0 0 0,0 0 1 0 0,0 0-1 0 0,-1 0 1 0 0,1 0-1 0 0,0-1 1 0 0,0 1-1 0 0,0 0 1 0 0,-1 0-1 0 0,1 0 1 0 0,0 0-1 0 0,0 0 0 0 0,0 0 1 0 0,-1 0-1 0 0,1 0 1 0 0,0 0-1 0 0,0 0 1 0 0,-1 0-1 0 0,1 0 1 0 0,0 0-1 0 0,0 0 1 0 0,-1 0-1 0 0,1 0 1 0 0,0 0-1 0 0,0 0 0 0 0,0 0 1 0 0,-1 0-1 0 0,1 0 1 0 0,0 0-1 0 0,0 0 1 0 0,-1 0-1 0 0,1 0 1 0 0,0 1-1 0 0,0-1 1 0 0,0 0-1 0 0,-1 0 1 0 0,1 0-1 0 0,0 0 0 0 0,0 1 1 0 0,-3 14-26 0 0,6 21-2 0 0,-2-28 30 0 0,1 0 0 0 0,0 0 0 0 0,0-1 0 0 0,1 1 1 0 0,0 0-1 0 0,0-1 0 0 0,0 0 0 0 0,1 0 0 0 0,0 0 0 0 0,1 0 0 0 0,0-1 0 0 0,0 1 1 0 0,0-1-1 0 0,11 9 0 0 0,-6-7 1 0 0,1-1 1 0 0,0 0 0 0 0,1-1-1 0 0,-1 0 1 0 0,1 0-1 0 0,1-1 1 0 0,-1-1-1 0 0,18 4 1 0 0,-1 0-269 0 0,-13-3-535 0 0,0-1 0 0 0,0 0-1 0 0,1-1 1 0 0,0-1 0 0 0,-1 0 0 0 0,29-1-1 0 0,-29-4-5439 0 0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25.3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4 143 2849 0 0,'-3'-11'288'0'0,"3"-31"17447"0"0,18 48-17367 0 0,0 0 0 0 0,0 1 0 0 0,-1 1 0 0 0,0 1 0 0 0,22 14 0 0 0,-30-17-325 0 0,0 1 0 0 0,0 0 0 0 0,-1 0 1 0 0,0 1-1 0 0,-1-1 0 0 0,1 2 0 0 0,-1-1 0 0 0,-1 1 0 0 0,0 0 0 0 0,0 1 0 0 0,6 12 0 0 0,-38-59 1665 0 0,23 29-1692 0 0,1 1-1 0 0,0-1 0 0 0,0 0 1 0 0,1 0-1 0 0,0 0 0 0 0,1 0 1 0 0,0 0-1 0 0,0 0 0 0 0,1 0 1 0 0,0 0-1 0 0,0 0 0 0 0,5-15 1 0 0,-4 13-360 0 0,2 1 0 0 0,-1 0 0 0 0,1 0 1 0 0,1 0-1 0 0,-1 1 0 0 0,1-1 0 0 0,1 1 1 0 0,0 0-1 0 0,0 0 0 0 0,9-7 0 0 0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25.69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141 31 3209 0 0,'-2'-2'347'0'0,"1"0"0"0"0,-1-1 0 0 0,0 1 0 0 0,1 0 0 0 0,-1 0 0 0 0,0 1 0 0 0,0-1 0 0 0,0 0 0 0 0,-1 0 0 0 0,1 1 0 0 0,0 0-1 0 0,0-1 1 0 0,-1 1 0 0 0,1 0 0 0 0,-1 0 0 0 0,1 0 0 0 0,-1 0 0 0 0,0 1 0 0 0,1-1 0 0 0,-1 1 0 0 0,1 0 0 0 0,-1-1 0 0 0,-4 2 0 0 0,2-1 174 0 0,1 0 1 0 0,0 0-1 0 0,0 1 0 0 0,-1-1 0 0 0,1 1 0 0 0,0 0 0 0 0,0 1 0 0 0,0-1 1 0 0,0 1-1 0 0,0 0 0 0 0,1 0 0 0 0,-1 0 0 0 0,0 0 0 0 0,-3 4 0 0 0,5-5-470 0 0,1-1 0 0 0,0 1 0 0 0,-1 1 0 0 0,1-1 0 0 0,0 0 0 0 0,0 0 0 0 0,0 0 0 0 0,0 1 0 0 0,0-1 0 0 0,0 0 0 0 0,0 1 0 0 0,0-1 0 0 0,0 1 0 0 0,1-1-1 0 0,-1 1 1 0 0,1-1 0 0 0,-1 1 0 0 0,1-1 0 0 0,0 1 0 0 0,-1 0 0 0 0,1-1 0 0 0,0 1 0 0 0,0 0 0 0 0,0-1 0 0 0,0 1 0 0 0,0 0 0 0 0,1-1 0 0 0,-1 1 0 0 0,0-1-1 0 0,1 1 1 0 0,-1 0 0 0 0,1-1 0 0 0,1 3 0 0 0,1 0 74 0 0,1 0 0 0 0,-1-1 0 0 0,1 1 0 0 0,0-1 0 0 0,0 0 1 0 0,0 0-1 0 0,0 0 0 0 0,1-1 0 0 0,-1 0 0 0 0,8 3 0 0 0,39 14-125 0 0,-38-16 0 0 0,0 1 0 0 0,0 1 0 0 0,-1 1 0 0 0,0-1 0 0 0,0 2 0 0 0,13 9 0 0 0,-23-15-1 0 0,-1 0 0 0 0,0 0 0 0 0,1 1 0 0 0,-1-1 0 0 0,0 0 0 0 0,0 1 0 0 0,0-1 0 0 0,0 1 0 0 0,0-1 0 0 0,0 1 0 0 0,-1 0 0 0 0,1-1 0 0 0,0 1 0 0 0,-1 0 0 0 0,1-1 0 0 0,-1 1 0 0 0,0 0 0 0 0,0 0 0 0 0,1-1 0 0 0,-1 1 0 0 0,-1 2 0 0 0,1 0-4 0 0,-1-1-1 0 0,0 1 1 0 0,0-1-1 0 0,0 1 1 0 0,0 0 0 0 0,-1-1-1 0 0,0 0 1 0 0,1 1 0 0 0,-5 4-1 0 0,-1 1-16 0 0,0-1 0 0 0,0 1-1 0 0,-1-1 1 0 0,0-1 0 0 0,-17 13-1 0 0,23-19 60 0 0,-9 6-1214 0 0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26.01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1 251 3681 0 0,'9'-2'493'0'0,"0"-1"0"0"0,-1-1 0 0 0,1 1 0 0 0,-1-1 0 0 0,0 0 0 0 0,0-1 0 0 0,0 0 0 0 0,-1 0 0 0 0,1-1-1 0 0,-1 0 1 0 0,-1 0 0 0 0,1-1 0 0 0,-1 0 0 0 0,10-14 0 0 0,-13 16-238 0 0,0 1 1 0 0,0-1-1 0 0,-1 0 0 0 0,0 0 0 0 0,0 0 0 0 0,0 0 0 0 0,-1-1 0 0 0,0 1 0 0 0,0 0 0 0 0,0-1 0 0 0,0 1 0 0 0,-1 0 0 0 0,0-1 0 0 0,0 1 1 0 0,0-1-1 0 0,-1 1 0 0 0,0 0 0 0 0,0-1 0 0 0,0 1 0 0 0,-1 0 0 0 0,0 0 0 0 0,0 0 0 0 0,0 0 0 0 0,0 0 0 0 0,-1 0 0 0 0,-4-5 1 0 0,6 9-182 0 0,1-1 0 0 0,-1 1 0 0 0,0 0 0 0 0,0 0 0 0 0,0 0 0 0 0,0 0 0 0 0,0 0 0 0 0,0 0 0 0 0,0 0 0 0 0,0 0 0 0 0,0 0 0 0 0,-1 0 0 0 0,1 0 0 0 0,0 1 0 0 0,0-1 0 0 0,-1 1 0 0 0,1-1 0 0 0,-1 1 0 0 0,1-1 0 0 0,-3 1 0 0 0,3 0 1 0 0,0 0 0 0 0,0 0-1 0 0,0 1 1 0 0,-1-1 0 0 0,1 0 0 0 0,0 1-1 0 0,0-1 1 0 0,0 1 0 0 0,0 0 0 0 0,0-1-1 0 0,0 1 1 0 0,0 0 0 0 0,0 0 0 0 0,0-1-1 0 0,0 1 1 0 0,0 0 0 0 0,0 0 0 0 0,-1 2-1 0 0,-1 1 62 0 0,1 1 0 0 0,-1-1 0 0 0,1 1 0 0 0,0 0 0 0 0,0 0 0 0 0,1-1 0 0 0,-1 1 0 0 0,1 0 0 0 0,-1 11 0 0 0,2-10-92 0 0,0 1 0 0 0,1 0 0 0 0,-1-1 0 0 0,2 1 0 0 0,-1 0 0 0 0,1-1 0 0 0,0 1-1 0 0,0-1 1 0 0,1 0 0 0 0,-1 0 0 0 0,2 0 0 0 0,-1 0 0 0 0,0 0 0 0 0,1-1 0 0 0,0 1 0 0 0,1-1 0 0 0,-1 0 0 0 0,1 0 0 0 0,0-1 0 0 0,0 1 0 0 0,0-1 0 0 0,11 6 0 0 0,-3-2-297 0 0,0-1 0 0 0,0-1 0 0 0,26 10 0 0 0,-18-10-2737 0 0,38 7 1 0 0,-30-9-4022 0 0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26.46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82 4 14747 0 0,'-2'-1'230'0'0,"-1"1"1"0"0,1-1-1 0 0,-1 0 0 0 0,1 1 1 0 0,0 0-1 0 0,-1-1 0 0 0,1 1 1 0 0,-1 0-1 0 0,1 0 0 0 0,-1 1 1 0 0,1-1-1 0 0,-1 0 0 0 0,1 1 1 0 0,-1 0-1 0 0,1-1 0 0 0,0 1 1 0 0,-1 0-1 0 0,1 0 0 0 0,0 0 1 0 0,-4 3-1 0 0,4-2-141 0 0,-1 1 0 0 0,1-1 0 0 0,0 1 0 0 0,0 0 0 0 0,0 0 1 0 0,0 0-1 0 0,1 0 0 0 0,-1 0 0 0 0,1 0 0 0 0,0 0 0 0 0,0 0 0 0 0,0 0 0 0 0,-1 6 0 0 0,0 3-92 0 0,1 0 0 0 0,1 0 0 0 0,-1 0 0 0 0,2 1 0 0 0,0-1 0 0 0,0 0 0 0 0,5 16 0 0 0,1-4 134 0 0,0 0 0 0 0,2 0 0 0 0,1-1 0 0 0,1 0-1 0 0,1 0 1 0 0,1-1 0 0 0,22 27 0 0 0,-26-38-36 0 0,0-1-1 0 0,1 0 1 0 0,0 0 0 0 0,0-1-1 0 0,1-1 1 0 0,20 13 0 0 0,-24-17-72 0 0,1 0 0 0 0,0-1 1 0 0,0 0-1 0 0,0 0 0 0 0,1 0 1 0 0,-1-1-1 0 0,1-1 0 0 0,-1 1 1 0 0,1-1-1 0 0,0-1 1 0 0,11 0-1 0 0,-15 0-1 0 0,0-1 0 0 0,0 0-1 0 0,0 0 1 0 0,0 0 0 0 0,0 0 0 0 0,0-1 0 0 0,0 0 0 0 0,-1 0-1 0 0,1 0 1 0 0,-1-1 0 0 0,0 1 0 0 0,1-1 0 0 0,-1 0 0 0 0,0 0-1 0 0,-1 0 1 0 0,1-1 0 0 0,0 0 0 0 0,-1 1 0 0 0,0-1 0 0 0,0 0-1 0 0,0-1 1 0 0,2-3 0 0 0,-1-1-226 0 0,0 0-1 0 0,0-1 1 0 0,-1 1-1 0 0,-1-1 1 0 0,1 1-1 0 0,-1-1 1 0 0,-1 0-1 0 0,0 0 1 0 0,0 0-1 0 0,-2-11 1 0 0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26.67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11522 0 0,'18'64'4318'0'0,"1"4"-882"0"0,-14-41-2505 0 0,1 6-931 0 0,-4-12-2779 0 0,-2-27 1466 0 0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26.8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12 114 10594 0 0,'-5'-15'944'0'0,"1"2"-751"0"0,3 1-193 0 0,0 5 0 0 0,2 2 272 0 0,0 1 16 0 0,1 0 8 0 0,0-4 0 0 0,2-4 240 0 0,2-1 40 0 0,2 0 16 0 0,2 7 0 0 0,0 5-496 0 0,2 3-96 0 0,-1 7 0 0 0,2 1 0 0 0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27.2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187 72 6913 0 0,'1'-3'241'0'0,"-1"0"-1"0"0,0-1 1 0 0,1 1-1 0 0,-1 0 1 0 0,0 0-1 0 0,-1 0 1 0 0,1 0-1 0 0,-1 0 1 0 0,1-1-1 0 0,-1 1 1 0 0,0 0-1 0 0,0 0 1 0 0,0 0-1 0 0,-1 1 1 0 0,1-1-1 0 0,-1 0 1 0 0,1 0-1 0 0,-3-2 1 0 0,2 4-54 0 0,1 0 1 0 0,0 0-1 0 0,-1 0 0 0 0,1 0 1 0 0,-1 0-1 0 0,1 0 1 0 0,-1 0-1 0 0,1 0 0 0 0,-1 1 1 0 0,0-1-1 0 0,1 1 0 0 0,-1-1 1 0 0,0 1-1 0 0,1 0 1 0 0,-1 0-1 0 0,0 0 0 0 0,0 0 1 0 0,1 0-1 0 0,-1 0 0 0 0,0 0 1 0 0,1 0-1 0 0,-1 1 1 0 0,0-1-1 0 0,1 1 0 0 0,-1-1 1 0 0,0 1-1 0 0,1-1 1 0 0,-1 1-1 0 0,1 0 0 0 0,-1 0 1 0 0,1 0-1 0 0,-1 0 0 0 0,1 0 1 0 0,-2 2-1 0 0,-8 7-5 0 0,1 0-1 0 0,0 1 1 0 0,0 0-1 0 0,1 0 1 0 0,1 1-1 0 0,0 1 1 0 0,1-1-1 0 0,0 1 1 0 0,1 1-1 0 0,0-1 1 0 0,1 1-1 0 0,0 0 1 0 0,2 0-1 0 0,-1 0 1 0 0,2 0 0 0 0,0 1-1 0 0,0 19 1 0 0,1-31-179 0 0,2 1 1 0 0,-1-1 0 0 0,0 0 0 0 0,1 0-1 0 0,-1 0 1 0 0,1 0 0 0 0,0 0-1 0 0,0 1 1 0 0,0-1 0 0 0,0-1 0 0 0,1 1-1 0 0,-1 0 1 0 0,1 0 0 0 0,0 0 0 0 0,0-1-1 0 0,0 1 1 0 0,0-1 0 0 0,0 0 0 0 0,0 1-1 0 0,4 1 1 0 0,-4-3-17 0 0,0 0 0 0 0,0 0 0 0 0,0-1 0 0 0,0 1 0 0 0,0-1 0 0 0,0 0 0 0 0,0 0 0 0 0,1 1 0 0 0,-1-1 0 0 0,0 0 1 0 0,0-1-1 0 0,0 1 0 0 0,0 0 0 0 0,0-1 0 0 0,0 1 0 0 0,0-1 0 0 0,0 0 0 0 0,0 1 0 0 0,0-1 0 0 0,0 0 0 0 0,0 0 0 0 0,0 0 0 0 0,-1-1 0 0 0,1 1 0 0 0,0 0 0 0 0,-1-1 0 0 0,1 1 0 0 0,-1-1 0 0 0,1 1 0 0 0,-1-1 0 0 0,2-2 0 0 0,6-8-132 0 0,0-1-1 0 0,0 0 0 0 0,-1-1 1 0 0,-1 1-1 0 0,0-1 0 0 0,5-17 0 0 0,12-22 622 0 0,-24 52-432 0 0,0 0-1 0 0,1 0 0 0 0,-1 0 0 0 0,0 0 0 0 0,1 0 0 0 0,-1 0 0 0 0,1 1 1 0 0,-1-1-1 0 0,1 0 0 0 0,-1 0 0 0 0,1 1 0 0 0,0-1 0 0 0,-1 0 0 0 0,1 1 1 0 0,0-1-1 0 0,0 1 0 0 0,0-1 0 0 0,-1 0 0 0 0,1 1 0 0 0,0 0 0 0 0,0-1 1 0 0,0 1-1 0 0,0 0 0 0 0,0-1 0 0 0,0 1 0 0 0,0 0 0 0 0,-1 0 0 0 0,1 0 1 0 0,0 0-1 0 0,0 0 0 0 0,0 0 0 0 0,0 0 0 0 0,0 0 0 0 0,0 0 0 0 0,0 0 1 0 0,0 0-1 0 0,0 1 0 0 0,0-1 0 0 0,0 0 0 0 0,0 1 0 0 0,-1-1 0 0 0,1 1 1 0 0,0-1-1 0 0,0 1 0 0 0,0-1 0 0 0,-1 1 0 0 0,1-1 0 0 0,1 2 0 0 0,5 5 3 0 0,0 1 0 0 0,0 0 0 0 0,-1 0 0 0 0,6 10-1 0 0,7 6-35 0 0,-15-20-85 0 0,0 0 1 0 0,0-1-1 0 0,1 0 1 0 0,-1 0-1 0 0,1 0 1 0 0,0 0-1 0 0,0-1 1 0 0,10 4-1 0 0,-10-4-1084 0 0,0-1 0 0 0,0 0 0 0 0,1 0 0 0 0,-1 0-1 0 0,9-1 1 0 0,6-1-5370 0 0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27.45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31 62 1840 0 0,'-1'-5'-274'0'0,"0"-13"1654"0"0,0 15-711 0 0,1 0-1 0 0,0 1 1 0 0,-1-1-1 0 0,1 0 1 0 0,-1 0-1 0 0,0 0 1 0 0,0 0 0 0 0,0 1-1 0 0,0-1 1 0 0,-1 0-1 0 0,1 1 1 0 0,-2-3-1 0 0,2 5-565 0 0,1 0 0 0 0,0 0 0 0 0,-1 0 0 0 0,1 0 0 0 0,0 0 0 0 0,-1 0 0 0 0,1 0 0 0 0,0 0 0 0 0,-1 0 0 0 0,1 0 0 0 0,0 0 1 0 0,-1 0-1 0 0,1 0 0 0 0,0 1 0 0 0,-1-1 0 0 0,1 0 0 0 0,0 0 0 0 0,0 0 0 0 0,-1 1 0 0 0,1-1 0 0 0,0 0 0 0 0,0 0 0 0 0,-1 1 0 0 0,1-1 0 0 0,0 0 0 0 0,0 0 0 0 0,0 1 0 0 0,-1-1 0 0 0,1 0 0 0 0,0 1 0 0 0,0-1 0 0 0,0 0 0 0 0,0 1 0 0 0,0-1 0 0 0,0 0 0 0 0,0 0 0 0 0,0 1 0 0 0,0-1 0 0 0,0 1 0 0 0,0-1 0 0 0,0 0 0 0 0,0 1 1 0 0,-4 16 1156 0 0,3-11-1184 0 0,0 0 0 0 0,1 0 0 0 0,0 1 1 0 0,0-1-1 0 0,0 0 0 0 0,1 0 0 0 0,0 0 1 0 0,0 0-1 0 0,0 0 0 0 0,1 0 0 0 0,0 0 1 0 0,0 0-1 0 0,1 0 0 0 0,0-1 0 0 0,0 1 0 0 0,0-1 1 0 0,0 0-1 0 0,1 0 0 0 0,0 0 0 0 0,5 6 1 0 0,7 2 402 0 0,-1-1 1 0 0,2 0 0 0 0,0-1-1 0 0,34 17 1 0 0,-35-21-282 0 0,-1 2-1 0 0,1 0 0 0 0,-2 0 1 0 0,1 1-1 0 0,-1 1 0 0 0,17 18 1 0 0,-29-28-200 0 0,-1 0 0 0 0,0 1-1 0 0,0-1 1 0 0,0 1 0 0 0,0 0 0 0 0,0-1 0 0 0,0 1 0 0 0,0 0-1 0 0,0 0 1 0 0,-1 0 0 0 0,1-1 0 0 0,-1 1 0 0 0,0 0 0 0 0,1 0-1 0 0,-1 0 1 0 0,0 0 0 0 0,0 0 0 0 0,0 0 0 0 0,0 0 0 0 0,0 0-1 0 0,-1 2 1 0 0,0-1-7 0 0,-1 0 0 0 0,1 0-1 0 0,-1 0 1 0 0,1 0-1 0 0,-1 0 1 0 0,0 0 0 0 0,0 0-1 0 0,0-1 1 0 0,-1 1 0 0 0,1-1-1 0 0,-3 3 1 0 0,-7 4-39 0 0,-1 0 0 0 0,1-1 0 0 0,-1-1 0 0 0,-17 8 0 0 0,3-3-112 0 0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28.13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29 30 8290 0 0,'-28'-30'12959'0'0,"40"48"-12038"0"0,19 35-524 0 0,-2 2 0 0 0,-2 1 0 0 0,24 76 0 0 0,-35-90-334 0 0,-11-28-62 0 0,22 56-67 0 0,20 83-1 0 0,-44-138-1804 0 0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28.40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0 143 5529 0 0,'5'-9'486'0'0,"0"1"-1"0"0,1-1 1 0 0,0 1-1 0 0,0 0 1 0 0,1 1-1 0 0,0-1 1 0 0,11-8-1 0 0,-5 5 343 0 0,1 0 0 0 0,0 1-1 0 0,25-13 1 0 0,-35 20-663 0 0,0 1 1 0 0,0 1-1 0 0,0-1 0 0 0,1 0 0 0 0,-1 1 0 0 0,1 0 1 0 0,-1 0-1 0 0,1 0 0 0 0,0 1 0 0 0,-1 0 1 0 0,1 0-1 0 0,-1 0 0 0 0,1 0 0 0 0,0 1 0 0 0,-1-1 1 0 0,1 1-1 0 0,-1 0 0 0 0,1 1 0 0 0,-1-1 1 0 0,0 1-1 0 0,1 0 0 0 0,-1 0 0 0 0,0 0 1 0 0,4 3-1 0 0,-4-1-33 0 0,0-1 1 0 0,0 1-1 0 0,0 0 1 0 0,-1 0-1 0 0,0 0 0 0 0,0 1 1 0 0,0-1-1 0 0,0 1 1 0 0,-1 0-1 0 0,1-1 1 0 0,-1 1-1 0 0,0 0 1 0 0,-1 0-1 0 0,1 1 1 0 0,-1-1-1 0 0,0 0 0 0 0,-1 0 1 0 0,1 1-1 0 0,-1-1 1 0 0,0 9-1 0 0,-2 1 98 0 0,0-1 0 0 0,-1 1-1 0 0,0-1 1 0 0,-1 1 0 0 0,-1-1-1 0 0,0-1 1 0 0,-11 20 0 0 0,11-23-199 0 0,-1 0 1 0 0,0 0 0 0 0,0-1-1 0 0,-1 0 1 0 0,0 0 0 0 0,-1 0-1 0 0,0-1 1 0 0,-1-1 0 0 0,1 1-1 0 0,-13 7 1 0 0,15-12-498 0 0,-1 0 0 0 0,1-1-1 0 0,0 0 1 0 0,-1 0 0 0 0,1 0 0 0 0,-14 1 0 0 0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28.7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1 11058 0 0,'-6'5'5879'0'0,"6"-5"-5706"0"0,2 14 2116 0 0,6 9-709 0 0,102 278 934 0 0,-53-137-2642 0 0,-26-97-3777 0 0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29.03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1 132 2304 0 0,'-1'-2'256'0'0,"1"-1"-1"0"0,0 1 1 0 0,0-1-1 0 0,1 0 0 0 0,-1 1 1 0 0,0-1-1 0 0,1 1 0 0 0,0-1 1 0 0,-1 1-1 0 0,1-1 1 0 0,0 1-1 0 0,0-1 0 0 0,1 1 1 0 0,-1 0-1 0 0,0 0 0 0 0,1 0 1 0 0,-1-1-1 0 0,1 1 1 0 0,0 1-1 0 0,0-1 0 0 0,0 0 1 0 0,0 0-1 0 0,4-2 0 0 0,4-5 632 0 0,1 0 0 0 0,1 1-1 0 0,15-9 1 0 0,-14 11-629 0 0,1 1 1 0 0,0 0-1 0 0,0 1 1 0 0,1 1-1 0 0,-1 0 1 0 0,1 0 0 0 0,-1 2-1 0 0,1 0 1 0 0,0 0-1 0 0,0 2 1 0 0,-1 0-1 0 0,1 0 1 0 0,0 1-1 0 0,-1 1 1 0 0,0 1-1 0 0,1 0 1 0 0,14 6-1 0 0,-14-4 1 0 0,0 0 0 0 0,-1 1-1 0 0,0 0 1 0 0,0 1 0 0 0,-1 1-1 0 0,0 0 1 0 0,0 1 0 0 0,-1 0 0 0 0,0 1-1 0 0,-1 0 1 0 0,0 1 0 0 0,-1 0-1 0 0,0 1 1 0 0,-1 0 0 0 0,13 25-1 0 0,-19-30-226 0 0,0 1-1 0 0,0-1 1 0 0,0 1-1 0 0,-1 0 0 0 0,-1 0 1 0 0,1 0-1 0 0,-2 0 0 0 0,1 1 1 0 0,-1-1-1 0 0,0 0 1 0 0,-3 14-1 0 0,0-9 71 0 0,0-1 1 0 0,-1 0-1 0 0,-1 0 1 0 0,0 0-1 0 0,-1-1 1 0 0,0 1-1 0 0,-9 12 1 0 0,0-3 35 0 0,-2-1 1 0 0,0 0-1 0 0,-2-1 1 0 0,0-1-1 0 0,-1-1 1 0 0,0 0-1 0 0,-33 19 1 0 0,31-24-547 0 0,12-9 192 0 0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11.1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1 104 1376 0 0,'0'-1'77'0'0,"0"1"-1"0"0,0 0 1 0 0,0-1-1 0 0,0 1 1 0 0,0-1-1 0 0,0 1 1 0 0,0-1-1 0 0,0 1 1 0 0,0-1-1 0 0,0 1 0 0 0,1-1 1 0 0,-1 1-1 0 0,0 0 1 0 0,0-1-1 0 0,0 1 1 0 0,1-1-1 0 0,-1 1 1 0 0,0 0-1 0 0,1-1 1 0 0,-1 1-1 0 0,0 0 1 0 0,1-1-1 0 0,-1 1 1 0 0,0 0-1 0 0,1 0 0 0 0,-1-1 1 0 0,0 1-1 0 0,1 0 1 0 0,-1 0-1 0 0,1 0 1 0 0,-1 0-1 0 0,1-1 1 0 0,-1 1-1 0 0,0 0 1 0 0,2 0-1 0 0,15-7 929 0 0,71-22 2139 0 0,-43 13-1255 0 0,76-16 0 0 0,-111 30-2035 0 0,33-3 847 0 0,-17 10-4401 0 0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11.59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7 3225 0 0,'-5'-7'5053'0'0,"11"17"-1893"0"0,-1 1-4100 0 0,-2 0 1209 0 0,86 258 2144 0 0,-86-262-2302 0 0,-1 0-1 0 0,-1 1 0 0 0,0 0 1 0 0,0-1-1 0 0,0 1 1 0 0,-1 0-1 0 0,0 0 1 0 0,0-1-1 0 0,-1 1 1 0 0,-1 8-1 0 0,1-15-129 0 0,1-1 0 0 0,0 1 0 0 0,0 0 1 0 0,0-1-1 0 0,0 1 0 0 0,0-1 0 0 0,0 1 0 0 0,0 0 0 0 0,0-1 0 0 0,0 1 1 0 0,0-1-1 0 0,1 1 0 0 0,-1 0 0 0 0,0-1 0 0 0,0 1 0 0 0,0-1 0 0 0,1 1 0 0 0,-1-1 1 0 0,0 1-1 0 0,1-1 0 0 0,-1 1 0 0 0,0-1 0 0 0,1 1 0 0 0,-1-1 0 0 0,1 1 0 0 0,-1-1 1 0 0,1 0-1 0 0,-1 1 0 0 0,1-1 0 0 0,-1 0 0 0 0,1 1 0 0 0,-1-1 0 0 0,1 0 0 0 0,-1 0 1 0 0,1 0-1 0 0,0 1 0 0 0,-1-1 0 0 0,1 0 0 0 0,0 0 0 0 0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13.43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 61 3225 0 0,'-11'1'-73'0'0,"18"-10"889"0"0,20-9 321 0 0,-2 10-580 0 0,1 1 1 0 0,-1 2-1 0 0,1 0 0 0 0,0 2 0 0 0,32-1 1 0 0,-34 2-373 0 0,-22 2-232 0 0,0-1 0 0 0,0 1 0 0 0,0 0 0 0 0,0 0 1 0 0,0 0-1 0 0,0 1 0 0 0,0-1 0 0 0,0 0 0 0 0,0 1 0 0 0,0-1 0 0 0,-1 1 0 0 0,1-1 1 0 0,0 1-1 0 0,0 0 0 0 0,-1 0 0 0 0,1 0 0 0 0,0 0 0 0 0,-1 0 0 0 0,1 0 1 0 0,2 3-1 0 0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16.9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80 1 1376 0 0,'0'26'5294'0'0,"-1"-23"-5587"0"0,1-2 365 0 0,0-1 0 0 0,0 0 0 0 0,-1 1 0 0 0,1-1 0 0 0,0 0 0 0 0,0 1 0 0 0,0-1 0 0 0,0 0 0 0 0,0 1 0 0 0,0-1 0 0 0,-1 1 0 0 0,1-1 0 0 0,0 0 0 0 0,0 1 0 0 0,0-1 0 0 0,0 0 0 0 0,0 1 0 0 0,0-1 0 0 0,1 1 0 0 0,-1-1 0 0 0,0 0 0 0 0,0 1 0 0 0,0-1 0 0 0,0 0 0 0 0,0 1 0 0 0,0-1 0 0 0,1 0 0 0 0,-1 1 0 0 0,0-1 0 0 0,0 0 0 0 0,0 1 0 0 0,1-1 0 0 0,-1 0 0 0 0,0 0-1 0 0,1 1 1 0 0,-1-1 0 0 0,0 0 0 0 0,0 0 0 0 0,1 1 0 0 0,-1-1 0 0 0,0 0 0 0 0,1 0 0 0 0,-1 0 0 0 0,1 0 0 0 0,-1 0 0 0 0,0 0 0 0 0,1 0 0 0 0,-1 1 0 0 0,0-1 0 0 0,1 0 0 0 0,-1 0 0 0 0,1 0 0 0 0,0-1 10 0 0,-11 3-720 0 0,3-1 1037 0 0,-1 0 0 0 0,0 1 0 0 0,1 0 0 0 0,0 0 0 0 0,-1 1 0 0 0,1-1 0 0 0,0 2 0 0 0,-7 4 0 0 0,14-9-383 0 0,-1 1 1 0 0,1 0-1 0 0,0 0 1 0 0,0 0 0 0 0,0 0-1 0 0,0 0 1 0 0,0 0-1 0 0,-1 0 1 0 0,1 0-1 0 0,0 1 1 0 0,0-1-1 0 0,0 0 1 0 0,0 0 0 0 0,0 0-1 0 0,0 0 1 0 0,-1 0-1 0 0,1 0 1 0 0,0 0-1 0 0,0 0 1 0 0,0 0-1 0 0,0 0 1 0 0,0 0-1 0 0,0 0 1 0 0,0 1 0 0 0,-1-1-1 0 0,1 0 1 0 0,0 0-1 0 0,0 0 1 0 0,0 0-1 0 0,0 0 1 0 0,0 0-1 0 0,0 1 1 0 0,0-1-1 0 0,0 0 1 0 0,0 0 0 0 0,0 0-1 0 0,0 0 1 0 0,0 0-1 0 0,0 0 1 0 0,0 1-1 0 0,0-1 1 0 0,0 0-1 0 0,0 0 1 0 0,0 0 0 0 0,0 0-1 0 0,0 0 1 0 0,0 1-1 0 0,0-1 1 0 0,0 0-1 0 0,0 0 1 0 0,0 0-1 0 0,0 0 1 0 0,0 0-1 0 0,0 0 1 0 0,0 1 0 0 0,0-1-1 0 0,1 0 1 0 0,-1 0-1 0 0,0 0 1 0 0,0 0-1 0 0,0 0 1 0 0,0 0-1 0 0,0 0 1 0 0,0 0-1 0 0,1 1 1 0 0,14-1 131 0 0,19-5-91 0 0,-19 1 291 0 0,1-1 6 0 0,-7 1-4304 0 0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18.47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19 239 2761 0 0,'0'0'69'0'0,"-1"0"1"0"0,0 0-1 0 0,0 0 1 0 0,1 0 0 0 0,-1 0-1 0 0,0 0 1 0 0,0 0-1 0 0,0 0 1 0 0,1 0 0 0 0,-1 0-1 0 0,0 0 1 0 0,0 0-1 0 0,0-1 1 0 0,1 1 0 0 0,-1 0-1 0 0,0 0 1 0 0,0-1-1 0 0,1 1 1 0 0,-1-1 0 0 0,0 1-1 0 0,1-1 1 0 0,-1 1-1 0 0,1-1 1 0 0,-2 0-1 0 0,2 0 47 0 0,0 0 0 0 0,1 1 0 0 0,-1-1-1 0 0,0 0 1 0 0,0 0 0 0 0,1 1-1 0 0,-1-1 1 0 0,0 0 0 0 0,1 1 0 0 0,-1-1-1 0 0,1 0 1 0 0,-1 1 0 0 0,1-1-1 0 0,-1 0 1 0 0,1 1 0 0 0,-1-1 0 0 0,1 1-1 0 0,0-1 1 0 0,0 1 0 0 0,39-25 1980 0 0,-10 12-1350 0 0,1 2-1 0 0,0 0 1 0 0,41-6-1 0 0,98-12 501 0 0,-45 17-887 0 0,-62 6-222 0 0,85-17 0 0 0,-20-17 255 0 0,-38 10-248 0 0,-90 30-206 0 0,1-1-1 0 0,-1 1 1 0 0,1 0-1 0 0,-1-1 0 0 0,1 1 1 0 0,-1 0-1 0 0,1 0 1 0 0,0 0-1 0 0,-1 0 0 0 0,1 0 1 0 0,-1 0-1 0 0,1 0 1 0 0,0 0-1 0 0,-1 0 0 0 0,1 0 1 0 0,-1 0-1 0 0,1 0 1 0 0,0 0-1 0 0,-1 0 0 0 0,1 0 1 0 0,-1 1-1 0 0,1-1 1 0 0,-1 0-1 0 0,1 0 0 0 0,-1 1 1 0 0,1-1-1 0 0,-1 0 1 0 0,1 1-1 0 0,-1-1 0 0 0,1 0 1 0 0,0 1-1 0 0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19.10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1138 0 3681 0 0,'2'17'848'0'0,"1"-1"1"0"0,1 0 0 0 0,0-1 0 0 0,1 1-1 0 0,1-1 1 0 0,0 1 0 0 0,1-2-1 0 0,9 16 1 0 0,-1-1-252 0 0,22 42 1029 0 0,4-2 0 0 0,83 106 0 0 0,-110-156-1488 0 0,-1 1 0 0 0,-1 0-1 0 0,-1 0 1 0 0,15 42 0 0 0,-21-49-50 0 0,0 1 0 0 0,-1 0 0 0 0,-1 0 0 0 0,-1 0 0 0 0,0 0 1 0 0,0 1-1 0 0,-2-1 0 0 0,1 0 0 0 0,-3 17 0 0 0,1-26-56 0 0,-1 0 0 0 0,1 0 0 0 0,-1 0-1 0 0,0 0 1 0 0,0 0 0 0 0,0-1 0 0 0,-1 1 0 0 0,0-1 0 0 0,1 0 0 0 0,-2 1 0 0 0,1-1 0 0 0,0-1-1 0 0,-1 1 1 0 0,0 0 0 0 0,0-1 0 0 0,0 0 0 0 0,0 0 0 0 0,-7 4 0 0 0,-8 3 165 0 0,0-1 0 0 0,0 0 0 0 0,-26 6 1 0 0,15-5-129 0 0,-37 12 46 0 0,-1-2 0 0 0,-115 16-1 0 0,-255 18-1194 0 0,348-43 266 0 0,-140 37 0 0 0,148-29 554 0 0,64-15-286 0 0,-1 0 0 0 0,-29 1 1 0 0,41-5-32 0 0,0 0-1 0 0,0 0 1 0 0,0-1 0 0 0,0 0 0 0 0,0-1 0 0 0,-8-2-1 0 0,2-1-3730 0 0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19.53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 26 920 0 0,'-19'-25'12962'0'0,"21"37"-9281"0"0,0-3-4062 0 0,15 119 2131 0 0,-3-17-1438 0 0,44 155 128 0 0,-46-227-427 0 0,1-2-1 0 0,2 0 1 0 0,1-1-1 0 0,40 64 1 0 0,-42-84-2454 0 0,-10-14 1523 0 0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20.18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372 2772 5529 0 0,'-22'-43'3771'0'0,"-30"-86"0"0"0,-110-559 992 0 0,116 462-4318 0 0,13 64-285 0 0,7-2 0 0 0,7 0 0 0 0,8-1 0 0 0,16-283 0 0 0,30 169-112 0 0,-25 226-874 0 0,3 0 0 0 0,3 0 0 0 0,24-58 0 0 0,-27 86-1752 0 0,-9 17 1416 0 0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20.6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285 4 1896 0 0,'-46'35'776'0'0,"12"-12"-13"0"0,0 5 717 0 0,2 1 0 0 0,0 2 0 0 0,2 0 0 0 0,-42 60-1 0 0,67-83-1311 0 0,7-6-102 0 0,14-13-108 0 0,22-21 180 0 0,-17 9-16 0 0,2 1 1 0 0,0 1-1 0 0,2 1 1 0 0,0 1-1 0 0,1 1 1 0 0,1 1 0 0 0,1 2-1 0 0,51-22 1 0 0,-60 30 112 0 0,8-3 555 0 0,-1 1 0 0 0,34-7-1 0 0,-53 15-557 0 0,-1-1-1 0 0,0 1 0 0 0,1 1 1 0 0,-1 0-1 0 0,1-1 1 0 0,-1 2-1 0 0,0-1 0 0 0,1 1 1 0 0,-1 0-1 0 0,0 0 0 0 0,1 1 1 0 0,-1 0-1 0 0,0 0 1 0 0,0 0-1 0 0,8 6 0 0 0,-11-6-170 0 0,-1 0-1 0 0,0 0 0 0 0,0 0 1 0 0,0 0-1 0 0,0 1 0 0 0,0-1 0 0 0,0 1 1 0 0,-1 0-1 0 0,1-1 0 0 0,-1 1 1 0 0,0 0-1 0 0,0 0 0 0 0,0 0 1 0 0,0 0-1 0 0,0 0 0 0 0,-1 0 1 0 0,1 5-1 0 0,0 8-130 0 0,-1-1 1 0 0,-1 21 0 0 0,-1-15-483 0 0,2 1-3999 0 0,0-2-1603 0 0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21.2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62 158 5529 0 0,'-61'-158'9250'0'0,"81"230"-3975"0"0,-2 19-3654 0 0,-6-26-1707 0 0,34 107-1 0 0,-36-148-233 0 0,21 40 0 0 0,-8-29-2925 0 0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21.6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15 251 4609 0 0,'-2'-8'231'0'0,"-10"-40"703"0"0,12 45-140 0 0,0-1 0 0 0,0 1 0 0 0,0 0 0 0 0,0-1 0 0 0,0 1-1 0 0,1 0 1 0 0,1-6 0 0 0,-1 9-676 0 0,-1-1 0 0 0,1 1 1 0 0,-1 0-1 0 0,1-1 0 0 0,-1 1 0 0 0,1 0 0 0 0,-1 0 0 0 0,1 0 0 0 0,0-1 0 0 0,-1 1 0 0 0,1 0 1 0 0,-1 0-1 0 0,1 0 0 0 0,0 0 0 0 0,-1 0 0 0 0,1 0 0 0 0,0 0 0 0 0,-1 0 0 0 0,1 0 1 0 0,-1 0-1 0 0,1 1 0 0 0,0-1 0 0 0,-1 0 0 0 0,1 0 0 0 0,-1 1 0 0 0,1-1 0 0 0,-1 0 0 0 0,1 0 1 0 0,-1 1-1 0 0,1-1 0 0 0,-1 1 0 0 0,1-1 0 0 0,-1 0 0 0 0,1 2 0 0 0,20 12 295 0 0,0 5-87 0 0,-1 2 1 0 0,-1 0 0 0 0,26 38 0 0 0,-28-35-143 0 0,1-1-1 0 0,1-1 1 0 0,33 30-1 0 0,4-12 20 0 0,-52-37-133 0 0,0-1-1 0 0,0 0 1 0 0,0 0-1 0 0,1 0 1 0 0,-1-1-1 0 0,1 1 1 0 0,-1-1-1 0 0,1 0 1 0 0,0 0 0 0 0,-1-1-1 0 0,1 1 1 0 0,7-2-1 0 0,-11 1-9 0 0,-1-1-1 0 0,1 1 1 0 0,-1-1-1 0 0,0 1 1 0 0,1-1-1 0 0,-1 1 1 0 0,0-1-1 0 0,1 1 1 0 0,-1-1-1 0 0,0 0 1 0 0,0 1-1 0 0,0-1 0 0 0,1 1 1 0 0,-1-1-1 0 0,0 0 1 0 0,0 1-1 0 0,0-1 1 0 0,0 0-1 0 0,0 1 1 0 0,0-1-1 0 0,0 0 1 0 0,-1 1-1 0 0,1-1 1 0 0,0 1-1 0 0,0-1 1 0 0,-1-1-1 0 0,-5-26 517 0 0,3 19-333 0 0,-6-37 346 0 0,-23-119 398 0 0,28 132-1155 0 0,1 0 0 0 0,2-1 0 0 0,2-33 0 0 0,-1 65-95 0 0,0-1 1 0 0,0 1-1 0 0,0 0 0 0 0,0-1 0 0 0,1 1 1 0 0,-1 0-1 0 0,1-1 0 0 0,0 1 0 0 0,0 0 1 0 0,-1-1-1 0 0,1 1 0 0 0,1 0 1 0 0,-1 0-1 0 0,0 0 0 0 0,0 0 0 0 0,1 0 1 0 0,1-2-1 0 0,4 0-1337 0 0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22.0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66 337 2761 0 0,'0'1'206'0'0,"2"-2"-60"0"0,0 1 0 0 0,-1-1 0 0 0,1 1 0 0 0,0-1 0 0 0,-1 0 0 0 0,1 0 0 0 0,-1 1 0 0 0,1-1 0 0 0,-1 0 0 0 0,1-1 0 0 0,-1 1 0 0 0,1 0-1 0 0,1-2 1 0 0,3-4 498 0 0,-1 0-1 0 0,0-1 0 0 0,0 1 0 0 0,0-1 0 0 0,-1 0 0 0 0,-1 0 0 0 0,1-1 0 0 0,-1 1 1 0 0,0-1-1 0 0,-1 1 0 0 0,0-1 0 0 0,-1 0 0 0 0,0 0 0 0 0,1-11 0 0 0,-2-4 58 0 0,0 0-1 0 0,-2 0 1 0 0,0 0-1 0 0,-7-27 1 0 0,9 49-641 0 0,0 0 1 0 0,-1 0-1 0 0,1 0 0 0 0,-1 0 1 0 0,0 0-1 0 0,1 0 1 0 0,-1 0-1 0 0,0 0 0 0 0,0 0 1 0 0,0 0-1 0 0,-1 1 1 0 0,1-1-1 0 0,0 0 0 0 0,-1 1 1 0 0,1-1-1 0 0,-1 1 1 0 0,1-1-1 0 0,-1 1 0 0 0,0 0 1 0 0,1 0-1 0 0,-1-1 0 0 0,0 1 1 0 0,0 1-1 0 0,0-1 1 0 0,-4-1-1 0 0,4 2-13 0 0,0 0 1 0 0,-1 0-1 0 0,1 0 1 0 0,0 0-1 0 0,-1 0 1 0 0,1 1-1 0 0,0 0 1 0 0,-1-1-1 0 0,1 1 0 0 0,0 0 1 0 0,0 0-1 0 0,0 0 1 0 0,0 0-1 0 0,0 0 1 0 0,0 1-1 0 0,0-1 0 0 0,0 1 1 0 0,0-1-1 0 0,1 1 1 0 0,-1 0-1 0 0,0-1 1 0 0,1 1-1 0 0,-2 3 0 0 0,-2 2-65 0 0,0 0-1 0 0,0 0 0 0 0,1 1 0 0 0,0-1 1 0 0,1 1-1 0 0,0 0 0 0 0,0 0 0 0 0,0 1 0 0 0,1-1 1 0 0,1 0-1 0 0,-1 1 0 0 0,1-1 0 0 0,1 1 0 0 0,0 12 1 0 0,0-15 4 0 0,1-1 0 0 0,0 1 0 0 0,0-1 0 0 0,1 1 0 0 0,0-1 0 0 0,0 0 0 0 0,0 1 0 0 0,0-1 0 0 0,1 0 0 0 0,0 0 0 0 0,0-1 0 0 0,0 1 0 0 0,1-1 0 0 0,-1 1 0 0 0,1-1 0 0 0,0 0 0 0 0,1 0 0 0 0,-1-1 0 0 0,0 1 1 0 0,1-1-1 0 0,0 0 0 0 0,8 4 0 0 0,-1-2-141 0 0,0 0 1 0 0,0-1-1 0 0,0 0 1 0 0,0-1-1 0 0,1 0 0 0 0,-1-1 1 0 0,20 1-1 0 0,-24-3-430 0 0,0 0 0 0 0,0 0 0 0 0,0-1 0 0 0,0 0 0 0 0,0-1 0 0 0,0 0 0 0 0,0 0 0 0 0,0 0 0 0 0,-1-1 0 0 0,1 0 0 0 0,-1-1 0 0 0,13-8 0 0 0,-4 0-3789 0 0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22.4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76 40 2304 0 0,'0'-1'275'0'0,"0"-1"0"0"0,0 0 0 0 0,-1 0-1 0 0,1 0 1 0 0,0 1 0 0 0,-1-1 0 0 0,1 0-1 0 0,-1 1 1 0 0,1-1 0 0 0,-1 0-1 0 0,0 1 1 0 0,0-1 0 0 0,0 1 0 0 0,0-1-1 0 0,0 1 1 0 0,0 0 0 0 0,0-1 0 0 0,0 1-1 0 0,-1 0 1 0 0,1 0 0 0 0,0-1-1 0 0,-1 1 1 0 0,1 0 0 0 0,-3-1 0 0 0,3 2-121 0 0,0 0 0 0 0,0-1 0 0 0,0 1 0 0 0,-1 0 0 0 0,1 0 0 0 0,0 0 0 0 0,0 0 0 0 0,0 0 0 0 0,0 0 0 0 0,-1 0 0 0 0,1 0 0 0 0,0 0 0 0 0,0 1 0 0 0,0-1 0 0 0,0 0 0 0 0,0 1 0 0 0,0-1 0 0 0,-1 1 0 0 0,1-1 0 0 0,0 1 0 0 0,0-1 0 0 0,0 1 0 0 0,1 0 0 0 0,-1 0 0 0 0,0-1 0 0 0,0 1 1 0 0,0 0-1 0 0,0 0 0 0 0,1 0 0 0 0,-1 0 0 0 0,1 0 0 0 0,-1 0 0 0 0,0 0 0 0 0,1 0 0 0 0,-1 0 0 0 0,1 0 0 0 0,-1 2 0 0 0,-2 7 57 0 0,-1 1 0 0 0,2-1 0 0 0,-1 1 0 0 0,1 0 0 0 0,1 0 0 0 0,0 0 0 0 0,1 0 0 0 0,0 0 0 0 0,0 0 0 0 0,4 17 0 0 0,-3-19-177 0 0,1-1 0 0 0,0 0 0 0 0,0 0 0 0 0,1 0 0 0 0,0-1-1 0 0,0 1 1 0 0,1-1 0 0 0,0 0 0 0 0,0 1 0 0 0,1-2 0 0 0,0 1 0 0 0,0 0 0 0 0,0-1 0 0 0,12 10 0 0 0,-16-15-37 0 0,1 0 0 0 0,0 1 0 0 0,-1-1 0 0 0,1 0 0 0 0,0 0 0 0 0,0 0 0 0 0,0 0 0 0 0,0 0-1 0 0,0 0 1 0 0,0 0 0 0 0,0-1 0 0 0,0 1 0 0 0,0-1 0 0 0,0 0 0 0 0,1 1 0 0 0,-1-1 0 0 0,0 0 0 0 0,0 0 0 0 0,0-1 0 0 0,0 1 0 0 0,5-1 0 0 0,-5 0-8 0 0,1-1-1 0 0,-1 1 1 0 0,0-1 0 0 0,1 1-1 0 0,-1-1 1 0 0,0 0 0 0 0,0 0-1 0 0,0 0 1 0 0,0 0 0 0 0,0 0-1 0 0,0-1 1 0 0,-1 1-1 0 0,1-1 1 0 0,1-3 0 0 0,1-3-18 0 0,0 0 1 0 0,-1 0 0 0 0,0 0-1 0 0,-1-1 1 0 0,0 1 0 0 0,0-1-1 0 0,-1 1 1 0 0,0-18 0 0 0,-2 18 28 0 0,0 5 0 0 0,1 1 0 0 0,-1-1 0 0 0,1 0 0 0 0,0 0 0 0 0,0 0 0 0 0,0 0 0 0 0,1-4 0 0 0,2 8-5 0 0,-1 0 0 0 0,1 1 1 0 0,-1 0-1 0 0,1-1 1 0 0,-1 1-1 0 0,0 0 0 0 0,1 0 1 0 0,-1 1-1 0 0,0-1 1 0 0,0 0-1 0 0,0 1 0 0 0,2 1 1 0 0,0-1 0 0 0,8 5 8 0 0,0 0 0 0 0,0-1 0 0 0,1 0 0 0 0,0-1 0 0 0,0-1 0 0 0,0 0 0 0 0,27 4 0 0 0,-36-8-3 0 0,0 1 0 0 0,1-1 0 0 0,-1 0 0 0 0,0 0 0 0 0,1 0 0 0 0,-1-1 0 0 0,0 0 1 0 0,1 0-1 0 0,-1 0 0 0 0,0 0 0 0 0,0-1 0 0 0,0 1 0 0 0,0-1 0 0 0,0 0 0 0 0,0 0 0 0 0,0-1 0 0 0,-1 1 1 0 0,1-1-1 0 0,-1 1 0 0 0,1-1 0 0 0,-1 0 0 0 0,0-1 0 0 0,0 1 0 0 0,-1 0 0 0 0,1-1 0 0 0,-1 0 1 0 0,0 0-1 0 0,4-7 0 0 0,-4 6-197 0 0,-1 1 1 0 0,0-1-1 0 0,0 1 1 0 0,0-1-1 0 0,0 0 1 0 0,-1 0-1 0 0,1 1 1 0 0,-1-1-1 0 0,0 0 1 0 0,-1 0-1 0 0,1 1 1 0 0,-1-1-1 0 0,0 0 1 0 0,0 1-1 0 0,-1-1 1 0 0,1 1-1 0 0,-1-1 1 0 0,0 1-1 0 0,0 0 1 0 0,0 0-1 0 0,-1 0 1 0 0,0 0 0 0 0,-3-4-1 0 0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22.70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 4 4609 0 0,'-7'-4'10175'0'0,"13"69"-8590"0"0,3-1 1 0 0,2 0-1 0 0,38 118 0 0 0,-44-166-2023 0 0,0-1 0 0 0,1 0 0 0 0,0 0 0 0 0,1-1 1 0 0,1 1-1 0 0,1-2 0 0 0,19 26 0 0 0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23.05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69 4609 0 0,'16'21'1154'0'0,"3"9"930"0"0,22 32 385 0 0,-37-57-2264 0 0,0 0 0 0 0,0-1 1 0 0,1 1-1 0 0,-1-1 0 0 0,1 0 1 0 0,0 0-1 0 0,0-1 1 0 0,0 1-1 0 0,7 2 0 0 0,-11-5-163 0 0,0-1 0 0 0,1 1 0 0 0,-1-1 0 0 0,1 1-1 0 0,-1-1 1 0 0,1 1 0 0 0,-1-1 0 0 0,0 0 0 0 0,1 0 0 0 0,-1 0-1 0 0,1 0 1 0 0,-1 0 0 0 0,1 0 0 0 0,-1 0 0 0 0,1 0-1 0 0,-1-1 1 0 0,1 1 0 0 0,-1-1 0 0 0,1 1 0 0 0,-1-1 0 0 0,0 1-1 0 0,2-2 1 0 0,-1 0 60 0 0,0 0 0 0 0,0 1-1 0 0,0-1 1 0 0,0 0 0 0 0,-1-1-1 0 0,1 1 1 0 0,-1 0 0 0 0,1 0 0 0 0,-1-1-1 0 0,0 1 1 0 0,2-5 0 0 0,1-7 323 0 0,-1 0 0 0 0,0 0 0 0 0,1-26 0 0 0,-3 29-410 0 0,0-22 205 0 0,-2 26-72 0 0,1 0 0 0 0,0 0 1 0 0,1 0-1 0 0,-1 0 0 0 0,1 0 0 0 0,1 0 1 0 0,3-13-1 0 0,9 64 2713 0 0,-7-6-2488 0 0,-3 0 0 0 0,-1 0 0 0 0,-2 45 0 0 0,-7 49-2249 0 0,3-90-5351 0 0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23.5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152 68 7834 0 0,'0'-3'370'0'0,"-1"-1"0"0"0,1 1 1 0 0,0 0-1 0 0,-1 0 0 0 0,0 0 0 0 0,0 0 1 0 0,0 0-1 0 0,0 0 0 0 0,0 0 1 0 0,0 1-1 0 0,-1-1 0 0 0,0 0 0 0 0,1 0 1 0 0,-1 1-1 0 0,0 0 0 0 0,0-1 1 0 0,0 1-1 0 0,-1 0 0 0 0,-2-3 0 0 0,3 4-211 0 0,1 0 0 0 0,-1 0 0 0 0,0 0-1 0 0,0 0 1 0 0,0 0 0 0 0,0 0 0 0 0,0 1-1 0 0,0-1 1 0 0,0 1 0 0 0,0-1 0 0 0,0 1-1 0 0,0 0 1 0 0,0 0 0 0 0,0 0-1 0 0,0 0 1 0 0,0 0 0 0 0,0 0 0 0 0,0 1-1 0 0,0-1 1 0 0,0 1 0 0 0,0-1 0 0 0,0 1-1 0 0,0 0 1 0 0,0 0 0 0 0,1-1 0 0 0,-1 1-1 0 0,0 1 1 0 0,0-1 0 0 0,-2 2 0 0 0,-2 3-118 0 0,0 0 1 0 0,1 0 0 0 0,0 0-1 0 0,0 0 1 0 0,0 1 0 0 0,1 0 0 0 0,0 0-1 0 0,0 0 1 0 0,1 0 0 0 0,0 1 0 0 0,0-1-1 0 0,1 1 1 0 0,0 0 0 0 0,0 0-1 0 0,1 0 1 0 0,0 0 0 0 0,0 0 0 0 0,1 0-1 0 0,0 0 1 0 0,0 0 0 0 0,1 0-1 0 0,0 0 1 0 0,1 0 0 0 0,-1 0 0 0 0,2-1-1 0 0,-1 1 1 0 0,1 0 0 0 0,0-1-1 0 0,0 0 1 0 0,1 0 0 0 0,0 0 0 0 0,1 0-1 0 0,-1 0 1 0 0,1-1 0 0 0,1 0-1 0 0,-1 0 1 0 0,1 0 0 0 0,10 7 0 0 0,-10-8-103 0 0,1-1 1 0 0,0 0-1 0 0,1 0 1 0 0,-1-1-1 0 0,0 0 1 0 0,1 0-1 0 0,0-1 1 0 0,0 0-1 0 0,0-1 1 0 0,0 1-1 0 0,10-1 1 0 0,-11 0-563 0 0,1-2 1 0 0,-1 1 0 0 0,0-1-1 0 0,1 0 1 0 0,-1 0-1 0 0,0-1 1 0 0,13-5-1 0 0,-4-1-1105 0 0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23.88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5 146 5065 0 0,'0'0'28'0'0,"0"0"-1"0"0,-1 0 1 0 0,1 0-1 0 0,0 0 1 0 0,0 0-1 0 0,0 0 1 0 0,0 0-1 0 0,0-1 1 0 0,-1 1-1 0 0,1 0 1 0 0,0 0-1 0 0,0 0 1 0 0,0 0 0 0 0,0 0-1 0 0,0 0 1 0 0,-1 0-1 0 0,1 0 1 0 0,0 0-1 0 0,0 0 1 0 0,0 0-1 0 0,0-1 1 0 0,0 1-1 0 0,0 0 1 0 0,0 0-1 0 0,-1 0 1 0 0,1 0 0 0 0,0 0-1 0 0,0 0 1 0 0,0-1-1 0 0,0 1 1 0 0,0 0-1 0 0,0 0 1 0 0,0 0-1 0 0,0 0 1 0 0,0 0-1 0 0,0-1 1 0 0,0 1-1 0 0,0 0 1 0 0,0 0-1 0 0,0 0 1 0 0,0 0 0 0 0,0 0-1 0 0,0-1 1 0 0,0 1-1 0 0,0 0 1 0 0,0 0-1 0 0,0 0 1 0 0,0 0-1 0 0,0-1 1 0 0,0 1-1 0 0,0 0 1 0 0,0 0-1 0 0,1 0 1 0 0,-1 0-1 0 0,0 0 1 0 0,0 0 0 0 0,0-1-1 0 0,0 1 1 0 0,0 0-1 0 0,0 0 1 0 0,0 0-1 0 0,1 0 1 0 0,9 3 3055 0 0,-6-1-2018 0 0,33 15 1208 0 0,45 28 1 0 0,-70-37-2091 0 0,-1-1 1 0 0,0 1 0 0 0,0 1-1 0 0,-1 0 1 0 0,0 1 0 0 0,-1 0-1 0 0,0 0 1 0 0,9 14 0 0 0,-17-24-144 0 0,-1 1 1 0 0,0-1-1 0 0,1 0 1 0 0,-1 1 0 0 0,0-1-1 0 0,1 1 1 0 0,-1-1-1 0 0,0 1 1 0 0,0-1 0 0 0,1 1-1 0 0,-1 0 1 0 0,0-1-1 0 0,0 1 1 0 0,0-1 0 0 0,0 1-1 0 0,0-1 1 0 0,0 1-1 0 0,0 0 1 0 0,0-1 0 0 0,0 1-1 0 0,0-1 1 0 0,0 1-1 0 0,0 1 1 0 0,-11-3 1400 0 0,-17-14 193 0 0,24 11-1578 0 0,0 0 0 0 0,1-1 1 0 0,0 0-1 0 0,0 1 1 0 0,0-1-1 0 0,0 0 1 0 0,1-1-1 0 0,-1 1 1 0 0,2 0-1 0 0,-1-1 0 0 0,0 1 1 0 0,1-1-1 0 0,0 1 1 0 0,0-1-1 0 0,1 0 1 0 0,0 1-1 0 0,0-1 1 0 0,0 0-1 0 0,0 1 0 0 0,1-1 1 0 0,0 0-1 0 0,0 1 1 0 0,2-6-1 0 0,0 0-530 0 0,1 0-1 0 0,0 1 1 0 0,0 0 0 0 0,1 0-1 0 0,0 0 1 0 0,0 1 0 0 0,1-1-1 0 0,1 1 1 0 0,-1 1-1 0 0,17-17 1 0 0,-16 20-1089 0 0,-1 0 0 0 0,2 0-1 0 0,-1 0 1 0 0,0 1 0 0 0,1 0 0 0 0,15-6 0 0 0,-6 5 549 0 0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24.15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56 237 1376 0 0,'2'-6'327'0'0,"0"1"0"0"0,-1 0 0 0 0,1-1 0 0 0,-1 0 0 0 0,0-6 0 0 0,1 3 39 0 0,5-81 2858 0 0,-7 81-2805 0 0,0 0 0 0 0,-1 0 1 0 0,0 0-1 0 0,0-1 0 0 0,-1 1 1 0 0,0 1-1 0 0,-6-15 0 0 0,8 22-361 0 0,0 1 1 0 0,0-1-1 0 0,0 1 0 0 0,-1-1 0 0 0,1 1 0 0 0,0-1 0 0 0,0 1 1 0 0,0-1-1 0 0,-1 1 0 0 0,1-1 0 0 0,0 1 0 0 0,-1-1 0 0 0,1 1 0 0 0,-1-1 1 0 0,1 1-1 0 0,0-1 0 0 0,-1 1 0 0 0,1 0 0 0 0,-1-1 0 0 0,1 1 1 0 0,-1 0-1 0 0,1 0 0 0 0,-1-1 0 0 0,1 1 0 0 0,-1 0 0 0 0,1 0 1 0 0,-1 0-1 0 0,0 0 0 0 0,1-1 0 0 0,-1 1 0 0 0,1 0 0 0 0,-1 0 1 0 0,1 0-1 0 0,-1 0 0 0 0,-1 1 0 0 0,1-1 37 0 0,0 1 0 0 0,-1 0 0 0 0,1 0-1 0 0,0 1 1 0 0,-1-1 0 0 0,1 0 0 0 0,0 0 0 0 0,0 1 0 0 0,0-1-1 0 0,0 0 1 0 0,0 1 0 0 0,0 1 0 0 0,-20 44 507 0 0,20-42-660 0 0,-1 0 0 0 0,1 0-1 0 0,0 0 1 0 0,0 0 0 0 0,1 1 0 0 0,-1-1-1 0 0,1 0 1 0 0,0 0 0 0 0,0 1 0 0 0,1-1-1 0 0,0 0 1 0 0,0 0 0 0 0,0 0 0 0 0,0 0 0 0 0,1 0-1 0 0,0 0 1 0 0,4 8 0 0 0,3-2-662 0 0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24.48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113 20 3225 0 0,'0'-1'97'0'0,"0"0"1"0"0,0 0-1 0 0,0 1 1 0 0,0-1-1 0 0,-1 0 1 0 0,1 0 0 0 0,0 1-1 0 0,0-1 1 0 0,0 0-1 0 0,-1 0 1 0 0,1 1-1 0 0,-1-1 1 0 0,1 0-1 0 0,0 1 1 0 0,-1-1-1 0 0,1 0 1 0 0,-1 1 0 0 0,1-1-1 0 0,-1 1 1 0 0,1-1-1 0 0,-1 1 1 0 0,0-1-1 0 0,1 1 1 0 0,-1-1-1 0 0,0 1 1 0 0,1-1 0 0 0,-1 1-1 0 0,0 0 1 0 0,0 0-1 0 0,1-1 1 0 0,-1 1-1 0 0,0 0 1 0 0,0 0-1 0 0,0 0 1 0 0,1 0-1 0 0,-1 0 1 0 0,0 0 0 0 0,0 0-1 0 0,1 0 1 0 0,-1 0-1 0 0,0 0 1 0 0,0 0-1 0 0,0 0 1 0 0,1 1-1 0 0,-1-1 1 0 0,0 0 0 0 0,0 1-1 0 0,-3 0 326 0 0,1 0-1 0 0,0 0 1 0 0,0 1-1 0 0,0-1 1 0 0,0 1-1 0 0,0-1 0 0 0,0 1 1 0 0,0 0-1 0 0,-4 4 1 0 0,0 3-56 0 0,1 1-1 0 0,0-1 1 0 0,1 1 0 0 0,1 0 0 0 0,-1 1 0 0 0,1-1-1 0 0,1 1 1 0 0,0-1 0 0 0,1 1 0 0 0,-2 18-1 0 0,3-24-353 0 0,1 0 0 0 0,0 0 0 0 0,0 0-1 0 0,0-1 1 0 0,1 1 0 0 0,0 0 0 0 0,0 0-1 0 0,0-1 1 0 0,0 1 0 0 0,1 0 0 0 0,4 7-1 0 0,-5-9-15 0 0,1-1-1 0 0,0 1 0 0 0,0-1 0 0 0,0 0 1 0 0,1 0-1 0 0,-1 0 0 0 0,0 0 0 0 0,1 0 1 0 0,-1 0-1 0 0,1 0 0 0 0,0-1 0 0 0,-1 0 1 0 0,1 1-1 0 0,0-1 0 0 0,0 0 0 0 0,0 0 1 0 0,0-1-1 0 0,0 1 0 0 0,0 0 1 0 0,4-1-1 0 0,-5 0-84 0 0,-1 0-1 0 0,1 0 1 0 0,-1 0 0 0 0,1-1-1 0 0,0 1 1 0 0,-1 0 0 0 0,1-1 0 0 0,-1 1-1 0 0,1-1 1 0 0,0 0 0 0 0,-1 0 0 0 0,0 1-1 0 0,1-1 1 0 0,-1 0 0 0 0,1 0-1 0 0,-1 0 1 0 0,0-1 0 0 0,0 1 0 0 0,0 0-1 0 0,0 0 1 0 0,0-1 0 0 0,0 1 0 0 0,0 0-1 0 0,0-1 1 0 0,0 1 0 0 0,0-2-1 0 0,18-50-1328 0 0,-10 26 1702 0 0,-1 16 1198 0 0,-2 12-182 0 0,3 23-181 0 0,-2-4-2626 0 0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24.7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72 1 6913 0 0,'-1'0'151'0'0,"-1"0"0"0"0,1 0 0 0 0,0 0 0 0 0,-1 0-1 0 0,1 1 1 0 0,0-1 0 0 0,-1 0 0 0 0,1 1-1 0 0,0-1 1 0 0,-1 1 0 0 0,1 0 0 0 0,0-1 0 0 0,0 1-1 0 0,0 0 1 0 0,-1 0 0 0 0,1 0 0 0 0,0-1 0 0 0,0 1-1 0 0,0 0 1 0 0,0 1 0 0 0,1-1 0 0 0,-1 0-1 0 0,-1 2 1 0 0,-20 28 2234 0 0,18-25-2030 0 0,2-1-1 0 0,-1 1 1 0 0,1-1-1 0 0,0 1 1 0 0,0 0-1 0 0,0 0 1 0 0,1 0-1 0 0,0 0 0 0 0,0 0 1 0 0,0 1-1 0 0,1-1 1 0 0,0 8-1 0 0,2-3-55 0 0,-1 1-1 0 0,2-1 0 0 0,-1 1 1 0 0,2-1-1 0 0,-1 0 0 0 0,6 10 1 0 0,7 11 56 0 0,2-1 0 0 0,0 0 1 0 0,28 31-1 0 0,32 34-2014 0 0,-63-78-5298 0 0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24.94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0 116 8754 0 0,'14'-11'1021'0'0,"1"1"0"0"0,-1 0 1 0 0,22-9-1 0 0,-9 4-1484 0 0,-1 2-554 0 0,39-16 0 0 0,-39 20 989 0 0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25.2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7 153 10594 0 0,'-7'8'1079'0'0,"16"-11"1594"0"0,-5 0-1446 0 0,11-10-287 0 0,-1-1 1 0 0,14-17-1 0 0,-23 26-901 0 0,-1-1-1 0 0,1 1 1 0 0,-1-1 0 0 0,-1 0 0 0 0,1-1-1 0 0,-1 1 1 0 0,0-1 0 0 0,-1 1 0 0 0,1-1-1 0 0,1-8 1 0 0,-4 14-35 0 0,0 0 1 0 0,0 0-1 0 0,-1 0 1 0 0,1 0-1 0 0,0 0 0 0 0,0 0 1 0 0,0 0-1 0 0,-1 0 0 0 0,1 0 1 0 0,-1 0-1 0 0,1 0 0 0 0,-1 0 1 0 0,1 0-1 0 0,-1 0 1 0 0,1 0-1 0 0,-1 0 0 0 0,0 0 1 0 0,-1-1-1 0 0,-5 1 242 0 0,4 13 33 0 0,3-2-270 0 0,1 0-1 0 0,0-1 1 0 0,0 1 0 0 0,1-1-1 0 0,4 11 1 0 0,-5-15-478 0 0,2 1 0 0 0,-1-1 0 0 0,1 1 0 0 0,-1-1 0 0 0,7 8 0 0 0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25.83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256 283 10594 0 0,'-2'-4'192'0'0,"-1"0"1"0"0,0 1-1 0 0,1-1 0 0 0,-2 1 0 0 0,1 0 0 0 0,0 0 0 0 0,0 0 0 0 0,-1 1 1 0 0,0-1-1 0 0,1 1 0 0 0,-1 0 0 0 0,0 0 0 0 0,0 0 0 0 0,0 0 0 0 0,-1 1 1 0 0,1-1-1 0 0,0 1 0 0 0,0 0 0 0 0,-1 1 0 0 0,1-1 0 0 0,-1 1 0 0 0,1-1 1 0 0,-1 2-1 0 0,-7 0 0 0 0,6-1 77 0 0,-1 1 1 0 0,1 1 0 0 0,-1-1-1 0 0,1 1 1 0 0,0 1-1 0 0,0-1 1 0 0,0 1-1 0 0,0 0 1 0 0,0 0-1 0 0,0 0 1 0 0,1 1 0 0 0,0 0-1 0 0,-1 0 1 0 0,1 1-1 0 0,1-1 1 0 0,-6 7-1 0 0,4-1-174 0 0,0 0-1 0 0,0 1 1 0 0,1-1-1 0 0,0 1 1 0 0,0 1-1 0 0,2-1 0 0 0,-1 0 1 0 0,1 1-1 0 0,1 0 1 0 0,-2 22-1 0 0,4-27-119 0 0,-1 0-1 0 0,1 0 1 0 0,0 1-1 0 0,0-1 1 0 0,1 0-1 0 0,0 0 1 0 0,1 0-1 0 0,-1 0 1 0 0,1 0-1 0 0,1 0 1 0 0,-1-1 0 0 0,1 1-1 0 0,0-1 1 0 0,1 1-1 0 0,-1-1 1 0 0,1 0-1 0 0,0 0 1 0 0,1-1-1 0 0,6 8 1 0 0,-9-11-132 0 0,1 0 0 0 0,-1-1 1 0 0,0 1-1 0 0,1 0 1 0 0,-1-1-1 0 0,1 1 0 0 0,-1-1 1 0 0,1 1-1 0 0,0-1 0 0 0,-1 0 1 0 0,1-1-1 0 0,0 1 0 0 0,0 0 1 0 0,0-1-1 0 0,0 1 0 0 0,0-1 1 0 0,0 0-1 0 0,-1 0 1 0 0,1 0-1 0 0,0 0 0 0 0,0-1 1 0 0,0 1-1 0 0,0-1 0 0 0,0 0 1 0 0,0 0-1 0 0,-1 0 0 0 0,1 0 1 0 0,0 0-1 0 0,-1 0 0 0 0,1-1 1 0 0,-1 1-1 0 0,1-1 1 0 0,-1 0-1 0 0,0 0 0 0 0,4-4 1 0 0,-1 1-88 0 0,0-1 0 0 0,-1 0 0 0 0,0 0 1 0 0,0 0-1 0 0,0-1 0 0 0,-1 1 1 0 0,0-1-1 0 0,0 0 0 0 0,-1 0 0 0 0,0 0 1 0 0,0 0-1 0 0,-1 0 0 0 0,1-10 0 0 0,-1-14 132 0 0,-3 0 0 0 0,-7-49-1 0 0,0 6 194 0 0,5 22 539 0 0,3 23 235 0 0,-1 1 1 0 0,-2 0-1 0 0,0 0 1 0 0,-12-35-1 0 0,16 61-688 0 0,-1 0-1 0 0,1 1 0 0 0,-1-1 0 0 0,0 1 0 0 0,1-1 0 0 0,-1 0 0 0 0,0 1 0 0 0,0-1 0 0 0,0 1 0 0 0,0 0 0 0 0,0-1 0 0 0,-1 1 0 0 0,1 0 0 0 0,0 0 0 0 0,0 0 0 0 0,-3-2 1 0 0,3 3-65 0 0,0 0 0 0 0,1 0 1 0 0,-1-1-1 0 0,0 1 0 0 0,0 0 0 0 0,0 0 1 0 0,1 0-1 0 0,-1 0 0 0 0,0 0 1 0 0,0 1-1 0 0,0-1 0 0 0,1 0 1 0 0,-1 0-1 0 0,0 0 0 0 0,0 1 1 0 0,1-1-1 0 0,-1 0 0 0 0,0 1 1 0 0,0-1-1 0 0,1 1 0 0 0,-1-1 1 0 0,1 1-1 0 0,-1-1 0 0 0,0 2 1 0 0,-2 1 35 0 0,0 1 1 0 0,0 0-1 0 0,0-1 1 0 0,1 1-1 0 0,0 0 1 0 0,0 1 0 0 0,0-1-1 0 0,0 0 1 0 0,1 0-1 0 0,-2 8 1 0 0,1 2-104 0 0,1 0-1 0 0,0 0 1 0 0,1 1 0 0 0,1-1 0 0 0,0 0 0 0 0,1 0-1 0 0,0 0 1 0 0,1 0 0 0 0,1 0 0 0 0,1-1-1 0 0,-1 1 1 0 0,2-1 0 0 0,0 0 0 0 0,1-1-1 0 0,9 15 1 0 0,6 6-403 0 0,49 57-1 0 0,-4-17-3174 0 0,-38-41 684 0 0,2 0-4201 0 0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26.5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24 2 8754 0 0,'-1'0'103'0'0,"1"-1"1"0"0,-1 1-1 0 0,1 0 1 0 0,-1 0-1 0 0,1 0 1 0 0,-1 0-1 0 0,1 0 1 0 0,-1 0-1 0 0,1 0 1 0 0,-1 0-1 0 0,1 0 1 0 0,-1 0-1 0 0,1 0 0 0 0,0 0 1 0 0,-1 1-1 0 0,1-1 1 0 0,-1 0-1 0 0,1 0 1 0 0,-1 0-1 0 0,1 1 1 0 0,0-1-1 0 0,-1 0 1 0 0,1 0-1 0 0,-1 1 1 0 0,1-1-1 0 0,0 0 1 0 0,-1 1-1 0 0,1-1 1 0 0,0 0-1 0 0,0 1 0 0 0,-1-1 1 0 0,1 1-1 0 0,0-1 1 0 0,0 0-1 0 0,-1 1 1 0 0,1-1-1 0 0,0 1 1 0 0,0-1-1 0 0,0 1 1 0 0,0-1-1 0 0,0 1 1 0 0,0 0-1 0 0,-8 19 2076 0 0,8-15-2008 0 0,0 0 1 0 0,0 0-1 0 0,0 0 0 0 0,1 0 0 0 0,0 0 1 0 0,0 0-1 0 0,0-1 0 0 0,0 1 1 0 0,1 0-1 0 0,0-1 0 0 0,0 1 0 0 0,0-1 1 0 0,1 1-1 0 0,-1-1 0 0 0,1 0 1 0 0,0 0-1 0 0,0-1 0 0 0,1 1 0 0 0,-1 0 1 0 0,1-1-1 0 0,-1 0 0 0 0,1 0 1 0 0,0 0-1 0 0,0 0 0 0 0,1-1 1 0 0,4 3-1 0 0,-2-1-208 0 0,0-1 1 0 0,0 0 0 0 0,0 0-1 0 0,0-1 1 0 0,1 1-1 0 0,-1-2 1 0 0,1 1 0 0 0,-1-1-1 0 0,1 0 1 0 0,-1-1-1 0 0,1 1 1 0 0,0-2 0 0 0,-1 1-1 0 0,1-1 1 0 0,0 0 0 0 0,10-3-1 0 0,-15 3-60 0 0,-1 0-1 0 0,0 0 1 0 0,1-1 0 0 0,-1 1-1 0 0,0 0 1 0 0,0-1 0 0 0,0 1-1 0 0,0-1 1 0 0,0 0 0 0 0,0 0 0 0 0,-1 0-1 0 0,1 0 1 0 0,0 0 0 0 0,-1 0-1 0 0,0 0 1 0 0,1 0 0 0 0,1-5-1 0 0,0-1 35 0 0,-1-1 0 0 0,0 1 0 0 0,2-18 0 0 0,-3 19 208 0 0,0-1 1 0 0,1 1-1 0 0,0-1 0 0 0,0 1 1 0 0,3-9-1 0 0,-4 16-111 0 0,-1 0 0 0 0,0-1 0 0 0,0 1-1 0 0,1 0 1 0 0,-1-1 0 0 0,1 1 0 0 0,-1 0 0 0 0,0-1 0 0 0,1 1 0 0 0,-1 0 0 0 0,1 0 0 0 0,-1-1-1 0 0,1 1 1 0 0,-1 0 0 0 0,0 0 0 0 0,1 0 0 0 0,-1 0 0 0 0,1 0 0 0 0,-1 0 0 0 0,1 0 0 0 0,-1-1-1 0 0,1 1 1 0 0,-1 0 0 0 0,1 1 0 0 0,-1-1 0 0 0,1 0 0 0 0,-1 0 0 0 0,1 0 0 0 0,-1 0 0 0 0,1 0-1 0 0,-1 0 1 0 0,1 1 0 0 0,-1-1 0 0 0,0 0 0 0 0,1 0 0 0 0,-1 1 0 0 0,1-1 0 0 0,-1 0 0 0 0,0 1-1 0 0,1-1 1 0 0,-1 0 0 0 0,0 1 0 0 0,1-1 0 0 0,-1 0 0 0 0,0 1 0 0 0,0-1 0 0 0,1 1 0 0 0,-1 0-1 0 0,22 27 556 0 0,-17-21-290 0 0,-5-7-287 0 0,50 55 904 0 0,-46-51-910 0 0,0-1-1 0 0,0 1 1 0 0,0-1-1 0 0,0 0 1 0 0,1 0-1 0 0,0 0 1 0 0,-1-1-1 0 0,1 1 1 0 0,0-1-1 0 0,0 0 1 0 0,8 1-1 0 0,1-3-2431 0 0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26.75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6449 0 0,'0'0'11540'0'0,"10"5"-7584"0"0,12 14-4218 0 0,14 41 1692 0 0,-23-38-2993 0 0,1 1-3952 0 0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26.9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 10 8754 0 0,'-5'-5'384'0'0,"1"3"88"0"0,2 0-376 0 0,1 1-96 0 0,0 1 0 0 0,1 1 0 0 0,-1 1 248 0 0,1-1 32 0 0,0 3 8 0 0,-2 0 0 0 0,4 1-288 0 0,13 15 0 0 0,-6-12 0 0 0,1 1 0 0 0,0-1 0 0 0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27.25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20 43 8754 0 0,'-2'-6'581'0'0,"-11"-30"4136"0"0,9 49 3 0 0,4 12-3377 0 0,2-2-956 0 0,2 0 0 0 0,0-1 0 0 0,1 1 0 0 0,1-1 0 0 0,1-1 0 0 0,1 1 0 0 0,20 37 0 0 0,31 38-900 0 0,5-5-4649 0 0,-50-73 3272 0 0,-2-2-4842 0 0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27.68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15 415 5841 0 0,'-2'-2'100'0'0,"1"0"0"0"0,-1 0 0 0 0,1 0 0 0 0,0 0 0 0 0,0-1 0 0 0,-1 1 0 0 0,1 0 0 0 0,1-1 0 0 0,-1 1 0 0 0,0 0 0 0 0,1-1 0 0 0,-1 1-1 0 0,1-1 1 0 0,0 1 0 0 0,0-1 0 0 0,0 1 0 0 0,0-1 0 0 0,0 1 0 0 0,0-1 0 0 0,1 1 0 0 0,-1-1 0 0 0,1 1 0 0 0,0-1 0 0 0,-1 1 0 0 0,1 0 0 0 0,0-1 0 0 0,1 1 0 0 0,-1 0 0 0 0,0 0-1 0 0,1 0 1 0 0,-1 0 0 0 0,3-2 0 0 0,13-18 387 0 0,1 0 0 0 0,1 2 0 0 0,1 0 0 0 0,1 1 0 0 0,31-21 0 0 0,-27 22-106 0 0,-2-1 1 0 0,0-2 0 0 0,-1 0 0 0 0,26-32 0 0 0,-33 27 482 0 0,8-9 2243 0 0,-25 41-2766 0 0,-1 0 0 0 0,2 1 1 0 0,-1-1-1 0 0,1 1 0 0 0,0-1 0 0 0,0 1 0 0 0,1 0 0 0 0,0 7 0 0 0,-1-5-141 0 0,0 8-164 0 0,-1 7 39 0 0,2 0 1 0 0,3 39-1 0 0,-3-58-108 0 0,1 0 0 0 0,-1 0 0 0 0,1 1 0 0 0,1-1-1 0 0,-1 0 1 0 0,1 0 0 0 0,0 0 0 0 0,0-1 0 0 0,0 1 0 0 0,1 0-1 0 0,0-1 1 0 0,0 0 0 0 0,0 1 0 0 0,0-1 0 0 0,1 0 0 0 0,-1-1-1 0 0,1 1 1 0 0,5 3 0 0 0,-8-6 4 0 0,1 0-1 0 0,0-1 1 0 0,0 1 0 0 0,-1-1-1 0 0,1 1 1 0 0,0-1 0 0 0,0 1-1 0 0,0-1 1 0 0,0 0 0 0 0,0 0-1 0 0,-1 0 1 0 0,1 0 0 0 0,0 0-1 0 0,0-1 1 0 0,0 1 0 0 0,0 0-1 0 0,0-1 1 0 0,-1 1 0 0 0,1-1-1 0 0,0 0 1 0 0,0 0 0 0 0,-1 1-1 0 0,1-1 1 0 0,-1 0 0 0 0,1-1-1 0 0,-1 1 1 0 0,1 0 0 0 0,-1 0-1 0 0,1-1 1 0 0,-1 1-1 0 0,2-3 1 0 0,7-7 138 0 0,-1-1 1 0 0,-1 0-1 0 0,9-16 0 0 0,-4 8 85 0 0,-12 18-152 0 0,8-12 243 0 0,0 2 0 0 0,0-1 0 0 0,2 1-1 0 0,-1 1 1 0 0,13-11 0 0 0,-19 19-257 0 0,-1 1-1 0 0,0 0 0 0 0,1-1 0 0 0,0 1 1 0 0,-1 1-1 0 0,1-1 0 0 0,0 1 0 0 0,0-1 1 0 0,0 1-1 0 0,0 0 0 0 0,0 0 0 0 0,0 1 1 0 0,0-1-1 0 0,0 1 0 0 0,1 0 0 0 0,-1 0 1 0 0,0 1-1 0 0,0-1 0 0 0,0 1 0 0 0,0 0 1 0 0,0 0-1 0 0,0 0 0 0 0,0 0 0 0 0,4 3 1 0 0,36 16 45 0 0,-22-10-1142 0 0,1 0 1 0 0,39 11-1 0 0,-36-15-2 0 0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28.36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9218 0 0,'6'21'10185'0'0,"3"41"-7616"0"0,1 12-2524 0 0,-7-63-23 0 0,1 0 0 0 0,-1 0 0 0 0,2-1 1 0 0,-1 1-1 0 0,2-1 0 0 0,-1 0 0 0 0,1-1 0 0 0,1 1 1 0 0,0-1-1 0 0,0-1 0 0 0,1 1 0 0 0,8 7 1 0 0,-12-13-157 0 0,-1 0 0 0 0,1 0 0 0 0,0-1 0 0 0,0 0 0 0 0,0 1 0 0 0,0-1 0 0 0,0 0 0 0 0,1-1 0 0 0,-1 1 0 0 0,0-1 0 0 0,1 0 0 0 0,-1 0 0 0 0,1 0 1 0 0,-1-1-1 0 0,1 1 0 0 0,0-1 0 0 0,-1 0 0 0 0,1-1 0 0 0,-1 1 0 0 0,1-1 0 0 0,0 0 0 0 0,-1 0 0 0 0,0 0 0 0 0,1-1 0 0 0,-1 1 0 0 0,0-1 1 0 0,0 0-1 0 0,0 0 0 0 0,0-1 0 0 0,0 1 0 0 0,7-7 0 0 0,-1 1-486 0 0,0-1 1 0 0,-1 0-1 0 0,0 0 1 0 0,-1-1-1 0 0,0 0 1 0 0,9-16-1 0 0,-13 19 514 0 0,0-1-1 0 0,0 0 1 0 0,-1 0-1 0 0,3-11 1 0 0,-4 13 570 0 0,-1 0 0 0 0,0 0 1 0 0,0 0-1 0 0,-1 0 0 0 0,0 0 1 0 0,1-18 5241 0 0,6 39-4157 0 0,-3-6-1752 0 0,11 26 258 0 0,-12-26-225 0 0,1-1 0 0 0,-1 0 0 0 0,1 0 0 0 0,1 0 0 0 0,0 0 0 0 0,0-1 0 0 0,0 0 0 0 0,12 13 0 0 0,-7-11-1140 0 0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28.5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43 48 5529 0 0,'-12'-11'488'0'0,"5"2"-392"0"0,2 2-96 0 0,1 2 0 0 0,-1 0 2097 0 0,4 3-1345 0 0,-3-1-432 0 0,1-1-96 0 0,2 3-8 0 0,3 3-8 0 0,4 2-1344 0 0,1 3-272 0 0,5-1-49 0 0,3 0-15 0 0,1-1 1160 0 0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29.84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145 193 1376 0 0,'-1'-2'134'0'0,"0"1"0"0"0,0 0-1 0 0,0 0 1 0 0,0-1-1 0 0,0 1 1 0 0,0 0 0 0 0,0 0-1 0 0,0 0 1 0 0,-1 0-1 0 0,1 0 1 0 0,0 1 0 0 0,-1-1-1 0 0,1 0 1 0 0,-1 1 0 0 0,1-1-1 0 0,-1 1 1 0 0,1-1-1 0 0,-1 1 1 0 0,1-1 0 0 0,-1 1-1 0 0,1 0 1 0 0,-1 0 0 0 0,1 0-1 0 0,-1 0 1 0 0,0 0-1 0 0,1 0 1 0 0,-1 1 0 0 0,1-1-1 0 0,-1 0 1 0 0,1 1-1 0 0,-1-1 1 0 0,1 1 0 0 0,-1 0-1 0 0,1-1 1 0 0,-2 2 0 0 0,-1 0 312 0 0,0 1 0 0 0,0 0 0 0 0,1-1 0 0 0,-1 1 0 0 0,1 0 0 0 0,0 1-1 0 0,0-1 1 0 0,0 0 0 0 0,0 1 0 0 0,0 0 0 0 0,-2 5 0 0 0,-5 15 382 0 0,1 0 0 0 0,1 1 0 0 0,1 1-1 0 0,1-1 1 0 0,-5 50 0 0 0,11-70-844 0 0,0-1 0 0 0,0 1 0 0 0,0 0 0 0 0,1 0 0 0 0,-1 0 0 0 0,1 0 0 0 0,0 0 0 0 0,1 0 0 0 0,-1 0 0 0 0,1-1 0 0 0,3 7-1 0 0,-4-9-9 0 0,0-1 0 0 0,0 0 0 0 0,0 1 0 0 0,0-1 0 0 0,0 0 0 0 0,0 0 0 0 0,0 0 0 0 0,0 0-1 0 0,0 0 1 0 0,1 0 0 0 0,-1 0 0 0 0,0 0 0 0 0,1 0 0 0 0,-1-1 0 0 0,1 1 0 0 0,-1 0 0 0 0,1-1-1 0 0,-1 1 1 0 0,1-1 0 0 0,-1 0 0 0 0,1 0 0 0 0,0 1 0 0 0,-1-1 0 0 0,1 0 0 0 0,-1 0-1 0 0,1 0 1 0 0,-1-1 0 0 0,1 1 0 0 0,0 0 0 0 0,-1-1 0 0 0,1 1 0 0 0,-1-1 0 0 0,1 1 0 0 0,-1-1-1 0 0,1 0 1 0 0,-1 1 0 0 0,0-1 0 0 0,2-1 0 0 0,7-4 283 0 0,-1-1 0 0 0,0 0 0 0 0,9-9 1 0 0,-12 10-96 0 0,0 0 1 0 0,0 1 0 0 0,1 0 0 0 0,-1 0 0 0 0,1 1-1 0 0,0 0 1 0 0,0 0 0 0 0,10-4 0 0 0,-17 8-164 0 0,1 0 0 0 0,-1 0 0 0 0,0 0 0 0 0,0 0-1 0 0,1-1 1 0 0,-1 1 0 0 0,0 0 0 0 0,0 0 0 0 0,1 0 0 0 0,-1 0 0 0 0,0 0 0 0 0,1 0 0 0 0,-1 0 0 0 0,0 0 0 0 0,0 0 0 0 0,1 0 0 0 0,-1 0 0 0 0,0 0-1 0 0,1 0 1 0 0,-1 0 0 0 0,0 0 0 0 0,0 0 0 0 0,1 0 0 0 0,-1 0 0 0 0,0 0 0 0 0,1 0 0 0 0,-1 1 0 0 0,0-1 0 0 0,0 0 0 0 0,1 0 0 0 0,-1 0-1 0 0,0 0 1 0 0,0 1 0 0 0,0-1 0 0 0,1 0 0 0 0,-1 0 0 0 0,0 1 0 0 0,0-1 0 0 0,0 0 0 0 0,0 0 0 0 0,1 0 0 0 0,-1 1 0 0 0,0-1 0 0 0,-5 16-98 0 0,-17 12 10 0 0,11-21 548 0 0,21-11 201 0 0,16-9-387 0 0,-24 12-273 0 0,-1 0-1 0 0,1 0 0 0 0,-1 0 1 0 0,1 0-1 0 0,-1 0 0 0 0,0 0 1 0 0,1 0-1 0 0,-1-1 0 0 0,0 1 0 0 0,0-1 1 0 0,0 1-1 0 0,0-1 0 0 0,0 1 1 0 0,0-1-1 0 0,-1 1 0 0 0,1-1 1 0 0,0 0-1 0 0,-1 1 0 0 0,1-1 1 0 0,-1 0-1 0 0,0 0 0 0 0,0 1 1 0 0,1-1-1 0 0,-1 0 0 0 0,0 0 0 0 0,-1 1 1 0 0,1-1-1 0 0,0 0 0 0 0,-1-2 1 0 0,-1-7 107 0 0,-1 1 0 0 0,0-1 0 0 0,-9-18 0 0 0,-4-7 2991 0 0,16 36-3063 0 0,-1 14 286 0 0,2 24-403 0 0,7-17 82 0 0,2 0 0 0 0,-1-1 0 0 0,2 0 0 0 0,24 33 0 0 0,8 14 0 0 0,-32-47 0 0 0,-1 0 0 0 0,-1 0 0 0 0,0 1 0 0 0,-2 0 0 0 0,6 26 0 0 0,-11-40 0 0 0,-2-1 0 0 0,1 0 0 0 0,0 1 0 0 0,-1-1 0 0 0,0 0 0 0 0,-1 1 0 0 0,0-1 0 0 0,0 0 0 0 0,0 1 0 0 0,-3 6 0 0 0,3-9 0 0 0,-1 0 0 0 0,0-1 0 0 0,0 1 0 0 0,0-1 0 0 0,0 1 0 0 0,-1-1 0 0 0,1 0 0 0 0,-1 0 0 0 0,0 0 0 0 0,0 0 0 0 0,0-1 0 0 0,0 1 0 0 0,-1-1 0 0 0,1 0 0 0 0,-1 0 0 0 0,1 0 0 0 0,-7 2 0 0 0,8-3 0 0 0,0 0 0 0 0,1 0 0 0 0,-1 0 0 0 0,0-1 0 0 0,0 1 0 0 0,0-1 0 0 0,0 1 0 0 0,0-1 0 0 0,0 0-1 0 0,0 0 1 0 0,0 0 0 0 0,0 0 0 0 0,0 0 0 0 0,0 0 0 0 0,0-1 0 0 0,0 1 0 0 0,0-1 0 0 0,0 1 0 0 0,0-1 0 0 0,1 0 0 0 0,-1 1 0 0 0,-3-3 0 0 0,3 1 0 0 0,0 0 0 0 0,0 0 0 0 0,0-1 1 0 0,0 1-1 0 0,0-1 0 0 0,1 1 0 0 0,-1-1 0 0 0,1 0 0 0 0,-1 1 1 0 0,1-1-1 0 0,0 0 0 0 0,0 0 0 0 0,0-4 0 0 0,-2-10-3 0 0,1 1 0 0 0,1-1 0 0 0,0 0 0 0 0,2-19 0 0 0,-1 34 2 0 0,2-27-111 0 0,2 0-1 0 0,1-1 1 0 0,1 2-1 0 0,10-29 1 0 0,46-107-116 0 0,-8 25 199 0 0,-50 129 28 0 0,-2 0-1 0 0,1 0 0 0 0,-2 0 0 0 0,1-1 0 0 0,-1 1 1 0 0,-1-1-1 0 0,0 1 0 0 0,0 0 0 0 0,-1-1 0 0 0,-1 1 0 0 0,1-1 1 0 0,-2 1-1 0 0,1 0 0 0 0,-2 0 0 0 0,1 0 0 0 0,-7-12 1 0 0,7 12 100 0 0,3 8-67 0 0,-1 1-1 0 0,1-1 0 0 0,0 0 0 0 0,-1 1 0 0 0,0-1 0 0 0,1 0 1 0 0,-1 1-1 0 0,0-1 0 0 0,0 1 0 0 0,0-1 0 0 0,0 1 0 0 0,0 0 1 0 0,-2-3-1 0 0,-2 30 449 0 0,4-15-476 0 0,2 0 1 0 0,0 0 0 0 0,0 0-1 0 0,0 0 1 0 0,2 0-1 0 0,-1 0 1 0 0,2 0-1 0 0,-1-1 1 0 0,1 1-1 0 0,1-1 1 0 0,0 0 0 0 0,0 0-1 0 0,1-1 1 0 0,8 11-1 0 0,9 8-71 0 0,2-1 1 0 0,55 47-1 0 0,-74-68 47 0 0,-5-6 18 0 0,-1 0 0 0 0,0 0 0 0 0,0 1 1 0 0,1-1-1 0 0,-1 0 0 0 0,0 0 0 0 0,0 0 0 0 0,0 0 0 0 0,1 0 1 0 0,-1 1-1 0 0,0-1 0 0 0,1 0 0 0 0,-1 0 0 0 0,0 0 1 0 0,0 0-1 0 0,1 0 0 0 0,-1 0 0 0 0,0 0 0 0 0,1 0 0 0 0,-1 0 1 0 0,0 0-1 0 0,0 0 0 0 0,1 0 0 0 0,-1 0 0 0 0,0 0 1 0 0,0 0-1 0 0,1 0 0 0 0,-1 0 0 0 0,0-1 0 0 0,1 1 0 0 0,-1 0 1 0 0,0 0-1 0 0,0 0 0 0 0,1-1 0 0 0,6-11-129 0 0,4-28-125 0 0,-7 22 243 0 0,2-2 46 0 0,2 1 0 0 0,12-25 1 0 0,-16 37 19 0 0,-1 1 0 0 0,2-1 0 0 0,-1 1 1 0 0,1 0-1 0 0,0 0 0 0 0,0 0 0 0 0,0 1 0 0 0,1 0 1 0 0,10-8-1 0 0,-15 13-35 0 0,0-1-1 0 0,1 1 1 0 0,-1-1 0 0 0,0 1 0 0 0,0-1-1 0 0,1 1 1 0 0,-1 0 0 0 0,0 0 0 0 0,1-1 0 0 0,-1 1-1 0 0,0 0 1 0 0,1 0 0 0 0,-1 0 0 0 0,0 0-1 0 0,0 1 1 0 0,1-1 0 0 0,-1 0 0 0 0,0 1-1 0 0,1-1 1 0 0,-1 0 0 0 0,0 1 0 0 0,0 0 0 0 0,0-1-1 0 0,1 1 1 0 0,-1 0 0 0 0,0-1 0 0 0,0 1-1 0 0,0 0 1 0 0,0 0 0 0 0,1 1 0 0 0,4 5 1 0 0,0 0 0 0 0,0 1 0 0 0,8 12 0 0 0,3 5-41 0 0,-12-20-228 0 0,1 0-1 0 0,0 1 0 0 0,-1-2 0 0 0,2 1 1 0 0,-1-1-1 0 0,1 0 0 0 0,12 6 1 0 0,-4-4-1063 0 0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30.08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55 33 7370 0 0,'-20'-25'3912'0'0,"19"25"-3737"0"0,1-1 0 0 0,-1 0 0 0 0,0 1 0 0 0,1-1 0 0 0,-1 1 0 0 0,1-1 0 0 0,-1 1 0 0 0,0-1 0 0 0,0 1 0 0 0,1-1 0 0 0,-1 1 0 0 0,0 0 0 0 0,0 0 0 0 0,1-1 0 0 0,-1 1 0 0 0,0 0 0 0 0,0 0 0 0 0,0 0 0 0 0,1 0 0 0 0,-1 0 0 0 0,0 0 0 0 0,0 0 0 0 0,0 0 0 0 0,1 0 0 0 0,-1 0 0 0 0,0 0 0 0 0,0 0 0 0 0,0 0 0 0 0,1 1 0 0 0,-1-1 0 0 0,0 0 0 0 0,0 1 0 0 0,1-1 0 0 0,-1 1 0 0 0,0-1 0 0 0,0 1 0 0 0,0 1-49 0 0,0 0-1 0 0,0 0 1 0 0,0 0 0 0 0,1 0-1 0 0,-1 0 1 0 0,0 0 0 0 0,1 1-1 0 0,0-1 1 0 0,0 0-1 0 0,-1 0 1 0 0,1 0 0 0 0,0 1-1 0 0,1-1 1 0 0,-1 0 0 0 0,0 0-1 0 0,1 0 1 0 0,0 4-1 0 0,15 42 249 0 0,-12-39-290 0 0,7 17-44 0 0,1 0 0 0 0,1-1-1 0 0,1 0 1 0 0,1-1-1 0 0,1-1 1 0 0,1 0 0 0 0,1-1-1 0 0,1-1 1 0 0,28 23-1 0 0,-29-29-1184 0 0,0-1 1 0 0,1-1-1 0 0,39 20 0 0 0,-36-23-4922 0 0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30.27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1 202 6449 0 0,'0'-2'214'0'0,"0"1"0"0"0,0-1 0 0 0,0 1 0 0 0,0-1 0 0 0,1 1 0 0 0,-1-1 0 0 0,0 1 0 0 0,1-1 0 0 0,0 1 0 0 0,-1-1 0 0 0,1 1 0 0 0,0 0 0 0 0,-1-1 0 0 0,1 1 0 0 0,0 0 0 0 0,0 0 0 0 0,0 0 0 0 0,0 0 0 0 0,0 0 0 0 0,0 0 0 0 0,1 0 0 0 0,-1 0 0 0 0,0 0-1 0 0,0 0 1 0 0,2 0 0 0 0,42-23 2152 0 0,-35 19-1821 0 0,144-57 2153 0 0,-8 3-2997 0 0,-109 41 61 0 0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08.7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 74 4145 0 0,'-2'-17'2224'0'0,"-3"-16"894"0"0,5 31-2757 0 0,0 1 0 0 0,-1 0 0 0 0,1-1 0 0 0,0 1 0 0 0,-1-1-1 0 0,0 1 1 0 0,1 0 0 0 0,-1-1 0 0 0,0 1 0 0 0,0 0 0 0 0,0 0 0 0 0,0 0 0 0 0,0 0 0 0 0,0 0 0 0 0,0 0 0 0 0,0 0 0 0 0,-1-1-1 0 0,2 2-297 0 0,-1 0 0 0 0,1 0 0 0 0,0 0-1 0 0,0 0 1 0 0,-1 0 0 0 0,1 0-1 0 0,0 0 1 0 0,0 0 0 0 0,-1 0 0 0 0,1 1-1 0 0,0-1 1 0 0,0 0 0 0 0,-1 0-1 0 0,1 0 1 0 0,0 0 0 0 0,0 0-1 0 0,0 1 1 0 0,-1-1 0 0 0,1 0 0 0 0,0 0-1 0 0,0 0 1 0 0,0 1 0 0 0,0-1-1 0 0,0 0 1 0 0,-1 0 0 0 0,1 1 0 0 0,0-1-1 0 0,0 0 1 0 0,0 0 0 0 0,0 0-1 0 0,0 1 1 0 0,0-1 0 0 0,0 0 0 0 0,0 1-1 0 0,0-1 1 0 0,0 0 0 0 0,0 0-1 0 0,0 1 1 0 0,0-1 0 0 0,0 0 0 0 0,0 0-1 0 0,0 1 1 0 0,0-1 0 0 0,0 0-1 0 0,0 0 1 0 0,1 1 0 0 0,-1-1 0 0 0,0 0-1 0 0,0 0 1 0 0,0 0 0 0 0,0 1-1 0 0,0-1 1 0 0,1 0 0 0 0,3 16 305 0 0,22 55 181 0 0,-3 2 0 0 0,14 80 0 0 0,-4-17-179 0 0,6 11-212 0 0,-6 2 0 0 0,18 206 0 0 0,-49-306-164 0 0,-1-19-127 0 0,8 45 0 0 0,-8-72-862 0 0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09.45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36 0 2761 0 0,'-4'0'595'0'0,"0"0"0"0"0,1 0 0 0 0,-1 0 0 0 0,0 1 0 0 0,0-1 1 0 0,1 1-1 0 0,-6 2 535 0 0,9-3-1077 0 0,0 0 1 0 0,0 1-1 0 0,0-1 1 0 0,-1 0-1 0 0,1 0 0 0 0,0 0 1 0 0,0 0-1 0 0,0 0 1 0 0,0 1-1 0 0,0-1 1 0 0,0 0-1 0 0,0 0 1 0 0,0 0-1 0 0,0 0 1 0 0,0 1-1 0 0,0-1 1 0 0,0 0-1 0 0,0 0 1 0 0,0 0-1 0 0,0 0 1 0 0,0 0-1 0 0,0 1 1 0 0,1 0 641 0 0,0-1-642 0 0,-1 1 1 0 0,17 9 1373 0 0,211 91 4231 0 0,43 21-4289 0 0,309 122-1013 0 0,-503-221 26 0 0,-46-15 111 0 0,51 22 0 0 0,-74-23-366 0 0,-17-2-75 0 0,-27-1 5 0 0,26-3 15 0 0,-27 7-87 0 0,1 1 0 0 0,-1 2 0 0 0,2 1 0 0 0,0 2 0 0 0,0 1 0 0 0,-58 37 0 0 0,-181 143-476 0 0,197-135 452 0 0,27-21-43 0 0,-45 46 0 0 0,72-62 47 0 0,2 1 0 0 0,0 1 0 0 0,-32 51 0 0 0,45-59-845 0 0,8-16 804 0 0,0-1-1 0 0,-1 0 1 0 0,1 1 0 0 0,0-1-1 0 0,0 1 1 0 0,0-1 0 0 0,-1 0-1 0 0,1 1 1 0 0,0-1 0 0 0,0 1-1 0 0,0-1 1 0 0,0 1 0 0 0,0-1-1 0 0,0 0 1 0 0,0 1 0 0 0,0-1-1 0 0,0 1 1 0 0,0-1 0 0 0,0 1-1 0 0,0-1 1 0 0,0 0-1 0 0,0 1 1 0 0,1-1 0 0 0,-1 1-1 0 0,0-1 1 0 0,0 0 0 0 0,0 1-1 0 0,1-1 1 0 0,-1 0 0 0 0,0 1-1 0 0,0-1 1 0 0,1 0 0 0 0,-1 1-1 0 0,0-1 1 0 0,1 0 0 0 0,0 1-1 0 0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09.8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58 17 5529 0 0,'-1'-2'201'0'0,"-1"1"0"0"0,1 0-1 0 0,0-1 1 0 0,0 1 0 0 0,-1 0 0 0 0,1 0-1 0 0,0 0 1 0 0,-1 0 0 0 0,1 0-1 0 0,-1 1 1 0 0,1-1 0 0 0,-1 0 0 0 0,1 1-1 0 0,-1-1 1 0 0,0 1 0 0 0,1-1 0 0 0,-1 1-1 0 0,-3 0 1 0 0,4 0-32 0 0,0 1-1 0 0,0-1 1 0 0,0 1-1 0 0,0 0 1 0 0,0 0-1 0 0,0 0 1 0 0,0 0-1 0 0,0 0 1 0 0,0 0 0 0 0,0 0-1 0 0,1 0 1 0 0,-1 0-1 0 0,0 0 1 0 0,1 0-1 0 0,-1 0 1 0 0,1 0 0 0 0,-1 1-1 0 0,1-1 1 0 0,-1 0-1 0 0,1 0 1 0 0,0 1-1 0 0,0-1 1 0 0,0 0-1 0 0,0 0 1 0 0,0 3 0 0 0,-8 91 1125 0 0,5 0 1 0 0,11 120 0 0 0,-4-136-805 0 0,61 558 1806 0 0,-55-573-2141 0 0,28 203 1059 0 0,-32-203-1148 0 0,-3-1 1 0 0,-7 80 0 0 0,4-129-1845 0 0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10.2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133 154 2761 0 0,'-52'21'2082'0'0,"44"-17"-1761"0"0,1 0 0 0 0,-1-1 1 0 0,0 0-1 0 0,0 0 0 0 0,0-1 1 0 0,0 0-1 0 0,-1-1 1 0 0,-7 2-1 0 0,43-21 4291 0 0,10 5-3977 0 0,0 2 0 0 0,0 1 1 0 0,48-5-1 0 0,120-4 771 0 0,-107 11-632 0 0,193-1 1275 0 0,16-1-1034 0 0,-185-1-1019 0 0,208-30-86 0 0,-149 11-3539 0 0,-143 25-2410 0 0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10.9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1790 21 5529 0 0,'-2'-2'323'0'0,"-1"1"-1"0"0,1-1 1 0 0,-1 0-1 0 0,0 1 1 0 0,1 0-1 0 0,-1 0 1 0 0,0-1 0 0 0,0 2-1 0 0,0-1 1 0 0,0 0-1 0 0,0 0 1 0 0,0 1-1 0 0,0 0 1 0 0,0 0-1 0 0,-4 0 1 0 0,-52 5 666 0 0,38-2-412 0 0,-96 10 991 0 0,-99 9 1573 0 0,69-14-1734 0 0,0-7 0 0 0,-195-24 0 0 0,217 7-1042 0 0,-203-2 1 0 0,284 18-866 0 0,-56 4-3255 0 0,89-3 3150 0 0,1 1 0 0 0,-1 1 0 0 0,1-1 0 0 0,0 1-1 0 0,0 1 1 0 0,0 0 0 0 0,-13 7 0 0 0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11.4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986 36 3209 0 0,'-2'-18'-456'0'0,"0"5"906"0"0,1 12-272 0 0,0 1-1 0 0,0-1 1 0 0,0 1 0 0 0,0-1-1 0 0,0 1 1 0 0,0 0 0 0 0,0 0-1 0 0,0-1 1 0 0,0 1 0 0 0,0 0-1 0 0,0 0 1 0 0,0 0 0 0 0,0 0 0 0 0,0 0-1 0 0,0 0 1 0 0,0 0 0 0 0,-1 1-1 0 0,-11 1 677 0 0,1 1-1 0 0,0 1 0 0 0,0 0 0 0 0,1 0 0 0 0,-21 11 0 0 0,-20 8 28 0 0,-13-3-78 0 0,-1-2 0 0 0,0-4 0 0 0,-1-2 0 0 0,0-4 0 0 0,-1-2 0 0 0,-86-4 1 0 0,122-3-368 0 0,-1 1 0 0 0,-33 6 0 0 0,55-5-662 0 0,1 1 0 0 0,-1 1 0 0 0,1-1 0 0 0,0 2 0 0 0,0-1-1 0 0,0 1 1 0 0,1 1 0 0 0,0 0 0 0 0,-1 0 0 0 0,-10 9 0 0 0,9-2-2356 0 0,7-5 715 0 0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11.93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 26 2304 0 0,'-17'-26'10989'0'0,"12"38"-9867"0"0,3-3-912 0 0,0 0-1 0 0,1 1 1 0 0,0 0 0 0 0,0-1-1 0 0,1 1 1 0 0,0 0-1 0 0,3 14 1 0 0,17 71 464 0 0,-8-45-340 0 0,100 693 957 0 0,-61-343-1286 0 0,-12-46 1243 0 0,29 163 229 0 0,-55-444-769 0 0,5 111 0 0 0,-18-179-869 0 0,0-1 1 0 0,1 0-1 0 0,0 0 1 0 0,0-1-1 0 0,0 1 1 0 0,0 0-1 0 0,0 0 1 0 0,4 6 0 0 0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14.20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159 139 920 0 0,'-10'0'394'0'0,"-3"-1"329"0"0,0 1-1 0 0,0 1 1 0 0,1-1 0 0 0,-1 2-1 0 0,0 0 1 0 0,0 1-1 0 0,1 0 1 0 0,-22 9 0 0 0,33-12-644 0 0,0 0 0 0 0,1 0 0 0 0,-1 0 1 0 0,1 0-1 0 0,-1 0 0 0 0,0 1 0 0 0,1-1 1 0 0,-1 0-1 0 0,1 0 0 0 0,-1 1 0 0 0,1-1 1 0 0,-1 0-1 0 0,1 1 0 0 0,-1-1 0 0 0,1 1 1 0 0,0-1-1 0 0,-1 1 0 0 0,1-1 0 0 0,-1 0 1 0 0,1 1-1 0 0,0-1 0 0 0,-1 1 0 0 0,1 0 1 0 0,0-1-1 0 0,0 1 0 0 0,0-1 0 0 0,-1 2 1 0 0,14 5 643 0 0,28-2-199 0 0,493-47 4241 0 0,-451 33-4568 0 0,16-7-28 0 0,128-37 0 0 0,-13 1 417 0 0,-205 50-800 0 0,51-7 692 0 0,-57 9-709 0 0,1 0-1 0 0,-1-1 1 0 0,0 1 0 0 0,0 1-1 0 0,0-1 1 0 0,1 0-1 0 0,-1 1 1 0 0,0 0-1 0 0,0-1 1 0 0,0 1-1 0 0,0 1 1 0 0,0-1-1 0 0,0 0 1 0 0,0 1-1 0 0,3 1 1 0 0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14.8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129 279 456 0 0,'-24'5'1180'0'0,"0"2"-1"0"0,0 1 1 0 0,-33 15-1 0 0,92-24 2310 0 0,-12 1-2699 0 0,299-23 3262 0 0,379-43-2402 0 0,-202-10-1148 0 0,-197 35-252 0 0,-47 8 142 0 0,-165 19-165 0 0,287-47 1843 0 0,-372 60-2125 0 0,1-1-163 0 0,-1 1-1 0 0,1 0 1 0 0,-1 1-1 0 0,1-1 0 0 0,-1 1 1 0 0,1 0-1 0 0,0 0 1 0 0,-1 1-1 0 0,11 1 0 0 0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15.41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 0 9218 0 0,'-5'1'2408'0'0,"3"9"-1111"0"0,6 22-389 0 0,-2-20-496 0 0,76 467 2228 0 0,-5-34-1663 0 0,-24 201 960 0 0,-39-456-1791 0 0,-8-145-37 0 0,-2 1 0 0 0,-7 66 1 0 0,-11-27-4331 0 0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15.94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5 410 10138 0 0,'0'0'46'0'0,"-1"0"0"0"0,1 0 0 0 0,0 0 0 0 0,0 0 0 0 0,0 0 0 0 0,-1 0 0 0 0,1 0 0 0 0,0 0 0 0 0,0 0 0 0 0,0 0 0 0 0,0 0 0 0 0,-1 0 0 0 0,1 0 0 0 0,0 0 0 0 0,0 1 0 0 0,0-1 0 0 0,0 0 0 0 0,-1 0 0 0 0,1 0 0 0 0,0 0 0 0 0,0 0 0 0 0,0 1 0 0 0,0-1 0 0 0,0 0 0 0 0,0 0 0 0 0,0 0 0 0 0,0 0-1 0 0,-1 1 1 0 0,1-1 0 0 0,0 0 0 0 0,0 0 0 0 0,0 0 0 0 0,0 0 0 0 0,0 1 0 0 0,0-1 0 0 0,0 0 0 0 0,0 0 0 0 0,0 0 0 0 0,0 1 0 0 0,0-1 0 0 0,0 0 0 0 0,0 0 0 0 0,0 0 0 0 0,0 1 0 0 0,0-1 0 0 0,1 0 0 0 0,-1 0 0 0 0,0 0 0 0 0,0 0 0 0 0,0 1 0 0 0,0-1 0 0 0,0 0 0 0 0,0 0 0 0 0,0 0 0 0 0,1 0 0 0 0,-1 0 0 0 0,0 1 0 0 0,0-1 0 0 0,0 0 0 0 0,0 0 0 0 0,1 0 0 0 0,18-3 1285 0 0,43-19-654 0 0,-39 13-64 0 0,188-47 764 0 0,-116 34-784 0 0,12 0 455 0 0,181-11 0 0 0,-96 14-738 0 0,378-33-184 0 0,-339 34-106 0 0,8-2-7 0 0,656-51 396 0 0,-333 44-319 0 0,-37 2-7 0 0,149 6 499 0 0,-521 26-602 0 0,44-1-1725 0 0,-166-8 837 0 0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16.72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91 3225 0 0,'46'-3'879'0'0,"-1"-2"0"0"0,0-2 1 0 0,-1-1-1 0 0,50-17 1 0 0,28-6 409 0 0,-102 27-1188 0 0,1 0-1 0 0,-1 2 1 0 0,1 1 0 0 0,22 0-1 0 0,10 9-2777 0 0,-41-4-219 0 0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18.00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308 29 3225 0 0,'0'-2'72'0'0,"0"1"0"0"0,0 0 0 0 0,0 0 0 0 0,0 0 0 0 0,0 0 0 0 0,0 0 0 0 0,1-1 0 0 0,-1 1 0 0 0,0 0 0 0 0,1 0 0 0 0,-1 0 0 0 0,1 0 0 0 0,-1 0 0 0 0,1 0 1 0 0,0 0-1 0 0,-1 0 0 0 0,1 0 0 0 0,0 1 0 0 0,0-1 0 0 0,0 0 0 0 0,-1 0 0 0 0,1 0 0 0 0,0 1 0 0 0,0-1 0 0 0,0 1 0 0 0,0-1 0 0 0,0 1 0 0 0,0-1 0 0 0,0 1 0 0 0,1-1 0 0 0,-1 1 0 0 0,1 0 1 0 0,-2 4 745 0 0,0 1 0 0 0,0 0 1 0 0,0-1-1 0 0,-1 1 0 0 0,-2 8 1 0 0,2-10-330 0 0,-1 27 463 0 0,0 1 0 0 0,2-1-1 0 0,2 1 1 0 0,0-1-1 0 0,9 36 1 0 0,-1 9-284 0 0,-7-46-485 0 0,53 394 1754 0 0,16 58-263 0 0,-58-380-1341 0 0,1 122 1 0 0,-15 104-21 0 0,-1-264-246 0 0,-9 214 330 0 0,1 67-38 0 0,11-255-259 0 0,4 0-1 0 0,5 0 1 0 0,29 123 0 0 0,41 191 224 0 0,-62-303-192 0 0,65 456 49 0 0,-59-247-138 0 0,-13-117-22 0 0,-3-71-21 0 0,20 157 0 0 0,-27-266 13 0 0,2 0-1 0 0,0 0 0 0 0,0-1 1 0 0,12 23-1 0 0,-11-25-10 0 0,-2-2-2 0 0,0 0 0 0 0,-1 0 0 0 0,1 0 0 0 0,-2 0 0 0 0,1 0 0 0 0,-1 0 0 0 0,1 10 0 0 0,-3-16 0 0 0,-7-1 0 0 0,-62 0-140 0 0,-115-15 0 0 0,52 3 107 0 0,95 11 25 0 0,0-2 1 0 0,0-2-1 0 0,-40-10 0 0 0,55 8-79 0 0,-1 1 0 0 0,-48-5-1 0 0,60 11-194 0 0,0 0 0 0 0,0 0 0 0 0,0 1-1 0 0,0 1 1 0 0,0 0 0 0 0,0 1 0 0 0,1 0-1 0 0,-12 5 1 0 0,-7 4-589 0 0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19.85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2 228 2761 0 0,'-1'0'118'0'0,"1"0"-59"0"0,0-1 0 0 0,0 1 1 0 0,0 0-1 0 0,0 0 0 0 0,0 0 0 0 0,0 0 1 0 0,0 0-1 0 0,0-1 0 0 0,0 1 0 0 0,-1 0 0 0 0,1 0 1 0 0,0 0-1 0 0,0-1 0 0 0,0 1 0 0 0,0 0 0 0 0,0 0 1 0 0,0 0-1 0 0,0 0 0 0 0,0-1 0 0 0,0 1 1 0 0,0 0-1 0 0,1 0 0 0 0,-1 0 0 0 0,0 0 0 0 0,0-1 1 0 0,0 1-1 0 0,0 0 0 0 0,0 0 0 0 0,1-1 356 0 0,-1 1-356 0 0,0 0 0 0 0,0 0 0 0 0,0 0 1 0 0,0-1-1 0 0,1 1 0 0 0,11-10 1244 0 0,15-8 390 0 0,43-20 2929 0 0,82-33 0 0 0,-111 55-3912 0 0,1 2 0 0 0,0 2 1 0 0,71-11-1 0 0,-71 15-415 0 0,-4 0-625 0 0,-13 5-3105 0 0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20.2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59 69 3225 0 0,'-4'-1'323'0'0,"0"0"0"0"0,1-1 0 0 0,-1 0 0 0 0,1 1 1 0 0,0-1-1 0 0,0-1 0 0 0,-1 1 0 0 0,1 0 0 0 0,1-1 0 0 0,-1 0 1 0 0,0 1-1 0 0,1-1 0 0 0,-3-4 0 0 0,3 5 453 0 0,1 0 1 0 0,-1 0-1 0 0,1-1 0 0 0,0 1 1 0 0,0 0-1 0 0,0-1 0 0 0,0 0 1 0 0,0 1-1 0 0,0-1 0 0 0,1 1 1 0 0,-1-6 578 0 0,11 14 1953 0 0,6 9-2801 0 0,-15-15-457 0 0,6 8 65 0 0,0 1 0 0 0,0 0 1 0 0,0 0-1 0 0,-1 1 1 0 0,0 0-1 0 0,-1 0 0 0 0,5 13 1 0 0,21 78 160 0 0,-8-25-259 0 0,48 89-17 0 0,-22-56 0 0 0,-35-84 91 0 0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21.05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79 165 4241 0 0,'-46'25'1514'0'0,"13"-18"8149"0"0,76-43-8693 0 0,16-2-654 0 0,-26 16 206 0 0,1 1-1 0 0,73-32 1 0 0,-89 47-145 0 0,-13 5-184 0 0,0-1-1 0 0,0 0 1 0 0,0 1 0 0 0,0-2 0 0 0,0 1 0 0 0,0 0 0 0 0,6-5-1 0 0,-13 8-170 0 0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30.2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 96 5065 0 0,'0'-15'1428'0'0,"1"-32"503"0"0,-1 45-1662 0 0,0 1 0 0 0,0-1 0 0 0,-1 0-1 0 0,-21-25 11110 0 0,19 38-9278 0 0,6 11-2816 0 0,152 363 716 0 0,-87-216-5 0 0,-26-70 74 0 0,-34-74 149 0 0,-5-15-461 0 0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30.7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12 192 4145 0 0,'-2'-4'168'0'0,"0"0"0"0"0,1-1 0 0 0,-1 1 0 0 0,1-1 0 0 0,0 0 0 0 0,0 1 0 0 0,0-1 0 0 0,1 0 1 0 0,-1 1-1 0 0,1-1 0 0 0,0 0 0 0 0,1 0 0 0 0,-1 1 0 0 0,1-1 0 0 0,2-8 0 0 0,-1 6 239 0 0,1 0 0 0 0,0 0 0 0 0,0 0 0 0 0,0 0 0 0 0,1 1 0 0 0,0 0 0 0 0,0 0 0 0 0,0 0 0 0 0,1 0-1 0 0,6-5 1 0 0,-8 8-151 0 0,0-1 0 0 0,1 1 0 0 0,0 0 0 0 0,0 1 0 0 0,0-1 0 0 0,0 1 1 0 0,0 0-1 0 0,0-1 0 0 0,1 2 0 0 0,-1-1 0 0 0,1 1 0 0 0,-1-1 0 0 0,1 1 0 0 0,0 0 0 0 0,5 0 0 0 0,-6 2-183 0 0,0-1 1 0 0,0 1 0 0 0,0-1 0 0 0,-1 1-1 0 0,1 0 1 0 0,0 0 0 0 0,0 1 0 0 0,-1-1-1 0 0,1 1 1 0 0,-1 0 0 0 0,1 0 0 0 0,-1 0 0 0 0,0 0-1 0 0,0 1 1 0 0,0-1 0 0 0,0 1 0 0 0,0 0-1 0 0,-1 0 1 0 0,1 0 0 0 0,3 6 0 0 0,1 1-19 0 0,-2 1 1 0 0,1-1 0 0 0,-1 1-1 0 0,-1 0 1 0 0,0 0 0 0 0,-1 1-1 0 0,0-1 1 0 0,0 1 0 0 0,-1 0-1 0 0,-1-1 1 0 0,0 1 0 0 0,-1 0-1 0 0,0 0 1 0 0,-3 20 0 0 0,0-11 48 0 0,-1 0 0 0 0,-1 0 1 0 0,0 0-1 0 0,-2-1 0 0 0,-1 0 1 0 0,0 0-1 0 0,-15 24 0 0 0,9-22 207 0 0,12-22-57 0 0,7-14 8 0 0,4-8-161 0 0,1 1 0 0 0,1 1 0 0 0,0 0-1 0 0,18-21 1 0 0,-25 35-77 0 0,0 0-1 0 0,1 1 1 0 0,0-1 0 0 0,0 1-1 0 0,0 0 1 0 0,1 1-1 0 0,0-1 1 0 0,0 1-1 0 0,0 0 1 0 0,0 0-1 0 0,0 1 1 0 0,1 0 0 0 0,0 0-1 0 0,0 1 1 0 0,0-1-1 0 0,0 2 1 0 0,9-3-1 0 0,-4 5-75 0 0,-1 0 0 0 0,1 1-1 0 0,-1 0 1 0 0,1 0 0 0 0,-1 1-1 0 0,20 9 1 0 0,-15-6-72 0 0,0-1 0 0 0,20 4 0 0 0,-6-6-5588 0 0,-14-3-280 0 0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31.1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15 244 6913 0 0,'1'0'139'0'0,"0"0"0"0"0,0 1 0 0 0,-1-1-1 0 0,1 0 1 0 0,0 0 0 0 0,0 0 0 0 0,0 0-1 0 0,-1 1 1 0 0,1-1 0 0 0,0 0 0 0 0,0 0-1 0 0,0 0 1 0 0,-1-1 0 0 0,1 1 0 0 0,0 0-1 0 0,0 0 1 0 0,-1 0 0 0 0,1-1 0 0 0,0 1-1 0 0,0 0 1 0 0,-1-1 0 0 0,1 1 0 0 0,0 0-1 0 0,0-1 1 0 0,-1 1 0 0 0,1-1 0 0 0,-1 1-1 0 0,1-1 1 0 0,0 1 0 0 0,-1-1 0 0 0,1 0-1 0 0,-1 1 1 0 0,0-1 0 0 0,1 0 0 0 0,0-1-1 0 0,17-24 2928 0 0,-15 17-2896 0 0,1 0 0 0 0,-1 0 0 0 0,-1 0 0 0 0,0-1 0 0 0,0 1 1 0 0,-1-1-1 0 0,0 1 0 0 0,0-14 0 0 0,-1 16-77 0 0,-1 0 1 0 0,1-1 0 0 0,-1 1-1 0 0,0 0 1 0 0,-1 0-1 0 0,0-1 1 0 0,0 1-1 0 0,0 0 1 0 0,-1 1 0 0 0,0-1-1 0 0,-6-9 1 0 0,9 15-106 0 0,-1 0 1 0 0,0 0-1 0 0,0 0 1 0 0,1 0-1 0 0,-1 0 0 0 0,0 0 1 0 0,0 0-1 0 0,0 0 1 0 0,0 0-1 0 0,-1 0 1 0 0,1 0-1 0 0,0 1 1 0 0,0-1-1 0 0,0 0 0 0 0,-1 1 1 0 0,1-1-1 0 0,0 1 1 0 0,-1-1-1 0 0,1 1 1 0 0,0 0-1 0 0,-1-1 0 0 0,1 1 1 0 0,0 0-1 0 0,-1 0 1 0 0,1 0-1 0 0,-3 0 1 0 0,3 1-5 0 0,0 0 1 0 0,0-1-1 0 0,0 1 1 0 0,-1 0 0 0 0,1 0-1 0 0,0 0 1 0 0,0 0-1 0 0,0 0 1 0 0,1 0 0 0 0,-1 0-1 0 0,0 0 1 0 0,0 0-1 0 0,0 0 1 0 0,1 0 0 0 0,-1 0-1 0 0,1 1 1 0 0,-1-1-1 0 0,1 0 1 0 0,-1 1 0 0 0,1-1-1 0 0,0 0 1 0 0,-1 1-1 0 0,1-1 1 0 0,0 0-1 0 0,0 1 1 0 0,0 1 0 0 0,0 11-93 0 0,-1 0 1 0 0,2 0 0 0 0,0 0 0 0 0,1 0-1 0 0,0 0 1 0 0,1 0 0 0 0,1 0 0 0 0,7 19-1 0 0,-9-27 109 0 0,1-1-1 0 0,0 1 0 0 0,0-1 0 0 0,1 1 1 0 0,-1-1-1 0 0,1 0 0 0 0,0 0 0 0 0,1 0 1 0 0,-1-1-1 0 0,1 0 0 0 0,0 0 0 0 0,0 0 0 0 0,0 0 1 0 0,1-1-1 0 0,-1 0 0 0 0,1 0 0 0 0,0 0 1 0 0,-1-1-1 0 0,1 0 0 0 0,12 3 0 0 0,2-1-408 0 0,-1-1-1 0 0,1-1 1 0 0,0 0-1 0 0,0-2 1 0 0,39-3-1 0 0,-38-1-4517 0 0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31.4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1 225 5529 0 0,'24'16'7894'0'0,"63"47"-4889"0"0,-82-59-2832 0 0,34 28 719 0 0,-37-31-841 0 0,0 1 0 0 0,0-1-1 0 0,0 0 1 0 0,0 1 0 0 0,1-1-1 0 0,-1 0 1 0 0,1-1 0 0 0,-1 1-1 0 0,0 0 1 0 0,1-1 0 0 0,0 1-1 0 0,-1-1 1 0 0,1 0 0 0 0,-1 0-1 0 0,1 0 1 0 0,2 0 0 0 0,-3-1 50 0 0,-1 0 0 0 0,1 1 0 0 0,-1-1 1 0 0,1 0-1 0 0,-1 0 0 0 0,0 0 0 0 0,0 0 1 0 0,1 0-1 0 0,-1-1 0 0 0,0 1 1 0 0,0 0-1 0 0,0-1 0 0 0,0 1 0 0 0,0 0 1 0 0,-1-1-1 0 0,1 1 0 0 0,0-1 0 0 0,-1 1 1 0 0,1-1-1 0 0,-1 0 0 0 0,1 1 1 0 0,-1-1-1 0 0,0-2 0 0 0,5-45 1147 0 0,-5 36-1012 0 0,3-46 37 0 0,-2 21-1052 0 0,2-1-1 0 0,12-61 0 0 0,-9 80-6524 0 0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31.7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62 293 3225 0 0,'2'1'100'0'0,"0"0"1"0"0,0 0-1 0 0,0 0 1 0 0,0 0-1 0 0,0 0 1 0 0,0-1-1 0 0,0 1 1 0 0,0-1-1 0 0,1 1 1 0 0,-1-1-1 0 0,0 0 1 0 0,0 0-1 0 0,1 0 1 0 0,-1 0-1 0 0,0 0 1 0 0,0 0 0 0 0,0-1-1 0 0,1 1 1 0 0,-1-1-1 0 0,0 0 1 0 0,0 1-1 0 0,0-1 1 0 0,0 0-1 0 0,0 0 1 0 0,0 0-1 0 0,0-1 1 0 0,2-1-1 0 0,-2 1 216 0 0,0 0 0 0 0,0-1 0 0 0,0 0 0 0 0,-1 1 0 0 0,1-1 0 0 0,-1 0-1 0 0,1 0 1 0 0,-1 0 0 0 0,0 0 0 0 0,0 0 0 0 0,0 0 0 0 0,-1 0 0 0 0,1 0 0 0 0,-1 0 0 0 0,0 0 0 0 0,1-1-1 0 0,-1 1 1 0 0,-1-5 0 0 0,-1-21 791 0 0,0-2-187 0 0,-9-42-1 0 0,10 66-815 0 0,0 0 1 0 0,-1 0-1 0 0,0 1 1 0 0,-1-1-1 0 0,0 0 1 0 0,0 1-1 0 0,0 0 1 0 0,-1-1-1 0 0,0 1 1 0 0,0 1-1 0 0,-8-10 1 0 0,11 14-64 0 0,0 0-1 0 0,1 0 1 0 0,-1 1 0 0 0,0-1 0 0 0,0 0 0 0 0,0 1-1 0 0,0-1 1 0 0,0 1 0 0 0,0-1 0 0 0,0 1-1 0 0,0-1 1 0 0,0 1 0 0 0,0 0 0 0 0,0-1 0 0 0,0 1-1 0 0,0 0 1 0 0,0 0 0 0 0,-1 0 0 0 0,1 0 0 0 0,0 0-1 0 0,0 0 1 0 0,0 0 0 0 0,0 0 0 0 0,0 1-1 0 0,0-1 1 0 0,-1 1 0 0 0,-1 0 48 0 0,1 0 0 0 0,0 0 0 0 0,0 1 0 0 0,0-1 0 0 0,1 1 0 0 0,-1 0 0 0 0,0-1 0 0 0,1 1-1 0 0,-1 0 1 0 0,1 0 0 0 0,-3 3 0 0 0,-1 4 70 0 0,1 1 0 0 0,-1-1 0 0 0,1 1 0 0 0,-4 17 0 0 0,7-21-163 0 0,-1 0 0 0 0,1 0-1 0 0,0 0 1 0 0,0 0 0 0 0,1 1 0 0 0,0-1-1 0 0,0 0 1 0 0,0 0 0 0 0,1 0 0 0 0,0 1 0 0 0,0-1-1 0 0,0 0 1 0 0,1 0 0 0 0,0 0 0 0 0,0 0-1 0 0,1-1 1 0 0,0 1 0 0 0,0-1 0 0 0,0 1-1 0 0,0-1 1 0 0,1 0 0 0 0,0 0 0 0 0,0 0-1 0 0,0-1 1 0 0,1 0 0 0 0,0 0 0 0 0,0 0-1 0 0,0 0 1 0 0,0 0 0 0 0,0-1 0 0 0,1 0 0 0 0,-1 0-1 0 0,7 2 1 0 0,3 2-275 0 0,0-1 0 0 0,0 0 0 0 0,0-1 0 0 0,0 0 0 0 0,1-1 0 0 0,0-1 1 0 0,-1 0-1 0 0,1-2 0 0 0,0 0 0 0 0,1 0 0 0 0,-1-1 0 0 0,17-3 0 0 0,-12-2-5393 0 0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32.1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5 142 3681 0 0,'-1'-1'271'0'0,"1"1"1"0"0,-1-1 0 0 0,1 0 0 0 0,-1 0-1 0 0,1 0 1 0 0,-1 0 0 0 0,1 1-1 0 0,0-1 1 0 0,0 0 0 0 0,-1 0-1 0 0,1 0 1 0 0,0 0 0 0 0,0 0-1 0 0,0 0 1 0 0,0 0 0 0 0,0 1-1 0 0,0-1 1 0 0,0 0 0 0 0,1 0-1 0 0,-1 0 1 0 0,0 0 0 0 0,1-1-1 0 0,-1 2-142 0 0,0-1 0 0 0,0 1-1 0 0,0 0 1 0 0,1-1 0 0 0,-1 1 0 0 0,0-1-1 0 0,0 1 1 0 0,1 0 0 0 0,-1-1-1 0 0,0 1 1 0 0,1 0 0 0 0,-1-1-1 0 0,0 1 1 0 0,1 0 0 0 0,-1-1 0 0 0,0 1-1 0 0,1 0 1 0 0,-1 0 0 0 0,1 0-1 0 0,-1-1 1 0 0,1 1 0 0 0,-1 0-1 0 0,0 0 1 0 0,1 0 0 0 0,-1 0-1 0 0,1 0 1 0 0,-1 0 0 0 0,1 0 0 0 0,-1 0-1 0 0,1 0 1 0 0,-1 0 0 0 0,1 0-1 0 0,-1 0 1 0 0,0 0 0 0 0,1 0-1 0 0,-1 0 1 0 0,1 0 0 0 0,-1 1 0 0 0,1-1-1 0 0,-1 0 1 0 0,0 0 0 0 0,1 0-1 0 0,-1 1 1 0 0,1-1 0 0 0,-1 0-1 0 0,1 1 1 0 0,13 11 478 0 0,0 0 1 0 0,-1 1-1 0 0,17 21 1 0 0,13 13-305 0 0,14 0-186 0 0,-63-54-43 0 0,0 0-1 0 0,1 0 1 0 0,-1-1-1 0 0,1 0 1 0 0,1 0-1 0 0,0 0 1 0 0,0-1-1 0 0,0 1 1 0 0,1-1-1 0 0,1 0 1 0 0,-1 0-1 0 0,0-11 1 0 0,1 7-57 0 0,1-1 1 0 0,0 1-1 0 0,1 0 1 0 0,0-1 0 0 0,1 1-1 0 0,1-1 1 0 0,0 1-1 0 0,5-14 1 0 0,2-3-1692 0 0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32.4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119 1 1376 0 0,'-3'1'106'0'0,"1"0"0"0"0,-1 0 0 0 0,1 0-1 0 0,-1 1 1 0 0,1 0 0 0 0,-1-1 0 0 0,1 1-1 0 0,0 0 1 0 0,0 0 0 0 0,0 0 0 0 0,0 0-1 0 0,-2 4 1 0 0,-21 33 1686 0 0,16-24-1329 0 0,-2 2 487 0 0,0 2-1 0 0,-8 19 1 0 0,17-35-753 0 0,0 1-1 0 0,1 0 1 0 0,-1 1 0 0 0,1-1 0 0 0,0 0-1 0 0,0 0 1 0 0,0 1 0 0 0,1-1 0 0 0,0 0-1 0 0,-1 1 1 0 0,1-1 0 0 0,1 0 0 0 0,-1 1-1 0 0,1-1 1 0 0,0 0 0 0 0,2 8 0 0 0,-2-10-125 0 0,1 0 1 0 0,-1 0-1 0 0,1 0 1 0 0,-1 0-1 0 0,1-1 1 0 0,0 1-1 0 0,0-1 1 0 0,0 1-1 0 0,0-1 1 0 0,0 0-1 0 0,0 0 1 0 0,0 0-1 0 0,0 0 1 0 0,0 0-1 0 0,0 0 1 0 0,1-1-1 0 0,3 2 1 0 0,47 5 671 0 0,-31-5-269 0 0,-5 0-354 0 0,1 0 73 0 0,0 0 1 0 0,0 1-1 0 0,0 2 1 0 0,0-1-1 0 0,22 11 0 0 0,-39-15-184 0 0,1 1 1 0 0,-1 0-1 0 0,1 0 0 0 0,-1 0 0 0 0,0-1 0 0 0,1 2 0 0 0,-1-1 1 0 0,0 0-1 0 0,0 0 0 0 0,0 0 0 0 0,0 0 0 0 0,0 1 0 0 0,0-1 1 0 0,0 0-1 0 0,0 1 0 0 0,0-1 0 0 0,-1 1 0 0 0,1-1 1 0 0,0 1-1 0 0,-1-1 0 0 0,0 1 0 0 0,1 2 0 0 0,-1-1 35 0 0,0 0-1 0 0,0 0 0 0 0,-1 0 1 0 0,1 0-1 0 0,-1 0 0 0 0,1 0 1 0 0,-1 0-1 0 0,0 0 0 0 0,0 0 1 0 0,-1 0-1 0 0,-1 3 0 0 0,-5 7 192 0 0,-1-1-1 0 0,0 1 0 0 0,-19 18 0 0 0,25-27-212 0 0,-46 49-1081 0 0,34-37-4543 0 0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32.7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0 325 7946 0 0,'4'-1'130'0'0,"-1"1"1"0"0,1-1-1 0 0,-1 0 1 0 0,0-1 0 0 0,1 1-1 0 0,-1 0 1 0 0,0-1-1 0 0,0 0 1 0 0,0 0 0 0 0,0 0-1 0 0,0 0 1 0 0,-1 0-1 0 0,6-5 1 0 0,29-36 2456 0 0,-32 37-2301 0 0,-1-1-1 0 0,0 1 1 0 0,0-1 0 0 0,-1-1-1 0 0,1 1 1 0 0,-2 0-1 0 0,1-1 1 0 0,-1 1-1 0 0,0-1 1 0 0,-1 0 0 0 0,0 0-1 0 0,0 0 1 0 0,-1-8-1 0 0,0 4-165 0 0,-1 0 0 0 0,0 0-1 0 0,-1 0 1 0 0,0 1-1 0 0,-1-1 1 0 0,0 1 0 0 0,-1 0-1 0 0,-5-13 1 0 0,8 22-109 0 0,0 1 1 0 0,0-1-1 0 0,1 0 1 0 0,-1 0 0 0 0,0 1-1 0 0,0-1 1 0 0,-1 1-1 0 0,1-1 1 0 0,0 1-1 0 0,0-1 1 0 0,-1 1-1 0 0,1 0 1 0 0,-1 0 0 0 0,1 0-1 0 0,-1 0 1 0 0,1 0-1 0 0,-1 0 1 0 0,-3-1-1 0 0,4 2 43 0 0,0-1-1 0 0,-1 1 0 0 0,1 0 1 0 0,0 0-1 0 0,0 1 0 0 0,-1-1 1 0 0,1 0-1 0 0,0 0 0 0 0,-1 1 1 0 0,1-1-1 0 0,0 1 0 0 0,0-1 1 0 0,0 1-1 0 0,-1-1 0 0 0,1 1 0 0 0,0 0 1 0 0,0-1-1 0 0,0 1 0 0 0,0 0 1 0 0,-1 1-1 0 0,-2 2 74 0 0,1 0 0 0 0,-1 1 0 0 0,1-1 0 0 0,0 1-1 0 0,0 0 1 0 0,1-1 0 0 0,-1 1 0 0 0,1 0 0 0 0,0 1 0 0 0,0-1 0 0 0,0 6 0 0 0,0-5-121 0 0,1 0 1 0 0,1-1-1 0 0,-1 1 1 0 0,1 0-1 0 0,0 0 1 0 0,1 0 0 0 0,-1-1-1 0 0,1 1 1 0 0,0 0-1 0 0,0-1 1 0 0,1 1-1 0 0,0-1 1 0 0,0 1-1 0 0,0-1 1 0 0,0 0-1 0 0,1 0 1 0 0,0 0 0 0 0,0 0-1 0 0,1 0 1 0 0,-1 0-1 0 0,1-1 1 0 0,0 0-1 0 0,0 0 1 0 0,0 0-1 0 0,1 0 1 0 0,7 4-1 0 0,0-1-50 0 0,1 0 0 0 0,0-1 0 0 0,0-1 0 0 0,0 0 0 0 0,1-1 0 0 0,0 0 0 0 0,-1-1 0 0 0,1-1 0 0 0,27 2 0 0 0,38-2-2058 0 0,-37-2-4396 0 0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33.4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5529 0 0,'-1'3'7442'0'0,"6"10"-3738"0"0,39 87-3039 0 0,-33-80-571 0 0,0-1 1 0 0,1-1-1 0 0,1 1 1 0 0,1-2-1 0 0,0 0 0 0 0,1-1 1 0 0,1 0-1 0 0,32 24 1 0 0,-40-35-56 0 0,1 1 1 0 0,-1-2-1 0 0,1 1 1 0 0,0-1-1 0 0,0-1 0 0 0,0 1 1 0 0,0-2-1 0 0,1 1 1 0 0,17 2-1 0 0,-20-5 60 0 0,1 0 0 0 0,-1 0-1 0 0,1-1 1 0 0,-1 0 0 0 0,0 0 0 0 0,1-1 0 0 0,-1 0-1 0 0,0 0 1 0 0,0 0 0 0 0,0-1 0 0 0,0 0-1 0 0,-1-1 1 0 0,1 0 0 0 0,7-5 0 0 0,-8 4-1 0 0,0 0 0 0 0,-1 0 0 0 0,0-1 0 0 0,0 0 0 0 0,0 0 1 0 0,0 0-1 0 0,-1 0 0 0 0,0-1 0 0 0,0 0 0 0 0,-1 1 0 0 0,0-1 1 0 0,0-1-1 0 0,-1 1 0 0 0,0 0 0 0 0,0-1 0 0 0,1-8 0 0 0,-2 9-73 0 0,0 0-1 0 0,-1 0 0 0 0,0 0 0 0 0,0 0 1 0 0,0 0-1 0 0,-1 0 0 0 0,0 0 1 0 0,0 0-1 0 0,-1 0 0 0 0,0 0 0 0 0,0 1 1 0 0,0-1-1 0 0,-1 0 0 0 0,0 1 1 0 0,-1 0-1 0 0,1 0 0 0 0,-9-11 0 0 0,12 17-160 0 0,-1-1 0 0 0,1 0 0 0 0,-1 1 0 0 0,0-1 0 0 0,1 1 0 0 0,-1-1 0 0 0,0 1 0 0 0,0-1-1 0 0,1 1 1 0 0,-1-1 0 0 0,0 1 0 0 0,0-1 0 0 0,1 1 0 0 0,-1 0 0 0 0,0 0 0 0 0,-2-1 0 0 0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33.7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8290 0 0,'3'1'301'0'0,"-1"-1"1"0"0,1 1-1 0 0,-1 0 0 0 0,1 0 1 0 0,-1 0-1 0 0,0 0 0 0 0,1 1 1 0 0,-1-1-1 0 0,0 1 1 0 0,0-1-1 0 0,0 1 0 0 0,0 0 1 0 0,0 0-1 0 0,0 0 0 0 0,-1 0 1 0 0,1 0-1 0 0,-1 0 1 0 0,1 0-1 0 0,1 4 0 0 0,23 48 3186 0 0,-1 33-819 0 0,-19-63-2762 0 0,1 0-1 0 0,18 44 0 0 0,-19-61-959 0 0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33.8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15 7370 0 0,'-8'-4'399'0'0,"7"3"-226"0"0,-1 0 1 0 0,0-1-1 0 0,1 1 1 0 0,-1 0-1 0 0,0 1 1 0 0,0-1-1 0 0,0 0 1 0 0,0 0-1 0 0,0 1 1 0 0,0-1 0 0 0,0 1-1 0 0,0 0 1 0 0,-3-1-1 0 0,4 3 311 0 0,5 5-2107 0 0,23 28-512 0 0,-19-25 2044 0 0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34.3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159 46 3225 0 0,'-7'-24'765'0'0,"6"22"-464"0"0,-1 1 1 0 0,1-1-1 0 0,0 1 0 0 0,0-1 1 0 0,-1 1-1 0 0,1-1 0 0 0,-1 1 0 0 0,1 0 1 0 0,-1 0-1 0 0,1 0 0 0 0,-1 0 1 0 0,0 0-1 0 0,1 0 0 0 0,-1 1 1 0 0,0-1-1 0 0,0 0 0 0 0,0 1 1 0 0,0-1-1 0 0,1 1 0 0 0,-1 0 1 0 0,0 0-1 0 0,0 0 0 0 0,0 0 0 0 0,0 0 1 0 0,0 0-1 0 0,0 0 0 0 0,-3 1 1 0 0,0 1-145 0 0,0-1 0 0 0,0 1 1 0 0,0 1-1 0 0,0-1 0 0 0,1 1 1 0 0,-1 0-1 0 0,1 0 1 0 0,0 0-1 0 0,0 0 0 0 0,0 1 1 0 0,0-1-1 0 0,0 1 0 0 0,1 0 1 0 0,0 1-1 0 0,0-1 1 0 0,0 0-1 0 0,0 1 0 0 0,1 0 1 0 0,0-1-1 0 0,-3 8 0 0 0,1-3 78 0 0,1-1-1 0 0,0 1 0 0 0,0 0 0 0 0,1 0 1 0 0,0 0-1 0 0,1 0 0 0 0,0 0 0 0 0,0 1 0 0 0,1-1 1 0 0,2 18-1 0 0,-2-24-253 0 0,1-1-1 0 0,-1 1 1 0 0,1-1 0 0 0,0 1-1 0 0,0-1 1 0 0,0 0 0 0 0,0 1-1 0 0,1-1 1 0 0,-1 0 0 0 0,0 0 0 0 0,1 0-1 0 0,0 0 1 0 0,-1 0 0 0 0,1 0-1 0 0,0 0 1 0 0,0-1 0 0 0,0 1-1 0 0,0-1 1 0 0,0 1 0 0 0,0-1-1 0 0,1 0 1 0 0,-1 0 0 0 0,0 0 0 0 0,1 0-1 0 0,-1 0 1 0 0,1 0 0 0 0,-1-1-1 0 0,1 1 1 0 0,-1-1 0 0 0,5 1-1 0 0,-3-1-24 0 0,1-1-1 0 0,0 1 1 0 0,-1-1-1 0 0,1 1 1 0 0,0-1-1 0 0,-1-1 1 0 0,1 1-1 0 0,-1 0 1 0 0,0-1-1 0 0,1 0 1 0 0,-1 0-1 0 0,0-1 1 0 0,0 1-1 0 0,0-1 0 0 0,5-4 1 0 0,-3 1-61 0 0,-1 1-1 0 0,0-1 1 0 0,0 0 0 0 0,0 0-1 0 0,-1 0 1 0 0,0-1-1 0 0,0 0 1 0 0,-1 0 0 0 0,0 0-1 0 0,4-10 1 0 0,-4 3 692 0 0,0 0 0 0 0,-1 0 0 0 0,-1 0 0 0 0,0-24 0 0 0,0 38-478 0 0,0 0-1 0 0,0 0 0 0 0,-1 0 0 0 0,1 0 1 0 0,0 0-1 0 0,-1 0 0 0 0,1 0 1 0 0,0 1-1 0 0,0-1 0 0 0,-1 0 0 0 0,1 0 1 0 0,0 1-1 0 0,-1-1 0 0 0,1 0 1 0 0,-1 1-1 0 0,1-1 0 0 0,0 1 0 0 0,-1-1 1 0 0,1 1-1 0 0,-1-1 0 0 0,1 1 1 0 0,-1-1-1 0 0,1 1 0 0 0,-1 0 0 0 0,20 17-70 0 0,-15-11-16 0 0,1-1 1 0 0,0 0 0 0 0,0 0-1 0 0,1 0 1 0 0,-1-1-1 0 0,1 0 1 0 0,11 6-1 0 0,-14-9-375 0 0,0-1 0 0 0,0 1 0 0 0,1-1 0 0 0,-1 0-1 0 0,0 0 1 0 0,0 0 0 0 0,1 0 0 0 0,-1-1 0 0 0,0 0-1 0 0,7 0 1 0 0,4-2-6194 0 0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34.6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54 9 6913 0 0,'0'0'71'0'0,"0"-1"-1"0"0,0 1 0 0 0,0 0 1 0 0,0 0-1 0 0,0-1 0 0 0,0 1 1 0 0,0 0-1 0 0,0-1 0 0 0,0 1 1 0 0,0 0-1 0 0,0 0 0 0 0,0-1 1 0 0,0 1-1 0 0,0 0 0 0 0,0 0 0 0 0,0-1 1 0 0,-1 1-1 0 0,1 0 0 0 0,0 0 1 0 0,0-1-1 0 0,0 1 0 0 0,-1 0 1 0 0,1 0-1 0 0,0 0 0 0 0,0-1 1 0 0,0 1-1 0 0,-1 0 0 0 0,1 0 1 0 0,0 0-1 0 0,0 0 0 0 0,-1 0 1 0 0,1-1-1 0 0,0 1 0 0 0,0 0 0 0 0,-1 0 1 0 0,1 0-1 0 0,0 0 0 0 0,-1 0 1 0 0,1 0-1 0 0,0 0 0 0 0,0 0 1 0 0,-1 0-1 0 0,1 0 0 0 0,0 0 1 0 0,-1 0-1 0 0,1 0 0 0 0,-1 0 1 0 0,-11 15 2429 0 0,-6 25 357 0 0,15-30-2573 0 0,0 0 0 0 0,0 0 0 0 0,1 0 0 0 0,1 1 0 0 0,0-1 0 0 0,0 1 0 0 0,1-1 0 0 0,1 14 0 0 0,-1-21-257 0 0,1 1-1 0 0,-1 0 1 0 0,1-1-1 0 0,0 0 1 0 0,0 1-1 0 0,1-1 1 0 0,-1 0-1 0 0,1 1 0 0 0,0-1 1 0 0,-1 0-1 0 0,1 0 1 0 0,0 0-1 0 0,1-1 1 0 0,-1 1-1 0 0,1 0 0 0 0,-1-1 1 0 0,1 0-1 0 0,0 1 1 0 0,-1-1-1 0 0,1 0 1 0 0,0 0-1 0 0,1-1 1 0 0,-1 1-1 0 0,0-1 0 0 0,0 1 1 0 0,1-1-1 0 0,4 1 1 0 0,10 1 45 0 0,1-1 1 0 0,-1 0 0 0 0,27-2-1 0 0,-31-1-21 0 0,0 1 0 0 0,0 1-1 0 0,0 0 1 0 0,0 0 0 0 0,0 2-1 0 0,26 7 1 0 0,-39-10-50 0 0,0 1 1 0 0,0-1-1 0 0,0 0 0 0 0,0 1 1 0 0,0-1-1 0 0,-1 1 0 0 0,1-1 0 0 0,0 1 1 0 0,0 0-1 0 0,-1-1 0 0 0,1 1 1 0 0,0 0-1 0 0,-1-1 0 0 0,1 1 0 0 0,-1 0 1 0 0,1 0-1 0 0,-1-1 0 0 0,1 1 0 0 0,-1 0 1 0 0,1 0-1 0 0,-1 0 0 0 0,0 0 1 0 0,1 0-1 0 0,-1 0 0 0 0,0-1 0 0 0,0 1 1 0 0,0 2-1 0 0,0-1 7 0 0,0 1 0 0 0,-1-1 0 0 0,0 1 0 0 0,1-1 0 0 0,-1 0 0 0 0,0 1-1 0 0,0-1 1 0 0,0 0 0 0 0,0 0 0 0 0,-3 4 0 0 0,-4 3 44 0 0,1 1 1 0 0,-2-1-1 0 0,-11 10 0 0 0,-15 11-1101 0 0,16-13-5659 0 0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37.4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138 0 8754 0 0,'-1'0'161'0'0,"-1"0"-1"0"0,0 0 1 0 0,0 0 0 0 0,1 1-1 0 0,-1-1 1 0 0,0 0 0 0 0,1 1 0 0 0,-1-1-1 0 0,0 1 1 0 0,1 0 0 0 0,-1-1-1 0 0,1 1 1 0 0,-1 0 0 0 0,1 0 0 0 0,-1 0-1 0 0,1 0 1 0 0,0 0 0 0 0,-3 3-1 0 0,-24 24 746 0 0,28-28-906 0 0,-9 12 128 0 0,1 0 0 0 0,-1 0-1 0 0,2 1 1 0 0,0 0-1 0 0,1 1 1 0 0,0-1 0 0 0,-7 25-1 0 0,10-27-126 0 0,0 1 1 0 0,1-1-1 0 0,0 0 0 0 0,0 0 0 0 0,2 1 0 0 0,-1-1 0 0 0,1 1 0 0 0,1-1 1 0 0,0 0-1 0 0,5 19 0 0 0,-6-27-6 0 0,1 0 0 0 0,0-1 0 0 0,0 1 1 0 0,0 0-1 0 0,1-1 0 0 0,-1 1 0 0 0,1-1 0 0 0,-1 1 0 0 0,1-1 0 0 0,0 0 1 0 0,0 0-1 0 0,0 0 0 0 0,0 0 0 0 0,0 0 0 0 0,3 2 0 0 0,-3-3-49 0 0,0 0 1 0 0,0 0-1 0 0,0 0 0 0 0,0-1 0 0 0,0 1 0 0 0,0-1 0 0 0,0 1 0 0 0,0-1 0 0 0,1 0 1 0 0,-1 0-1 0 0,0 0 0 0 0,0 0 0 0 0,0 0 0 0 0,0 0 0 0 0,0-1 0 0 0,3 0 0 0 0,1-1-57 0 0,-1 0-1 0 0,1-1 0 0 0,-1 1 0 0 0,0-1 0 0 0,0 0 0 0 0,0-1 0 0 0,0 1 0 0 0,-1-1 0 0 0,1 0 0 0 0,-1 0 0 0 0,0-1 0 0 0,0 1 0 0 0,3-6 0 0 0,-1 2 87 0 0,-1-1-1 0 0,0 0 1 0 0,-1 0-1 0 0,0 0 1 0 0,0 0-1 0 0,-1-1 0 0 0,0 1 1 0 0,-1-1-1 0 0,2-12 1 0 0,-2-5 380 0 0,-1 0 0 0 0,-3-27 0 0 0,1-3 2764 0 0,19 84 579 0 0,-13-16-3724 0 0,11 23 913 0 0,36 58 0 0 0,-44-81-1301 0 0,1 0-1 0 0,0-1 1 0 0,11 11-1 0 0,-12-14-696 0 0,0-1 0 0 0,0 0 0 0 0,0 0 0 0 0,1-1 0 0 0,10 5 0 0 0,-3-3-4173 0 0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37.6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10138 0 0,'5'4'679'0'0,"0"0"0"0"0,0 0 0 0 0,-1 0 0 0 0,0 0 0 0 0,8 11 0 0 0,-10-13-393 0 0,101 120 4391 0 0,53 60-4024 0 0,-116-133-1949 0 0,-22-24-112 0 0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37.8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1 242 7370 0 0,'0'-4'320'0'0,"1"2"80"0"0,0-2-320 0 0,2-1-80 0 0,1 0 0 0 0,0 0 0 0 0,3-3 0 0 0,6-7-96 0 0,10-10 16 0 0,6-8 8 0 0,4-3 72 0 0,-1 0 0 0 0,-4 3 0 0 0,-1 2 0 0 0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38.0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14 5985 0 0,'7'-14'2639'0'0,"-7"31"2266"0"0,0 4-3962 0 0,1 7-182 0 0,2-1 0 0 0,1 0 0 0 0,8 28-1 0 0,-5-29-1255 0 0,2 0 0 0 0,0-1 0 0 0,17 28 0 0 0,-14-28-5126 0 0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38.9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30 1840 0 0,'-1'-1'285'0'0,"0"0"0"0"0,1 0 0 0 0,-1 0 0 0 0,0 0 0 0 0,1-1 0 0 0,0 1 0 0 0,-1 0 0 0 0,1 0 0 0 0,0-1 0 0 0,0 1 0 0 0,-1 0 0 0 0,1-1 0 0 0,0 1-1 0 0,0 0 1 0 0,0-1 0 0 0,1 1 0 0 0,-1 0 0 0 0,0 0 0 0 0,0-1 0 0 0,2-1 0 0 0,6 1 3019 0 0,4 14-1647 0 0,4 12-396 0 0,-1 2-1 0 0,-1 0 0 0 0,19 52 0 0 0,5 10-1296 0 0,-24-60-1370 0 0,0-2-4504 0 0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39.2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76 3681 0 0,'-2'-6'160'0'0,"1"4"40"0"0,1-2-200 0 0,1 2 0 0 0,0-1 0 0 0,0 2 0 0 0,2-2 72 0 0,1-3-72 0 0,2-2 80 0 0,4-1-80 0 0,2-1 0 0 0,0 3 0 0 0,0 0 0 0 0,-3 2 0 0 0,-2 3 0 0 0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39.6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14 247 1376 0 0,'-1'0'222'0'0,"0"-1"-1"0"0,1 1 0 0 0,-1-1 0 0 0,0 0 0 0 0,0 1 1 0 0,0-1-1 0 0,0 0 0 0 0,1 0 0 0 0,-1 1 1 0 0,0-1-1 0 0,1 0 0 0 0,-1 0 0 0 0,1 0 1 0 0,-1 0-1 0 0,1 0 0 0 0,-1 0 0 0 0,1 0 1 0 0,0 0-1 0 0,-1 0 0 0 0,1 0 0 0 0,0 0 1 0 0,0 0-1 0 0,0 0 0 0 0,0 0 0 0 0,0 0 0 0 0,0-1 1 0 0,0 0 18 0 0,1 1 0 0 0,0 0 0 0 0,-1-1 0 0 0,1 1 0 0 0,0 0 0 0 0,0 0 0 0 0,0 0 1 0 0,0 0-1 0 0,0 0 0 0 0,0 0 0 0 0,0 0 0 0 0,1 0 0 0 0,-1 0 0 0 0,0 0 0 0 0,0 1 0 0 0,3-2 0 0 0,0 0 179 0 0,1 0 0 0 0,0 0 0 0 0,0 0 0 0 0,1 1 0 0 0,-1 0 0 0 0,0 0 0 0 0,0 0 0 0 0,1 1 0 0 0,-1-1 0 0 0,6 1-1 0 0,12 5 387 0 0,0 0-1 0 0,0 1 1 0 0,0 2-1 0 0,-1 0 0 0 0,34 17 1 0 0,-50-19-698 0 0,-10-3 153 0 0,3-3-185 0 0,-1 0 0 0 0,1 0 0 0 0,-1 0 0 0 0,1 0 0 0 0,0-1-1 0 0,-1 1 1 0 0,1 0 0 0 0,0-1 0 0 0,-1 1 0 0 0,1-1 0 0 0,0 1 0 0 0,0-1 0 0 0,-1 1 0 0 0,0-2 0 0 0,-4-3-18 0 0,0 0 1 0 0,1-1 0 0 0,-1 1-1 0 0,1-1 1 0 0,1 0-1 0 0,-1-1 1 0 0,1 1 0 0 0,0-1-1 0 0,1 1 1 0 0,-1-1-1 0 0,1 0 1 0 0,1 0 0 0 0,-4-12-1 0 0,4 10-237 0 0,0 0 1 0 0,1 1-1 0 0,0-1 0 0 0,0 0 1 0 0,1 0-1 0 0,0 0 0 0 0,0 1 1 0 0,1-1-1 0 0,0 0 0 0 0,1 0 1 0 0,0 1-1 0 0,4-11 0 0 0,6-1-2115 0 0,-3 13 695 0 0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39.9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137 1 4145 0 0,'-8'0'682'0'0,"1"0"0"0"0,-1 0 0 0 0,1 1 0 0 0,-1 0 0 0 0,1 0 0 0 0,0 1 0 0 0,-14 4 0 0 0,17-4-457 0 0,1 0 1 0 0,0 0-1 0 0,0 0 0 0 0,0 1 1 0 0,0-1-1 0 0,0 1 0 0 0,0 0 1 0 0,1 0-1 0 0,-1 0 1 0 0,1 0-1 0 0,0 0 0 0 0,0 0 1 0 0,0 1-1 0 0,0-1 0 0 0,1 1 1 0 0,-1 0-1 0 0,0 4 1 0 0,-14 51 860 0 0,15-55-993 0 0,0 1 0 0 0,1 0 0 0 0,0 0-1 0 0,-1-1 1 0 0,1 1 0 0 0,1 0 0 0 0,-1 0 0 0 0,1-1 0 0 0,0 1 0 0 0,3 8 0 0 0,-4-13-89 0 0,0 1 1 0 0,0 0-1 0 0,1 0 1 0 0,-1-1-1 0 0,0 1 1 0 0,1 0-1 0 0,-1-1 1 0 0,1 1-1 0 0,-1-1 1 0 0,0 1-1 0 0,1-1 0 0 0,0 1 1 0 0,-1 0-1 0 0,1-1 1 0 0,-1 0-1 0 0,1 1 1 0 0,0-1-1 0 0,-1 1 1 0 0,1-1-1 0 0,0 0 1 0 0,-1 1-1 0 0,1-1 0 0 0,0 0 1 0 0,0 0-1 0 0,-1 0 1 0 0,1 0-1 0 0,0 1 1 0 0,1-1-1 0 0,0-1-44 0 0,0 1-1 0 0,-1-1 1 0 0,1 1-1 0 0,-1-1 1 0 0,1 0 0 0 0,0 0-1 0 0,-1 0 1 0 0,1 0-1 0 0,-1 0 1 0 0,1 0-1 0 0,-1 0 1 0 0,1-1-1 0 0,4-4-259 0 0,0-1-1 0 0,-1 1 1 0 0,0-1-1 0 0,5-9 1 0 0,8-20-449 0 0,-11 21 866 0 0,0 1-1 0 0,1 0 1 0 0,1 0-1 0 0,11-13 0 0 0,-20 26-37 0 0,1 0-1 0 0,-1 1 0 0 0,1-1 0 0 0,0 1 1 0 0,-1-1-1 0 0,1 1 0 0 0,0-1 0 0 0,-1 1 1 0 0,1-1-1 0 0,0 1 0 0 0,0 0 1 0 0,0-1-1 0 0,-1 1 0 0 0,1 0 0 0 0,0 0 1 0 0,0-1-1 0 0,0 1 0 0 0,0 0 0 0 0,-1 0 1 0 0,1 0-1 0 0,0 0 0 0 0,0 0 1 0 0,0 0-1 0 0,0 1 0 0 0,-1-1 0 0 0,1 0 1 0 0,0 0-1 0 0,0 0 0 0 0,0 1 0 0 0,-1-1 1 0 0,1 0-1 0 0,0 1 0 0 0,1 0 1 0 0,27 25 1115 0 0,-27-23-1312 0 0,1 0-1 0 0,0 0 1 0 0,-1 0 0 0 0,1-1-1 0 0,1 1 1 0 0,-1-1-1 0 0,0 0 1 0 0,4 3-1 0 0,5-3-352 0 0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40.6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152 298 6913 0 0,'-4'-1'294'0'0,"1"0"0"0"0,-1 0-1 0 0,0 1 1 0 0,0-1-1 0 0,0 1 1 0 0,0 0-1 0 0,0 0 1 0 0,0 1-1 0 0,0-1 1 0 0,0 1-1 0 0,0 0 1 0 0,1-1-1 0 0,-1 2 1 0 0,0-1-1 0 0,0 0 1 0 0,1 1 0 0 0,-1 0-1 0 0,1 0 1 0 0,0 0-1 0 0,-1 0 1 0 0,1 1-1 0 0,0-1 1 0 0,0 1-1 0 0,-3 4 1 0 0,0-1 236 0 0,0 1 1 0 0,0 0-1 0 0,1 1 1 0 0,0-1-1 0 0,0 1 0 0 0,1 0 1 0 0,0 0-1 0 0,1 1 1 0 0,-5 12-1 0 0,7-16-469 0 0,0 1-1 0 0,0-1 1 0 0,0 1-1 0 0,0-1 1 0 0,1 1-1 0 0,0 0 1 0 0,0-1-1 0 0,0 1 1 0 0,1-1-1 0 0,0 1 1 0 0,0-1-1 0 0,1 1 1 0 0,-1-1-1 0 0,1 1 1 0 0,0-1 0 0 0,3 6-1 0 0,-3-8-59 0 0,1 0 0 0 0,-1 0 0 0 0,0 0 0 0 0,1 0 0 0 0,0-1 0 0 0,0 1 0 0 0,0-1 0 0 0,0 1 0 0 0,0-1 0 0 0,0 0 0 0 0,0 0 1 0 0,1-1-1 0 0,-1 1 0 0 0,1-1 0 0 0,0 1 0 0 0,-1-1 0 0 0,1 0 0 0 0,0 0 0 0 0,-1-1 0 0 0,1 1 0 0 0,0-1 0 0 0,0 0 0 0 0,0 0 0 0 0,5-1 0 0 0,2 0-165 0 0,0-1-1 0 0,-1 0 1 0 0,1-1 0 0 0,-1 0-1 0 0,0 0 1 0 0,0-1-1 0 0,0-1 1 0 0,0 0 0 0 0,0 0-1 0 0,-1 0 1 0 0,0-2 0 0 0,0 1-1 0 0,-1-1 1 0 0,0 0-1 0 0,0-1 1 0 0,-1 0 0 0 0,0 0-1 0 0,12-18 1 0 0,-12 16-125 0 0,-1 0 0 0 0,0-1 0 0 0,-1 0-1 0 0,0-1 1 0 0,0 1 0 0 0,-2-1 0 0 0,1 0 0 0 0,-1 0 0 0 0,-1 0 0 0 0,0 0 0 0 0,-1 0 0 0 0,-1-1 0 0 0,1 1 0 0 0,-2 0 0 0 0,0-1-1 0 0,-3-16 1 0 0,-29-85 1593 0 0,28 98-198 0 0,-2 0-1 0 0,0 1 0 0 0,-1 0 1 0 0,-18-27-1 0 0,26 42-1055 0 0,0-1-1 0 0,0 1 1 0 0,0 0-1 0 0,0 0 1 0 0,0 0-1 0 0,0-1 1 0 0,0 1 0 0 0,0 0-1 0 0,-1 0 1 0 0,1 0-1 0 0,0 0 1 0 0,0-1-1 0 0,0 1 1 0 0,0 0-1 0 0,0 0 1 0 0,0 0 0 0 0,0 0-1 0 0,0-1 1 0 0,-1 1-1 0 0,1 0 1 0 0,0 0-1 0 0,0 0 1 0 0,0 0-1 0 0,0 0 1 0 0,0 0 0 0 0,-1 0-1 0 0,1-1 1 0 0,0 1-1 0 0,0 0 1 0 0,0 0-1 0 0,-1 0 1 0 0,1 0-1 0 0,0 0 1 0 0,0 0 0 0 0,0 0-1 0 0,0 0 1 0 0,-1 0-1 0 0,1 0 1 0 0,0 0-1 0 0,0 0 1 0 0,0 0-1 0 0,-1 0 1 0 0,1 0-1 0 0,0 0 1 0 0,0 0 0 0 0,0 0-1 0 0,-1 1 1 0 0,1-1-1 0 0,0 0 1 0 0,0 0-1 0 0,0 0 1 0 0,0 0-1 0 0,0 0 1 0 0,-1 0 0 0 0,1 0-1 0 0,0 1 1 0 0,0-1-1 0 0,0 0 1 0 0,0 0-1 0 0,-1 18 711 0 0,8 21-628 0 0,3-15-75 0 0,1 0-1 0 0,0-1 1 0 0,2 0-1 0 0,17 23 1 0 0,69 82-663 0 0,-67-87-203 0 0,-17-22-1165 0 0,1-1-5354 0 0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41.0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38 390 10594 0 0,'-2'0'61'0'0,"0"-1"-1"0"0,0 1 1 0 0,1-1-1 0 0,-1 1 1 0 0,0-1-1 0 0,0 0 0 0 0,0 1 1 0 0,0-1-1 0 0,1 0 1 0 0,-1 0-1 0 0,0-1 1 0 0,1 1-1 0 0,-1 0 1 0 0,1 0-1 0 0,-1-1 1 0 0,1 1-1 0 0,0-1 0 0 0,0 1 1 0 0,-1-1-1 0 0,1 0 1 0 0,-1-1-1 0 0,2 1 18 0 0,-1-1 0 0 0,1 1 0 0 0,0 0 0 0 0,0 0 0 0 0,0-1 0 0 0,0 1 0 0 0,0 0 0 0 0,0 0 0 0 0,1-1 0 0 0,-1 1 0 0 0,1 0 0 0 0,-1 0 0 0 0,1 0 0 0 0,0 0 0 0 0,0 0 0 0 0,0 0 0 0 0,0 0 0 0 0,0 0 0 0 0,2-2 0 0 0,13-17 9 0 0,1 0 1 0 0,1 2-1 0 0,1 0 0 0 0,0 1 1 0 0,40-28-1 0 0,-29 23-622 0 0,51-50 1 0 0,-66 57 413 0 0,-7 7 55 0 0,1 0 1 0 0,-1 0-1 0 0,-1-1 1 0 0,11-17 0 0 0,-44 69 4219 0 0,17-29-3695 0 0,1 0 1 0 0,0 0 0 0 0,1 1-1 0 0,-6 15 1 0 0,11-26-432 0 0,1 1-1 0 0,0-1 1 0 0,0 1 0 0 0,1-1-1 0 0,-1 1 1 0 0,1 0-1 0 0,0-1 1 0 0,0 1-1 0 0,0 0 1 0 0,0-1 0 0 0,0 1-1 0 0,1 0 1 0 0,0-1-1 0 0,0 1 1 0 0,0-1-1 0 0,0 1 1 0 0,0-1 0 0 0,1 1-1 0 0,-1-1 1 0 0,1 0-1 0 0,0 0 1 0 0,3 4 0 0 0,-3-5-40 0 0,1 1 0 0 0,0 0 0 0 0,0-1 0 0 0,0 1 0 0 0,0-1 0 0 0,1 0 1 0 0,-1 0-1 0 0,0 0 0 0 0,1-1 0 0 0,-1 1 0 0 0,1-1 0 0 0,4 1 1 0 0,51 9-191 0 0,-19-4 40 0 0,-32-5 138 0 0,0-1 0 0 0,0 2 0 0 0,-1-1 0 0 0,1 1 0 0 0,-1 1 0 0 0,14 7 0 0 0,-19-9 20 0 0,0-1-1 0 0,0 1 1 0 0,-1 0-1 0 0,1-1 1 0 0,0 1-1 0 0,-1 0 1 0 0,0 0-1 0 0,1 0 1 0 0,-1 0 0 0 0,0 0-1 0 0,0 1 1 0 0,0-1-1 0 0,0 0 1 0 0,0 0-1 0 0,0 1 1 0 0,-1-1-1 0 0,1 1 1 0 0,-1-1 0 0 0,0 1-1 0 0,0-1 1 0 0,0 0-1 0 0,0 1 1 0 0,0-1-1 0 0,0 1 1 0 0,-1-1-1 0 0,0 5 1 0 0,-11 31-265 0 0,1-17-54 0 0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41.6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19 9218 0 0,'-12'-18'10151'0'0,"24"20"-9486"0"0,-4 1-412 0 0,-1 0 0 0 0,1 1 1 0 0,-1-1-1 0 0,0 2 1 0 0,0-1-1 0 0,0 1 0 0 0,10 10 1 0 0,41 45 268 0 0,-57-60-518 0 0,68 80 213 0 0,10 11-1734 0 0,-23-34-5156 0 0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42.08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0 483 4609 0 0,'48'-58'2673'0'0,"-3"-1"-1"0"0,-2-2 1 0 0,55-107-1 0 0,-94 159-2239 0 0,10-13 4236 0 0,-14 23-4606 0 0,4 10 48 0 0,1-1-1 0 0,-1 1 1 0 0,2 0-1 0 0,0-1 1 0 0,0 0-1 0 0,1-1 1 0 0,0 0-1 0 0,0 0 1 0 0,1 0-1 0 0,0-1 1 0 0,1 0-1 0 0,0 0 0 0 0,0-1 1 0 0,1 0-1 0 0,-1-1 1 0 0,2 0-1 0 0,19 8 1 0 0,-29-13-110 0 0,0-1 1 0 0,0 1-1 0 0,0-1 0 0 0,0 1 1 0 0,1-1-1 0 0,-1 0 1 0 0,0 1-1 0 0,0-1 1 0 0,0 0-1 0 0,0 0 0 0 0,1 0 1 0 0,-1 0-1 0 0,0 0 1 0 0,0 0-1 0 0,1 0 1 0 0,-1 0-1 0 0,0-1 0 0 0,0 1 1 0 0,0 0-1 0 0,0-1 1 0 0,0 1-1 0 0,1-1 1 0 0,0 0-1 0 0,0-1 4 0 0,-1 1 0 0 0,0-1 1 0 0,0 1-1 0 0,0-1 0 0 0,0 1 1 0 0,0-1-1 0 0,0 0 0 0 0,0 1 0 0 0,-1-1 1 0 0,1 0-1 0 0,-1 1 0 0 0,1-1 1 0 0,-1 0-1 0 0,1-2 0 0 0,0-10 34 0 0,-1 1-1 0 0,0 0 1 0 0,-3-23-1 0 0,1 21-25 0 0,1 2-13 0 0,1 1 0 0 0,1-1 0 0 0,0 0 0 0 0,0 0 0 0 0,1 0 0 0 0,7-22 0 0 0,-8 33 0 0 0,0-1 0 0 0,0 1 0 0 0,0-1 0 0 0,0 1 0 0 0,1 0 0 0 0,-1-1 0 0 0,1 1 0 0 0,-1 0 0 0 0,1 0 0 0 0,0 0 0 0 0,0 0 0 0 0,0 0 0 0 0,0 1 0 0 0,0-1 0 0 0,0 0 0 0 0,3-1 0 0 0,-3 3 0 0 0,1-1 0 0 0,-1 1 0 0 0,1-1 0 0 0,-1 1 0 0 0,1 0 0 0 0,-1 0 0 0 0,1 0 0 0 0,-1 0 0 0 0,0 0 0 0 0,1 1 0 0 0,-1-1 0 0 0,1 1 0 0 0,-1 0 0 0 0,0-1 0 0 0,1 1 0 0 0,-1 0 0 0 0,0 1 0 0 0,0-1 0 0 0,0 0 0 0 0,0 0 0 0 0,3 3 0 0 0,25 17-93 0 0,30 19-2744 0 0,-40-31-4355 0 0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42.4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131 278 3225 0 0,'10'-49'1445'0'0,"-4"26"304"0"0,-2 0 0 0 0,4-39 0 0 0,-8 56-1407 0 0,0 1 1 0 0,0-1-1 0 0,0 0 0 0 0,-1 1 1 0 0,0-1-1 0 0,0 0 1 0 0,0 1-1 0 0,-1-1 1 0 0,0 1-1 0 0,0 0 0 0 0,0-1 1 0 0,-1 1-1 0 0,0 0 1 0 0,0 0-1 0 0,0 1 1 0 0,-4-5-1 0 0,5 6-231 0 0,1 1 1 0 0,-1 0-1 0 0,0 0 1 0 0,0 1-1 0 0,0-1 0 0 0,0 0 1 0 0,-1 1-1 0 0,1-1 1 0 0,0 1-1 0 0,-1 0 0 0 0,1-1 1 0 0,-1 1-1 0 0,1 0 0 0 0,-1 1 1 0 0,1-1-1 0 0,-1 0 1 0 0,0 1-1 0 0,1 0 0 0 0,-1-1 1 0 0,0 1-1 0 0,0 0 1 0 0,1 0-1 0 0,-1 1 0 0 0,0-1 1 0 0,1 0-1 0 0,-1 1 0 0 0,0 0 1 0 0,1-1-1 0 0,-1 1 1 0 0,1 0-1 0 0,-1 1 0 0 0,-3 1 1 0 0,2 0-71 0 0,1 0 0 0 0,-1 0 0 0 0,1 0 0 0 0,0 0 0 0 0,0 0 1 0 0,0 1-1 0 0,1 0 0 0 0,-1-1 0 0 0,1 1 0 0 0,0 0 0 0 0,0 0 0 0 0,0 0 0 0 0,0 0 1 0 0,1 1-1 0 0,0-1 0 0 0,0 0 0 0 0,0 1 0 0 0,0-1 0 0 0,0 7 0 0 0,1-4-5 0 0,0 0 0 0 0,0 0 0 0 0,1 0 0 0 0,0 0 0 0 0,0 0 0 0 0,1 0 0 0 0,0-1-1 0 0,0 1 1 0 0,0 0 0 0 0,1-1 0 0 0,0 0 0 0 0,0 1 0 0 0,1-1 0 0 0,-1 0 0 0 0,1-1-1 0 0,1 1 1 0 0,-1-1 0 0 0,1 0 0 0 0,0 0 0 0 0,0 0 0 0 0,0 0 0 0 0,1-1 0 0 0,0 0 0 0 0,0 0-1 0 0,0-1 1 0 0,0 0 0 0 0,0 0 0 0 0,1 0 0 0 0,-1-1 0 0 0,1 0 0 0 0,0 0 0 0 0,0 0 0 0 0,0-1-1 0 0,0 0 1 0 0,0 0 0 0 0,0-1 0 0 0,0 0 0 0 0,0-1 0 0 0,0 1 0 0 0,0-1 0 0 0,0 0 0 0 0,-1-1-1 0 0,8-2 1 0 0,-1 0-650 0 0,-1 0 0 0 0,0-1-1 0 0,0-1 1 0 0,-1 0 0 0 0,13-9-1 0 0,-2-1-6040 0 0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43.1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29 201 6449 0 0,'-3'-2'292'0'0,"0"0"656"0"0,1-1 0 0 0,-1 1 0 0 0,1-1 0 0 0,-1 0 0 0 0,1 0 0 0 0,0 0 0 0 0,0 0 0 0 0,0 0 0 0 0,-2-6 0 0 0,6 9-617 0 0,0 1 0 0 0,0-1 1 0 0,0 1-1 0 0,0 0 0 0 0,0 0 1 0 0,0 0-1 0 0,0 0 0 0 0,0 0 0 0 0,0 0 1 0 0,0 0-1 0 0,3 4 0 0 0,6 7-139 0 0,0 0-1 0 0,-1 1 1 0 0,0 0-1 0 0,11 21 1 0 0,-16-23-82 0 0,1-1 0 0 0,1 0 0 0 0,-1 0 0 0 0,2-1-1 0 0,-1 0 1 0 0,1 0 0 0 0,1 0 0 0 0,0-1 0 0 0,18 13 0 0 0,-27-21-111 0 0,0 0-1 0 0,1 0 1 0 0,-1 0 0 0 0,0 0 0 0 0,0 0 0 0 0,0 0 0 0 0,0 0-1 0 0,0 0 1 0 0,1 0 0 0 0,-1 1 0 0 0,0-1 0 0 0,0 0 0 0 0,0 0-1 0 0,0 0 1 0 0,0 0 0 0 0,1 0 0 0 0,-1 0 0 0 0,0 0 0 0 0,0-1-1 0 0,0 1 1 0 0,0 0 0 0 0,1 0 0 0 0,-1 0 0 0 0,0 0 0 0 0,0 0-1 0 0,0 0 1 0 0,0 0 0 0 0,0 0 0 0 0,0 0 0 0 0,1 0-1 0 0,-1 0 1 0 0,0 0 0 0 0,0-1 0 0 0,0 1 0 0 0,0 0 0 0 0,0 0-1 0 0,0 0 1 0 0,0 0 0 0 0,0 0 0 0 0,0 0 0 0 0,1-1 0 0 0,-1 1-1 0 0,0 0 1 0 0,0 0 0 0 0,0 0 0 0 0,0 0 0 0 0,0-1 0 0 0,1-12-132 0 0,-4-18-149 0 0,2 27 247 0 0,-3-34-182 0 0,2 0 0 0 0,2 0-1 0 0,1 0 1 0 0,8-53-1 0 0,-8 85 264 0 0,0 0 1 0 0,1 1-1 0 0,-1-1 0 0 0,1 1 0 0 0,1-1 0 0 0,-1 1 0 0 0,1 0 0 0 0,-1 0 0 0 0,6-7 0 0 0,-7 11-19 0 0,0 0 1 0 0,0 0-1 0 0,1 0 0 0 0,-1 0 1 0 0,0 0-1 0 0,0 0 0 0 0,0 0 0 0 0,1 0 1 0 0,-1 0-1 0 0,0 1 0 0 0,1-1 1 0 0,-1 1-1 0 0,1-1 0 0 0,-1 1 0 0 0,1-1 1 0 0,-1 1-1 0 0,1 0 0 0 0,-1 0 1 0 0,1 0-1 0 0,-1 0 0 0 0,1 0 1 0 0,-1 0-1 0 0,1 0 0 0 0,-1 0 0 0 0,1 0 1 0 0,-1 1-1 0 0,1-1 0 0 0,-1 1 1 0 0,0-1-1 0 0,1 1 0 0 0,-1-1 0 0 0,0 1 1 0 0,1 0-1 0 0,-1 0 0 0 0,0 0 1 0 0,0 0-1 0 0,1 0 0 0 0,-1 0 0 0 0,1 2 1 0 0,41 36 170 0 0,28 21-218 0 0,-18-26-6609 0 0,-32-24-155 0 0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43.4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35 307 2761 0 0,'9'-10'963'0'0,"0"0"0"0"0,-1-1 0 0 0,0 0 0 0 0,-1 0 1 0 0,0-1-1 0 0,-1 0 0 0 0,-1 0 0 0 0,1-1 0 0 0,3-17 0 0 0,-6 22-538 0 0,-1-1-1 0 0,0 1 1 0 0,0-1-1 0 0,-1 0 1 0 0,-1 0-1 0 0,1 0 1 0 0,-1 1-1 0 0,-1-1 1 0 0,0 0-1 0 0,0 0 1 0 0,-1 1-1 0 0,0-1 1 0 0,0 0-1 0 0,-1 1 1 0 0,-4-10-1 0 0,6 16-379 0 0,1 1 0 0 0,-1-1 0 0 0,1 1 0 0 0,-1-1-1 0 0,0 1 1 0 0,0 0 0 0 0,0-1 0 0 0,0 1 0 0 0,0 0 0 0 0,0 0 0 0 0,0-1 0 0 0,0 1-1 0 0,0 0 1 0 0,-1 0 0 0 0,1 0 0 0 0,0 1 0 0 0,-1-1 0 0 0,1 0 0 0 0,-1 0 0 0 0,1 1-1 0 0,-1-1 1 0 0,1 1 0 0 0,-1-1 0 0 0,1 1 0 0 0,-1 0 0 0 0,1-1 0 0 0,-1 1 0 0 0,0 0-1 0 0,1 0 1 0 0,-1 0 0 0 0,1 0 0 0 0,-1 1 0 0 0,0-1 0 0 0,1 0 0 0 0,-1 1 0 0 0,1-1-1 0 0,-1 1 1 0 0,1-1 0 0 0,-1 1 0 0 0,1 0 0 0 0,-1-1 0 0 0,1 1 0 0 0,0 0 0 0 0,-1 0-1 0 0,-1 2 1 0 0,0 0-30 0 0,-1 0 1 0 0,1 1-1 0 0,0-1 0 0 0,0 1 0 0 0,0 0 0 0 0,0 0 0 0 0,0 0 0 0 0,1 0 0 0 0,0 1 1 0 0,0-1-1 0 0,0 0 0 0 0,1 1 0 0 0,-1 0 0 0 0,0 5 0 0 0,2-6 3 0 0,-1 0 0 0 0,1 1 0 0 0,1-1 0 0 0,-1 0 0 0 0,0 0-1 0 0,1 0 1 0 0,0 1 0 0 0,0-1 0 0 0,0 0 0 0 0,1 0 0 0 0,-1-1 0 0 0,1 1-1 0 0,0 0 1 0 0,0 0 0 0 0,0-1 0 0 0,1 1 0 0 0,-1-1 0 0 0,1 0-1 0 0,0 0 1 0 0,5 5 0 0 0,-2-3-217 0 0,-1-1 0 0 0,1 0 0 0 0,0 0 0 0 0,12 5 0 0 0,27 6-5498 0 0,-26-13-819 0 0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43.9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46 271 3681 0 0,'-1'-1'205'0'0,"1"0"1"0"0,-1 0-1 0 0,0 0 1 0 0,0 0-1 0 0,0 1 1 0 0,0-1-1 0 0,0 0 1 0 0,0 0-1 0 0,0 1 0 0 0,0-1 1 0 0,0 0-1 0 0,0 1 1 0 0,0-1-1 0 0,0 1 1 0 0,-1-1-1 0 0,1 1 1 0 0,0 0-1 0 0,0 0 1 0 0,-1-1-1 0 0,1 1 1 0 0,0 0-1 0 0,0 0 1 0 0,-3 1-1 0 0,3-1 90 0 0,0 1 1 0 0,0 0-1 0 0,0-1 0 0 0,0 1 1 0 0,0 0-1 0 0,0 0 0 0 0,0 0 1 0 0,1 0-1 0 0,-1 0 0 0 0,0 0 1 0 0,0 0-1 0 0,1 0 1 0 0,-1 0-1 0 0,1 1 0 0 0,-1-1 1 0 0,1 0-1 0 0,0 0 0 0 0,-1 0 1 0 0,1 2-1 0 0,-4 40 4879 0 0,7-20-4705 0 0,-1-17-339 0 0,-1-1 1 0 0,1 0 0 0 0,0 0 0 0 0,1 0 0 0 0,-1 0 0 0 0,1 0-1 0 0,0-1 1 0 0,0 1 0 0 0,0-1 0 0 0,1 0 0 0 0,5 5-1 0 0,-7-7-111 0 0,0 0-1 0 0,0 0 0 0 0,1 0 0 0 0,-1 0 1 0 0,1-1-1 0 0,0 1 0 0 0,-1-1 0 0 0,1 0 1 0 0,0 0-1 0 0,0 0 0 0 0,-1 0 1 0 0,1 0-1 0 0,0 0 0 0 0,0-1 0 0 0,0 0 1 0 0,0 1-1 0 0,0-1 0 0 0,0 0 0 0 0,0-1 1 0 0,0 1-1 0 0,0 0 0 0 0,4-2 0 0 0,-5 1-16 0 0,0 0 0 0 0,0 0 0 0 0,-1 0 1 0 0,1 0-1 0 0,0 0 0 0 0,-1-1 0 0 0,1 1 0 0 0,-1-1 0 0 0,0 1 0 0 0,1-1 0 0 0,-1 1 0 0 0,0-1 0 0 0,0 0 0 0 0,0 0 0 0 0,0 0 0 0 0,0 1 0 0 0,0-1 0 0 0,-1 0 0 0 0,1 0 0 0 0,0 0 0 0 0,-1 0 0 0 0,0 0 0 0 0,1 0 0 0 0,-1 0 0 0 0,0 0 0 0 0,0-1 0 0 0,0 1 0 0 0,-1-2 0 0 0,1-6-5 0 0,-1-1 0 0 0,-1 1 0 0 0,0 0-1 0 0,-3-12 1 0 0,-1 4-46 0 0,4 14 55 0 0,0-1 1 0 0,0 1-1 0 0,1-1 0 0 0,0 0 0 0 0,0 0 1 0 0,0 0-1 0 0,1 1 0 0 0,-1-1 0 0 0,1-6 0 0 0,1 10-7 0 0,-1 1 0 0 0,1-1 0 0 0,-1 1-1 0 0,1-1 1 0 0,-1 1 0 0 0,1 0 0 0 0,-1-1-1 0 0,1 1 1 0 0,0 0 0 0 0,-1 0-1 0 0,1-1 1 0 0,-1 1 0 0 0,1 0 0 0 0,0 0-1 0 0,-1 0 1 0 0,1 0 0 0 0,0 0 0 0 0,-1 0-1 0 0,1 0 1 0 0,0 0 0 0 0,-1 0-1 0 0,1 0 1 0 0,0 0 0 0 0,-1 0 0 0 0,1 0-1 0 0,0 0 1 0 0,-1 0 0 0 0,1 1 0 0 0,0-1-1 0 0,26 8 17 0 0,-24-7-62 0 0,7 1 34 0 0,0 1 1 0 0,0-2 0 0 0,0 1 0 0 0,1-2 0 0 0,-1 1-1 0 0,1-1 1 0 0,-1-1 0 0 0,0 0 0 0 0,1 0-1 0 0,-1-1 1 0 0,0-1 0 0 0,17-5 0 0 0,-22 6 39 0 0,1 0 1 0 0,-1 0-1 0 0,1-1 1 0 0,-1 0-1 0 0,0 0 0 0 0,0 0 1 0 0,0-1-1 0 0,-1 1 1 0 0,1-1-1 0 0,-1-1 1 0 0,0 1-1 0 0,0 0 1 0 0,0-1-1 0 0,0 0 1 0 0,-1 0-1 0 0,0 0 1 0 0,0 0-1 0 0,0 0 1 0 0,-1-1-1 0 0,0 1 0 0 0,0-1 1 0 0,0 0-1 0 0,1-8 1 0 0,-2 9 11 0 0,-1 1 0 0 0,0-1-1 0 0,0 1 1 0 0,-1-1 0 0 0,1 0 0 0 0,-1 1 0 0 0,0-1 0 0 0,0 1 0 0 0,-1-1-1 0 0,1 1 1 0 0,-1-1 0 0 0,0 1 0 0 0,0 0 0 0 0,0 0 0 0 0,-1 0 0 0 0,0 0 0 0 0,1 1-1 0 0,-1-1 1 0 0,-1 1 0 0 0,1-1 0 0 0,0 1 0 0 0,-1 0 0 0 0,0 0 0 0 0,1 1-1 0 0,-1-1 1 0 0,0 1 0 0 0,0 0 0 0 0,-7-3 0 0 0,4 2-226 0 0,-1 0 0 0 0,0 0 1 0 0,0 1-1 0 0,0 0 0 0 0,0 0 1 0 0,0 1-1 0 0,0 0 0 0 0,0 1 0 0 0,0-1 1 0 0,-1 2-1 0 0,1-1 0 0 0,0 1 1 0 0,0 0-1 0 0,0 1 0 0 0,-12 3 0 0 0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45.2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3 618 10594 0 0,'0'0'69'0'0,"0"0"-1"0"0,-1 0 1 0 0,1 0 0 0 0,0 0-1 0 0,0 0 1 0 0,0 1 0 0 0,0-1-1 0 0,0 0 1 0 0,-1 0-1 0 0,1 0 1 0 0,0 1 0 0 0,0-1-1 0 0,0 0 1 0 0,0 0-1 0 0,0 0 1 0 0,0 1 0 0 0,0-1-1 0 0,0 0 1 0 0,0 0-1 0 0,0 0 1 0 0,0 1 0 0 0,0-1-1 0 0,0 0 1 0 0,0 0-1 0 0,0 1 1 0 0,0-1 0 0 0,0 0-1 0 0,0 0 1 0 0,0 0 0 0 0,0 1-1 0 0,0-1 1 0 0,0 0-1 0 0,0 0 1 0 0,0 1 0 0 0,0-1-1 0 0,0 0 1 0 0,1 0-1 0 0,-1 0 1 0 0,0 0 0 0 0,0 1-1 0 0,0-1 1 0 0,0 0-1 0 0,1 0 1 0 0,-1 0 0 0 0,0 0-1 0 0,0 0 1 0 0,0 1 0 0 0,1-1-1 0 0,-1 0 1 0 0,0 0-1 0 0,0 0 1 0 0,0 0 0 0 0,7-1 2661 0 0,-6 1-2632 0 0,1-1 0 0 0,-1 1 0 0 0,0-1 1 0 0,1 0-1 0 0,-1 1 0 0 0,0-1 0 0 0,1 0 0 0 0,-1 0 0 0 0,0 0 0 0 0,0 0 0 0 0,0 0 1 0 0,2-2-1 0 0,0 0 106 0 0,7-4 42 0 0,-1-1-1 0 0,0 0 1 0 0,0-1-1 0 0,0 0 1 0 0,-1 0-1 0 0,-1-1 1 0 0,1 0-1 0 0,-2-1 1 0 0,1 1-1 0 0,-1-1 1 0 0,-1 0 0 0 0,7-21-1 0 0,-10 25-257 0 0,0 0 1 0 0,0 1-1 0 0,-1-1 0 0 0,0 0 0 0 0,0 0 1 0 0,-1 0-1 0 0,0 0 0 0 0,0 0 0 0 0,0 0 1 0 0,-1 0-1 0 0,0 0 0 0 0,-1 0 0 0 0,1 1 1 0 0,-1-1-1 0 0,-1 0 0 0 0,1 1 0 0 0,-1-1 1 0 0,0 1-1 0 0,-1 0 0 0 0,1 0 0 0 0,-1 0 1 0 0,0 1-1 0 0,-8-9 0 0 0,11 13-3 0 0,0 0 1 0 0,0 0-1 0 0,0 0 0 0 0,0 0 0 0 0,0 0 1 0 0,0 0-1 0 0,0 0 0 0 0,0 0 0 0 0,-1 1 1 0 0,1-1-1 0 0,0 0 0 0 0,0 1 0 0 0,-1-1 0 0 0,1 1 1 0 0,0-1-1 0 0,-1 1 0 0 0,1 0 0 0 0,0 0 1 0 0,-1-1-1 0 0,1 1 0 0 0,-1 0 0 0 0,1 0 1 0 0,0 0-1 0 0,-1 1 0 0 0,1-1 0 0 0,-2 0 1 0 0,1 2-67 0 0,0-1 0 0 0,1 0 0 0 0,-1 0 0 0 0,0 1 0 0 0,0-1 1 0 0,1 1-1 0 0,-1-1 0 0 0,1 1 0 0 0,0 0 0 0 0,-1 0 0 0 0,1 0 1 0 0,0-1-1 0 0,0 1 0 0 0,-1 4 0 0 0,-2 2-157 0 0,1 1 1 0 0,1 0-1 0 0,-1 0 1 0 0,2 0-1 0 0,-1 0 1 0 0,0 18-1 0 0,3-22 229 0 0,-1 0-1 0 0,1 0 0 0 0,0 0 1 0 0,1 1-1 0 0,-1-1 0 0 0,1-1 1 0 0,0 1-1 0 0,0 0 0 0 0,1 0 1 0 0,-1-1-1 0 0,1 1 0 0 0,0-1 1 0 0,0 0-1 0 0,1 0 0 0 0,-1 0 1 0 0,1 0-1 0 0,0-1 1 0 0,0 1-1 0 0,0-1 0 0 0,0 0 1 0 0,1 0-1 0 0,-1-1 0 0 0,1 1 1 0 0,0-1-1 0 0,0 0 0 0 0,0 0 1 0 0,0 0-1 0 0,0-1 0 0 0,9 2 1 0 0,-6-2 71 0 0,-1 0 0 0 0,1 0 0 0 0,0 0 0 0 0,0-1-1 0 0,0 0 1 0 0,-1 0 0 0 0,1-1 0 0 0,0 0 0 0 0,0-1 0 0 0,-1 1 0 0 0,1-2 0 0 0,-1 1 0 0 0,1-1 0 0 0,-1 0 0 0 0,0 0 0 0 0,0-1 0 0 0,-1 0 0 0 0,1 0 0 0 0,9-9 0 0 0,-5 2-104 0 0,-1 0 1 0 0,-1 0-1 0 0,0-1 0 0 0,0 0 1 0 0,-2-1-1 0 0,1 0 1 0 0,-2 0-1 0 0,8-21 0 0 0,-11 25 16 0 0,0 1-1 0 0,-1-1 0 0 0,0 0 1 0 0,-1 0-1 0 0,0-1 0 0 0,0 1 0 0 0,-1 0 1 0 0,0 0-1 0 0,-1 0 0 0 0,0 0 1 0 0,0 0-1 0 0,-1 0 0 0 0,0 0 1 0 0,-6-15-1 0 0,-2 2 367 0 0,0 1 0 0 0,-25-36 0 0 0,28 47-184 0 0,0 0-1 0 0,-1 1 1 0 0,0 1 0 0 0,0-1-1 0 0,-1 1 1 0 0,0 0 0 0 0,-15-9 0 0 0,21 15-27 0 0,0 1 0 0 0,0 0 0 0 0,1 0 0 0 0,-1 1 0 0 0,0-1 0 0 0,0 0 0 0 0,0 1 1 0 0,0 0-1 0 0,0-1 0 0 0,-6 2 0 0 0,9-1-111 0 0,-1 0 1 0 0,0 0-1 0 0,0 0 0 0 0,1 0 1 0 0,-1 0-1 0 0,0 0 1 0 0,1 0-1 0 0,-1 0 0 0 0,0 1 1 0 0,0-1-1 0 0,1 0 1 0 0,-1 1-1 0 0,0-1 0 0 0,1 0 1 0 0,-1 1-1 0 0,1-1 1 0 0,-1 1-1 0 0,0-1 0 0 0,1 1 1 0 0,-1-1-1 0 0,1 1 1 0 0,-1-1-1 0 0,1 1 0 0 0,0 0 1 0 0,-1-1-1 0 0,1 1 1 0 0,0-1-1 0 0,-1 1 1 0 0,1 0-1 0 0,0 0 0 0 0,0-1 1 0 0,-1 1-1 0 0,1 0 1 0 0,0-1-1 0 0,0 1 0 0 0,0 0 1 0 0,0 0-1 0 0,0-1 1 0 0,0 1-1 0 0,0 0 0 0 0,0 0 1 0 0,0-1-1 0 0,1 1 1 0 0,-1 0-1 0 0,0-1 0 0 0,0 1 1 0 0,1 0-1 0 0,-1 0 1 0 0,5 7-5 0 0,0-1 1 0 0,1 0-1 0 0,0 0 1 0 0,0 0-1 0 0,0-1 0 0 0,1 0 1 0 0,-1 0-1 0 0,1-1 1 0 0,11 6-1 0 0,-9-4-9 0 0,147 91 92 0 0,-3-2-26 0 0,-110-61-2274 0 0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45.5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43 293 10594 0 0,'32'-30'3797'0'0,"-29"24"-3471"0"0,1 0 0 0 0,-1-1 0 0 0,0 1 0 0 0,0-1 0 0 0,0 1-1 0 0,-1-1 1 0 0,0 0 0 0 0,-1 0 0 0 0,1 0 0 0 0,-1 0 0 0 0,-1 0 0 0 0,1 0 0 0 0,-1 0-1 0 0,-2-13 1 0 0,1 4-233 0 0,-2 0 0 0 0,0 0 0 0 0,-1 0 0 0 0,0 0-1 0 0,-10-20 1 0 0,14 34-85 0 0,-1 0 0 0 0,0 1 1 0 0,0-1-1 0 0,0 0 0 0 0,0 0 0 0 0,0 0 0 0 0,0 1 0 0 0,0-1 0 0 0,0 0 0 0 0,-1 1 0 0 0,1-1 1 0 0,-1 1-1 0 0,1 0 0 0 0,-1-1 0 0 0,0 1 0 0 0,0 0 0 0 0,1 0 0 0 0,-1 0 0 0 0,0 0 0 0 0,0 0 1 0 0,0 1-1 0 0,0-1 0 0 0,-2 0 0 0 0,2 1 27 0 0,1 1 0 0 0,-1-1 0 0 0,1 0 0 0 0,0 1 0 0 0,-1-1 0 0 0,1 1 0 0 0,-1-1 0 0 0,1 1 0 0 0,0 0 0 0 0,-1 0 0 0 0,1 0 0 0 0,0-1 0 0 0,0 1 0 0 0,0 0 0 0 0,0 1 0 0 0,0-1 0 0 0,0 0 0 0 0,0 0 0 0 0,0 0 0 0 0,0 0 0 0 0,0 1 0 0 0,0-1 0 0 0,1 0 0 0 0,-1 1 0 0 0,1-1 0 0 0,-1 1 0 0 0,1-1 0 0 0,0 1 0 0 0,-1-1 0 0 0,1 1 0 0 0,0 1 0 0 0,-1 1-16 0 0,0-1 0 0 0,0 1 0 0 0,1 0 0 0 0,-1 0 0 0 0,1-1 0 0 0,0 1 0 0 0,0 0 0 0 0,0 0 0 0 0,1 0 0 0 0,-1-1 0 0 0,1 1 0 0 0,0 0 0 0 0,0-1 0 0 0,0 1 0 0 0,1 0 0 0 0,-1-1-1 0 0,1 0 1 0 0,0 1 0 0 0,0-1 0 0 0,0 0 0 0 0,0 0 0 0 0,1 0 0 0 0,-1 0 0 0 0,1 0 0 0 0,0-1 0 0 0,0 1 0 0 0,4 2 0 0 0,-1-1-69 0 0,0-1 0 0 0,0 0 1 0 0,1-1-1 0 0,-1 1 0 0 0,1-1 0 0 0,-1-1 0 0 0,1 1 1 0 0,0-1-1 0 0,0 0 0 0 0,0-1 0 0 0,0 0 1 0 0,-1 0-1 0 0,1 0 0 0 0,11-2 0 0 0,-3-1-941 0 0,0 0 0 0 0,-1-1 0 0 0,19-8-1 0 0,-6 1-503 0 0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45.8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159 85 3225 0 0,'0'-3'209'0'0,"0"0"0"0"0,1 1 0 0 0,-1-1 0 0 0,-1 0 0 0 0,1 0 0 0 0,0 0 0 0 0,-1 0 1 0 0,1 0-1 0 0,-1 0 0 0 0,0 0 0 0 0,0 0 0 0 0,0 1 0 0 0,0-1 0 0 0,-1 0 0 0 0,1 1 0 0 0,-1-1 0 0 0,0 1 1 0 0,1 0-1 0 0,-1-1 0 0 0,0 1 0 0 0,0 0 0 0 0,-1 0 0 0 0,-2-2 0 0 0,3 2 223 0 0,-1 0 0 0 0,0 0 0 0 0,0 0 0 0 0,0 0 0 0 0,-1 1 0 0 0,1-1 0 0 0,0 1 0 0 0,0 0 0 0 0,-1 0 0 0 0,1 0 0 0 0,-1 0 0 0 0,1 1 0 0 0,-1-1 0 0 0,0 1 0 0 0,1 0-1 0 0,-1 0 1 0 0,1 0 0 0 0,-1 0 0 0 0,-4 2 0 0 0,4-1-261 0 0,1 1-1 0 0,-1 0 0 0 0,1 0 1 0 0,-1 0-1 0 0,1 0 0 0 0,0 0 1 0 0,0 1-1 0 0,0-1 0 0 0,0 1 0 0 0,0 0 1 0 0,1 0-1 0 0,-1 0 0 0 0,1 0 1 0 0,0 1-1 0 0,0-1 0 0 0,0 1 1 0 0,0-1-1 0 0,1 1 0 0 0,-1-1 1 0 0,1 1-1 0 0,0 0 0 0 0,0 0 1 0 0,0 0-1 0 0,1 0 0 0 0,-1 0 1 0 0,1 6-1 0 0,0-7-140 0 0,0 0 1 0 0,0 0-1 0 0,0 0 0 0 0,0 0 1 0 0,0 0-1 0 0,1 0 0 0 0,-1 0 1 0 0,1 0-1 0 0,0 0 0 0 0,0 0 1 0 0,0-1-1 0 0,0 1 0 0 0,1 0 1 0 0,-1-1-1 0 0,1 1 0 0 0,-1-1 0 0 0,1 1 1 0 0,0-1-1 0 0,0 0 0 0 0,0 0 1 0 0,0 0-1 0 0,1 0 0 0 0,-1 0 1 0 0,0 0-1 0 0,1 0 0 0 0,-1-1 1 0 0,1 0-1 0 0,0 1 0 0 0,-1-1 1 0 0,1 0-1 0 0,0 0 0 0 0,0 0 1 0 0,0-1-1 0 0,0 1 0 0 0,4 0 1 0 0,0-1-23 0 0,0-1 0 0 0,0 0 0 0 0,1 0 1 0 0,-1-1-1 0 0,0 1 0 0 0,-1-1 0 0 0,1-1 0 0 0,0 1 1 0 0,9-7-1 0 0,56-35-3000 0 0,-53 30-4140 0 0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46.8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74 87 6913 0 0,'-4'-1'359'0'0,"0"0"-1"0"0,1 1 1 0 0,-1-1-1 0 0,0 1 1 0 0,0 0-1 0 0,-7 1 1 0 0,10-1-292 0 0,1 0 0 0 0,-1 0 0 0 0,0 0 0 0 0,1 0 0 0 0,-1 1 1 0 0,0-1-1 0 0,1 0 0 0 0,-1 0 0 0 0,1 0 0 0 0,-1 0 1 0 0,0 1-1 0 0,1-1 0 0 0,-1 0 0 0 0,1 1 0 0 0,-1-1 1 0 0,1 0-1 0 0,-1 1 0 0 0,1-1 0 0 0,-1 1 0 0 0,1-1 0 0 0,-1 1 1 0 0,1-1-1 0 0,-1 1 0 0 0,1-1 0 0 0,0 1 0 0 0,-1 0 1 0 0,1-1-1 0 0,0 1 0 0 0,0-1 0 0 0,-1 1 0 0 0,1 0 0 0 0,0-1 1 0 0,0 1-1 0 0,0 0 0 0 0,0-1 0 0 0,0 1 0 0 0,0 0 1 0 0,0-1-1 0 0,0 1 0 0 0,0 0 0 0 0,0-1 0 0 0,0 1 0 0 0,1 1 1 0 0,12-4 5565 0 0,-14-2-5178 0 0,1 1-1 0 0,-1-1 1 0 0,1 0 0 0 0,0 1 0 0 0,0-1-1 0 0,0 1 1 0 0,1-1 0 0 0,2-8 2106 0 0,-4-7-5699 0 0,1 16 3199 0 0,-1 1 1 0 0,0 0 0 0 0,0 0-1 0 0,0 0 1 0 0,0 0 0 0 0,0 0 0 0 0,0 0-1 0 0,-1 0 1 0 0,1 0 0 0 0,-1 1-1 0 0,1-1 1 0 0,-1 0 0 0 0,1 1 0 0 0,-1-1-1 0 0,0 1 1 0 0,0 0 0 0 0,-3-2 0 0 0,-7-7 879 0 0,16 16-796 0 0,-1-1-1 0 0,0 0 1 0 0,0 1-1 0 0,0-1 1 0 0,2 8 0 0 0,5 10-169 0 0,6 7 93 0 0,0-2-1 0 0,35 45 1 0 0,-41-62-64 0 0,0 0 0 0 0,0 0 0 0 0,1-2 0 0 0,0 1 1 0 0,1-1-1 0 0,0-1 0 0 0,1 0 0 0 0,21 10 0 0 0,46 20-2695 0 0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47.2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0 318 8290 0 0,'7'-9'753'0'0,"0"-1"-1"0"0,1 1 1 0 0,0 0 0 0 0,0 0 0 0 0,1 1-1 0 0,0 0 1 0 0,13-8 0 0 0,8-8 162 0 0,-2 0 480 0 0,16-5-5240 0 0,-39 26 3200 0 0,1 0 0 0 0,0 1 0 0 0,0 0 0 0 0,0 0 0 0 0,1 0 0 0 0,-1 1 0 0 0,0-1 0 0 0,0 2 0 0 0,1-1 0 0 0,-1 1 0 0 0,11 0 0 0 0,-11 1 628 0 0,0-1-1 0 0,-1 1 1 0 0,1 1-1 0 0,-1-1 1 0 0,10 4-1 0 0,4 4 2377 0 0,17-1 1490 0 0,-32-8-3297 0 0,0 1 1 0 0,-1-1 0 0 0,1 1-1 0 0,-1-1 1 0 0,1 1 0 0 0,-1 0-1 0 0,1 0 1 0 0,-1 1 0 0 0,1-1-1 0 0,-1 1 1 0 0,4 2 0 0 0,-8-3-302 0 0,1-1 1 0 0,-1 0 0 0 0,0 1-1 0 0,0-1 1 0 0,1 0 0 0 0,-1 0-1 0 0,0 0 1 0 0,0 1 0 0 0,0-1-1 0 0,1 0 1 0 0,-1 0 0 0 0,0 0-1 0 0,0 0 1 0 0,0 0 0 0 0,1 0-1 0 0,-1-1 1 0 0,0 1-1 0 0,0 0 1 0 0,0 0 0 0 0,1-1-1 0 0,-1 1 1 0 0,-1-1 0 0 0,-1 0-230 0 0,-1 0 0 0 0,1 0 0 0 0,-1-1 0 0 0,1 1 0 0 0,0-1 1 0 0,0 0-1 0 0,0 0 0 0 0,0 0 0 0 0,0-1 0 0 0,0 1 0 0 0,0 0 0 0 0,1-1 0 0 0,-1 0 1 0 0,1 0-1 0 0,0 0 0 0 0,0 0 0 0 0,0 0 0 0 0,0 0 0 0 0,0 0 0 0 0,1-1 1 0 0,0 1-1 0 0,-1-1 0 0 0,1 1 0 0 0,0-1 0 0 0,1 1 0 0 0,-1-1 0 0 0,1 0 1 0 0,-1 1-1 0 0,1-1 0 0 0,0 0 0 0 0,1 1 0 0 0,-1-1 0 0 0,1 0 0 0 0,1-4 1 0 0,-1 2-242 0 0,1 0 0 0 0,0 0 0 0 0,0 1 1 0 0,0-1-1 0 0,1 0 0 0 0,0 1 1 0 0,0 0-1 0 0,0 0 0 0 0,1 0 0 0 0,-1 0 1 0 0,1 1-1 0 0,1-1 0 0 0,-1 1 1 0 0,6-4-1 0 0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47.52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49 1 5905 0 0,'-4'2'522'0'0,"1"1"0"0"0,-1 0 0 0 0,1 0-1 0 0,0 0 1 0 0,1 0 0 0 0,-1 0 0 0 0,0 1-1 0 0,1-1 1 0 0,0 1 0 0 0,0 0 0 0 0,0 0 0 0 0,0 0-1 0 0,0 0 1 0 0,1 0 0 0 0,0 0 0 0 0,-1 6-1 0 0,-1-1-170 0 0,2 1-1 0 0,-1 0 0 0 0,1-1 0 0 0,1 1 0 0 0,-1 0 0 0 0,3 13 0 0 0,-1-19-331 0 0,0-1-1 0 0,0 1 0 0 0,1-1 0 0 0,-1 1 1 0 0,1-1-1 0 0,0 1 0 0 0,0-1 0 0 0,0 0 1 0 0,1 0-1 0 0,-1 0 0 0 0,1 0 1 0 0,-1-1-1 0 0,1 1 0 0 0,0-1 0 0 0,0 1 1 0 0,0-1-1 0 0,0 0 0 0 0,1 0 0 0 0,-1-1 1 0 0,1 1-1 0 0,-1 0 0 0 0,1-1 0 0 0,-1 0 1 0 0,1 0-1 0 0,0 0 0 0 0,0-1 0 0 0,7 1 1 0 0,-7 0 75 0 0,0 0 1 0 0,1-1-1 0 0,-1 0 1 0 0,0 0-1 0 0,1 0 0 0 0,-1 0 1 0 0,0-1-1 0 0,0 0 1 0 0,1 0-1 0 0,-1 0 1 0 0,0 0-1 0 0,0-1 1 0 0,0 1-1 0 0,0-1 0 0 0,0 0 1 0 0,0 0-1 0 0,-1-1 1 0 0,1 1-1 0 0,-1-1 1 0 0,1 0-1 0 0,-1 0 1 0 0,0 0-1 0 0,0 0 1 0 0,4-6-1 0 0,-6 6-64 0 0,-1 1 0 0 0,1-1-1 0 0,-1 0 1 0 0,1 0 0 0 0,-1 0 0 0 0,0 0 0 0 0,0 0 0 0 0,0 1-1 0 0,0-1 1 0 0,-1 0 0 0 0,1 0 0 0 0,-1 0 0 0 0,0 0-1 0 0,0 1 1 0 0,0-1 0 0 0,0 0 0 0 0,0 1 0 0 0,0-1 0 0 0,-1 1-1 0 0,1-1 1 0 0,-1 1 0 0 0,-3-4 0 0 0,-3-4 129 0 0,0 0 0 0 0,-1 1 0 0 0,-18-16 0 0 0,24 22-367 0 0,-1 0 0 0 0,1 0 1 0 0,-1 1-1 0 0,0-1 0 0 0,0 1 0 0 0,0 0 1 0 0,-1 0-1 0 0,1 0 0 0 0,0 1 1 0 0,-1-1-1 0 0,1 1 0 0 0,-1 0 1 0 0,1 1-1 0 0,-9-1 0 0 0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47.9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1 114 8754 0 0,'-1'0'51'0'0,"1"-1"0"0"0,0 1 1 0 0,0 0-1 0 0,0-1 0 0 0,1 1 0 0 0,-1 0 0 0 0,0-1 1 0 0,0 1-1 0 0,0 0 0 0 0,0 0 0 0 0,0-1 0 0 0,0 1 1 0 0,0 0-1 0 0,0 0 0 0 0,1-1 0 0 0,-1 1 0 0 0,0 0 1 0 0,0 0-1 0 0,0-1 0 0 0,0 1 0 0 0,1 0 0 0 0,-1 0 1 0 0,0 0-1 0 0,0-1 0 0 0,1 1 0 0 0,-1 0 1 0 0,0 0-1 0 0,0 0 0 0 0,1 0 0 0 0,-1 0 0 0 0,0 0 1 0 0,1-1-1 0 0,-1 1 0 0 0,0 0 0 0 0,0 0 0 0 0,1 0 1 0 0,-1 0-1 0 0,0 0 0 0 0,1 0 0 0 0,-1 0 0 0 0,0 0 1 0 0,0 0-1 0 0,1 0 0 0 0,-1 0 0 0 0,4 3 1730 0 0,-1-1-680 0 0,1 4-642 0 0,-1-1 0 0 0,1 1 0 0 0,-1 0-1 0 0,0-1 1 0 0,3 10 0 0 0,-4-9-226 0 0,1 0 1 0 0,0 1-1 0 0,0-1 0 0 0,1 0 1 0 0,0 0-1 0 0,6 7 1 0 0,-6-18-447 0 0,-1 1 0 0 0,0-1 0 0 0,0 0 1 0 0,0-1-1 0 0,3-6 0 0 0,9-41-1122 0 0,-13 41 1579 0 0,1 0 0 0 0,1 1 1 0 0,0-1-1 0 0,1 1 0 0 0,0-1 1 0 0,10-16-1 0 0,-14 27-136 0 0,0 0 1 0 0,0 0-1 0 0,0-1 0 0 0,0 1 0 0 0,0 0 0 0 0,0 0 1 0 0,0 0-1 0 0,1 0 0 0 0,-1 1 0 0 0,0-1 1 0 0,1 0-1 0 0,-1 0 0 0 0,0 1 0 0 0,1-1 1 0 0,-1 1-1 0 0,1-1 0 0 0,-1 1 0 0 0,1 0 1 0 0,-1-1-1 0 0,1 1 0 0 0,-1 0 0 0 0,1 0 0 0 0,-1 0 1 0 0,1 0-1 0 0,-1 1 0 0 0,1-1 0 0 0,-1 0 1 0 0,1 0-1 0 0,-1 1 0 0 0,1-1 0 0 0,-1 1 1 0 0,1 0-1 0 0,1 1 0 0 0,5 2-78 0 0,-1 1 0 0 0,0 0 0 0 0,0 0-1 0 0,11 12 1 0 0,-7-6-1022 0 0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48.5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0 135 14283 0 0,'12'12'2246'0'0,"0"1"-1"0"0,12 18 1 0 0,4 4-1393 0 0,-4-5-735 0 0,23 26 166 0 0,-43-52-270 0 0,0 0 0 0 0,0-1 0 0 0,0 1 0 0 0,0-1 0 0 0,1 0 0 0 0,0 0 0 0 0,-1-1 0 0 0,1 0 0 0 0,0 1 0 0 0,8 1 0 0 0,-12-4-13 0 0,1 0 1 0 0,-1 0 0 0 0,1 0-1 0 0,-1 0 1 0 0,0 0-1 0 0,1 0 1 0 0,-1-1 0 0 0,1 1-1 0 0,-1 0 1 0 0,0-1-1 0 0,1 1 1 0 0,-1-1 0 0 0,0 1-1 0 0,0-1 1 0 0,1 0-1 0 0,-1 0 1 0 0,0 1 0 0 0,0-1-1 0 0,0 0 1 0 0,0 0-1 0 0,0 0 1 0 0,0 0 0 0 0,0 0-1 0 0,0-1 1 0 0,-1 1-1 0 0,1 0 1 0 0,0 0 0 0 0,0 0-1 0 0,-1-1 1 0 0,1 1-1 0 0,-1 0 1 0 0,0-1 0 0 0,1 1-1 0 0,-1-1 1 0 0,0-1-1 0 0,4-10 31 0 0,-2 0 0 0 0,3-26 0 0 0,-4 22-9 0 0,2-7 51 0 0,14-73-318 0 0,-15 88 207 0 0,1-1 1 0 0,0 1-1 0 0,0-1 1 0 0,1 1 0 0 0,1 0-1 0 0,-1 0 1 0 0,9-11-1 0 0,-11 17 49 0 0,-1 1-1 0 0,1 0 1 0 0,0 0-1 0 0,-1 0 1 0 0,1 0-1 0 0,0 1 1 0 0,0-1-1 0 0,0 0 0 0 0,0 1 1 0 0,1 0-1 0 0,-1-1 1 0 0,0 1-1 0 0,1 0 1 0 0,-1 0-1 0 0,1 0 1 0 0,-1 0-1 0 0,1 1 1 0 0,-1-1-1 0 0,1 1 0 0 0,-1-1 1 0 0,1 1-1 0 0,0 0 1 0 0,-1 0-1 0 0,1 0 1 0 0,0 1-1 0 0,-1-1 1 0 0,1 0-1 0 0,-1 1 1 0 0,1 0-1 0 0,-1 0 0 0 0,1 0 1 0 0,-1 0-1 0 0,5 2 1 0 0,6 5 106 0 0,-1 1 1 0 0,0 0 0 0 0,-1 1-1 0 0,0 0 1 0 0,11 12 0 0 0,15 14-530 0 0,-9-16-1775 0 0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48.9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50 63 8754 0 0,'-2'1'382'0'0,"0"-1"1"0"0,0 1-1 0 0,0-1 0 0 0,0 1 1 0 0,0 0-1 0 0,0 0 1 0 0,0 0-1 0 0,0 0 0 0 0,0 0 1 0 0,0 1-1 0 0,1-1 1 0 0,-1 0-1 0 0,1 1 0 0 0,-1-1 1 0 0,1 1-1 0 0,-1 0 1 0 0,1 0-1 0 0,0-1 0 0 0,0 1 1 0 0,0 0-1 0 0,0 0 1 0 0,0 0-1 0 0,-1 2 0 0 0,0 0-67 0 0,1 1-1 0 0,-1-1 0 0 0,1 0 0 0 0,-1 1 0 0 0,1-1 0 0 0,1 1 1 0 0,-1-1-1 0 0,1 1 0 0 0,-1-1 0 0 0,2 6 0 0 0,-1-7-257 0 0,1 1 0 0 0,0 0 0 0 0,0-1 0 0 0,0 0 0 0 0,0 1 0 0 0,1-1 0 0 0,-1 0 0 0 0,1 0 0 0 0,0 0 0 0 0,0 0 0 0 0,0 0 0 0 0,0 0 0 0 0,0 0 0 0 0,1-1 0 0 0,0 1 0 0 0,-1-1 0 0 0,1 1 0 0 0,6 3 0 0 0,-4-4-23 0 0,0 0 0 0 0,1 1 0 0 0,-1-2 0 0 0,0 1 0 0 0,1-1 0 0 0,0 1 1 0 0,-1-2-1 0 0,1 1 0 0 0,0 0 0 0 0,-1-1 0 0 0,8-1 0 0 0,-4 1-32 0 0,-1-1-1 0 0,0 0 1 0 0,0-1 0 0 0,-1 0-1 0 0,1 0 1 0 0,0 0 0 0 0,-1-1-1 0 0,1-1 1 0 0,-1 1 0 0 0,0-1-1 0 0,0 0 1 0 0,0-1 0 0 0,0 1-1 0 0,-1-1 1 0 0,0-1 0 0 0,0 1-1 0 0,6-9 1 0 0,-10 11 3 0 0,0 0-1 0 0,-1 0 1 0 0,1 0 0 0 0,-1 0 0 0 0,0-1-1 0 0,0 1 1 0 0,0-1 0 0 0,0 1 0 0 0,-1-1-1 0 0,1 1 1 0 0,-1-1 0 0 0,0 1 0 0 0,0-1-1 0 0,0 1 1 0 0,-1-1 0 0 0,1 1-1 0 0,-1-1 1 0 0,0 1 0 0 0,0 0 0 0 0,0-1-1 0 0,0 1 1 0 0,-1 0 0 0 0,1 0 0 0 0,-1 0-1 0 0,0-1 1 0 0,0 2 0 0 0,0-1 0 0 0,0 0-1 0 0,0 0 1 0 0,-1 1 0 0 0,-4-5 0 0 0,1 2-1 0 0,0 0 1 0 0,0 0 0 0 0,0 0 0 0 0,-1 1 0 0 0,1 0 0 0 0,-1 0 0 0 0,0 1 0 0 0,0 0 0 0 0,0 0-1 0 0,-1 0 1 0 0,1 1 0 0 0,-1 0 0 0 0,-12-1 0 0 0,15 3-105 0 0,0 0 1 0 0,1 0-1 0 0,-1 0 1 0 0,0 0 0 0 0,1 1-1 0 0,-1 0 1 0 0,1 0-1 0 0,-1 0 1 0 0,1 0-1 0 0,-1 1 1 0 0,1 0-1 0 0,0 0 1 0 0,0 0-1 0 0,-6 4 1 0 0,1 2-902 0 0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50.1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68 447 10594 0 0,'1'-13'613'0'0,"0"1"1"0"0,1 0-1 0 0,3-13 0 0 0,5-33 1127 0 0,-10 29-1527 0 0,-1-1 0 0 0,-2 1 0 0 0,-1 0 0 0 0,-1 0-1 0 0,-1 0 1 0 0,-2 1 0 0 0,-1 0 0 0 0,-1 0 0 0 0,-18-33 0 0 0,28 61-224 0 0,1 0-1 0 0,-1-1 1 0 0,0 1 0 0 0,0 0 0 0 0,0 0 0 0 0,0-1 0 0 0,-1 1 0 0 0,1 0 0 0 0,0 0 0 0 0,0-1 0 0 0,0 1 0 0 0,0 0 0 0 0,0 0 0 0 0,0 0 0 0 0,0-1-1 0 0,0 1 1 0 0,0 0 0 0 0,-1 0 0 0 0,1-1 0 0 0,0 1 0 0 0,0 0 0 0 0,0 0 0 0 0,0 0 0 0 0,-1 0 0 0 0,1-1 0 0 0,0 1 0 0 0,0 0 0 0 0,0 0-1 0 0,-1 0 1 0 0,1 0 0 0 0,0 0 0 0 0,0 0 0 0 0,0 0 0 0 0,-1 0 0 0 0,1-1 0 0 0,0 1 0 0 0,0 0 0 0 0,-1 0 0 0 0,1 0 0 0 0,0 0 0 0 0,0 0 0 0 0,-1 0-1 0 0,1 0 1 0 0,0 0 0 0 0,0 0 0 0 0,-1 1 0 0 0,1-1 0 0 0,0 0 0 0 0,0 0 0 0 0,-1 0 0 0 0,-3 17-404 0 0,4 24 360 0 0,1-28 287 0 0,1 1 1 0 0,0 0 0 0 0,1-1 0 0 0,1 0-1 0 0,0 0 1 0 0,1 0 0 0 0,0 0-1 0 0,1-1 1 0 0,0 0 0 0 0,1 0 0 0 0,1-1-1 0 0,0 1 1 0 0,0-2 0 0 0,1 1-1 0 0,0-1 1 0 0,14 11 0 0 0,-10-10-462 0 0,0-1 1 0 0,1-1 0 0 0,0 0-1 0 0,25 11 1 0 0,-21-13-6480 0 0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50.7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9 9674 0 0,'51'-4'4908'0'0,"-45"3"-4483"0"0,1-1 0 0 0,0 1 1 0 0,0 1-1 0 0,0 0 1 0 0,0 0-1 0 0,0 0 1 0 0,0 0-1 0 0,0 1 1 0 0,0 1-1 0 0,0-1 0 0 0,-1 1 1 0 0,1 0-1 0 0,0 0 1 0 0,7 5-1 0 0,-8-3-271 0 0,1 0-1 0 0,0 1 1 0 0,-1 1-1 0 0,0-1 1 0 0,-1 1 0 0 0,1 0-1 0 0,-1 0 1 0 0,0 0-1 0 0,6 11 1 0 0,3 7-39 0 0,15 38 1 0 0,-20-40-243 0 0,1-1 0 0 0,20 32 0 0 0,-19-38-1076 0 0,1 1-3892 0 0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51.2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1 334 10594 0 0,'3'-2'927'0'0,"0"1"0"0"0,0 0 0 0 0,1-1 0 0 0,-1 0 0 0 0,0 0 0 0 0,-1 0 0 0 0,6-4 0 0 0,48-44 857 0 0,-50 43-1736 0 0,1-1 1 0 0,-1 0 0 0 0,0 0-1 0 0,-1 0 1 0 0,0-1 0 0 0,0 0 0 0 0,-1 0-1 0 0,0 0 1 0 0,-1 0 0 0 0,0-1 0 0 0,0 1-1 0 0,1-12 1 0 0,-4 15-25 0 0,1-1 1 0 0,-1 1-1 0 0,0 0 1 0 0,-1 0-1 0 0,0 0 1 0 0,0 0-1 0 0,0 0 1 0 0,0 0-1 0 0,-1 0 1 0 0,0 0-1 0 0,0 1 0 0 0,-1-1 1 0 0,0 1-1 0 0,0-1 1 0 0,0 1-1 0 0,0 0 1 0 0,-1 0-1 0 0,0 0 1 0 0,0 1-1 0 0,-9-9 0 0 0,11 12-13 0 0,1-1 0 0 0,-1 1-1 0 0,1 0 1 0 0,-1-1-1 0 0,0 1 1 0 0,0 0-1 0 0,0 0 1 0 0,0 0-1 0 0,0 0 1 0 0,0 0-1 0 0,0 0 1 0 0,0 1 0 0 0,0-1-1 0 0,0 1 1 0 0,0-1-1 0 0,-1 1 1 0 0,1 0-1 0 0,-4 0 1 0 0,4 1 13 0 0,0-1 1 0 0,0 1 0 0 0,1 0-1 0 0,-1-1 1 0 0,0 1-1 0 0,0 0 1 0 0,1 0-1 0 0,-1 0 1 0 0,1 1 0 0 0,-1-1-1 0 0,1 0 1 0 0,-1 1-1 0 0,1-1 1 0 0,0 1 0 0 0,0-1-1 0 0,-1 1 1 0 0,0 1-1 0 0,-1 3 36 0 0,0 1 0 0 0,0-1 0 0 0,1 1 0 0 0,-1-1 0 0 0,2 1 0 0 0,-1 0 0 0 0,1 0-1 0 0,0 0 1 0 0,0 0 0 0 0,0 9 0 0 0,2-9-20 0 0,-1 0 1 0 0,1 1-1 0 0,1-1 0 0 0,-1 0 0 0 0,1 0 0 0 0,0 0 1 0 0,1 0-1 0 0,0 0 0 0 0,0-1 0 0 0,0 1 0 0 0,1-1 1 0 0,0 0-1 0 0,0 0 0 0 0,1 0 0 0 0,-1-1 1 0 0,9 8-1 0 0,-5-6-230 0 0,-1-1 0 0 0,1 0 1 0 0,0-1-1 0 0,17 9 1 0 0,-15-9-1294 0 0,2-1 1 0 0,-1 0 0 0 0,20 5 0 0 0,1-4-5413 0 0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51.6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15 3225 0 0,'-38'-15'16875'0'0,"66"25"-15510"0"0,-7 4-992 0 0,-1 1 1 0 0,-1 0 0 0 0,0 2 0 0 0,23 26 0 0 0,-23-22-792 0 0,-1 2 1 0 0,-1 0-1 0 0,22 40 0 0 0,-34-54-1647 0 0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51.8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94 3225 0 0,'2'-5'121'0'0,"0"1"1"0"0,0 0 0 0 0,0 0 0 0 0,0 0-1 0 0,1 0 1 0 0,-1 0 0 0 0,1 1 0 0 0,0-1-1 0 0,0 1 1 0 0,1 0 0 0 0,-1 0-1 0 0,1 0 1 0 0,-1 0 0 0 0,1 0 0 0 0,0 1-1 0 0,5-3 1 0 0,2-1 780 0 0,0 1 1 0 0,0 0-1 0 0,1 1 0 0 0,-1 0 0 0 0,13-2 1 0 0,-22 5-680 0 0,0 1 0 0 0,1-1 1 0 0,-1 1-1 0 0,0 0 0 0 0,0-1 1 0 0,0 1-1 0 0,1 0 0 0 0,-1 1 1 0 0,0-1-1 0 0,0 0 0 0 0,0 1 1 0 0,1-1-1 0 0,-1 1 0 0 0,0 0 1 0 0,2 0-1 0 0,-3 0-89 0 0,0 0 0 0 0,0-1 0 0 0,-1 1 1 0 0,1 0-1 0 0,0 0 0 0 0,-1-1 0 0 0,1 1 0 0 0,0 0 0 0 0,-1 0 0 0 0,1 0 0 0 0,-1 0 0 0 0,1 0 0 0 0,-1 0 0 0 0,0 0 0 0 0,1 0 1 0 0,-1 0-1 0 0,0 0 0 0 0,0 0 0 0 0,0 0 0 0 0,0 0 0 0 0,0 0 0 0 0,0 2 0 0 0,-1 2 90 0 0,0 0-1 0 0,0 1 1 0 0,-1-1 0 0 0,1 0 0 0 0,-1 1-1 0 0,0-1 1 0 0,-1 0 0 0 0,0-1-1 0 0,1 1 1 0 0,-5 5 0 0 0,-27 29 404 0 0,-1 0-1277 0 0,19-12-3043 0 0,15-21 1547 0 0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52.1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90 27 6737 0 0,'1'0'89'0'0,"-1"-1"0"0"0,1 1 0 0 0,-1-1 0 0 0,0 0 0 0 0,1 1 0 0 0,-1-1-1 0 0,0 0 1 0 0,1 1 0 0 0,-1-1 0 0 0,0 0 0 0 0,0 0 0 0 0,1 1 0 0 0,-1-1 0 0 0,0 0-1 0 0,0 0 1 0 0,0 1 0 0 0,0-1 0 0 0,0 0 0 0 0,0 0 0 0 0,0 1 0 0 0,-1-1-1 0 0,1 0 1 0 0,0 0 0 0 0,0 1 0 0 0,0-1 0 0 0,-1 0 0 0 0,1 1 0 0 0,0-1 0 0 0,-1 0-1 0 0,1 1 1 0 0,-1-1 0 0 0,1 0 0 0 0,-1 1 0 0 0,1-1 0 0 0,-1 1 0 0 0,0-1-1 0 0,0 0 137 0 0,0 1-1 0 0,-1 0 1 0 0,1 0-1 0 0,0 0 1 0 0,0 0-1 0 0,0 0 0 0 0,0 0 1 0 0,0 0-1 0 0,-1 0 1 0 0,1 0-1 0 0,0 1 0 0 0,0-1 1 0 0,0 0-1 0 0,0 1 1 0 0,0-1-1 0 0,0 1 0 0 0,0-1 1 0 0,0 1-1 0 0,0-1 1 0 0,0 1-1 0 0,0 0 0 0 0,0 0 1 0 0,-1 1-1 0 0,-5 5 65 0 0,1 0 0 0 0,0 1 0 0 0,1 0 1 0 0,0 0-1 0 0,0 0 0 0 0,1 1 0 0 0,0-1 0 0 0,0 1 0 0 0,-3 14 0 0 0,5-19-190 0 0,1 0 0 0 0,0 0 0 0 0,0 0 0 0 0,0 1 0 0 0,0-1 0 0 0,1 0-1 0 0,0 0 1 0 0,0 1 0 0 0,0-1 0 0 0,0 0 0 0 0,1 1 0 0 0,-1-1 0 0 0,1 0 0 0 0,0 0 0 0 0,0 0 0 0 0,1 1 0 0 0,-1-1 0 0 0,1-1 0 0 0,0 1 0 0 0,0 0 0 0 0,0 0 0 0 0,1-1-1 0 0,2 4 1 0 0,-4-6-126 0 0,0 0 0 0 0,1 0 0 0 0,-1 0 0 0 0,0 0-1 0 0,0 0 1 0 0,0 0 0 0 0,1 0 0 0 0,-1-1-1 0 0,1 1 1 0 0,-1-1 0 0 0,0 1 0 0 0,1-1 0 0 0,-1 1-1 0 0,1-1 1 0 0,-1 0 0 0 0,1 0 0 0 0,-1 1-1 0 0,1-1 1 0 0,-1 0 0 0 0,1-1 0 0 0,-1 1 0 0 0,1 0-1 0 0,-1 0 1 0 0,1-1 0 0 0,2 0 0 0 0,-1 0-104 0 0,0-1 0 0 0,0 0 0 0 0,-1 0 1 0 0,1 0-1 0 0,0 0 0 0 0,-1-1 0 0 0,1 1 0 0 0,-1-1 1 0 0,0 1-1 0 0,1-1 0 0 0,0-3 0 0 0,3-2-169 0 0,-2 0 0 0 0,1-1 0 0 0,-1 0 0 0 0,0 0 0 0 0,-1 0-1 0 0,0 0 1 0 0,3-15 0 0 0,2-46 5328 0 0,27 97-4068 0 0,-31-22-994 0 0,2 1-1 0 0,-1-1 1 0 0,1 0 0 0 0,0 0-1 0 0,7 4 1 0 0,8-1-6199 0 0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52.3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 2761 0 0,'0'1'405'0'0,"-1"1"1"0"0,1-1 0 0 0,0 1 0 0 0,0-1 0 0 0,0 1-1 0 0,0-1 1 0 0,0 1 0 0 0,0-1 0 0 0,0 1 0 0 0,0-1-1 0 0,0 1 1 0 0,1-1 0 0 0,-1 1 0 0 0,1-1 0 0 0,-1 0-1 0 0,2 3 1 0 0,-1-2 44 0 0,4 13 1136 0 0,1 0 0 0 0,0-1 0 0 0,1 1 0 0 0,13 18 0 0 0,-16-26-1520 0 0,0-2 0 0 0,0 1 0 0 0,1 0 0 0 0,0-1 0 0 0,0 0 0 0 0,0 0 0 0 0,1 0-1 0 0,-1-1 1 0 0,1 0 0 0 0,1 0 0 0 0,-1 0 0 0 0,8 3 0 0 0,-7-6-1182 0 0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52.5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 8 10138 0 0,'-9'-4'448'0'0,"4"3"96"0"0,1 0-440 0 0,1 0-104 0 0,2 1 0 0 0,0 0 0 0 0,1 1 272 0 0,-2 0 33 0 0,1 2 7 0 0,1 0 0 0 0,0 3-400 0 0,1-1-72 0 0,3 1-24 0 0,1 0 0 0 0,2-1 184 0 0,-1-1 0 0 0,2 0 0 0 0,-2-4 80 0 0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52.8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0 189 3681 0 0,'0'0'284'0'0,"32"4"5210"0"0,-24-2-4495 0 0,0 0-1 0 0,-1 1 1 0 0,1-1-1 0 0,-1 2 1 0 0,0-1-1 0 0,1 1 1 0 0,-2 0-1 0 0,11 8 1 0 0,2 3-250 0 0,24 27 0 0 0,-23-21-473 0 0,-24-26-122 0 0,1 0-1 0 0,0 0 1 0 0,0 0-1 0 0,0-1 1 0 0,0 1-1 0 0,1-1 1 0 0,0 0-1 0 0,0 0 1 0 0,1 1-1 0 0,-1-1 1 0 0,1 0-1 0 0,1 0 1 0 0,-1 0-1 0 0,1-1 1 0 0,0 1-1 0 0,1 0 1 0 0,-1 0-1 0 0,2-7 1 0 0,1-3-146 0 0,0 0 0 0 0,1 0 0 0 0,0 0 1 0 0,1 1-1 0 0,13-26 0 0 0,-14 33-255 0 0,1 0-1 0 0,-1 0 0 0 0,2 0 1 0 0,-1 1-1 0 0,9-9 1 0 0,2 1-321 0 0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54.8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18 121 7834 0 0,'-18'10'8082'0'0,"30"-11"-6896"0"0,32-9-208 0 0,0-2 0 0 0,67-27 0 0 0,4-3 215 0 0,-39 16-7992 0 0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55.1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49 32 3681 0 0,'-36'-31'13117'0'0,"35"32"-12907"0"0,0 0-35 0 0,0 0 1 0 0,0 1-1 0 0,0-1 1 0 0,0 0-1 0 0,1 1 1 0 0,-1-1-1 0 0,1 1 1 0 0,-1-1-1 0 0,1 1 1 0 0,-1-1-1 0 0,1 1 1 0 0,0 2-1 0 0,-2 26 8 0 0,1-1-1 0 0,1 1 0 0 0,2 0 0 0 0,2 0 0 0 0,9 41 0 0 0,-1-2-76 0 0,-10-48-271 0 0,1 0 0 0 0,1-1-1 0 0,1 1 1 0 0,1-1 0 0 0,1 0-1 0 0,0-1 1 0 0,15 26-1 0 0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56.4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1042 77 4145 0 0,'0'-1'237'0'0,"1"1"0"0"0,0-1 1 0 0,-1 0-1 0 0,1 0 0 0 0,-1 0 0 0 0,1 0 0 0 0,-1 0 1 0 0,1 0-1 0 0,-1 0 0 0 0,0 0 0 0 0,0 0 0 0 0,1 0 1 0 0,-1 0-1 0 0,0 0 0 0 0,0 0 0 0 0,0 0 1 0 0,0 0-1 0 0,0 0 0 0 0,0 0 0 0 0,0 0 0 0 0,0 0 1 0 0,-1 0-1 0 0,1 0 0 0 0,0 0 0 0 0,-1 0 0 0 0,1 0 1 0 0,0 0-1 0 0,-1 0 0 0 0,0-1 0 0 0,-1 1 128 0 0,0 1 0 0 0,-1-1-1 0 0,1 0 1 0 0,0 1-1 0 0,0 0 1 0 0,-1-1 0 0 0,1 1-1 0 0,0 0 1 0 0,0 0 0 0 0,-1 0-1 0 0,1 0 1 0 0,0 1 0 0 0,-5 0-1 0 0,-39 7 2149 0 0,-6 1-1771 0 0,0-2 0 0 0,0-2 0 0 0,-67-3 0 0 0,99-5-699 0 0,0 0 0 0 0,-34-12-1 0 0,36 10-44 0 0,0 0-1 0 0,0 1 0 0 0,-31-3 1 0 0,11 4 77 0 0,-52-11 1 0 0,18 2-11 0 0,37 9-65 0 0,0 1 0 0 0,-39 5 0 0 0,4-1 0 0 0,68-2-259 0 0,0 0 0 0 0,0 0 0 0 0,1 0 1 0 0,-1 0-1 0 0,0 1 0 0 0,1-1 0 0 0,-1 1 1 0 0,0-1-1 0 0,1 1 0 0 0,-1 0 0 0 0,1-1 0 0 0,-1 1 1 0 0,1 0-1 0 0,-1 0 0 0 0,1 0 0 0 0,0 0 1 0 0,-1 0-1 0 0,1 1 0 0 0,0-1 0 0 0,0 0 0 0 0,0 1 1 0 0,0-1-1 0 0,0 0 0 0 0,0 1 0 0 0,-1 2 1 0 0,4-8-787 0 0,-2 4 1178 0 0,0-1 1 0 0,1 0-1 0 0,-1 0 1 0 0,0 0-1 0 0,0 0 1 0 0,0 0-1 0 0,0 0 1 0 0,0 0-1 0 0,0 0 1 0 0,0 0-1 0 0,0 0 1 0 0,0 1-1 0 0,-1-1 1 0 0,1 0-1 0 0,0 0 1 0 0,-1 0-1 0 0,1 0 1 0 0,0 0-1 0 0,-1 1 1 0 0,1-1-1 0 0,-1 0 1 0 0,1 0-1 0 0,-1 1 1 0 0,0-2-1 0 0,0 2 31 0 0,0 0 1 0 0,-1 1-1 0 0,1-1 0 0 0,0 0 0 0 0,0 0 1 0 0,0 1-1 0 0,0-1 0 0 0,0 0 0 0 0,0 1 1 0 0,0-1-1 0 0,1 1 0 0 0,-1-1 0 0 0,0 1 1 0 0,0 0-1 0 0,0-1 0 0 0,0 1 0 0 0,1 0 1 0 0,-1 0-1 0 0,0 0 0 0 0,1-1 0 0 0,-1 1 0 0 0,0 2 1 0 0,-10 28 788 0 0,9 34-1016 0 0,2-40 89 0 0,3 62-7 0 0,20 126 0 0 0,-15-177-19 0 0,-2-6 0 0 0,-1 0 0 0 0,3 56 0 0 0,-8-79-12 0 0,0-3 19 0 0,0 1 1 0 0,0-1 0 0 0,0 1-1 0 0,-1-1 1 0 0,1 1-1 0 0,-1-1 1 0 0,0 0 0 0 0,0 1-1 0 0,-3 4 1 0 0,5 1-1341 0 0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57.3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82 112 3889 0 0,'-4'-8'597'0'0,"0"1"1"0"0,1-1 0 0 0,-5-16-1 0 0,3-8 6123 0 0,-2 66 1406 0 0,7-33-8125 0 0,-6-5 51 0 0,3 1 2 0 0,1-1-4 0 0,-1 0 0 0 0,-1 1 1 0 0,1-1-1 0 0,-1 1 0 0 0,1-1 0 0 0,-1 1 0 0 0,0 0 0 0 0,0 1 0 0 0,-6-4 0 0 0,33 54 1035 0 0,-17-40-1083 0 0,1 0-1 0 0,0 0 1 0 0,1-1 0 0 0,-1 0-1 0 0,2 0 1 0 0,-1-1 0 0 0,18 10-1 0 0,-14-8-1 0 0,1 1-1 0 0,20 18 0 0 0,-31-25 11 0 0,0 1 0 0 0,1-1 0 0 0,0 0 0 0 0,0 1 0 0 0,-1-1 0 0 0,1 0 0 0 0,0-1 1 0 0,1 1-1 0 0,-1-1 0 0 0,0 1 0 0 0,0-1 0 0 0,1 0 0 0 0,-1 0 0 0 0,1 0 0 0 0,-1 0 0 0 0,1-1 0 0 0,-1 0 0 0 0,1 1 0 0 0,-1-1 1 0 0,1-1-1 0 0,-1 1 0 0 0,1 0 0 0 0,-1-1 0 0 0,6-1 0 0 0,-4-2 50 0 0,0-1 0 0 0,-1 0 0 0 0,1 0 1 0 0,-1 0-1 0 0,0 0 0 0 0,0-1 0 0 0,-1 0 0 0 0,1 0 1 0 0,2-7-1 0 0,1 1 35 0 0,9-19 63 0 0,-12 22-146 0 0,1 0-1 0 0,0 0 1 0 0,0 0 0 0 0,1 0 0 0 0,0 1 0 0 0,0 0 0 0 0,1 1 0 0 0,0-1 0 0 0,16-12-1 0 0,-9 12-124 0 0</inkml:trace>
</inkml:ink>
</file>

<file path=ppt/ink/ink2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59.3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115 87 2304 0 0,'-9'1'686'0'0,"0"0"-1"0"0,0 1 0 0 0,0 0 1 0 0,0 0-1 0 0,0 0 0 0 0,-11 6 1 0 0,-20 6 3317 0 0,53-15 880 0 0,28-2-3859 0 0,-9-6-580 0 0,44-19 0 0 0,3-2-3 0 0,36-15-707 0 0,-110 43-293 0 0</inkml:trace>
</inkml:ink>
</file>

<file path=ppt/ink/ink2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59.9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0 187 5065 0 0,'16'-6'7009'0'0,"23"-14"-5581"0"0,-10 4-838 0 0,50-17-113 0 0,0 4-1 0 0,2 4 1 0 0,89-17-1 0 0,-130 35-107 0 0,1 3 0 0 0,-1 0-1 0 0,1 3 1 0 0,51 4 0 0 0,-48-1-343 0 0,1-4-13 0 0,-35 1-8 0 0,0 0 0 0 0,0 1 0 0 0,0 0 0 0 0,1 1 0 0 0,-1 0 0 0 0,15 3 0 0 0</inkml:trace>
</inkml:ink>
</file>

<file path=ppt/ink/ink2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8:01.6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3628 14 1320 0 0,'3'-14'15954'0'0,"-6"17"-15240"0"0,2-1-519 0 0,-1 0-1 0 0,0 0 1 0 0,1 0 0 0 0,-1 1-1 0 0,1-1 1 0 0,0 1 0 0 0,0-1-1 0 0,0 1 1 0 0,0-1 0 0 0,0 1-1 0 0,1 0 1 0 0,-1-1 0 0 0,1 1-1 0 0,-1 0 1 0 0,1 0 0 0 0,0-1-1 0 0,1 6 1 0 0,10 54 1098 0 0,0-12-1353 0 0,8 404 260 0 0,-8-279-249 0 0,1-26 10 0 0,-5 246 39 0 0,-11-157 0 0 0,0 74 0 0 0,11-62 51 0 0,2 147 50 0 0,16-113-101 0 0,-4-95 0 0 0,-4-57 118 0 0,0 14 20 0 0,-8-98-46 0 0,-7-38-11 0 0,1 0 0 0 0,-2 0 0 0 0,2 17 0 0 0,-5-25-49 0 0,0 1 0 0 0,0 0 1 0 0,0-1-1 0 0,-1 1 0 0 0,1-1 0 0 0,-1 1 0 0 0,1-1 1 0 0,-1 0-1 0 0,0 0 0 0 0,0-1 0 0 0,-6 4 0 0 0,4-2 108 0 0,-15 7-188 0 0,0 0 0 0 0,-1-1 1 0 0,0-1-1 0 0,0-1 1 0 0,-26 5-1 0 0,-41 13-80 0 0,42-7 128 0 0,1 0 0 0 0,0-3 0 0 0,-1-1 0 0 0,0-2 0 0 0,-68 9 0 0 0,-124 8-33 0 0,49-5 10 0 0,-39 13-32 0 0,94-12 30 0 0,-42 14 25 0 0,117-23 0 0 0,1-3 0 0 0,-81 7 0 0 0,-336 23-1078 0 0,400-34 1060 0 0,-1-3-1 0 0,0-4 0 0 0,-103-9 1 0 0,-234-15 442 0 0,385 23-423 0 0,-1 1 0 0 0,0 1 0 0 0,1 2 0 0 0,0 0 0 0 0,-39 14 1 0 0,52-14 0 0 0,1-1 1 0 0,-1 0 0 0 0,0-2 0 0 0,-18 2-1 0 0,27-4 1 0 0,0 1-1 0 0,0-1 1 0 0,-1-1-1 0 0,1 1 1 0 0,0-1 0 0 0,0 0-1 0 0,0-1 1 0 0,0 1-1 0 0,1-1 1 0 0,-1-1-1 0 0,0 1 1 0 0,1-1-1 0 0,-7-3 1 0 0,9 3-3 0 0,-1-1 0 0 0,1 1 0 0 0,0-1 0 0 0,0 0 0 0 0,0 1 0 0 0,1-1 0 0 0,0 0 0 0 0,-1-1 0 0 0,1 1 0 0 0,1 0 0 0 0,-3-7 0 0 0,-13-55 0 0 0,15 56 0 0 0,-44-220-64 0 0,-31-137-43 0 0,53 248 269 0 0,-11-41-288 0 0,35 157 137 0 0,-1 1 0 0 0,0-1 0 0 0,0 1 0 0 0,-1 0 0 0 0,1 0 0 0 0,0-1-1 0 0,-1 1 1 0 0,0 0 0 0 0,1 0 0 0 0,-1 0 0 0 0,-2-1 0 0 0,-8-10-291 0 0</inkml:trace>
</inkml:ink>
</file>

<file path=ppt/ink/ink2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8:02.3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190 28 2737 0 0,'0'-7'-736'0'0,"-8"-14"8799"0"0,-3 34-6238 0 0,-46 74 1929 0 0,-22 49-3118 0 0,44-75-753 0 0,64-122 244 0 0,28-58 953 0 0,-51 108-769 0 0,0 0-1 0 0,1 1 1 0 0,1 0 0 0 0,-1 0 0 0 0,2 0-1 0 0,-1 1 1 0 0,2 1 0 0 0,11-10 0 0 0,-19 16-206 0 0,1 1 0 0 0,-1 0 0 0 0,1 0-1 0 0,0 0 1 0 0,-1 0 0 0 0,1 0 0 0 0,0 1 0 0 0,-1-1 0 0 0,1 1 0 0 0,0 0 0 0 0,-1 0 0 0 0,1 0 0 0 0,0 0 0 0 0,0 0 0 0 0,-1 1 0 0 0,1-1 0 0 0,0 1 0 0 0,-1-1 0 0 0,1 1 0 0 0,0 0 0 0 0,-1 0 0 0 0,1 1 0 0 0,3 1 0 0 0,7 5-46 0 0,-1 0 0 0 0,1 1 1 0 0,13 13-1 0 0,2 1 224 0 0,6 9 40 0 0,-30-27-303 0 0,1 0 0 0 0,-1 0 0 0 0,1-1 0 0 0,0 1 0 0 0,0-1 0 0 0,0 0 0 0 0,0-1 0 0 0,1 1 0 0 0,0-1 0 0 0,0 0 0 0 0,0 0 0 0 0,10 3 0 0 0,-8-6-147 0 0</inkml:trace>
</inkml:ink>
</file>

<file path=ppt/ink/ink2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8:15.6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23 8290 0 0,'-8'-23'7467'0'0,"5"34"-5998"0"0,2 14-979 0 0,1 0 0 0 0,1 0-1 0 0,1 0 1 0 0,10 47-1 0 0,0-2-111 0 0,13 172 356 0 0,4 32 61 0 0,-25-240-689 0 0,2 0 1 0 0,1 0 0 0 0,1-1-1 0 0,2 0 1 0 0,24 54 0 0 0,-25-74-1033 0 0,3-43-7894 0 0</inkml:trace>
</inkml:ink>
</file>

<file path=ppt/ink/ink2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8:16.1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81 35 5065 0 0,'-12'-1'1802'0'0,"0"0"0"0"0,0-1-1 0 0,1-1 1 0 0,-22-6 0 0 0,41 4 1796 0 0,17-4-2771 0 0,-6 6-759 0 0,0 2 0 0 0,0 0 1 0 0,0 1-1 0 0,0 1 1 0 0,31 6-1 0 0,95 28 445 0 0,-59-13-387 0 0,-69-18-113 0 0,0 1 0 0 0,0 0 1 0 0,0 1-1 0 0,0 1 0 0 0,-1 1 0 0 0,21 13 0 0 0,-33-19-9 0 0,-1 1-1 0 0,1-1 0 0 0,-1 0 1 0 0,0 1-1 0 0,0 0 1 0 0,0 0-1 0 0,0 0 0 0 0,-1 0 1 0 0,1 0-1 0 0,-1 1 1 0 0,0-1-1 0 0,0 1 1 0 0,0-1-1 0 0,0 1 0 0 0,-1 0 1 0 0,1 0-1 0 0,-1 0 1 0 0,0 0-1 0 0,0 0 0 0 0,0 0 1 0 0,-1 0-1 0 0,0 0 1 0 0,1 0-1 0 0,-1 0 0 0 0,-1 0 1 0 0,1 0-1 0 0,-1 0 1 0 0,1 0-1 0 0,-1 0 1 0 0,0 0-1 0 0,-1 0 0 0 0,1 0 1 0 0,-3 5-1 0 0,-3 4 235 0 0,0-1 0 0 0,-1 0-1 0 0,0-1 1 0 0,-1 0 0 0 0,0 0-1 0 0,-12 10 1 0 0,-70 58 696 0 0,33-31-652 0 0,11-8-442 0 0,2 3 0 0 0,2 2 0 0 0,-64 85 1 0 0</inkml:trace>
</inkml:ink>
</file>

<file path=ppt/ink/ink2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8:16.5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111 77 2272 0 0,'-19'-22'321'0'0,"-12"-12"2365"0"0,29 32-2018 0 0,0 0 0 0 0,-1-1-1 0 0,1 2 1 0 0,-1-1-1 0 0,1 0 1 0 0,-1 1-1 0 0,0-1 1 0 0,1 1 0 0 0,-1-1-1 0 0,-6 0 1 0 0,8 2-452 0 0,0 0 1 0 0,0 0-1 0 0,0 0 1 0 0,0 0-1 0 0,0 0 0 0 0,0 1 1 0 0,0-1-1 0 0,0 0 1 0 0,0 1-1 0 0,0-1 1 0 0,1 1-1 0 0,-1-1 1 0 0,0 1-1 0 0,0-1 1 0 0,0 1-1 0 0,0-1 0 0 0,1 1 1 0 0,-1 0-1 0 0,0 0 1 0 0,1-1-1 0 0,-1 1 1 0 0,0 0-1 0 0,1 0 1 0 0,-1 0-1 0 0,1 0 0 0 0,0 0 1 0 0,-1 0-1 0 0,1-1 1 0 0,-1 1-1 0 0,1 0 1 0 0,0 0-1 0 0,0 0 1 0 0,0 0-1 0 0,0 0 1 0 0,0 2-1 0 0,-4 39 662 0 0,4-39-720 0 0,30 360 763 0 0,-19-267-824 0 0,102 616-97 0 0,-105-670-156 0 0,-1 0-1 0 0,-3 0 1 0 0,-1 1 0 0 0,-3 56-1 0 0,-3-89-2555 0 0,-2-21-1733 0 0,3-1 2494 0 0</inkml:trace>
</inkml:ink>
</file>

<file path=ppt/ink/ink2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8:17.6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91 210 1376 0 0,'-33'-3'3113'0'0,"27"2"-2400"0"0,1 0 1 0 0,0 0-1 0 0,-1 1 0 0 0,1-1 1 0 0,-1 1-1 0 0,1 1 0 0 0,-1-1 1 0 0,-7 3-1 0 0,16-1-382 0 0,0 0-1 0 0,1 0 1 0 0,-1-1 0 0 0,1 1 0 0 0,-1-1-1 0 0,1 1 1 0 0,6 0 0 0 0,31 4 113 0 0,-1-3 1 0 0,1-1 0 0 0,47-4-1 0 0,122-21 2109 0 0,-39 3-1122 0 0,228-4 135 0 0,-23 1-1007 0 0,242-76-397 0 0,-478 71-261 0 0,-115 23-558 0 0,1 2 1 0 0,36-1 0 0 0,-40 5-836 0 0</inkml:trace>
</inkml:ink>
</file>

<file path=ppt/ink/ink2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8:18.3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1433 0 2809 0 0,'12'22'12726'0'0,"-17"-23"-11931"0"0,-37-1 938 0 0,-77 4 1 0 0,48 6-1255 0 0,-103 25 1 0 0,-92 13 229 0 0,14-4-556 0 0,137-21 30 0 0,-152 7 0 0 0,184-21-233 0 0,37 1-3480 0 0,42-7 2074 0 0</inkml:trace>
</inkml:ink>
</file>

<file path=ppt/ink/ink2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8:18.7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55 2304 0 0,'-13'-55'9737'0'0,"16"100"-5002"0"0,58 341-3578 0 0,52 250 986 0 0,-54-270-2196 0 0,-42-227 29 0 0,-14-108-453 0 0,-3-11-2617 0 0</inkml:trace>
</inkml:ink>
</file>

<file path=ppt/ink/ink2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8:19.3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63 187 920 0 0,'-33'3'1498'0'0,"31"-3"-1150"0"0,0 0 0 0 0,0 0 0 0 0,1 0 0 0 0,-1-1 0 0 0,0 1 0 0 0,0-1 0 0 0,0 1 1 0 0,0-1-1 0 0,0 1 0 0 0,1-1 0 0 0,-1 0 0 0 0,0 0 0 0 0,1 0 0 0 0,-4-2 0 0 0,32 7 4159 0 0,-12-3-4268 0 0,22 0 267 0 0,1-1-1 0 0,0-2 0 0 0,0-1 0 0 0,-1-2 0 0 0,53-14 1 0 0,0 1 441 0 0,-79 16-866 0 0,89-15 651 0 0,0-4 1 0 0,105-37 0 0 0,-149 32-286 0 0,-34 12-4136 0 0</inkml:trace>
</inkml:ink>
</file>

<file path=ppt/ink/ink2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8:20.0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217 104 2304 0 0,'-84'24'785'0'0,"65"-21"-133"0"0,0 2-1 0 0,1 1 1 0 0,-1 0-1 0 0,-23 12 1 0 0,41-17-475 0 0,1-1 0 0 0,-1 0 0 0 0,0 0-1 0 0,0 1 1 0 0,0-1 0 0 0,0 1 0 0 0,1-1 0 0 0,-1 1 0 0 0,0-1 0 0 0,0 1 0 0 0,1-1 0 0 0,-1 1 0 0 0,0 0 0 0 0,1-1 0 0 0,-1 1 0 0 0,1 0 0 0 0,-1 0 0 0 0,1-1 0 0 0,-1 1 0 0 0,1 0 0 0 0,0 0 0 0 0,-1 0 0 0 0,1-1 0 0 0,-1 3-1 0 0,2-2-85 0 0,-1-1-1 0 0,1 1 0 0 0,0 0 1 0 0,-1-1-1 0 0,1 1 0 0 0,0-1 1 0 0,0 1-1 0 0,-1-1 0 0 0,1 1 1 0 0,0-1-1 0 0,0 1 0 0 0,0-1 1 0 0,0 0-1 0 0,-1 1 0 0 0,1-1 0 0 0,0 0 1 0 0,0 0-1 0 0,0 0 0 0 0,1 0 1 0 0,53 4 259 0 0,-54-4-338 0 0,57-3 320 0 0,-1-3 1 0 0,70-16 0 0 0,-40 6 216 0 0,862-69 3934 0 0,-347 28-1594 0 0,-594 56-3089 0 0,43-4 343 0 0,-19 11-3883 0 0</inkml:trace>
</inkml:ink>
</file>

<file path=ppt/ink/ink2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8:20.5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5529 0 0,'7'7'5913'0'0,"-3"11"-4889"0"0,-4-17-890 0 0,30 252 4774 0 0,-17-113-3732 0 0,4 56 103 0 0,-9 234 0 0 0,-8-418-1264 0 0,0-1 1 0 0,0 0-1 0 0,1 1 0 0 0,0-1 1 0 0,1 0-1 0 0,0 0 0 0 0,1 0 1 0 0,6 16-1 0 0,-5-21-612 0 0,-1 1-1 0 0,1-1 0 0 0,0 0 1 0 0,0 0-1 0 0,6 6 0 0 0,0 1-3562 0 0</inkml:trace>
</inkml:ink>
</file>

<file path=ppt/ink/ink2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8:21.0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52 463 6913 0 0,'-2'2'142'0'0,"-30"28"1180"0"0,15-6 2705 0 0,18-23-3910 0 0,-1-1 0 0 0,1 1-1 0 0,0-1 1 0 0,-1 0 0 0 0,1 0 0 0 0,0 1 0 0 0,-1-1 0 0 0,1 0-1 0 0,0 0 1 0 0,-1 0 0 0 0,1 0 0 0 0,0 0 0 0 0,0 0 0 0 0,-1 0-1 0 0,1 0 1 0 0,0 0 0 0 0,0 0 0 0 0,-1 0 0 0 0,1 0-1 0 0,0-1 1 0 0,-1 1 0 0 0,1 0 0 0 0,0 0 0 0 0,0-1 0 0 0,24-5 177 0 0,117-27-76 0 0,191-21 0 0 0,-140 27-334 0 0,360-34 412 0 0,-291 38 587 0 0,246-28 1735 0 0,-410 42-2479 0 0,151-7 206 0 0,-77 5-213 0 0,267-50 0 0 0,-185 21-44 0 0,284-11 935 0 0,-386 34-504 0 0,-132 13-642 0 0,1 0 1 0 0,-1-2 0 0 0,0 0 0 0 0,0-2 0 0 0,22-11 0 0 0,-29 12-1571 0 0,-8 2 169 0 0</inkml:trace>
</inkml:ink>
</file>

<file path=ppt/ink/ink2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8:21.9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64 6 1840 0 0,'-23'-3'2489'0'0,"22"2"-2187"0"0,-1 1 0 0 0,0-1 1 0 0,1 1-1 0 0,-1-1 0 0 0,0 1 0 0 0,0 0 1 0 0,0 0-1 0 0,1 0 0 0 0,-1 0 0 0 0,0 0 1 0 0,-2 1-1 0 0,3 0-156 0 0,0 0 0 0 0,0 0 1 0 0,0-1-1 0 0,0 1 0 0 0,0 0 0 0 0,0 0 0 0 0,0 0 1 0 0,0 0-1 0 0,1 0 0 0 0,-1 0 0 0 0,1 1 0 0 0,-1-1 1 0 0,1 0-1 0 0,-1 0 0 0 0,1 0 0 0 0,-1 1 0 0 0,1-1 0 0 0,0 0 1 0 0,0 0-1 0 0,0 1 0 0 0,-1-1 0 0 0,2 2 0 0 0,-4 23 1532 0 0,2 0 0 0 0,2 28 0 0 0,18 108 814 0 0,-4-49-1734 0 0,17 786 1109 0 0,-33-874-1871 0 0,17 513 1004 0 0,25-70-1084 0 0,-42-201 33 0 0,4 63-18 0 0,43 43 541 0 0,-34-161 224 0 0,-14-206-791 0 0,0-7-98 0 0</inkml:trace>
</inkml:ink>
</file>

<file path=ppt/ink/ink2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8:23.2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1848 3 2761 0 0,'-8'0'7653'0'0,"-7"-1"-3731"0"0,-21 0-1534 0 0,-91 33 441 0 0,-15 3-1591 0 0,-225 36-1190 0 0,332-68-99 0 0,0 0 0 0 0,-66-5 1 0 0,67 0 51 0 0,0 2 1 0 0,0 1-1 0 0,-39 6 0 0 0,-26 12-356 0 0,-110 17-939 0 0,157-30 1217 0 0,1-2 0 0 0,-59-3 0 0 0,9 0 509 0 0,59 0 652 0 0,-43-3 1 0 0,82 1-1128 0 0,-1 2-22 0 0,1-1 0 0 0,0-1 0 0 0,-1 1-1 0 0,1 0 1 0 0,0-1 0 0 0,0 0 0 0 0,0 0 0 0 0,-1 0-1 0 0,1 0 1 0 0,0 0 0 0 0,0 0 0 0 0,0-1 0 0 0,1 0-1 0 0,-1 0 1 0 0,-4-3 0 0 0</inkml:trace>
</inkml:ink>
</file>

<file path=ppt/ink/ink2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8:24.2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175 66 1016 0 0,'1'-5'273'0'0,"0"0"-1"0"0,1-1 1 0 0,-1 1-1 0 0,1 0 0 0 0,1 0 1 0 0,21-30 13979 0 0,-24 37-14131 0 0,-1 0 0 0 0,0 0 0 0 0,1 0 1 0 0,-1 0-1 0 0,0-1 0 0 0,0 1 0 0 0,0 0 1 0 0,0-1-1 0 0,-1 1 0 0 0,1-1 0 0 0,0 1 0 0 0,-3 1 1 0 0,-14 13 92 0 0,1 1 0 0 0,0 1 1 0 0,1 1-1 0 0,1 0 0 0 0,1 1 1 0 0,-15 27-1 0 0,-11 15 91 0 0,36-57-306 0 0,1 0 0 0 0,-1 1 0 0 0,1-1 0 0 0,0 1-1 0 0,1 0 1 0 0,0 0 0 0 0,0 0 0 0 0,-2 10 0 0 0,4-15-42 0 0,1 2 50 0 0,1 0-1 0 0,-1 0 1 0 0,1 0-1 0 0,-1-1 1 0 0,1 1-1 0 0,0 0 1 0 0,0-1 0 0 0,0 0-1 0 0,0 1 1 0 0,1-1-1 0 0,-1 0 1 0 0,1 0 0 0 0,-1 0-1 0 0,4 1 1 0 0,9 9 652 0 0,0 0 0 0 0,20 21 0 0 0,-28-25-643 0 0,1 0-1 0 0,0 0 0 0 0,0-1 1 0 0,1 0-1 0 0,0 0 1 0 0,1-1-1 0 0,-1 0 1 0 0,1-1-1 0 0,0 0 0 0 0,21 7 1 0 0,-22-9 44 0 0,0 1 0 0 0,1-1 0 0 0,-1 2 1 0 0,12 7-1 0 0,25 11 631 0 0,-34-16-1182 0 0</inkml:trace>
</inkml:ink>
</file>

<file path=ppt/ink/ink2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8:27.4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68 36 7834 0 0,'-1'-3'396'0'0,"-1"1"0"0"0,1-1 1 0 0,-1 1-1 0 0,0-1 0 0 0,0 1 1 0 0,0 0-1 0 0,0 0 0 0 0,0-1 0 0 0,0 1 1 0 0,0 1-1 0 0,-1-1 0 0 0,1 0 1 0 0,-1 1-1 0 0,-5-3 0 0 0,7 3-279 0 0,0 1-1 0 0,1 0 0 0 0,-1 0 0 0 0,0 0 1 0 0,0 0-1 0 0,0 0 0 0 0,0-1 1 0 0,0 1-1 0 0,0 1 0 0 0,1-1 1 0 0,-1 0-1 0 0,0 0 0 0 0,0 0 0 0 0,0 0 1 0 0,0 1-1 0 0,0-1 0 0 0,1 0 1 0 0,-1 1-1 0 0,0-1 0 0 0,-1 1 1 0 0,1 0-6 0 0,0 1 0 0 0,0-1 1 0 0,0 0-1 0 0,0 0 0 0 0,0 1 1 0 0,0-1-1 0 0,0 1 0 0 0,1-1 1 0 0,-1 1-1 0 0,0-1 0 0 0,1 1 1 0 0,-1-1-1 0 0,1 1 0 0 0,-1 3 0 0 0,1 5 102 0 0,0-1-1 0 0,1 1 0 0 0,0 0 0 0 0,0 0 1 0 0,1 0-1 0 0,0-1 0 0 0,1 1 0 0 0,0-1 0 0 0,7 14 1 0 0,5 19 26 0 0,75 301 441 0 0,-86-329-907 0 0,8 32-2290 0 0,-12-44 2329 0 0,0-1 1 0 0,0 1 0 0 0,0 0-1 0 0,0 0 1 0 0,0-1 0 0 0,0 1-1 0 0,0 0 1 0 0,0-1 0 0 0,0 1-1 0 0,-1 0 1 0 0,1-1 0 0 0,-1 1-1 0 0,0 0 1 0 0,1-1 0 0 0,-1 1-1 0 0,0-1 1 0 0,0 1 0 0 0,0-1-1 0 0,0 0 1 0 0,0 1 0 0 0,0-1-1 0 0,-2 2 1 0 0</inkml:trace>
</inkml:ink>
</file>

<file path=ppt/ink/ink2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8:27.8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0 112 1840 0 0,'29'-12'7567'0'0,"30"-10"-3594"0"0,19-6-1575 0 0,-70 24-2256 0 0,19-7 599 0 0,0 1 0 0 0,44-10 0 0 0,-63 18-967 0 0,0 1 1 0 0,0 0-1 0 0,1 0 0 0 0,-1 1 0 0 0,0 0 1 0 0,1 1-1 0 0,-1-1 0 0 0,0 2 1 0 0,0-1-1 0 0,0 1 0 0 0,0 0 1 0 0,0 1-1 0 0,13 6 0 0 0,-9-2-1002 0 0</inkml:trace>
</inkml:ink>
</file>

<file path=ppt/ink/ink2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8:28.0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60 5985 0 0,'1'1'210'0'0,"1"-1"0"0"0,-1 1 0 0 0,0-1 1 0 0,1 1-1 0 0,-1-1 0 0 0,0 1 0 0 0,1-1 0 0 0,-1 0 0 0 0,0 0 0 0 0,1 0 0 0 0,-1 0 0 0 0,1 0 0 0 0,-1 0 0 0 0,0 0 0 0 0,1 0 0 0 0,1-1 0 0 0,29-7 2442 0 0,-23 5-1600 0 0,21-6 525 0 0,45-20 0 0 0,-55 21-1805 0 0,-9 2-147 0 0</inkml:trace>
</inkml:ink>
</file>

<file path=ppt/ink/ink2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8:29.4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39 233 4145 0 0,'-5'-5'1040'0'0,"-1"-1"0"0"0,1 1 0 0 0,0-1 0 0 0,1 0 0 0 0,0 0 0 0 0,-1 0 0 0 0,0-14 6048 0 0,43 44-6174 0 0,-20-15-896 0 0,-1 0 1 0 0,0 2-1 0 0,-1-1 1 0 0,0 2-1 0 0,0 0 1 0 0,20 22-1 0 0,-27-18 31 0 0,-9-12 202 0 0,-8-10 681 0 0,-2-11-47 0 0,0 4-416 0 0,6 3-510 0 0,1 0 0 0 0,0 0 0 0 0,1 0 0 0 0,0-1 0 0 0,1 1 0 0 0,0-1 0 0 0,0 1 0 0 0,1-1 0 0 0,0 0 0 0 0,1 1 0 0 0,1-1 0 0 0,-1 1 0 0 0,2 0 0 0 0,-1-1 0 0 0,1 1 0 0 0,1 0 0 0 0,0 0 0 0 0,0 1 0 0 0,1-1 0 0 0,0 1 0 0 0,1 0 0 0 0,0 0 0 0 0,1 1 0 0 0,-1 0 0 0 0,14-13 1 0 0,-8 12-1241 0 0</inkml:trace>
</inkml:ink>
</file>

<file path=ppt/ink/ink2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8:29.8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9 215 5529 0 0,'20'-18'2765'0'0,"-10"7"-1780"0"0,-1 1-1 0 0,-1-2 1 0 0,0 1 0 0 0,-1-1 0 0 0,9-16 0 0 0,-14 23-883 0 0,0 1 0 0 0,0-1 1 0 0,-1 0-1 0 0,1 1 0 0 0,-1-1 1 0 0,0 0-1 0 0,0 0 0 0 0,0 0 1 0 0,-1 0-1 0 0,0 0 1 0 0,0 0-1 0 0,0 0 0 0 0,-1 0 1 0 0,1 0-1 0 0,-1 1 0 0 0,0-1 1 0 0,-1 0-1 0 0,-2-6 0 0 0,4 10-95 0 0,0 0-1 0 0,-1 0 1 0 0,1 0-1 0 0,0 1 0 0 0,-1-1 1 0 0,1 0-1 0 0,-1 1 0 0 0,1-1 1 0 0,-1 0-1 0 0,1 1 1 0 0,-1-1-1 0 0,0 0 0 0 0,1 1 1 0 0,-1-1-1 0 0,1 1 0 0 0,-1-1 1 0 0,0 1-1 0 0,0 0 0 0 0,1-1 1 0 0,-1 1-1 0 0,0 0 1 0 0,0-1-1 0 0,1 1 0 0 0,-1 0 1 0 0,0 0-1 0 0,0 0 0 0 0,0 0 1 0 0,0 0-1 0 0,1 0 1 0 0,-1 0-1 0 0,-1 0 0 0 0,0 1-1 0 0,0-1 0 0 0,0 1-1 0 0,0 0 1 0 0,0 1 0 0 0,0-1 0 0 0,0 0-1 0 0,0 1 1 0 0,1-1 0 0 0,-1 1-1 0 0,0-1 1 0 0,-1 4 0 0 0,-4 3 11 0 0,1 1 0 0 0,0-1 1 0 0,-9 19-1 0 0,13-23-36 0 0,1 0 1 0 0,-1 1-1 0 0,1-1 1 0 0,-1 1-1 0 0,1-1 0 0 0,0 0 1 0 0,1 1-1 0 0,-1 0 1 0 0,1-1-1 0 0,0 1 1 0 0,0-1-1 0 0,0 1 0 0 0,1 0 1 0 0,1 4-1 0 0,-1-5 48 0 0,0 0-1 0 0,1-1 1 0 0,0 0 0 0 0,0 1-1 0 0,0-1 1 0 0,0 0-1 0 0,1 0 1 0 0,-1 0-1 0 0,1 0 1 0 0,0-1 0 0 0,0 1-1 0 0,0-1 1 0 0,0 1-1 0 0,0-1 1 0 0,0 0-1 0 0,1 0 1 0 0,5 2 0 0 0,2 1 48 0 0,1 0 0 0 0,0-1 1 0 0,0 0-1 0 0,1-1 1 0 0,19 3-1 0 0,-19-5-960 0 0,0 0-1 0 0,26-2 0 0 0,-20-2-4417 0 0</inkml:trace>
</inkml:ink>
</file>

<file path=ppt/ink/ink2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8:30.1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0 130 6913 0 0,'4'-4'2698'0'0,"-4"4"-2575"0"0,0-1 0 0 0,1 1 0 0 0,-1 0-1 0 0,0 0 1 0 0,0 0 0 0 0,1 0 0 0 0,-1 0 0 0 0,0 0 0 0 0,1 0-1 0 0,-1 0 1 0 0,0 0 0 0 0,1 0 0 0 0,-1 0 0 0 0,5 2 2088 0 0,-4-1-2088 0 0,11 6 1107 0 0,-3 0-343 0 0,0 0 1 0 0,0 1-1 0 0,-1 0 0 0 0,14 16 1 0 0,-16-16-529 0 0,0-1 0 0 0,0 0 1 0 0,0-1-1 0 0,1 0 0 0 0,0 0 0 0 0,1 0 1 0 0,10 5-1 0 0,-18-11-348 0 0,1 0 0 0 0,-1 0-1 0 0,0 0 1 0 0,1 0 0 0 0,-1 0 0 0 0,1-1 0 0 0,-1 1-1 0 0,0 0 1 0 0,1 0 0 0 0,-1-1 0 0 0,1 1 0 0 0,-1 0 0 0 0,0-1-1 0 0,1 1 1 0 0,-1 0 0 0 0,0-1 0 0 0,0 1 0 0 0,1 0-1 0 0,-1-1 1 0 0,0 1 0 0 0,0-1 0 0 0,0 1 0 0 0,1 0-1 0 0,-1-1 1 0 0,0 1 0 0 0,0-1 0 0 0,0 1 0 0 0,0-1-1 0 0,0 1 1 0 0,0 0 0 0 0,0-1 0 0 0,0 1 0 0 0,0-1-1 0 0,0 1 1 0 0,0-1 0 0 0,0 1 0 0 0,0-1 0 0 0,1-23 203 0 0,-1 23-201 0 0,-1-34 39 0 0,0 14-212 0 0,1 0 1 0 0,5-33-1 0 0,-4 47-450 0 0,1-1 1 0 0,0 1-1 0 0,0-1 0 0 0,1 1 1 0 0,0 0-1 0 0,5-9 0 0 0,3-1-6121 0 0</inkml:trace>
</inkml:ink>
</file>

<file path=ppt/ink/ink2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8:30.4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1 274 4353 0 0,'1'0'90'0'0,"0"0"1"0"0,0 0 0 0 0,1 0-1 0 0,-1 0 1 0 0,0-1-1 0 0,0 1 1 0 0,0 0-1 0 0,1-1 1 0 0,-1 1-1 0 0,0-1 1 0 0,0 1-1 0 0,0-1 1 0 0,0 0-1 0 0,0 1 1 0 0,0-1 0 0 0,0 0-1 0 0,0 0 1 0 0,0 0-1 0 0,-1 0 1 0 0,2-1-1 0 0,21-24 1749 0 0,-20 23-1409 0 0,12-15 1474 0 0,-1 0 0 0 0,-1-1 0 0 0,11-20 0 0 0,-21 32-1597 0 0,1 1 1 0 0,-1-1 0 0 0,0 0-1 0 0,-1 0 1 0 0,1 0 0 0 0,-1-1-1 0 0,-1 1 1 0 0,0 0 0 0 0,0-1-1 0 0,0 1 1 0 0,-1-1-1 0 0,0 1 1 0 0,-1-10 0 0 0,1 16-312 0 0,0 0 1 0 0,0 0-1 0 0,0-1 0 0 0,0 1 1 0 0,0 0-1 0 0,-1 0 1 0 0,1 0-1 0 0,0 0 0 0 0,-1 0 1 0 0,1 0-1 0 0,0-1 1 0 0,-1 1-1 0 0,0 0 0 0 0,1 0 1 0 0,-1 0-1 0 0,1 1 1 0 0,-1-1-1 0 0,0 0 0 0 0,0 0 1 0 0,0 0-1 0 0,0 0 1 0 0,1 1-1 0 0,-1-1 0 0 0,0 0 1 0 0,0 1-1 0 0,0-1 1 0 0,0 1-1 0 0,0-1 0 0 0,-1 1 1 0 0,1 0-1 0 0,0-1 1 0 0,0 1-1 0 0,0 0 0 0 0,0 0 1 0 0,-3-1-1 0 0,2 2-28 0 0,1 0 1 0 0,-1 0-1 0 0,0-1 1 0 0,0 1-1 0 0,0 1 1 0 0,1-1-1 0 0,-1 0 0 0 0,0 0 1 0 0,1 0-1 0 0,-1 1 1 0 0,1-1-1 0 0,0 1 0 0 0,-1-1 1 0 0,1 1-1 0 0,0 0 1 0 0,0-1-1 0 0,0 1 0 0 0,0 0 1 0 0,-1 3-1 0 0,-1 4-67 0 0,1-1-1 0 0,-1 0 1 0 0,2 1-1 0 0,-1 0 1 0 0,1-1-1 0 0,0 1 0 0 0,1 0 1 0 0,0-1-1 0 0,1 1 1 0 0,-1 0-1 0 0,2 0 1 0 0,-1-1-1 0 0,1 1 1 0 0,0-1-1 0 0,1 0 1 0 0,0 1-1 0 0,1-1 1 0 0,-1 0-1 0 0,1-1 1 0 0,1 1-1 0 0,0-1 0 0 0,0 0 1 0 0,0 0-1 0 0,1 0 1 0 0,0-1-1 0 0,0 0 1 0 0,0 0-1 0 0,1 0 1 0 0,0-1-1 0 0,0 0 1 0 0,1 0-1 0 0,-1-1 1 0 0,1 0-1 0 0,0 0 1 0 0,0-1-1 0 0,0 0 0 0 0,1-1 1 0 0,-1 1-1 0 0,1-2 1 0 0,15 3-1 0 0,-3-5-5533 0 0</inkml:trace>
</inkml:ink>
</file>

<file path=ppt/ink/ink2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8:31.0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0 207 2505 0 0,'9'-35'20228'0'0,"2"44"-20177"0"0,-1 1-38 0 0,2-1 5 0 0,0 0-1 0 0,0 1 1 0 0,-1 0 0 0 0,0 0 0 0 0,0 2-1 0 0,-2-1 1 0 0,1 1 0 0 0,-2 1 0 0 0,13 21-1 0 0,-18-19-101 0 0,-10-14 168 0 0,5-3-61 0 0,0 1 1 0 0,0 0-1 0 0,0-1 1 0 0,0 1-1 0 0,0-1 0 0 0,1 1 1 0 0,-1-1-1 0 0,1 0 1 0 0,-1 0-1 0 0,-1-3 1 0 0,-1-4-4 0 0,0-1 0 0 0,1 0 0 0 0,0 1 0 0 0,1-1 0 0 0,0-1 0 0 0,1 1 0 0 0,0 0 0 0 0,0 0 0 0 0,1 0 0 0 0,0-1 0 0 0,1 1 1 0 0,4-19-1 0 0,-2 12-646 0 0,2 0 1 0 0,9-24 0 0 0,19-26-6070 0 0,-17 42 255 0 0</inkml:trace>
</inkml:ink>
</file>

<file path=ppt/ink/ink2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8:31.4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122 50 4609 0 0,'-1'-4'456'0'0,"0"1"-1"0"0,0 0 1 0 0,0-1 0 0 0,0 1 0 0 0,-1 0-1 0 0,0 0 1 0 0,1 0 0 0 0,-1 0-1 0 0,0 0 1 0 0,-1 0 0 0 0,1 0 0 0 0,-4-2-1 0 0,5 4-285 0 0,0 0 0 0 0,0 1 0 0 0,0-1 0 0 0,0 0 0 0 0,0 1 0 0 0,-1-1 0 0 0,1 1 0 0 0,0 0 0 0 0,-1-1 0 0 0,1 1 0 0 0,0 0 0 0 0,-1 0 0 0 0,1-1 0 0 0,0 1 0 0 0,-1 0 0 0 0,1 1 0 0 0,0-1-1 0 0,-1 0 1 0 0,1 0 0 0 0,0 0 0 0 0,0 1 0 0 0,-1-1 0 0 0,1 1 0 0 0,0-1 0 0 0,0 1 0 0 0,-1-1 0 0 0,1 1 0 0 0,0 0 0 0 0,0 0 0 0 0,0-1 0 0 0,0 1 0 0 0,0 0 0 0 0,0 0 0 0 0,0 0 0 0 0,-1 2 0 0 0,-3 2 1 0 0,0 0 1 0 0,0 0 0 0 0,1 1 0 0 0,0 0-1 0 0,0 0 1 0 0,0 0 0 0 0,0 0 0 0 0,1 1-1 0 0,0 0 1 0 0,1-1 0 0 0,-1 1 0 0 0,1 0 0 0 0,1 0-1 0 0,-2 9 1 0 0,3-11-75 0 0,0 0 0 0 0,0-1-1 0 0,1 1 1 0 0,-1 0 0 0 0,1 0-1 0 0,0-1 1 0 0,1 1 0 0 0,-1 0 0 0 0,1-1-1 0 0,0 0 1 0 0,0 1 0 0 0,0-1-1 0 0,1 0 1 0 0,-1 0 0 0 0,1 0 0 0 0,0 0-1 0 0,0-1 1 0 0,0 1 0 0 0,1-1-1 0 0,0 0 1 0 0,-1 1 0 0 0,6 2 0 0 0,2 1-222 0 0,1-1 1 0 0,22 9 0 0 0,-27-12 46 0 0,1 0 1 0 0,-1 0 0 0 0,0 1-1 0 0,1 0 1 0 0,-2 0-1 0 0,1 0 1 0 0,0 1 0 0 0,-1 0-1 0 0,0 0 1 0 0,6 7-1 0 0,-11-10 34 0 0,0-1 0 0 0,0 0 0 0 0,-1 0-1 0 0,1 0 1 0 0,-1 1 0 0 0,1-1 0 0 0,-1 0-1 0 0,1 1 1 0 0,-1-1 0 0 0,0 0 0 0 0,1 1-1 0 0,-1-1 1 0 0,0 0 0 0 0,0 1 0 0 0,0-1-1 0 0,0 0 1 0 0,0 1 0 0 0,-1-1 0 0 0,1 1 0 0 0,0-1-1 0 0,-1 0 1 0 0,0 3 0 0 0,-1-1 46 0 0,0 0 1 0 0,1 0-1 0 0,-1-1 0 0 0,0 1 1 0 0,-1 0-1 0 0,1-1 1 0 0,0 0-1 0 0,-1 1 0 0 0,-3 1 1 0 0,-5 3-688 0 0,0 0 0 0 0,0-1-1 0 0,-23 10 1 0 0</inkml:trace>
</inkml:ink>
</file>

<file path=ppt/ink/ink2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8:31.7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1 191 2761 0 0,'32'-6'494'0'0,"-28"5"231"0"0,-1-1 0 0 0,1 1 0 0 0,-1-1 0 0 0,1 1 0 0 0,-1-1 0 0 0,0 0 0 0 0,0 0 0 0 0,0 0 0 0 0,0-1 0 0 0,0 1 0 0 0,0-1 0 0 0,-1 0 0 0 0,1 1 0 0 0,-1-1 1 0 0,0-1-1 0 0,1 1 0 0 0,-2 0 0 0 0,3-4 0 0 0,8-29 1903 0 0,-12 34-2522 0 0,2-8 211 0 0,0 0-1 0 0,0-1 1 0 0,-1-14-1 0 0,-1 24-312 0 0,0-1 0 0 0,0 1-1 0 0,0-1 1 0 0,0 0 0 0 0,0 1-1 0 0,0-1 1 0 0,0 1 0 0 0,-1-1-1 0 0,1 0 1 0 0,-1 1 0 0 0,1-1-1 0 0,-1 1 1 0 0,1-1 0 0 0,-1 1-1 0 0,0-1 1 0 0,0 1-1 0 0,0 0 1 0 0,0-1 0 0 0,0 1-1 0 0,0 0 1 0 0,0 0 0 0 0,0 0-1 0 0,0 0 1 0 0,-1 0 0 0 0,1 0-1 0 0,0 0 1 0 0,-1 0 0 0 0,1 0-1 0 0,-1 1 1 0 0,1-1 0 0 0,-3 0 0 0 0,3 1 5 0 0,1-1 0 0 0,-1 1 1 0 0,0 0-1 0 0,0 0 0 0 0,1 0 1 0 0,-1 0-1 0 0,0 0 1 0 0,0 0-1 0 0,1 0 0 0 0,-1 0 1 0 0,0 0-1 0 0,1 0 0 0 0,-1 0 1 0 0,0 1-1 0 0,0-1 1 0 0,1 0-1 0 0,-1 0 0 0 0,0 1 1 0 0,1-1-1 0 0,-1 0 0 0 0,1 1 1 0 0,-1-1-1 0 0,0 1 1 0 0,1-1-1 0 0,-1 1 0 0 0,1-1 1 0 0,-1 1-1 0 0,1-1 0 0 0,-1 1 1 0 0,0 1-1 0 0,1-1 12 0 0,-1 1-1 0 0,1 0 0 0 0,0 0 1 0 0,-1 0-1 0 0,1 0 0 0 0,0-1 1 0 0,0 1-1 0 0,0 0 0 0 0,1 0 1 0 0,-1 0-1 0 0,1 3 1 0 0,1 3 12 0 0,1 0 0 0 0,-1-1 0 0 0,1 1 0 0 0,7 10 0 0 0,-5-10-26 0 0,1 0 0 0 0,1 0 0 0 0,-1-1 0 0 0,1 0 0 0 0,0-1 1 0 0,0 1-1 0 0,1-1 0 0 0,0-1 0 0 0,0 0 0 0 0,1 0 0 0 0,-1 0 1 0 0,1-1-1 0 0,0 0 0 0 0,0-1 0 0 0,0 0 0 0 0,1 0 0 0 0,-1-1 1 0 0,18 2-1 0 0,-16-3-1338 0 0,1-1-1 0 0,-1 0 1 0 0,0-1 0 0 0,0 0 0 0 0,20-5 0 0 0</inkml:trace>
</inkml:ink>
</file>

<file path=ppt/ink/ink2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36.3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42 8754 0 0,'0'-35'2518'0'0,"2"28"-1041"0"0,1 26-823 0 0,-2 12-527 0 0,-5 46-1 0 0,0 23 188 0 0,8-33 186 0 0,4 0 0 0 0,20 87 0 0 0,7-36-5285 0 0,-28-102 181 0 0</inkml:trace>
</inkml:ink>
</file>

<file path=ppt/ink/ink2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36.9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53 303 6913 0 0,'1'-3'58'0'0,"-1"0"0"0"0,1-1 0 0 0,0 1 0 0 0,0 0 0 0 0,1 0 0 0 0,-1 0 0 0 0,1 0 0 0 0,-1 0 0 0 0,1 0 0 0 0,0 0 0 0 0,0 1 0 0 0,0-1 0 0 0,0 1 0 0 0,6-5 0 0 0,42-35-103 0 0,-35 31 105 0 0,24-20 34 0 0,2 2 0 0 0,1 2 0 0 0,2 1 0 0 0,0 2 0 0 0,89-32 0 0 0,-128 54-57 0 0,0 0 0 0 0,1 1 0 0 0,-1 0 0 0 0,0 0 0 0 0,1 0 0 0 0,-1 1 0 0 0,1 0 0 0 0,-1 0 0 0 0,1 0 0 0 0,-1 1 0 0 0,0 0 0 0 0,10 2 0 0 0,-13-2-50 0 0,0 0 0 0 0,0 0 0 0 0,0 0 0 0 0,1 1 0 0 0,-1-1 0 0 0,0 0 0 0 0,-1 1 0 0 0,1 0 0 0 0,0-1 0 0 0,0 1 0 0 0,-1 0 0 0 0,1 0 0 0 0,-1 0 0 0 0,1 0 0 0 0,-1 0 0 0 0,0 0 0 0 0,0 1 0 0 0,0-1 0 0 0,0 0 0 0 0,0 1 0 0 0,-1-1 0 0 0,1 0 0 0 0,-1 1 0 0 0,1-1 0 0 0,-1 1 0 0 0,0-1 0 0 0,0 1 0 0 0,0-1 0 0 0,0 0 0 0 0,-1 3 0 0 0,0 8 74 0 0,-1 0 1 0 0,0-1-1 0 0,0 0 0 0 0,-2 1 0 0 0,1-1 0 0 0,-2 0 0 0 0,1-1 0 0 0,-2 1 0 0 0,1-1 0 0 0,-15 21 0 0 0,9-18 130 0 0,-1 0 0 0 0,-1-1 0 0 0,0 0 1 0 0,0-1-1 0 0,-1 0 0 0 0,-28 17 1 0 0,-6-3 188 0 0,-1-2 1 0 0,-1-2 0 0 0,0-2 0 0 0,-55 13 0 0 0,71-24-540 0 0,15-4-208 0 0,2 0 0 0 0,-27 12 1 0 0,37-15-953 0 0,0-4-368 0 0</inkml:trace>
</inkml:ink>
</file>

<file path=ppt/ink/ink2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39.6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466 147 920 0 0,'-2'-7'363'0'0,"-1"0"-1"0"0,1 0 1 0 0,-2 1-1 0 0,1-1 1 0 0,-1 1 0 0 0,0 0-1 0 0,0 0 1 0 0,-1 1-1 0 0,0-1 1 0 0,0 1-1 0 0,0 0 1 0 0,-9-7 0 0 0,11 10-125 0 0,0 0 1 0 0,1 1 0 0 0,-1-1 0 0 0,0 1 0 0 0,0 0 0 0 0,0 0-1 0 0,-1 0 1 0 0,1 0 0 0 0,0 0 0 0 0,0 1 0 0 0,0-1 0 0 0,0 1 0 0 0,-1 0-1 0 0,1 0 1 0 0,0 0 0 0 0,0 1 0 0 0,-1-1 0 0 0,1 1 0 0 0,0-1-1 0 0,0 1 1 0 0,0 0 0 0 0,0 0 0 0 0,0 1 0 0 0,0-1 0 0 0,0 1-1 0 0,0-1 1 0 0,0 1 0 0 0,1 0 0 0 0,-5 3 0 0 0,-4 7 167 0 0,0 0-1 0 0,0 1 1 0 0,1 0 0 0 0,1 1 0 0 0,0 0 0 0 0,0 0 0 0 0,-8 23 0 0 0,-17 26-241 0 0,-21 18 43 0 0,-14 24 1010 0 0,61-91-957 0 0,0 1 0 0 0,2 0-1 0 0,0 0 1 0 0,0 1 0 0 0,-4 28-1 0 0,5-19-93 0 0,-9 65 278 0 0,13-79-396 0 0,0 0 1 0 0,1-1-1 0 0,0 1 1 0 0,1 0-1 0 0,0-1 0 0 0,3 12 1 0 0,-3-19-42 0 0,0 0 0 0 0,0 0 0 0 0,0-1 0 0 0,1 1 0 0 0,-1-1 0 0 0,0 1 0 0 0,1-1 0 0 0,0 1 0 0 0,0-1 0 0 0,0 0 0 0 0,0 0 0 0 0,0 0 0 0 0,0 0 0 0 0,0 0 0 0 0,1 0 0 0 0,-1 0 0 0 0,3 1 0 0 0,0-1-3 0 0,1 0 0 0 0,-1 0-1 0 0,1 0 1 0 0,-1 0 0 0 0,1-1 0 0 0,0 0-1 0 0,0 0 1 0 0,6 0 0 0 0,7-2-37 0 0,0 0 1 0 0,0 0-1 0 0,0-2 1 0 0,22-6-1 0 0,-14 3-11 0 0,-1-3-1 0 0,0 0 1 0 0,0-1-1 0 0,-1-1 1 0 0,0-2-1 0 0,-1 0 1 0 0,-1-2 0 0 0,0-1-1 0 0,-1 0 1 0 0,-1-2-1 0 0,0 0 1 0 0,-1-2-1 0 0,-2 0 1 0 0,0-1-1 0 0,-1 0 1 0 0,0-2-1 0 0,-2 0 1 0 0,-1-1-1 0 0,11-25 1 0 0,-13 23-4 0 0,-2 5 27 0 0,-1 0 0 0 0,0 0 0 0 0,-2-1 0 0 0,9-41 0 0 0,-16 61 15 0 0,-1 0-1 0 0,1-1 1 0 0,0 1 0 0 0,-1 0 0 0 0,1 0-1 0 0,-1-1 1 0 0,0 1 0 0 0,0 0-1 0 0,0 0 1 0 0,0 0 0 0 0,0 0-1 0 0,0 0 1 0 0,-1 0 0 0 0,1 0-1 0 0,0 0 1 0 0,-1 1 0 0 0,-2-3-1 0 0,-32-27-73 0 0,34 30 78 0 0,-157-111-129 0 0,126 91 0 0 0,-2 2 0 0 0,-70-27 0 0 0,98 43-87 0 0,-1 1 0 0 0,1 1 0 0 0,0 0 0 0 0,-1 0 0 0 0,1 0 0 0 0,-1 1 0 0 0,1 0 0 0 0,-1 0 0 0 0,1 1-1 0 0,-1 0 1 0 0,-6 2 0 0 0,-6 3-803 0 0</inkml:trace>
</inkml:ink>
</file>

<file path=ppt/ink/ink2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0.1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198 140 2304 0 0,'-3'-1'139'0'0,"-1"0"0"0"0,1-1 0 0 0,-1 0 0 0 0,1 0 0 0 0,0 0 0 0 0,-1 0 0 0 0,1-1 0 0 0,1 1 0 0 0,-1-1 0 0 0,0 1 0 0 0,-4-7 0 0 0,-2 0 179 0 0,-18-21 759 0 0,-10-9 1102 0 0,37 39-2101 0 0,-1-1-1 0 0,0 0 1 0 0,1 1 0 0 0,-1-1 0 0 0,0 1 0 0 0,0 0 0 0 0,1-1 0 0 0,-1 1 0 0 0,0-1 0 0 0,0 1-1 0 0,0 0 1 0 0,0 0 0 0 0,1 0 0 0 0,-1-1 0 0 0,0 1 0 0 0,0 0 0 0 0,0 0 0 0 0,0 0 0 0 0,0 0-1 0 0,0 0 1 0 0,1 0 0 0 0,-1 1 0 0 0,0-1 0 0 0,0 0 0 0 0,0 0 0 0 0,-1 1 0 0 0,0 0 30 0 0,1 1 1 0 0,-1-1-1 0 0,1 0 1 0 0,-1 1-1 0 0,1-1 1 0 0,0 1-1 0 0,0-1 1 0 0,0 1-1 0 0,0 0 1 0 0,0-1-1 0 0,-2 4 1 0 0,-1 5 299 0 0,1 0 1 0 0,0 0 0 0 0,-3 15 0 0 0,6-24-311 0 0,-9 60 1274 0 0,-2 102 0 0 0,7-66-1022 0 0,2-70-334 0 0,1-1 0 0 0,6 50 0 0 0,-4-66 0 0 0,1 0 1 0 0,1 0 0 0 0,0 1 0 0 0,0-2 0 0 0,1 1 0 0 0,0 0 0 0 0,0-1 0 0 0,1 0 0 0 0,1 0 0 0 0,8 12-1 0 0,2-2-16 0 0,0 0 0 0 0,1-1 0 0 0,1-1 0 0 0,29 22 0 0 0,-37-32 0 0 0,-1-1 0 0 0,1-1 0 0 0,0 0 0 0 0,0 0 0 0 0,1-1 0 0 0,-1 0 0 0 0,1 0 0 0 0,0-1 0 0 0,0-1 0 0 0,0 0 0 0 0,0-1 0 0 0,15 1 0 0 0,-17-2 4 0 0,0 0-1 0 0,0 0 1 0 0,0-1-1 0 0,-1 0 1 0 0,1-1-1 0 0,0 1 0 0 0,0-2 1 0 0,-1 1-1 0 0,1-1 1 0 0,-1-1-1 0 0,0 0 1 0 0,0 0-1 0 0,0 0 1 0 0,0-1-1 0 0,-1 0 0 0 0,0-1 1 0 0,0 1-1 0 0,0-1 1 0 0,-1-1-1 0 0,0 1 1 0 0,0-1-1 0 0,-1 0 0 0 0,0-1 1 0 0,0 1-1 0 0,5-11 1 0 0,-3 4 59 0 0,0-1 1 0 0,-1 0 0 0 0,-1 0-1 0 0,-1 0 1 0 0,0-1-1 0 0,0 0 1 0 0,-2 1 0 0 0,0-1-1 0 0,0-29 1 0 0,-4 23-44 0 0,0 0 1 0 0,-2 0-1 0 0,0 1 0 0 0,-2-1 1 0 0,0 1-1 0 0,-14-32 1 0 0,5 17 26 0 0,-1 1 0 0 0,-2 1 0 0 0,-2 1 0 0 0,-1 1-1 0 0,-1 0 1 0 0,-2 2 0 0 0,-1 0 0 0 0,-29-26 0 0 0,50 52-97 0 0,1 1-1 0 0,0 0 1 0 0,-1 0 0 0 0,0 1-1 0 0,1-1 1 0 0,-1 1-1 0 0,0-1 1 0 0,0 1-1 0 0,0 0 1 0 0,-1 1 0 0 0,1-1-1 0 0,0 1 1 0 0,-1 0-1 0 0,1 0 1 0 0,-1 0-1 0 0,1 1 1 0 0,-1-1 0 0 0,0 1-1 0 0,1 0 1 0 0,-1 1-1 0 0,-5 0 1 0 0,-11 8-5765 0 0</inkml:trace>
</inkml:ink>
</file>

<file path=ppt/ink/ink2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0.9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247 61 456 0 0,'-2'1'262'0'0,"0"1"-1"0"0,0-1 1 0 0,0 1-1 0 0,0-1 1 0 0,0 0-1 0 0,0 0 1 0 0,0 0-1 0 0,0 0 1 0 0,0 0-1 0 0,0 0 1 0 0,-1 0-1 0 0,1-1 1 0 0,0 1-1 0 0,-1-1 1 0 0,1 0 0 0 0,0 1-1 0 0,-5-1 1 0 0,3 0 217 0 0,0 0 1 0 0,1 1 0 0 0,-1-1 0 0 0,0 1 0 0 0,0 0 0 0 0,0 0-1 0 0,1 1 1 0 0,-7 2 0 0 0,1 3 111 0 0,0 0 0 0 0,0 0 0 0 0,1 1 0 0 0,0 0 0 0 0,1 0 0 0 0,-1 1 0 0 0,-8 14 0 0 0,4 0-228 0 0,0-1 0 0 0,-9 29 0 0 0,11-28-255 0 0,2 0 0 0 0,1 1 0 0 0,1 0 0 0 0,1 0 0 0 0,1 0 0 0 0,2 0 0 0 0,0 1 0 0 0,1 0 0 0 0,2-1 1 0 0,0 1-1 0 0,2-1 0 0 0,0 0 0 0 0,2 1 0 0 0,0-1 0 0 0,14 34 0 0 0,-16-50-104 0 0,1 0 0 0 0,-1-1 0 0 0,1 0 1 0 0,1 0-1 0 0,-1 0 0 0 0,1-1 0 0 0,0 1 1 0 0,1-1-1 0 0,-1 0 0 0 0,1-1 0 0 0,1 1 1 0 0,-1-1-1 0 0,1 0 0 0 0,-1-1 0 0 0,16 8 1 0 0,-14-9 0 0 0,1 0-1 0 0,0-1 1 0 0,0 1 0 0 0,0-2 0 0 0,0 1 0 0 0,0-1 0 0 0,1-1 0 0 0,-1 1-1 0 0,0-2 1 0 0,1 1 0 0 0,-1-1 0 0 0,0-1 0 0 0,17-4 0 0 0,-7 1-6 0 0,0-2 1 0 0,0 0 0 0 0,0 0-1 0 0,-1-2 1 0 0,0-1 0 0 0,-1 0 0 0 0,0-1-1 0 0,16-13 1 0 0,-24 16 1 0 0,0-1 0 0 0,0 0 0 0 0,-1-1 0 0 0,0 1-1 0 0,-1-2 1 0 0,0 1 0 0 0,0-1 0 0 0,-1 0 0 0 0,-1 0 0 0 0,0 0 0 0 0,0-1 0 0 0,-1 0 0 0 0,-1 0-1 0 0,3-14 1 0 0,-2-4-31 0 0,-1 0 1 0 0,-1 1-1 0 0,-1-1 0 0 0,-2 0 0 0 0,-1 0 0 0 0,-11-58 0 0 0,10 74-31 0 0,-1-1 0 0 0,0 0 0 0 0,-1 1 0 0 0,-1 0-1 0 0,0 0 1 0 0,-1 0 0 0 0,0 1 0 0 0,-1 0 0 0 0,-1 0 0 0 0,0 1 0 0 0,0 0 0 0 0,-1 1 0 0 0,-1 0 0 0 0,0 0 0 0 0,-17-12-1 0 0,17 17 73 0 0,1 0 0 0 0,-1 0 0 0 0,0 1 0 0 0,-1 0 0 0 0,-20-5 0 0 0,26 9-115 0 0,0-1 1 0 0,-1 1 0 0 0,1 0-1 0 0,0 1 1 0 0,0 0 0 0 0,0 0 0 0 0,-1 0-1 0 0,1 1 1 0 0,0 0 0 0 0,0 0-1 0 0,0 0 1 0 0,-11 5 0 0 0,-12 9-5165 0 0</inkml:trace>
</inkml:ink>
</file>

<file path=ppt/ink/ink2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1.5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92 158 4609 0 0,'-1'-1'83'0'0,"-1"1"1"0"0,1 0-1 0 0,-1 0 0 0 0,1-1 1 0 0,0 1-1 0 0,-1-1 0 0 0,1 1 1 0 0,0-1-1 0 0,-1 0 0 0 0,1 0 1 0 0,0 1-1 0 0,-1-1 0 0 0,1 0 1 0 0,0 0-1 0 0,0 0 0 0 0,0 0 1 0 0,0 0-1 0 0,0-1 0 0 0,0 1 1 0 0,0 0-1 0 0,1 0 0 0 0,-1-1 1 0 0,0 1-1 0 0,1 0 0 0 0,-1-1 1 0 0,0-1-1 0 0,1 2 92 0 0,-1-1 1 0 0,0 0-1 0 0,0 0 0 0 0,0 1 0 0 0,0-1 1 0 0,0 1-1 0 0,0-1 0 0 0,0 1 1 0 0,0-1-1 0 0,0 1 0 0 0,-1 0 0 0 0,1-1 1 0 0,-1 1-1 0 0,1 0 0 0 0,-1 0 1 0 0,1 0-1 0 0,-1 0 0 0 0,0 0 0 0 0,1 1 1 0 0,-1-1-1 0 0,0 0 0 0 0,1 1 1 0 0,-1-1-1 0 0,-3 1 0 0 0,4 0-74 0 0,0 1-1 0 0,-1 0 1 0 0,1 0 0 0 0,0 0-1 0 0,0 0 1 0 0,0 0-1 0 0,0 0 1 0 0,0 1 0 0 0,0-1-1 0 0,0 0 1 0 0,0 0-1 0 0,0 1 1 0 0,0-1 0 0 0,1 1-1 0 0,-1-1 1 0 0,1 1 0 0 0,-1-1-1 0 0,1 1 1 0 0,-1-1-1 0 0,1 1 1 0 0,0-1 0 0 0,0 1-1 0 0,0 1 1 0 0,-4 40 449 0 0,4-42-492 0 0,-2 37 270 0 0,0 131 601 0 0,4-146-879 0 0,0-1 0 0 0,1 1-1 0 0,1-1 1 0 0,1 1 0 0 0,11 26-1 0 0,-12-38-49 0 0,2 0 0 0 0,0 0 0 0 0,0-1 0 0 0,1 0 0 0 0,0 0 0 0 0,1-1 0 0 0,0 0 0 0 0,0 0 0 0 0,1-1 0 0 0,0 0 0 0 0,1 0 0 0 0,0-1 0 0 0,0-1 0 0 0,0 1 0 0 0,1-2 0 0 0,0 1 0 0 0,0-2 0 0 0,0 1 0 0 0,23 4 0 0 0,-23-6-1 0 0,-1-1 0 0 0,1 0 0 0 0,-1-1 0 0 0,1 0 0 0 0,-1-1 0 0 0,1 0 0 0 0,-1-1 0 0 0,1 0 0 0 0,-1-1 0 0 0,1 0 0 0 0,-1 0 0 0 0,0-1 0 0 0,0-1 0 0 0,0 1 0 0 0,0-2 0 0 0,-1 1 0 0 0,1-1 0 0 0,-1-1 0 0 0,0 0-1 0 0,-1 0 1 0 0,0-1 0 0 0,14-13 0 0 0,-7 3 0 0 0,-1 1 1 0 0,-1-2-1 0 0,-1 0 0 0 0,0 0 0 0 0,-2-1 0 0 0,0-1 0 0 0,-1 0 0 0 0,-1 0 0 0 0,-1-1 0 0 0,0 1 1 0 0,4-28-1 0 0,-10 38-3 0 0,0 0 0 0 0,-1-1 0 0 0,0 0 1 0 0,0 1-1 0 0,-1-1 0 0 0,0 1 0 0 0,-1 0 1 0 0,0-1-1 0 0,-1 1 0 0 0,0 0 0 0 0,-1 0 1 0 0,0 0-1 0 0,0 1 0 0 0,-1 0 0 0 0,0-1 0 0 0,-8-9 1 0 0,-9-13 87 0 0,0 1-1 0 0,-34-34 1 0 0,49 57-139 0 0,0 1 0 0 0,-1 0 1 0 0,0 0-1 0 0,0 1 0 0 0,0-1 0 0 0,-1 2 0 0 0,0-1 0 0 0,-1 1 0 0 0,1 1 0 0 0,-1 0 0 0 0,0 0 0 0 0,0 1 0 0 0,-11-3 0 0 0,-7 8-3644 0 0,3 10-1252 0 0</inkml:trace>
</inkml:ink>
</file>

<file path=ppt/ink/ink2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2.2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305 142 3225 0 0,'-10'-4'589'0'0,"1"2"0"0"0,-1-1 0 0 0,0 1-1 0 0,0 0 1 0 0,0 1 0 0 0,0 0 0 0 0,0 1 0 0 0,0 0 0 0 0,-1 1 0 0 0,1 0 0 0 0,0 0 0 0 0,-13 5 0 0 0,15-3-395 0 0,0 1 0 0 0,0-1 0 0 0,1 2 0 0 0,-1-1 0 0 0,1 1-1 0 0,1 0 1 0 0,-1 1 0 0 0,1 0 0 0 0,0 0 0 0 0,0 0 0 0 0,0 1 0 0 0,1 0 0 0 0,-7 10 0 0 0,2-1 91 0 0,1 1 0 0 0,0-1 0 0 0,1 2 1 0 0,1-1-1 0 0,-6 22 0 0 0,11-28-155 0 0,0 1 0 0 0,1 0-1 0 0,0 0 1 0 0,1 0 0 0 0,0 0 0 0 0,1 0-1 0 0,1 0 1 0 0,-1 0 0 0 0,2 0 0 0 0,0-1-1 0 0,0 1 1 0 0,1-1 0 0 0,8 18 0 0 0,-1-7-98 0 0,1 0 0 0 0,1-1 0 0 0,1 0 0 0 0,0-1 0 0 0,29 30 0 0 0,-37-44-32 0 0,1-1 0 0 0,-1 0 0 0 0,1 1 0 0 0,0-2 0 0 0,0 1 0 0 0,1-1 0 0 0,0 0 0 0 0,-1-1 0 0 0,1 0 0 0 0,0 0 0 0 0,1-1 0 0 0,-1 0 0 0 0,0 0 0 0 0,1-1 0 0 0,-1 0 0 0 0,1 0 0 0 0,-1-1 0 0 0,1 0 0 0 0,-1-1 0 0 0,1 0 0 0 0,12-3 0 0 0,2-1 0 0 0,0-2 0 0 0,-1 0 0 0 0,0-1 0 0 0,0-2 0 0 0,-1 0 0 0 0,32-20 0 0 0,-45 25-9 0 0,0-1 1 0 0,0 0 0 0 0,-1 0-1 0 0,0 0 1 0 0,0-1 0 0 0,0 0-1 0 0,-1-1 1 0 0,0 1-1 0 0,6-11 1 0 0,-9 13 0 0 0,0-1 0 0 0,0 0 0 0 0,-1 0 0 0 0,0 0 0 0 0,0 0 0 0 0,-1 0 0 0 0,0-1 0 0 0,0 1 0 0 0,0 0 0 0 0,0-1 0 0 0,-1 1 0 0 0,0 0 0 0 0,-1-1 0 0 0,-2-11 0 0 0,-6-18-26 0 0,-2 2 1 0 0,-1-1 0 0 0,-2 1 0 0 0,-1 1 0 0 0,-2 1-1 0 0,-1 0 1 0 0,-2 1 0 0 0,-1 1 0 0 0,-1 1-1 0 0,-1 1 1 0 0,-32-29 0 0 0,46 47-478 0 0,-1 1 1 0 0,0 1-1 0 0,-1 0 1 0 0,-20-13-1 0 0,10 13-4671 0 0</inkml:trace>
</inkml:ink>
</file>

<file path=ppt/ink/ink2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2.7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98 116 2304 0 0,'-1'-4'218'0'0,"0"-1"0"0"0,0 1 0 0 0,0 0 0 0 0,0-1 0 0 0,-1 1 0 0 0,0 0 0 0 0,-4-7 0 0 0,4 8 211 0 0,1 1 0 0 0,-1-1-1 0 0,0 1 1 0 0,0 0 0 0 0,0 0 0 0 0,0 0 0 0 0,0 0-1 0 0,0 0 1 0 0,0 0 0 0 0,-1 1 0 0 0,1-1 0 0 0,-1 1-1 0 0,0-1 1 0 0,1 1 0 0 0,-1 0 0 0 0,0 0 0 0 0,1 0-1 0 0,-1 1 1 0 0,0-1 0 0 0,0 1 0 0 0,-4-1 0 0 0,5 1-307 0 0,1 1 1 0 0,0-1 0 0 0,-1 1 0 0 0,1-1 0 0 0,0 1 0 0 0,0-1-1 0 0,-1 1 1 0 0,1 0 0 0 0,0 0 0 0 0,0-1 0 0 0,0 1 0 0 0,0 0 0 0 0,0 0-1 0 0,0 0 1 0 0,0 0 0 0 0,1 0 0 0 0,-1 0 0 0 0,0 1 0 0 0,0-1-1 0 0,1 0 1 0 0,-1 0 0 0 0,1 0 0 0 0,-1 1 0 0 0,1-1 0 0 0,0 0 0 0 0,-1 1-1 0 0,1-1 1 0 0,0 0 0 0 0,0 1 0 0 0,0-1 0 0 0,0 2 0 0 0,-2 47 222 0 0,2-45-229 0 0,2 22-71 0 0,1 0 0 0 0,1-1 0 0 0,1 1 0 0 0,1-1 0 0 0,2 0-1 0 0,1 0 1 0 0,0-1 0 0 0,2 0 0 0 0,1-1 0 0 0,1 0 0 0 0,1-1-1 0 0,26 33 1 0 0,-33-49-47 0 0,-1 0 0 0 0,1 0-1 0 0,1-1 1 0 0,-1 0 0 0 0,1 0-1 0 0,0-1 1 0 0,0 0 0 0 0,1-1 0 0 0,0 1-1 0 0,0-2 1 0 0,0 1 0 0 0,0-1-1 0 0,0-1 1 0 0,0 1 0 0 0,1-2-1 0 0,-1 1 1 0 0,1-1 0 0 0,0-1 0 0 0,-1 0-1 0 0,1 0 1 0 0,14-3 0 0 0,-15 2-1 0 0,0-1 0 0 0,-1 0 0 0 0,1-1 0 0 0,-1 0 1 0 0,0 0-1 0 0,0-1 0 0 0,0 0 0 0 0,0 0 1 0 0,-1-1-1 0 0,0 0 0 0 0,0-1 0 0 0,0 1 0 0 0,0-1 1 0 0,-1-1-1 0 0,0 1 0 0 0,-1-1 0 0 0,1 0 1 0 0,-1 0-1 0 0,0-1 0 0 0,-1 1 0 0 0,0-1 0 0 0,0 0 1 0 0,4-14-1 0 0,-2 1-116 0 0,-1 0 1 0 0,-2-1-1 0 0,0 0 0 0 0,-1 1 0 0 0,-1-1 1 0 0,-1 0-1 0 0,-1 0 0 0 0,0 0 1 0 0,-2 1-1 0 0,-1-1 0 0 0,-9-30 1 0 0,10 44-21 0 0,-1 1 1 0 0,1 0 0 0 0,-1 0-1 0 0,0 0 1 0 0,-1 0 0 0 0,1 1 0 0 0,-2 0-1 0 0,1 0 1 0 0,0 0 0 0 0,-1 1-1 0 0,0 0 1 0 0,-1 0 0 0 0,1 0-1 0 0,-1 1 1 0 0,1 0 0 0 0,-9-4 0 0 0,3 3-502 0 0,-1-1 0 0 0,1 2 1 0 0,-1 0-1 0 0,1 0 1 0 0,-1 1-1 0 0,-1 1 1 0 0,1 0-1 0 0,-25 0 1 0 0,-2 5-3169 0 0</inkml:trace>
</inkml:ink>
</file>

<file path=ppt/ink/ink2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3.4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220 115 456 0 0,'-2'1'180'0'0,"0"-1"0"0"0,0 0-1 0 0,0 0 1 0 0,0 0 0 0 0,0 0 0 0 0,0 0 0 0 0,0 0-1 0 0,0-1 1 0 0,0 1 0 0 0,0-1 0 0 0,0 1-1 0 0,0-1 1 0 0,0 0 0 0 0,-4-1 0 0 0,4 0 77 0 0,0 1 0 0 0,-1 0 0 0 0,1 0 0 0 0,-1 1 0 0 0,1-1 0 0 0,-1 0 1 0 0,1 1-1 0 0,-1-1 0 0 0,0 1 0 0 0,1 0 0 0 0,-1 0 0 0 0,1 0 0 0 0,-1 0 0 0 0,-2 1 0 0 0,-3 2 116 0 0,1 0-1 0 0,0 0 0 0 0,1 1 0 0 0,-1 0 0 0 0,1 0 0 0 0,-1 1 0 0 0,1-1 0 0 0,1 1 0 0 0,-1 1 0 0 0,1-1 0 0 0,0 1 0 0 0,-5 6 1 0 0,3-2 110 0 0,0 0 1 0 0,0 0 0 0 0,1 0 0 0 0,1 1 0 0 0,0 0 0 0 0,-8 22 0 0 0,9-13-386 0 0,1 1 0 0 0,1-1 0 0 0,1 1 0 0 0,0-1 0 0 0,2 1 0 0 0,0-1 0 0 0,1 1 0 0 0,2-1 0 0 0,10 38 0 0 0,-12-51-95 0 0,0-1-1 0 0,1 0 1 0 0,-1 0-1 0 0,1 0 1 0 0,1-1-1 0 0,-1 1 1 0 0,1-1-1 0 0,0 1 1 0 0,0-1-1 0 0,1 0 1 0 0,-1-1 0 0 0,1 1-1 0 0,0-1 1 0 0,0 0-1 0 0,1 0 1 0 0,-1-1-1 0 0,1 1 1 0 0,0-1-1 0 0,0 0 1 0 0,9 3-1 0 0,0-2-10 0 0,0-1 0 0 0,0-1 0 0 0,0 0 0 0 0,0 0 0 0 0,0-2 0 0 0,1 0 0 0 0,26-4 0 0 0,-19 2 8 0 0,-17 2-3 0 0,1 0-1 0 0,-1 0 0 0 0,0-1 0 0 0,1 0 1 0 0,-1 0-1 0 0,0-1 0 0 0,0 0 0 0 0,0 0 1 0 0,0 0-1 0 0,-1-1 0 0 0,1 0 0 0 0,-1 0 1 0 0,1 0-1 0 0,-1-1 0 0 0,6-5 0 0 0,-3 3-2 0 0,0-2-1 0 0,-1 1 1 0 0,0-1-1 0 0,-1 0 1 0 0,0 0-1 0 0,0 0 1 0 0,-1-1-1 0 0,0 0 1 0 0,0 0-1 0 0,-1-1 1 0 0,-1 1-1 0 0,1-1 1 0 0,-1 0-1 0 0,-1 0 1 0 0,0 0-1 0 0,0 0 1 0 0,-1 0-1 0 0,-1 0 1 0 0,1-1-1 0 0,-2 1 1 0 0,1 0-1 0 0,-1 0 1 0 0,-4-16-1 0 0,-27-114 332 0 0,28 125-300 0 0,-1 1 0 0 0,0 0 0 0 0,-1-1 0 0 0,-1 2 1 0 0,0-1-1 0 0,-1 1 0 0 0,-12-15 0 0 0,14 21-27 0 0,-1 0-1 0 0,0 0 1 0 0,0 1 0 0 0,0 0-1 0 0,-1 0 1 0 0,0 1 0 0 0,0 0-1 0 0,0 0 1 0 0,-1 1 0 0 0,1 0-1 0 0,-14-3 1 0 0,15 5-154 0 0,0 0-1 0 0,0 1 1 0 0,0 0 0 0 0,0 0 0 0 0,0 1 0 0 0,0 0-1 0 0,0 0 1 0 0,-1 1 0 0 0,1 0 0 0 0,0 0 0 0 0,0 1-1 0 0,0 0 1 0 0,1 0 0 0 0,-1 0 0 0 0,-10 6 0 0 0,-2 3-4932 0 0</inkml:trace>
</inkml:ink>
</file>

<file path=ppt/ink/ink2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3.9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130 1 2304 0 0,'-11'0'1476'0'0,"4"-1"-602"0"0,0 1 1 0 0,0 0-1 0 0,0 1 0 0 0,0-1 0 0 0,0 2 1 0 0,-10 2-1 0 0,14-3-750 0 0,1 0 1 0 0,-1 1-1 0 0,1 0 1 0 0,-1-1-1 0 0,1 1 0 0 0,0 0 1 0 0,-1 0-1 0 0,1 1 1 0 0,0-1-1 0 0,0 0 1 0 0,1 1-1 0 0,-1-1 0 0 0,0 1 1 0 0,1-1-1 0 0,0 1 1 0 0,-1 0-1 0 0,1 0 1 0 0,-1 3-1 0 0,-3 11 57 0 0,0 0 0 0 0,2 1 0 0 0,-1-1 0 0 0,2 1 0 0 0,1 0 0 0 0,0 0 0 0 0,1 0 0 0 0,4 27 0 0 0,-1-20 6 0 0,1 0 1 0 0,2 0-1 0 0,0 0 1 0 0,2-1-1 0 0,15 33 1 0 0,-15-40-81 0 0,1-1 0 0 0,1 0-1 0 0,0-1 1 0 0,1 0 0 0 0,1 0 0 0 0,0-2 0 0 0,1 1-1 0 0,1-1 1 0 0,25 18 0 0 0,-17-12-94 0 0,13 8-10 0 0,-33-26-3 0 0,1 0 0 0 0,-1 0 0 0 0,0 0 0 0 0,1 0-1 0 0,-1-1 1 0 0,1 1 0 0 0,-1 0 0 0 0,1-1 0 0 0,-1 0 0 0 0,1 0-1 0 0,-1 0 1 0 0,1 0 0 0 0,-1 0 0 0 0,1 0 0 0 0,3-1-1 0 0,23-8 1 0 0,21-3 0 0 0,-44 10 21 0 0,0 1 0 0 0,-1 0 0 0 0,1-1 0 0 0,0 0-1 0 0,-1-1 1 0 0,1 1 0 0 0,-1-1 0 0 0,1 0-1 0 0,-1 0 1 0 0,0-1 0 0 0,-1 0 0 0 0,1 0 0 0 0,-1 0-1 0 0,1 0 1 0 0,-1 0 0 0 0,0-1 0 0 0,5-8 0 0 0,2-3 72 0 0,-1-1 0 0 0,-1-1 0 0 0,-1 0 0 0 0,9-24 1 0 0,-13 31-67 0 0,-1 0 1 0 0,0 0 0 0 0,-1 0 0 0 0,0-1 0 0 0,-1 1 0 0 0,0 0 0 0 0,-1-1 0 0 0,0 0-1 0 0,-1 1 1 0 0,0 0 0 0 0,0-1 0 0 0,-2 1 0 0 0,1 0 0 0 0,-6-14 0 0 0,5 17-13 0 0,0 1 1 0 0,-1 0-1 0 0,0-1 1 0 0,0 1-1 0 0,-1 1 1 0 0,0-1-1 0 0,0 1 1 0 0,-1 0-1 0 0,1 0 1 0 0,-1 0 0 0 0,-1 1-1 0 0,1 0 1 0 0,-1 0-1 0 0,0 0 1 0 0,0 1-1 0 0,0 0 1 0 0,0 0-1 0 0,-1 1 1 0 0,1 0-1 0 0,-14-3 1 0 0,5 3-139 0 0,1 0 0 0 0,0 1-1 0 0,-1 1 1 0 0,1 0 0 0 0,-23 3 0 0 0,11 2-627 0 0</inkml:trace>
</inkml:ink>
</file>

<file path=ppt/ink/ink2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4.4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70 1840 0 0,'-19'14'7204'0'0,"31"-27"-5838"0"0,-1 3-832 0 0,1 1 0 0 0,0 0 0 0 0,0 1 0 0 0,19-11 0 0 0,-25 17-494 0 0,-1-1 0 0 0,1 1-1 0 0,-1 0 1 0 0,1 0-1 0 0,0 1 1 0 0,0 0 0 0 0,-1 0-1 0 0,1 0 1 0 0,0 1-1 0 0,0 0 1 0 0,0 0 0 0 0,0 0-1 0 0,10 2 1 0 0,7 4-1007 0 0,1 1-3579 0 0</inkml:trace>
</inkml:ink>
</file>

<file path=ppt/ink/ink2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4.9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1 110 2304 0 0,'24'-9'2099'0'0,"-5"4"-1005"0"0,6-7 373 0 0,-8 4-563 0 0,0 0 1 0 0,0 0 0 0 0,1 2 0 0 0,0 0 0 0 0,1 1 0 0 0,27-3 0 0 0,-21 5-560 0 0,-1-1 1 0 0,33-10 0 0 0,-23 6-339 0 0,-12 2-114 0 0</inkml:trace>
</inkml:ink>
</file>

<file path=ppt/ink/ink2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6.2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30 112 3225 0 0,'-1'1'66'0'0,"-1"0"0"0"0,1-1 1 0 0,0 1-1 0 0,-1-1 0 0 0,1 1 0 0 0,-1-1 1 0 0,1 1-1 0 0,-1-1 0 0 0,1 0 1 0 0,-1 0-1 0 0,1 0 0 0 0,-1 0 0 0 0,-1 0 1 0 0,3 0 48 0 0,-1 0 1 0 0,1 0 0 0 0,0 0 0 0 0,-1-1 0 0 0,1 1-1 0 0,-1 0 1 0 0,1 0 0 0 0,0 0 0 0 0,-1-1-1 0 0,1 1 1 0 0,0 0 0 0 0,0 0 0 0 0,-1-1-1 0 0,1 1 1 0 0,0 0 0 0 0,-1-1 0 0 0,1 1-1 0 0,0 0 1 0 0,0-1 0 0 0,0 1 0 0 0,-1 0 0 0 0,1-1-1 0 0,0 1 1 0 0,0 0 0 0 0,0-1 0 0 0,0 1-1 0 0,0-1 1 0 0,0 1 0 0 0,0-1 0 0 0,0-1 70 0 0,0 1-1 0 0,0-1 1 0 0,1 0 0 0 0,-1 1 0 0 0,1-1 0 0 0,-1 1 0 0 0,1-1 0 0 0,0 0-1 0 0,0 1 1 0 0,0 0 0 0 0,-1-1 0 0 0,1 1 0 0 0,0-1 0 0 0,1 1 0 0 0,-1 0-1 0 0,0 0 1 0 0,0 0 0 0 0,1 0 0 0 0,-1 0 0 0 0,0 0 0 0 0,3-1-1 0 0,11-7 314 0 0,1 0-1 0 0,0 1 0 0 0,0 1 1 0 0,1 0-1 0 0,0 1 0 0 0,0 1 1 0 0,0 1-1 0 0,35-4 0 0 0,42-2-1764 0 0,-59 6-4089 0 0</inkml:trace>
</inkml:ink>
</file>

<file path=ppt/ink/ink2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6.6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2 152 3225 0 0,'0'-2'181'0'0,"-1"0"1"0"0,1 0 0 0 0,0 0-1 0 0,0 0 1 0 0,0 0-1 0 0,0 0 1 0 0,0 0 0 0 0,1 0-1 0 0,-1 0 1 0 0,1 0 0 0 0,-1 0-1 0 0,1 0 1 0 0,0 0-1 0 0,-1 0 1 0 0,3-2 0 0 0,2-2 344 0 0,1 0 0 0 0,0 1 1 0 0,0 0-1 0 0,0 0 0 0 0,0 0 1 0 0,1 1-1 0 0,0 0 0 0 0,13-6 0 0 0,65-19 3652 0 0,-65 23-3293 0 0,-7 3-228 0 0,0 0 0 0 0,1 1 0 0 0,15-1 0 0 0,24-3-176 0 0,-29-3-613 0 0,-22 8-4 0 0,0 0 0 0 0,0 0-1 0 0,0 1 1 0 0,0-1-1 0 0,0 0 1 0 0,0 1 0 0 0,1-1-1 0 0,-1 1 1 0 0,0 0 0 0 0,0-1-1 0 0,0 1 1 0 0,1 0-1 0 0,-1 0 1 0 0,0 1 0 0 0,0-1-1 0 0,4 1 1 0 0,9 2-5891 0 0</inkml:trace>
</inkml:ink>
</file>

<file path=ppt/ink/ink2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7.2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 39 1376 0 0,'-2'0'107'0'0,"0"0"-6"0"0,-28 12 12445 0 0,99-8-11348 0 0,-44-2-1321 0 0,44-1 0 0 0,-39-4-454 0 0,0-2 0 0 0,-1 0 0 0 0,0-2 0 0 0,51-20 0 0 0,-51 16-602 0 0</inkml:trace>
</inkml:ink>
</file>

<file path=ppt/ink/ink2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7.7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12 2304 0 0,'0'0'99'0'0,"1"0"-1"0"0,-1 1 1 0 0,0-1-1 0 0,1 0 1 0 0,-1 0-1 0 0,0 1 1 0 0,1-1-1 0 0,-1 0 1 0 0,0 0-1 0 0,1 0 1 0 0,-1 0-1 0 0,0 0 1 0 0,1 1-1 0 0,-1-1 1 0 0,1 0-1 0 0,-1 0 1 0 0,0 0-1 0 0,1 0 1 0 0,-1 0-1 0 0,1 0 1 0 0,-1 0-1 0 0,0 0 1 0 0,1 0-1 0 0,-1 0 1 0 0,0 0-1 0 0,1-1 1 0 0,-1 1-1 0 0,1 0 1 0 0,-1 0-1 0 0,0 0 1 0 0,1 0-1 0 0,-1-1 0 0 0,0 1 1 0 0,1 0-1 0 0,29-7 1827 0 0,-10 2-711 0 0,-6 5-1029 0 0,0-1 1 0 0,0 2 0 0 0,0 0-1 0 0,0 1 1 0 0,0 0-1 0 0,0 1 1 0 0,19 7-1 0 0,-15-5-3886 0 0</inkml:trace>
</inkml:ink>
</file>

<file path=ppt/ink/ink2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8.4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11 920 0 0,'3'-2'14084'0'0,"18"-5"-13653"0"0,-16 6-300 0 0,1 1 0 0 0,0 0 0 0 0,-1 0 0 0 0,1 0-1 0 0,0 1 1 0 0,0-1 0 0 0,-1 2 0 0 0,1-1 0 0 0,-1 0 0 0 0,1 1 0 0 0,6 3-1 0 0,13 3 125 0 0,11 1-1955 0 0,1-2 1 0 0,60 4-1 0 0,-72-10-3532 0 0</inkml:trace>
</inkml:ink>
</file>

<file path=ppt/ink/ink2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8.8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 5529 0 0,'68'-4'4717'0'0,"-44"2"-3947"0"0,0 1 1 0 0,44 4-1 0 0,-13 5 100 0 0,-23-2-974 0 0,34 1 0 0 0,-43-7-4601 0 0</inkml:trace>
</inkml:ink>
</file>

<file path=ppt/ink/ink2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4.0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91 1 5529 0 0,'-18'68'793'0'0,"3"0"0"0"0,3 1 0 0 0,-4 95 0 0 0,-3 15-76 0 0,9-93-1907 0 0,9-77-1805 0 0</inkml:trace>
</inkml:ink>
</file>

<file path=ppt/ink/ink2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4.65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0 329 2304 0 0,'2'-6'267'0'0,"0"0"-1"0"0,1 0 1 0 0,-1 0-1 0 0,1 0 1 0 0,0 0-1 0 0,1 1 1 0 0,-1 0-1 0 0,1 0 1 0 0,8-8-1 0 0,-11 14-27 0 0,1 0 0 0 0,0 0 0 0 0,-1 0 1 0 0,0 0-1 0 0,1 0 0 0 0,-1 0 0 0 0,0 1 0 0 0,0-1 0 0 0,0 1 0 0 0,0-1 0 0 0,0 1 0 0 0,0-1 0 0 0,0 1 1 0 0,0 0-1 0 0,0-1 0 0 0,0 4 0 0 0,1-2 109 0 0,16 32 480 0 0,3-1 0 0 0,0 0-1 0 0,2-2 1 0 0,2-1 0 0 0,1-1 0 0 0,1 0-1 0 0,1-3 1 0 0,2 0 0 0 0,51 35 0 0 0,-79-60-760 0 0,0-1 0 0 0,0 1-1 0 0,0-1 1 0 0,0 0 0 0 0,0 1 0 0 0,1-1 0 0 0,-1 0 0 0 0,0-1 0 0 0,1 1 0 0 0,-1 0-1 0 0,1-1 1 0 0,-1 1 0 0 0,1-1 0 0 0,2 1 0 0 0,-3-2-15 0 0,0 0 0 0 0,0 0 0 0 0,-1 0 0 0 0,1 0 1 0 0,0 0-1 0 0,0 0 0 0 0,-1 0 0 0 0,1 0 0 0 0,-1-1 0 0 0,1 1 0 0 0,-1-1 0 0 0,0 1 0 0 0,0-1 1 0 0,1 1-1 0 0,-1-1 0 0 0,0 0 0 0 0,0 0 0 0 0,-1 0 0 0 0,2-3 0 0 0,3-7-10 0 0,0 0 0 0 0,-1 0 0 0 0,-1 0 0 0 0,0-1 0 0 0,-1 0-1 0 0,0 0 1 0 0,-1 1 0 0 0,0-1 0 0 0,-2-16 0 0 0,-3-19 74 0 0,-10-52 1 0 0,10 78-183 0 0,-34-182-535 0 0,17 118-2922 0 0,16 67-2461 0 0</inkml:trace>
</inkml:ink>
</file>

<file path=ppt/ink/ink2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5.6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165 69 3225 0 0,'2'-5'159'0'0,"-1"0"0"0"0,0 0 0 0 0,0 0 0 0 0,-1 0 0 0 0,1-1 0 0 0,-1 1 0 0 0,0 0 0 0 0,-1-8 0 0 0,1 12-41 0 0,0 1 0 0 0,0-1 0 0 0,0 0-1 0 0,0 1 1 0 0,-1-1 0 0 0,1 0 0 0 0,0 1 0 0 0,0-1-1 0 0,-1 1 1 0 0,1-1 0 0 0,0 0 0 0 0,-1 1-1 0 0,1-1 1 0 0,-1 1 0 0 0,1-1 0 0 0,-1 1 0 0 0,1-1-1 0 0,-1 1 1 0 0,1-1 0 0 0,-1 1 0 0 0,1 0 0 0 0,-1-1-1 0 0,0 1 1 0 0,1 0 0 0 0,-2-1 0 0 0,0 1 71 0 0,1 0 1 0 0,-1 0-1 0 0,1 1 1 0 0,-1-1-1 0 0,1 0 0 0 0,-1 1 1 0 0,1 0-1 0 0,-1-1 1 0 0,1 1-1 0 0,0 0 1 0 0,-1-1-1 0 0,1 1 1 0 0,0 0-1 0 0,-1 0 1 0 0,1 0-1 0 0,0 0 1 0 0,-1 2-1 0 0,-3 2 154 0 0,0 0 1 0 0,1 0-1 0 0,0 1 1 0 0,0-1-1 0 0,0 1 1 0 0,1 0-1 0 0,0 1 1 0 0,-3 7-1 0 0,-19 60 493 0 0,15-40-706 0 0,-7 17-138 0 0,3 1 0 0 0,-9 60 0 0 0,20-95-2 0 0,2 0 1 0 0,0-1 0 0 0,0 1-1 0 0,2 0 1 0 0,0 0 0 0 0,1 0-1 0 0,1 0 1 0 0,0 0 0 0 0,1-1 0 0 0,13 32-1 0 0,-16-44 11 0 0,1 0 0 0 0,0-1 0 0 0,0 1-1 0 0,0 0 1 0 0,0-1 0 0 0,1 1 0 0 0,0-1-1 0 0,-1 0 1 0 0,1 0 0 0 0,0 0 0 0 0,0 0-1 0 0,1-1 1 0 0,-1 1 0 0 0,1-1 0 0 0,-1 0-1 0 0,1 0 1 0 0,0 0 0 0 0,0 0 0 0 0,0 0 0 0 0,0-1-1 0 0,0 0 1 0 0,0 0 0 0 0,0 0 0 0 0,6 0-1 0 0,-2-1 18 0 0,0-1 1 0 0,0 0-1 0 0,0 0 0 0 0,0 0 0 0 0,0-1 0 0 0,0-1 0 0 0,0 1 0 0 0,-1-1 0 0 0,0-1 0 0 0,1 1 0 0 0,12-10 0 0 0,-7 5 32 0 0,1-2 1 0 0,-2 0-1 0 0,1 0 0 0 0,-1-1 0 0 0,-1-1 0 0 0,0 0 1 0 0,-1-1-1 0 0,0 0 0 0 0,-1 0 0 0 0,-1-1 0 0 0,0 0 1 0 0,0 0-1 0 0,-2-1 0 0 0,9-26 0 0 0,-11 27-10 0 0,-1 1-1 0 0,-1-1 1 0 0,0 1-1 0 0,-1-1 1 0 0,-1 0-1 0 0,0 0 1 0 0,-1 0-1 0 0,0 1 1 0 0,-1-1-1 0 0,0 0 1 0 0,-2 1-1 0 0,1 0 1 0 0,-1 0-1 0 0,-1 0 1 0 0,-1 0 0 0 0,0 0-1 0 0,-12-19 1 0 0,9 20 95 0 0,0 0 0 0 0,-1 0 1 0 0,0 1-1 0 0,-1 0 0 0 0,0 0 0 0 0,0 1 1 0 0,-19-11-1 0 0,24 17-206 0 0,0 1 0 0 0,0-1 0 0 0,0 1 1 0 0,-1 1-1 0 0,1-1 0 0 0,-1 1 0 0 0,0 0 0 0 0,-8 0 0 0 0,11 1-217 0 0,0 1 0 0 0,0 0 0 0 0,0 0 0 0 0,0 0 0 0 0,0 1 0 0 0,0-1 0 0 0,0 1-1 0 0,0 0 1 0 0,0 0 0 0 0,1 1 0 0 0,-1-1 0 0 0,0 1 0 0 0,1 0 0 0 0,-1-1 0 0 0,-3 4 0 0 0,-10 8-5129 0 0</inkml:trace>
</inkml:ink>
</file>

<file path=ppt/ink/ink2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6.0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159 128 6913 0 0,'-3'-13'508'0'0,"-1"0"0"0"0,0 0 0 0 0,-1 0 0 0 0,-12-23 0 0 0,16 34-435 0 0,0 1 1 0 0,0-1-1 0 0,0 1 0 0 0,0-1 1 0 0,0 0-1 0 0,0 1 0 0 0,0 0 1 0 0,0-1-1 0 0,-1 1 0 0 0,1 0 1 0 0,0 0-1 0 0,-1-1 0 0 0,1 1 0 0 0,-1 0 1 0 0,0 1-1 0 0,1-1 0 0 0,-1 0 1 0 0,0 0-1 0 0,1 1 0 0 0,-1-1 1 0 0,0 1-1 0 0,0-1 0 0 0,0 1 1 0 0,1 0-1 0 0,-1 0 0 0 0,0-1 1 0 0,0 1-1 0 0,0 1 0 0 0,0-1 1 0 0,1 0-1 0 0,-1 0 0 0 0,0 1 0 0 0,0-1 1 0 0,1 1-1 0 0,-1-1 0 0 0,0 1 1 0 0,0 0-1 0 0,1 0 0 0 0,-1 0 1 0 0,1 0-1 0 0,-1 0 0 0 0,1 0 1 0 0,-1 0-1 0 0,1 0 0 0 0,0 1 1 0 0,-1-1-1 0 0,1 1 0 0 0,-1 1 0 0 0,-3 3 15 0 0,0 1-1 0 0,0-1 0 0 0,1 1 1 0 0,0 1-1 0 0,0-1 0 0 0,1 0 0 0 0,-1 1 1 0 0,2 0-1 0 0,-1 0 0 0 0,1 0 0 0 0,1 0 1 0 0,-2 8-1 0 0,0 13 134 0 0,1 0 0 0 0,2 31 0 0 0,0-53-168 0 0,1 32 236 0 0,10 71 0 0 0,-9-100-263 0 0,-1 0 0 0 0,2 0-1 0 0,0-1 1 0 0,0 1 0 0 0,1-1 0 0 0,0 0-1 0 0,0 0 1 0 0,1-1 0 0 0,0 1-1 0 0,0-1 1 0 0,1 0 0 0 0,13 14 0 0 0,-14-18-25 0 0,1-1-1 0 0,-1 0 1 0 0,1 0 0 0 0,-1 0 0 0 0,1 0 0 0 0,0-1 0 0 0,0 0-1 0 0,0 0 1 0 0,0-1 0 0 0,0 0 0 0 0,0 0 0 0 0,1 0 0 0 0,-1-1-1 0 0,0 0 1 0 0,0 0 0 0 0,1 0 0 0 0,-1-1 0 0 0,0 0-1 0 0,0 0 1 0 0,0-1 0 0 0,0 1 0 0 0,8-4 0 0 0,5-3 96 0 0,-1 1 1 0 0,0-2-1 0 0,0-1 1 0 0,-1 0-1 0 0,29-22 1 0 0,-36 24-42 0 0,-1 0 1 0 0,0 0 0 0 0,-1-1-1 0 0,0 0 1 0 0,0 0-1 0 0,-1-1 1 0 0,0 0 0 0 0,-1 0-1 0 0,0-1 1 0 0,-1 0-1 0 0,0 0 1 0 0,0 0 0 0 0,-2-1-1 0 0,1 1 1 0 0,-1-1-1 0 0,-1 0 1 0 0,0 0-1 0 0,-1 0 1 0 0,0 0 0 0 0,0 0-1 0 0,-2 0 1 0 0,1 0-1 0 0,-2 0 1 0 0,1 0 0 0 0,-2 0-1 0 0,0 0 1 0 0,0 1-1 0 0,-1-1 1 0 0,-10-21 0 0 0,8 21-21 0 0,-1 0 0 0 0,0 0 1 0 0,-1 1-1 0 0,0 0 1 0 0,0 0-1 0 0,-1 1 1 0 0,-14-12-1 0 0,19 18-126 0 0,-1 1-1 0 0,0-1 1 0 0,1 1-1 0 0,-2 0 1 0 0,1 0-1 0 0,0 1 1 0 0,0-1-1 0 0,-1 1 1 0 0,1 0-1 0 0,-1 1 1 0 0,0 0 0 0 0,0-1-1 0 0,1 2 1 0 0,-1-1-1 0 0,0 1 1 0 0,0 0-1 0 0,0 0 1 0 0,0 0-1 0 0,-7 2 1 0 0,-17 6-5885 0 0</inkml:trace>
</inkml:ink>
</file>

<file path=ppt/ink/ink2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6.7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197 17 3225 0 0,'-3'1'55'0'0,"1"0"1"0"0,-1 0-1 0 0,1 1 1 0 0,-1-1 0 0 0,1 1-1 0 0,0 0 1 0 0,-1 0-1 0 0,1 0 1 0 0,0 0-1 0 0,0 0 1 0 0,0 0-1 0 0,1 0 1 0 0,-1 1 0 0 0,-2 4-1 0 0,0-2 252 0 0,-20 28 935 0 0,2 0 1 0 0,2 2-1 0 0,0 0 0 0 0,-16 44 1 0 0,29-61-876 0 0,1 0 1 0 0,0 1-1 0 0,1 0 1 0 0,1 0-1 0 0,1 0 1 0 0,0 0-1 0 0,2 1 1 0 0,0-1-1 0 0,1 1 1 0 0,5 32-1 0 0,-2-43-278 0 0,0 1 1 0 0,0-1-1 0 0,1 0 0 0 0,1 0 0 0 0,-1 0 1 0 0,2 0-1 0 0,-1-1 0 0 0,1 0 0 0 0,0 0 0 0 0,1-1 1 0 0,14 14-1 0 0,-6-7-26 0 0,2-1-1 0 0,-1-1 1 0 0,1 0 0 0 0,34 16-1 0 0,-45-24-47 0 0,1-2 0 0 0,0 1 0 0 0,0-1 0 0 0,0 0-1 0 0,0-1 1 0 0,1 1 0 0 0,-1-1 0 0 0,0-1 0 0 0,1 1 0 0 0,-1-1-1 0 0,0-1 1 0 0,15-2 0 0 0,-11 1 39 0 0,0-1-1 0 0,-1-1 1 0 0,1 0-1 0 0,-1-1 1 0 0,0 1-1 0 0,0-2 1 0 0,17-11-1 0 0,-9 2 93 0 0,0 0-1 0 0,-1-1 0 0 0,-1-1 1 0 0,0 0-1 0 0,-2-1 1 0 0,0-1-1 0 0,19-33 1 0 0,-28 43-113 0 0,0 1 0 0 0,-1-1 0 0 0,-1 0-1 0 0,1-1 1 0 0,-1 1 0 0 0,-1 0 0 0 0,0-1 0 0 0,0 0 0 0 0,-1 1 0 0 0,0-1 0 0 0,-1 0 0 0 0,0 0 0 0 0,-1 1 0 0 0,1-1 0 0 0,-2 0-1 0 0,0 1 1 0 0,0-1 0 0 0,0 1 0 0 0,-1-1 0 0 0,-1 1 0 0 0,0 0 0 0 0,0 0 0 0 0,0 1 0 0 0,-8-11 0 0 0,-5-11-33 0 0,-2 1 0 0 0,-2 1 0 0 0,0 1 0 0 0,-2 0 1 0 0,0 2-1 0 0,-45-37 0 0 0,62 58-70 0 0,0 0 0 0 0,0 0 0 0 0,0 0 1 0 0,-1 1-1 0 0,1 0 0 0 0,-1 0 0 0 0,0 1 0 0 0,0 0 0 0 0,-11-2 0 0 0,15 3-44 0 0,-1 1-1 0 0,1 0 0 0 0,-1 0 0 0 0,1 0 1 0 0,-1 0-1 0 0,1 0 0 0 0,-1 1 0 0 0,1 0 1 0 0,-1 0-1 0 0,1 0 0 0 0,0 0 0 0 0,-1 0 1 0 0,1 1-1 0 0,0-1 0 0 0,0 1 0 0 0,0 0 0 0 0,0 0 1 0 0,0 0-1 0 0,0 0 0 0 0,1 1 0 0 0,-4 2 1 0 0,-10 15-5521 0 0</inkml:trace>
</inkml:ink>
</file>

<file path=ppt/ink/ink2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7.2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221 167 4145 0 0,'0'-8'420'0'0,"0"-1"0"0"0,0 1 1 0 0,0-1-1 0 0,-1 1 0 0 0,0-1 1 0 0,-1 1-1 0 0,0-1 0 0 0,0 1 1 0 0,-1 0-1 0 0,0 0 0 0 0,0 0 0 0 0,-1 0 1 0 0,0 1-1 0 0,0 0 0 0 0,-1-1 1 0 0,0 1-1 0 0,0 1 0 0 0,-10-11 1 0 0,14 17-329 0 0,0-1 1 0 0,0 0-1 0 0,0 1 1 0 0,0-1-1 0 0,0 0 1 0 0,0 1-1 0 0,0-1 1 0 0,0 1 0 0 0,0 0-1 0 0,0-1 1 0 0,0 1-1 0 0,0 0 1 0 0,0 0-1 0 0,0-1 1 0 0,0 1-1 0 0,0 0 1 0 0,0 0 0 0 0,-1 0-1 0 0,1 0 1 0 0,0 1-1 0 0,0-1 1 0 0,0 0-1 0 0,0 0 1 0 0,-2 1-1 0 0,1 1 19 0 0,-1-1 0 0 0,1 1 0 0 0,0-1 0 0 0,0 1 0 0 0,0 0 0 0 0,0 0 0 0 0,0 0 0 0 0,0 0 0 0 0,-3 4 0 0 0,-2 6 90 0 0,0-1 1 0 0,1 1-1 0 0,-5 15 1 0 0,10-24-120 0 0,-16 38 174 0 0,3 0 0 0 0,1 1 0 0 0,2 0 0 0 0,-8 63 0 0 0,17-83-154 0 0,1 0 0 0 0,0 0 0 0 0,2 0 0 0 0,1 0 0 0 0,0 0 0 0 0,2 0 0 0 0,0 0 0 0 0,2-1 0 0 0,0 0 0 0 0,16 35 0 0 0,-13-36-102 0 0,2 0 0 0 0,1-1 0 0 0,0 0 0 0 0,27 31 0 0 0,-34-44 0 0 0,2 0 0 0 0,-1 0 0 0 0,0-1 0 0 0,1 0 0 0 0,0 0 0 0 0,1 0 0 0 0,7 3 0 0 0,-11-6 0 0 0,0 0 0 0 0,1-1 0 0 0,-1 0 0 0 0,1 1 0 0 0,-1-2 0 0 0,1 1 0 0 0,0 0 0 0 0,-1-1 0 0 0,1 0 0 0 0,0 0 0 0 0,-1 0 0 0 0,1-1 0 0 0,8-1 0 0 0,-8 0 6 0 0,0 1 1 0 0,-1-1-1 0 0,1 0 1 0 0,0-1-1 0 0,-1 1 1 0 0,0-1-1 0 0,1 0 1 0 0,-1 0-1 0 0,0 0 1 0 0,0 0-1 0 0,-1-1 1 0 0,6-6-1 0 0,-3 2 21 0 0,0 0 1 0 0,-1 0-1 0 0,0 0 1 0 0,-1-1-1 0 0,0 0 1 0 0,3-10-1 0 0,1-10 60 0 0,-1 1 0 0 0,-2-1 0 0 0,3-41 0 0 0,-6 48-59 0 0,-1 0-1 0 0,-2-1 0 0 0,0 1 1 0 0,-1 0-1 0 0,-1-1 1 0 0,-1 1-1 0 0,-2 1 1 0 0,-11-34-1 0 0,11 40-81 0 0,0 2 1 0 0,-1-1-1 0 0,-1 1 0 0 0,0 0 1 0 0,0 0-1 0 0,-1 1 1 0 0,-1 0-1 0 0,0 0 0 0 0,-1 2 1 0 0,0-1-1 0 0,-1 1 0 0 0,0 1 1 0 0,-20-13-1 0 0,27 19-127 0 0,-1 0 1 0 0,1 0-1 0 0,-1 0 1 0 0,0 0-1 0 0,0 1 1 0 0,-1 0-1 0 0,1 1 1 0 0,0-1-1 0 0,0 1 0 0 0,-1 0 1 0 0,1 1-1 0 0,-1-1 1 0 0,1 1-1 0 0,-1 1 1 0 0,1-1-1 0 0,-1 1 1 0 0,-6 2-1 0 0,-12 8-818 0 0</inkml:trace>
</inkml:ink>
</file>

<file path=ppt/ink/ink2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7.97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287 1 1376 0 0,'-8'0'550'0'0,"-1"1"0"0"0,0 0 1 0 0,1 1-1 0 0,-1 0 0 0 0,1 0 0 0 0,-1 1 0 0 0,1 0 0 0 0,0 0 0 0 0,0 1 0 0 0,0 0 0 0 0,1 1 0 0 0,-1-1 0 0 0,1 2 0 0 0,0-1 0 0 0,-7 8 0 0 0,-9 11 518 0 0,1 0-1 0 0,-33 48 1 0 0,48-62-901 0 0,1 0 85 0 0,0 0 0 0 0,1 0 0 0 0,0 0 0 0 0,0 1 1 0 0,1-1-1 0 0,1 1 0 0 0,0 0 0 0 0,0 0 0 0 0,1 1 0 0 0,1-1 0 0 0,0 0 0 0 0,0 22 1 0 0,2-16-164 0 0,1 0 0 0 0,0 0 0 0 0,1 0 0 0 0,1 0 0 0 0,1 0 0 0 0,0-1 0 0 0,14 30 0 0 0,-16-40-85 0 0,1 0 1 0 0,-1 0-1 0 0,1 0 0 0 0,1 0 1 0 0,-1 0-1 0 0,1-1 0 0 0,0 0 0 0 0,0 0 1 0 0,0 0-1 0 0,1 0 0 0 0,-1-1 1 0 0,1 0-1 0 0,1 0 0 0 0,-1-1 1 0 0,0 0-1 0 0,1 0 0 0 0,12 4 0 0 0,-5-4 4 0 0,0-1 0 0 0,0 0-1 0 0,0-1 1 0 0,0 0 0 0 0,1-1-1 0 0,-1-1 1 0 0,28-5 0 0 0,-20 3 116 0 0,0-1 0 0 0,0-2 1 0 0,-1 0-1 0 0,34-14 0 0 0,-48 17-88 0 0,-1-1 0 0 0,0 1 0 0 0,0-1 1 0 0,0 0-1 0 0,0-1 0 0 0,-1 0 0 0 0,1 1 0 0 0,-1-2 0 0 0,-1 1 0 0 0,1-1 0 0 0,-1 1 0 0 0,0-1 0 0 0,0 0 0 0 0,0-1 0 0 0,-1 1 0 0 0,0-1 1 0 0,0 1-1 0 0,2-10 0 0 0,-2 3 26 0 0,-1-1-1 0 0,0 0 1 0 0,-1 1 0 0 0,0-1 0 0 0,-1 0 0 0 0,-1 0 0 0 0,0 1-1 0 0,-1-1 1 0 0,0 0 0 0 0,-1 1 0 0 0,-1 0 0 0 0,-6-17-1 0 0,2 10-96 0 0,-1 1 0 0 0,-1-1-1 0 0,-1 1 1 0 0,0 1-1 0 0,-1 0 1 0 0,-1 1-1 0 0,-17-18 1 0 0,28 33-83 0 0,-1-1 1 0 0,1 1-1 0 0,0-1 1 0 0,0 1-1 0 0,-1 0 0 0 0,0 0 1 0 0,1 0-1 0 0,-1 0 1 0 0,0 0-1 0 0,0 1 1 0 0,0-1-1 0 0,0 1 1 0 0,0 0-1 0 0,0 0 0 0 0,0 0 1 0 0,-1 0-1 0 0,1 1 1 0 0,0-1-1 0 0,-6 1 1 0 0,-5 3-1208 0 0</inkml:trace>
</inkml:ink>
</file>

<file path=ppt/ink/ink2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8.4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221 71 1840 0 0,'1'-2'206'0'0,"0"0"0"0"0,0 0-1 0 0,0 0 1 0 0,0 0 0 0 0,0 0-1 0 0,0-1 1 0 0,-1 1-1 0 0,1 0 1 0 0,-1 0 0 0 0,0-1-1 0 0,1 1 1 0 0,-1 0-1 0 0,0-1 1 0 0,0 1 0 0 0,-1 0-1 0 0,1-1 1 0 0,0 1 0 0 0,-1 0-1 0 0,1-1 1 0 0,-1 1-1 0 0,0 0 1 0 0,0 0 0 0 0,-2-4-1 0 0,2 4 39 0 0,-1 1 0 0 0,0 0-1 0 0,1-1 1 0 0,-1 1 0 0 0,0 0 0 0 0,0 0-1 0 0,0 0 1 0 0,0 0 0 0 0,0 1 0 0 0,0-1-1 0 0,0 0 1 0 0,0 1 0 0 0,-1 0-1 0 0,1-1 1 0 0,0 1 0 0 0,0 0 0 0 0,0 0-1 0 0,-1 0 1 0 0,1 0 0 0 0,0 1 0 0 0,0-1-1 0 0,0 0 1 0 0,0 1 0 0 0,0 0-1 0 0,-4 1 1 0 0,3-1-215 0 0,0 1 0 0 0,0 0 0 0 0,0-1-1 0 0,0 1 1 0 0,0 0 0 0 0,0 1 0 0 0,1-1 0 0 0,-1 0 0 0 0,1 1-1 0 0,-1-1 1 0 0,1 1 0 0 0,0 0 0 0 0,-2 4 0 0 0,-24 46 346 0 0,20-37-335 0 0,-12 25 384 0 0,-26 79 0 0 0,40-99-282 0 0,1 1-1 0 0,0 0 0 0 0,1 0 1 0 0,2 0-1 0 0,0 40 0 0 0,3-56-111 0 0,0-1 1 0 0,0 1-1 0 0,0 0 0 0 0,1 0 0 0 0,0-1 0 0 0,1 1 0 0 0,-1-1 0 0 0,1 0 0 0 0,0 0 0 0 0,0 0 0 0 0,1 0 0 0 0,-1 0 1 0 0,1-1-1 0 0,0 1 0 0 0,0-1 0 0 0,1 0 0 0 0,-1 0 0 0 0,1-1 0 0 0,9 6 0 0 0,7 4 158 0 0,0-2 0 0 0,1-1 0 0 0,35 12 0 0 0,-47-18-126 0 0,0-1 1 0 0,0 0-1 0 0,0 0 0 0 0,0-1 1 0 0,0 0-1 0 0,1-1 0 0 0,-1-1 1 0 0,1 1-1 0 0,-1-1 0 0 0,0-1 1 0 0,1 0-1 0 0,-1-1 0 0 0,0 0 1 0 0,0 0-1 0 0,0-1 0 0 0,0 0 1 0 0,0-1-1 0 0,-1 0 0 0 0,1-1 1 0 0,-1 0-1 0 0,0 0 0 0 0,-1-1 1 0 0,1 0-1 0 0,-1 0 0 0 0,0-1 1 0 0,-1 0-1 0 0,0-1 0 0 0,0 0 1 0 0,0 0-1 0 0,5-9 0 0 0,-4 3 51 0 0,0 0-1 0 0,0-1 1 0 0,-2 0-1 0 0,0 0 1 0 0,-1-1-1 0 0,0 0 1 0 0,-1 1-1 0 0,-1-2 1 0 0,0 1-1 0 0,-2 0 1 0 0,1-20-1 0 0,-2 23-25 0 0,0-1 1 0 0,-1 0-1 0 0,-1 1 0 0 0,0-1 0 0 0,-1 1 1 0 0,0 0-1 0 0,-1 0 0 0 0,-1 0 0 0 0,0 0 1 0 0,-1 1-1 0 0,0-1 0 0 0,0 1 0 0 0,-16-19 1 0 0,19 26-223 0 0,-1 1 0 0 0,-1-1 1 0 0,1 1-1 0 0,-1 0 0 0 0,1 0 0 0 0,-1 1 1 0 0,0-1-1 0 0,0 1 0 0 0,-1 0 1 0 0,1 0-1 0 0,-1 1 0 0 0,0 0 1 0 0,1 0-1 0 0,-1 0 0 0 0,0 0 0 0 0,-10 0 1 0 0,-2 3-6786 0 0</inkml:trace>
</inkml:ink>
</file>

<file path=ppt/ink/ink2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9.1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171 1 6913 0 0,'-4'0'182'0'0,"-1"1"-1"0"0,1 0 0 0 0,0 0 0 0 0,0 1 1 0 0,-1-1-1 0 0,1 1 0 0 0,0 0 0 0 0,1 0 1 0 0,-1 0-1 0 0,0 1 0 0 0,-6 4 0 0 0,-35 35 1768 0 0,37-31-1731 0 0,0 0 0 0 0,1 0 0 0 0,0 0 1 0 0,1 1-1 0 0,0 0 0 0 0,0 0 0 0 0,2 1 0 0 0,-1-1 0 0 0,2 1 0 0 0,0 0 0 0 0,0 0 1 0 0,1 1-1 0 0,1-1 0 0 0,0 0 0 0 0,1 1 0 0 0,0-1 0 0 0,3 18 0 0 0,1-3 40 0 0,2 1-1 0 0,1-1 0 0 0,1-1 1 0 0,1 0-1 0 0,1 0 1 0 0,2 0-1 0 0,15 25 0 0 0,-23-44-236 0 0,0-1 0 0 0,1 0 0 0 0,0-1 0 0 0,0 1 0 0 0,0-1 0 0 0,1 0 0 0 0,0 0 0 0 0,0-1 0 0 0,1 0 0 0 0,-1 0 0 0 0,1 0 0 0 0,0-1 0 0 0,11 5 0 0 0,-11-6-12 0 0,-1-1 1 0 0,1 0-1 0 0,0-1 0 0 0,0 1 1 0 0,0-1-1 0 0,0-1 0 0 0,1 1 1 0 0,-1-1-1 0 0,0-1 0 0 0,0 1 0 0 0,0-1 1 0 0,0-1-1 0 0,0 1 0 0 0,0-1 1 0 0,12-5-1 0 0,-6 1 96 0 0,-1-1 1 0 0,1 0-1 0 0,-1-1 1 0 0,-1 0-1 0 0,0-1 0 0 0,0 0 1 0 0,-1-1-1 0 0,0 0 0 0 0,0 0 1 0 0,-1-1-1 0 0,-1-1 1 0 0,0 1-1 0 0,0-1 0 0 0,-2-1 1 0 0,1 1-1 0 0,-1-1 0 0 0,-1-1 1 0 0,4-15-1 0 0,-4 16-57 0 0,-1 0 0 0 0,-1-1 0 0 0,-1 0-1 0 0,0 0 1 0 0,0 0 0 0 0,-2 0 0 0 0,1 0-1 0 0,-2 0 1 0 0,0 0 0 0 0,-1 0 0 0 0,0 0 0 0 0,-1 1-1 0 0,0-1 1 0 0,-1 1 0 0 0,-1-1 0 0 0,0 1-1 0 0,-1 1 1 0 0,-10-18 0 0 0,11 23-106 0 0,0 0-1 0 0,-1 1 1 0 0,0 0 0 0 0,0 0-1 0 0,0 1 1 0 0,0 0 0 0 0,-1 0-1 0 0,0 0 1 0 0,0 1 0 0 0,0 0-1 0 0,-1 0 1 0 0,1 1 0 0 0,-1 0 0 0 0,0 0-1 0 0,0 1 1 0 0,0 0 0 0 0,-8-1-1 0 0,8 2-738 0 0,1 0 1 0 0,-1 1-1 0 0,1 0 0 0 0,0 1 0 0 0,-1 0 0 0 0,1 0 1 0 0,-9 2-1 0 0,-5 4-4792 0 0</inkml:trace>
</inkml:ink>
</file>

<file path=ppt/ink/ink2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9.6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110 28 3225 0 0,'1'-1'19'0'0,"-1"0"0"0"0,0-1 1 0 0,0 1-1 0 0,0 0 0 0 0,0 0 1 0 0,0-1-1 0 0,0 1 0 0 0,-1 0 1 0 0,1 0-1 0 0,0-1 0 0 0,-1 1 1 0 0,1 0-1 0 0,-1 0 0 0 0,1 0 1 0 0,-1-1-1 0 0,1 1 1 0 0,-1 0-1 0 0,0 0 0 0 0,1 0 1 0 0,-1 0-1 0 0,-1-1 0 0 0,1 2 118 0 0,0 0 0 0 0,0 0 1 0 0,0 0-1 0 0,1 0 0 0 0,-1-1 0 0 0,0 1 0 0 0,0 0 0 0 0,0 0 0 0 0,0 1 0 0 0,0-1 0 0 0,1 0 1 0 0,-1 0-1 0 0,0 0 0 0 0,0 1 0 0 0,0-1 0 0 0,0 0 0 0 0,1 1 0 0 0,-1-1 0 0 0,0 0 1 0 0,0 1-1 0 0,1-1 0 0 0,-2 2 0 0 0,-3 2 469 0 0,0 0 1 0 0,1 0-1 0 0,-1 0 1 0 0,1 1-1 0 0,0 0 1 0 0,0 0-1 0 0,-3 6 1 0 0,0 4-128 0 0,0 0 0 0 0,1 0 0 0 0,1 1 1 0 0,1 0-1 0 0,0 0 0 0 0,1 0 0 0 0,-2 25 1 0 0,3-1 108 0 0,5 77 0 0 0,-1-100-475 0 0,0 0-1 0 0,0 0 1 0 0,2 0-1 0 0,0 0 1 0 0,8 18-1 0 0,-9-28-94 0 0,0-1-1 0 0,0 1 1 0 0,1-1-1 0 0,0 1 1 0 0,0-1-1 0 0,1 0 1 0 0,0-1-1 0 0,0 1 1 0 0,0-1-1 0 0,0 0 1 0 0,1 0-1 0 0,0-1 1 0 0,0 1-1 0 0,11 5 1 0 0,-5-5-6 0 0,0 0 1 0 0,0-1 0 0 0,0 0-1 0 0,1-1 1 0 0,0 0-1 0 0,-1-1 1 0 0,1 0-1 0 0,0-1 1 0 0,0 0 0 0 0,0-1-1 0 0,0-1 1 0 0,24-4-1 0 0,-30 4 26 0 0,0-1 0 0 0,0 0-1 0 0,-1 0 1 0 0,1 0-1 0 0,0-1 1 0 0,-1 0-1 0 0,0 0 1 0 0,1-1 0 0 0,-1 0-1 0 0,-1 0 1 0 0,1 0-1 0 0,-1-1 1 0 0,1 0-1 0 0,-1 0 1 0 0,-1 0 0 0 0,1-1-1 0 0,-1 1 1 0 0,0-1-1 0 0,0 0 1 0 0,0 0-1 0 0,-1-1 1 0 0,0 1 0 0 0,0-1-1 0 0,3-11 1 0 0,-3 1 160 0 0,-1 1 0 0 0,-1-1 1 0 0,0 0-1 0 0,-1 1 0 0 0,0-1 1 0 0,-2 0-1 0 0,0 1 0 0 0,-7-30 1 0 0,1 17 7 0 0,-1 0 0 0 0,-2 1 0 0 0,-27-54 1 0 0,35 75-292 0 0,-1 1 1 0 0,0-1 0 0 0,0 1 0 0 0,0 0 0 0 0,-1 0 0 0 0,0 0 0 0 0,0 1-1 0 0,0-1 1 0 0,-1 1 0 0 0,-11-8 0 0 0,1 7-855 0 0</inkml:trace>
</inkml:ink>
</file>

<file path=ppt/ink/ink2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0.3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 21 1376 0 0,'-1'1'189'0'0,"1"-1"0"0"0,-1 0 0 0 0,0 1 0 0 0,0-1-1 0 0,0 0 1 0 0,0 1 0 0 0,0-1 0 0 0,0 0 0 0 0,0 0 0 0 0,1 0-1 0 0,-1 0 1 0 0,0 0 0 0 0,0 0 0 0 0,0 0 0 0 0,0 0 0 0 0,0-1 0 0 0,0 1-1 0 0,0 0 1 0 0,0 0 0 0 0,0-1 0 0 0,1 1 0 0 0,-1-1 0 0 0,0 1-1 0 0,0 0 1 0 0,0-1 0 0 0,1 0 0 0 0,-1 1 0 0 0,0-1 0 0 0,1 1-1 0 0,-1-1 1 0 0,-1-1 126 0 0,2 2-189 0 0,0-1 0 0 0,0 1 0 0 0,0 0 0 0 0,0-1 0 0 0,0 1 0 0 0,-1 0 0 0 0,1-1 0 0 0,0 1 0 0 0,0 0 0 0 0,0-1 0 0 0,0 1 0 0 0,0 0 0 0 0,0-1 0 0 0,0 1 1 0 0,0 0-1 0 0,0-1 0 0 0,0 1 0 0 0,0 0 0 0 0,0-1 0 0 0,1 1 0 0 0,-1 0 0 0 0,0-1 0 0 0,0 1 0 0 0,1-1 378 0 0,-1 0-378 0 0,1 1 21 0 0,0-1-1 0 0,0 0 1 0 0,0 1 0 0 0,0-1 0 0 0,0 1 0 0 0,0 0-1 0 0,0-1 1 0 0,0 1 0 0 0,0 0 0 0 0,1-1-1 0 0,-1 1 1 0 0,0 0 0 0 0,0 0 0 0 0,0 0-1 0 0,2 0 1 0 0,23 2 1183 0 0,42 6-1 0 0,13 2-844 0 0,-57-9-671 0 0,67 5 339 0 0,-33 4-3414 0 0,-45-7-1687 0 0</inkml:trace>
</inkml:ink>
</file>

<file path=ppt/ink/ink2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0.7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62 55 1376 0 0,'-9'-16'-82'0'0,"7"13"664"0"0,0-1 1 0 0,0 0 0 0 0,0 1 0 0 0,0-1 0 0 0,-1 1 0 0 0,1 0 0 0 0,-1 0 0 0 0,0 0 0 0 0,0 0 0 0 0,-4-3 0 0 0,7 6-470 0 0,-1 0 0 0 0,0 0 1 0 0,1 1-1 0 0,-1-1 0 0 0,1 0 1 0 0,-1 0-1 0 0,0 0 0 0 0,1 0 1 0 0,-1 1-1 0 0,1-1 0 0 0,-1 0 1 0 0,1 1-1 0 0,-1-1 0 0 0,1 0 1 0 0,-1 1-1 0 0,1-1 0 0 0,0 1 1 0 0,-1-1-1 0 0,1 0 0 0 0,-1 1 1 0 0,1-1-1 0 0,0 1 0 0 0,-1 0 1 0 0,1-1-1 0 0,0 1 0 0 0,0-1 1 0 0,-1 1-1 0 0,1-1 0 0 0,0 1 1 0 0,0-1-1 0 0,0 1 0 0 0,0 0 1 0 0,0-1-1 0 0,0 1 0 0 0,0-1 1 0 0,0 2-1 0 0,-4 25 1717 0 0,4-27-1781 0 0,-3 39 577 0 0,2-1 1 0 0,1 0-1 0 0,8 48 1 0 0,-2-48-3128 0 0,16 55 0 0 0,-11-56-2356 0 0</inkml:trace>
</inkml:ink>
</file>

<file path=ppt/ink/ink2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1.1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66 6913 0 0,'0'-1'175'0'0,"1"-1"0"0"0,-1 0 0 0 0,1 0 0 0 0,0 0 0 0 0,-1 1 0 0 0,1-1 0 0 0,0 0 0 0 0,0 1 1 0 0,0-1-1 0 0,0 1 0 0 0,1-1 0 0 0,-1 1 0 0 0,0-1 0 0 0,0 1 0 0 0,1 0 0 0 0,-1 0 0 0 0,1 0 0 0 0,-1 0 0 0 0,1 0 0 0 0,2-2 0 0 0,35-14 3048 0 0,-38 16-3179 0 0,14-3 276 0 0,1 1 0 0 0,-1 0 0 0 0,0 0 0 0 0,1 2 0 0 0,0 0 0 0 0,-1 1 0 0 0,20 1 1 0 0,11 1-987 0 0,-29-2-178 0 0</inkml:trace>
</inkml:ink>
</file>

<file path=ppt/ink/ink2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1.4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40 1 5985 0 0,'-1'0'61'0'0,"0"0"0"0"0,0 0 0 0 0,0 1 0 0 0,1-1 0 0 0,-1 0-1 0 0,0 1 1 0 0,0-1 0 0 0,0 1 0 0 0,1-1 0 0 0,-1 1 0 0 0,0-1 0 0 0,1 1-1 0 0,-1 0 1 0 0,0-1 0 0 0,1 1 0 0 0,-1 0 0 0 0,1-1 0 0 0,-1 1 0 0 0,1 0-1 0 0,-1 0 1 0 0,1 0 0 0 0,0-1 0 0 0,-1 1 0 0 0,1 0 0 0 0,0 0 0 0 0,0 0-1 0 0,0 1 1 0 0,-6 32 1429 0 0,5-22-1200 0 0,-7 39 1758 0 0,0 76 1 0 0,8-103-2127 0 0,1 1 0 0 0,1-1 0 0 0,1 0 0 0 0,2 0 1 0 0,9 33-1 0 0,-4-32-4627 0 0</inkml:trace>
</inkml:ink>
</file>

<file path=ppt/ink/ink2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1.98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27 4145 0 0,'12'-3'8480'0'0,"72"-18"-5622"0"0,-65 19-2414 0 0,-1 1 0 0 0,1 1 1 0 0,-1 1-1 0 0,24 3 0 0 0,34 10-1919 0 0,-64-11 297 0 0</inkml:trace>
</inkml:ink>
</file>

<file path=ppt/ink/ink2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2.3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 1 4145 0 0,'-1'2'229'0'0,"0"0"1"0"0,0 0-1 0 0,0 0 0 0 0,1 0 0 0 0,-1 0 1 0 0,1 0-1 0 0,-1 0 0 0 0,1 0 1 0 0,0 1-1 0 0,-1 3 0 0 0,1 1 75 0 0,-1-1-207 0 0,-14 153 2924 0 0,15-141-2892 0 0,1-1 1 0 0,0 0 0 0 0,1 0 0 0 0,1 0-1 0 0,1 0 1 0 0,0 0 0 0 0,10 22-1 0 0,-4-17-229 0 0</inkml:trace>
</inkml:ink>
</file>

<file path=ppt/ink/ink2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2.7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61 6913 0 0,'0'0'529'0'0,"1"0"-319"0"0,4-1 261 0 0,1 0 0 0 0,-1-1 0 0 0,0 1 1 0 0,0-1-1 0 0,0-1 0 0 0,6-2 0 0 0,9-4 814 0 0,8 0-290 0 0,0 1 0 0 0,0 2 1 0 0,0 1-1 0 0,1 1 0 0 0,37 0 1 0 0,-22 3-3668 0 0,52 8 1 0 0,-80-5-2855 0 0</inkml:trace>
</inkml:ink>
</file>

<file path=ppt/ink/ink2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3.1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4145 0 0,'0'26'3893'0'0,"0"47"1794"0"0,3 8-4365 0 0,-1-49-2387 0 0,2 0 0 0 0,1 0 0 0 0,10 34-1 0 0,-6-38-49 0 0,0-1 662 0 0</inkml:trace>
</inkml:ink>
</file>

<file path=ppt/ink/ink2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3.7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26 5985 0 0,'39'-5'4436'0'0,"37"10"-1197"0"0,-54-3-3087 0 0,1 0 0 0 0,0-2-1 0 0,28-2 1 0 0,-24-3-1132 0 0,-1 0 1 0 0,36-13-1 0 0</inkml:trace>
</inkml:ink>
</file>

<file path=ppt/ink/ink2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4.0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43 10 4609 0 0,'0'-1'92'0'0,"-1"0"0"0"0,1 0 0 0 0,-1 1 0 0 0,0-1-1 0 0,1 1 1 0 0,-1-1 0 0 0,0 1 0 0 0,0-1 0 0 0,1 1 0 0 0,-1-1 0 0 0,0 1 0 0 0,0-1 0 0 0,0 1 0 0 0,0 0-1 0 0,1-1 1 0 0,-1 1 0 0 0,0 0 0 0 0,0 0 0 0 0,0 0 0 0 0,0 0 0 0 0,0 0 0 0 0,0 0 0 0 0,0 0 0 0 0,0 0-1 0 0,1 0 1 0 0,-1 0 0 0 0,0 1 0 0 0,0-1 0 0 0,-1 0 0 0 0,1 2 86 0 0,-1 1 1 0 0,1-1-1 0 0,0 0 0 0 0,0 0 1 0 0,0 0-1 0 0,1 1 0 0 0,-1-1 1 0 0,1 0-1 0 0,-1 0 0 0 0,1 1 1 0 0,-1 2-1 0 0,-3 26 235 0 0,2 1 0 0 0,0 0-1 0 0,2 0 1 0 0,2-1 0 0 0,1 1 0 0 0,1 0-1 0 0,2-1 1 0 0,1 0 0 0 0,11 31 0 0 0,-6-30-564 0 0</inkml:trace>
</inkml:ink>
</file>

<file path=ppt/ink/ink2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4.4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22 3225 0 0,'19'4'3003'0'0,"20"-6"53"0"0,45-8-1 0 0,22-1-1228 0 0,-93 10-2007 0 0,24 0 320 0 0,-13 1-4020 0 0,-9 2-525 0 0</inkml:trace>
</inkml:ink>
</file>

<file path=ppt/ink/ink2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4.7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44 1 7370 0 0,'-2'2'155'0'0,"-1"0"0"0"0,1 1 0 0 0,0-1 0 0 0,0 1 0 0 0,0-1 0 0 0,0 1 1 0 0,1 0-1 0 0,-1 0 0 0 0,1 0 0 0 0,-1 0 0 0 0,1 0 0 0 0,0 0 0 0 0,0 5 1 0 0,-10 47 800 0 0,10-41-700 0 0,-4 34-220 0 0,2 0 0 0 0,8 96 0 0 0,-3-107-96 0 0</inkml:trace>
</inkml:ink>
</file>

<file path=ppt/ink/ink2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5.18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 25 4609 0 0,'-2'0'255'0'0,"1"0"0"0"0,0 0-1 0 0,0 0 1 0 0,-1 0 0 0 0,1 0 0 0 0,0-1 0 0 0,-1 1 0 0 0,1 0-1 0 0,0 0 1 0 0,0-1 0 0 0,-1 1 0 0 0,1-1 0 0 0,0 1 0 0 0,0-1-1 0 0,0 0 1 0 0,0 1 0 0 0,-1-1 0 0 0,1 0 0 0 0,0 0 0 0 0,0 0-1 0 0,1 0 1 0 0,-2-1 0 0 0,2 2-178 0 0,0 0 0 0 0,-1 0 1 0 0,1-1-1 0 0,0 1 0 0 0,0 0 0 0 0,0-1 0 0 0,0 1 0 0 0,0 0 0 0 0,0 0 0 0 0,0-1 1 0 0,0 1-1 0 0,1 0 0 0 0,-1-1 0 0 0,0 1 0 0 0,0 0 0 0 0,0 0 0 0 0,0-1 1 0 0,0 1-1 0 0,0 0 0 0 0,0 0 0 0 0,1-1 0 0 0,-1 1 0 0 0,0 0 0 0 0,0 0 0 0 0,0-1 1 0 0,1 1-1 0 0,-1 0 0 0 0,0 0 0 0 0,0 0 0 0 0,1-1 0 0 0,-1 1 0 0 0,18-5 1091 0 0,7 6-676 0 0,-1 0 1 0 0,0 1-1 0 0,0 2 1 0 0,0 0-1 0 0,-1 2 0 0 0,1 0 1 0 0,22 11-1 0 0,-9-5-3558 0 0,55 11 0 0 0</inkml:trace>
</inkml:ink>
</file>

<file path=ppt/ink/ink2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5.5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32 4 4489 0 0,'-1'0'14'0'0,"0"-1"0"0"0,1 1 1 0 0,-1-1-1 0 0,1 1 0 0 0,-1 0 0 0 0,0 0 0 0 0,1-1 1 0 0,-1 1-1 0 0,0 0 0 0 0,1 0 0 0 0,-1 0 0 0 0,0 0 1 0 0,0 0-1 0 0,1 0 0 0 0,-1 0 0 0 0,0 0 0 0 0,1 0 1 0 0,-1 0-1 0 0,0 0 0 0 0,1 0 0 0 0,-1 0 1 0 0,0 1-1 0 0,1-1 0 0 0,-1 0 0 0 0,0 0 0 0 0,1 1 1 0 0,-2 0-1 0 0,-2 19 940 0 0,3-6-311 0 0,-3 23 777 0 0,2 0 0 0 0,3 54 0 0 0,4-46-1280 0 0,16 74 0 0 0,-16-92-34 0 0</inkml:trace>
</inkml:ink>
</file>

<file path=ppt/ink/ink2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5.8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67 6449 0 0,'-1'0'499'0'0,"23"-26"3477"0"0,-17 22-3429 0 0,1 0 1 0 0,1 1 0 0 0,-1-1 0 0 0,0 1-1 0 0,1 1 1 0 0,11-4 0 0 0,42-5-412 0 0,-41 8-1078 0 0</inkml:trace>
</inkml:ink>
</file>

<file path=ppt/ink/ink2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6.26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 0 8290 0 0,'-1'1'95'0'0,"0"-1"1"0"0,-1 1 0 0 0,1 0-1 0 0,0 0 1 0 0,0 0-1 0 0,0 0 1 0 0,0 0-1 0 0,0 0 1 0 0,1 0 0 0 0,-1 0-1 0 0,0 0 1 0 0,0 0-1 0 0,1 0 1 0 0,-1 0-1 0 0,0 1 1 0 0,1-1 0 0 0,-1 0-1 0 0,1 0 1 0 0,0 1-1 0 0,-1-1 1 0 0,1 0-1 0 0,0 3 1 0 0,-4 41 1260 0 0,3-26-645 0 0,-2 12 676 0 0,2 55 1 0 0,3-64-1558 0 0,0-1 0 0 0,1 1 0 0 0,9 28 0 0 0,-7-34 35 0 0</inkml:trace>
</inkml:ink>
</file>

<file path=ppt/ink/ink2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23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114 219 2304 0 0,'4'-8'-50'0'0,"-3"6"5"0"0,1-1 1 0 0,0 1-1 0 0,-1-1 1 0 0,0 0-1 0 0,1 0 1 0 0,-1 0-1 0 0,0 1 0 0 0,-1-1 1 0 0,2-6-1 0 0,-3 2 150 0 0,0 0-1 0 0,1-1 0 0 0,0 1 0 0 0,0-1 0 0 0,1 1 0 0 0,0-1 0 0 0,0 1 0 0 0,1 0 1 0 0,0-1-1 0 0,4-10 0 0 0,3-12 252 0 0,4-1 11299 0 0,-17 29-11193 0 0,-46-3 2780 0 0,16-4-2234 0 0,32 8-921 0 0,0 0 0 0 0,1 0 0 0 0,-2 0 1 0 0,1 0-1 0 0,0 0 0 0 0,0 0 0 0 0,0 1 0 0 0,0-1 1 0 0,0 1-1 0 0,-1-1 0 0 0,1 1 0 0 0,0 0 0 0 0,0 0 1 0 0,0 0-1 0 0,-1 0 0 0 0,1 1 0 0 0,0-1 0 0 0,0 0 1 0 0,0 1-1 0 0,-1 0 0 0 0,1-1 0 0 0,0 1 1 0 0,0 0-1 0 0,0 0 0 0 0,0 0 0 0 0,-3 3 0 0 0,3-1-75 0 0,0 0-1 0 0,0 0 1 0 0,1 0-1 0 0,-1 0 1 0 0,1 0-1 0 0,0 0 1 0 0,-1 1-1 0 0,2-1 1 0 0,-1 0-1 0 0,0 1 1 0 0,1-1-1 0 0,-1 1 0 0 0,1-1 1 0 0,0 7-1 0 0,6 59-39 0 0,-3-46 42 0 0,28 152-14 0 0,-1-5 0 0 0,-6 283 0 0 0,-11-119 0 0 0,8 608 6 0 0,-21-870-2 0 0,-8 550 258 0 0,-14-431 350 0 0,9-104-504 0 0,4-34-108 0 0,4-35-5 0 0,2 0 0 0 0,-2 30 0 0 0,5-47-64 0 0,2-13-631 0 0,1 3 68 0 0</inkml:trace>
</inkml:ink>
</file>

<file path=ppt/ink/ink2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26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440 197 456 0 0,'-1'-3'190'0'0,"-2"1"0"0"0,1 0-1 0 0,0 0 1 0 0,0 0 0 0 0,-1 0 0 0 0,1 1 0 0 0,-1-1-1 0 0,1 0 1 0 0,-1 1 0 0 0,0 0 0 0 0,0 0-1 0 0,1 0 1 0 0,-1 0 0 0 0,0 0 0 0 0,-4 0-1 0 0,4 0 37 0 0,0 0-1 0 0,0 0 0 0 0,-1 0 1 0 0,1 0-1 0 0,0 0 0 0 0,0-1 0 0 0,0 1 1 0 0,0-1-1 0 0,-5-4 0 0 0,8 6-164 0 0,0 0 1 0 0,0 0-1 0 0,0 0 0 0 0,0-1 0 0 0,-1 1 0 0 0,1 0 0 0 0,0 0 1 0 0,0 0-1 0 0,0 0 0 0 0,0-1 0 0 0,-1 1 0 0 0,1 0 0 0 0,0 0 1 0 0,0 0-1 0 0,0-1 0 0 0,0 1 0 0 0,0 0 0 0 0,0 0 0 0 0,0 0 1 0 0,0-1-1 0 0,0 1 0 0 0,0 0 0 0 0,0 0 0 0 0,0-1 0 0 0,0 1 0 0 0,0 0 1 0 0,0 0-1 0 0,0 0 0 0 0,0-1 0 0 0,0 1 0 0 0,0 0 0 0 0,0 0 1 0 0,0-1-1 0 0,0 1 0 0 0,0 0 0 0 0,1 0 0 0 0,-1 0 0 0 0,0-1 1 0 0,0 1-1 0 0,12-5 1091 0 0,21 1-587 0 0,-26 3-289 0 0,437-34 4069 0 0,-210 23-4092 0 0,128-5 437 0 0,-138 21-440 0 0,-132 1-115 0 0,129-11 0 0 0,371-36 1420 0 0,-100 39-387 0 0,-362 3-1115 0 0,91-4-42 0 0,123 2 61 0 0,4-6 330 0 0,-72-3 204 0 0,29 6-22 0 0,248 6 49 0 0,-385 9-573 0 0,178 12 64 0 0,-28-13-124 0 0,-208-9 0 0 0,0 4 0 0 0,115 19 0 0 0,-191-17 0 0 0,61 12 0 0 0,0-5 0 0 0,144 4 0 0 0,218-38 440 0 0,-436 20-375 0 0,45 0 343 0 0,-61 1-383 0 0,-1 1-1 0 0,1-1 1 0 0,0 1 0 0 0,-1 0-1 0 0,1 0 1 0 0,0 1-1 0 0,-1-1 1 0 0,1 1 0 0 0,-1 0-1 0 0,7 4 1 0 0,-11-5-48 0 0,1 1 0 0 0,0-1 0 0 0,-1 1 0 0 0,1 0 0 0 0,-1-1 0 0 0,0 1 0 0 0,0 0 1 0 0,1-1-1 0 0,-1 1 0 0 0,0 0 0 0 0,0-1 0 0 0,-1 1 0 0 0,1 0 0 0 0,0-1 0 0 0,-1 1 0 0 0,0 2 0 0 0,0 8-123 0 0,1-12 30 0 0,1-1-15 0 0,0 1 0 0 0,0-1 0 0 0,0 0-1 0 0,0 0 1 0 0,-1 1 0 0 0,1-1 0 0 0,0 0 0 0 0,0 0 0 0 0,-1 0 0 0 0,1 0 0 0 0,0 0 0 0 0,-1 0 0 0 0,1 0 0 0 0,-1 0 0 0 0,1-1 0 0 0,-1 1 0 0 0,0 0 0 0 0,1 0 0 0 0,-1 0 0 0 0,0 0 0 0 0,0-1 0 0 0,0 1 0 0 0,0 0 0 0 0,0 0-1 0 0,0-2 1 0 0,2-9-218 0 0,1 5-286 0 0,-3 6 572 0 0,0 1 1 0 0,0-1 0 0 0,0 0 0 0 0,0 0 0 0 0,0 0 0 0 0,0 0 0 0 0,1 0 0 0 0,-1 0-1 0 0,0 0 1 0 0,1 1 0 0 0,-1-1 0 0 0,1 0 0 0 0,-1 0 0 0 0,1 0 0 0 0,-1 1 0 0 0,1-1 0 0 0,0 0-1 0 0,-1 1 1 0 0,1-1 0 0 0,10 2 5046 0 0,-20 20-4880 0 0,4-9 52 0 0,0 0-1 0 0,0 0 1 0 0,-4 16 0 0 0,0 36-93 0 0,1 1 1 0 0,3 72-1 0 0,14 131 250 0 0,-1 42-112 0 0,-64 611-201 0 0,21-268 0 0 0,39-238 278 0 0,1-82-76 0 0,-5-328-195 0 0,1 21 100 0 0,1-18-54 0 0,2-8-40 0 0,-4 0-77 0 0,0 2-32 0 0,-1 1 90 0 0,0-1 0 0 0,1 0-1 0 0,-1 0 1 0 0,0 1-1 0 0,0-1 1 0 0,0 0 0 0 0,0 0-1 0 0,0 0 1 0 0,0 0 0 0 0,-1 0-1 0 0,-1 2 1 0 0,-3 0 6 0 0,1-1 0 0 0,-1 1 0 0 0,0-1 0 0 0,-1 0 0 0 0,1-1 0 0 0,0 1 0 0 0,-1-1 0 0 0,1-1 0 0 0,-14 3 0 0 0,-10 3 0 0 0,-16 7 12 0 0,0-3 0 0 0,-1-1 0 0 0,0-3 0 0 0,-71 2 0 0 0,-34 0-112 0 0,68-3 217 0 0,-122-6 1 0 0,-73-32-295 0 0,-25-2-1 0 0,66 10 224 0 0,-110-5 36 0 0,-609-17-294 0 0,769 34 183 0 0,-353 10-274 0 0,198 27 295 0 0,-182 0-719 0 0,-22 0-142 0 0,178-1 424 0 0,224-25 439 0 0,72-1 20 0 0,-82 9 0 0 0,-216 44 404 0 0,322-47-381 0 0,-1-2 0 0 0,-97-9 0 0 0,40 1 189 0 0,83 7-172 0 0,1 1 1 0 0,-1 2 0 0 0,1 0 0 0 0,0 2 0 0 0,0 0 0 0 0,1 1 0 0 0,-37 18-1 0 0,35-15 9 0 0,0 0-1 0 0,-1-1 1 0 0,-1-2-1 0 0,1 0 1 0 0,-51 5-1 0 0,-50-15 84 0 0,94 1-245 0 0,-1 0 0 0 0,0 3 0 0 0,0 0 0 0 0,-53 11 0 0 0,62-6-82 0 0,5-1 93 0 0,0-1 0 0 0,0 0 0 0 0,-26 0 1 0 0,28-7-416 0 0,12-2-31 0 0</inkml:trace>
</inkml:ink>
</file>

<file path=ppt/ink/ink2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27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14 108 4609 0 0,'8'-20'454'0'0,"7"-23"-29"0"0,-14 41-354 0 0,-1 1 1 0 0,1-1-1 0 0,-1 0 1 0 0,0 0-1 0 0,0 1 0 0 0,0-1 1 0 0,0 0-1 0 0,0 0 1 0 0,0 1-1 0 0,0-1 0 0 0,-1 0 1 0 0,1 0-1 0 0,-1 1 1 0 0,1-1-1 0 0,-1 0 0 0 0,0 1 1 0 0,1-1-1 0 0,-1 1 1 0 0,0-1-1 0 0,0 1 0 0 0,-2-3 1 0 0,3 4-22 0 0,0 0 0 0 0,-1-1 0 0 0,1 1 0 0 0,0-1 0 0 0,-1 1 0 0 0,1 0 0 0 0,0-1 0 0 0,-1 1 0 0 0,1 0 0 0 0,-1 0 0 0 0,1-1 0 0 0,-1 1 0 0 0,1 0 0 0 0,0 0 0 0 0,-1-1 0 0 0,1 1 0 0 0,-1 0 0 0 0,1 0 0 0 0,-1 0 0 0 0,1 0 0 0 0,-1 0 0 0 0,1 0 0 0 0,-1 0 0 0 0,1 0 0 0 0,-1 0 0 0 0,1 0 0 0 0,-1 0 0 0 0,1 0 0 0 0,-1 0 0 0 0,1 0 0 0 0,-1 1 0 0 0,1-1 0 0 0,-1 0-1 0 0,1 0 1 0 0,-1 1 0 0 0,1-1 0 0 0,-1 0 0 0 0,1 0 0 0 0,0 1 0 0 0,-1-1 0 0 0,1 0 0 0 0,0 1 0 0 0,-1-1 0 0 0,1 1 0 0 0,0-1 0 0 0,-1 0 0 0 0,1 1 0 0 0,0-1 0 0 0,0 1 0 0 0,-1 0 0 0 0,1 0 88 0 0,-1 1 0 0 0,0-1 0 0 0,1 0 0 0 0,0 1 0 0 0,-1-1 0 0 0,1 1 0 0 0,0-1 0 0 0,0 1 0 0 0,-1-1 0 0 0,1 1 0 0 0,1-1 0 0 0,-1 1 0 0 0,0-1 1 0 0,0 1-1 0 0,0-1 0 0 0,2 3 0 0 0,0 1 759 0 0,1 0 0 0 0,0 0 0 0 0,1-1 0 0 0,-1 1 1 0 0,1-1-1 0 0,0 0 0 0 0,0 0 0 0 0,7 5 1 0 0,-10-8-891 0 0,-1 0 0 0 0,1 0 1 0 0,0-1-1 0 0,-1 1 0 0 0,1 0 1 0 0,-1 0-1 0 0,1 0 0 0 0,-1 0 1 0 0,0 0-1 0 0,1 0 1 0 0,-1 0-1 0 0,0 0 0 0 0,1 0 1 0 0,-1 0-1 0 0,0 0 0 0 0,0 0 1 0 0,0 0-1 0 0,0 0 0 0 0,0 0 1 0 0,0 0-1 0 0,0 0 0 0 0,-1 2 1 0 0,-8 25 108 0 0,5-16 29 0 0,-9 41 328 0 0,6-29-355 0 0,2 1 0 0 0,0-1 0 0 0,1 1 1 0 0,2 0-1 0 0,0 33 0 0 0,74 452-12 0 0,-28-245-97 0 0,21 127-21 0 0,39 339 656 0 0,-98-440-455 0 0,-5-127-130 0 0,-15 127 204 0 0,1-94-99 0 0,12-118-151 0 0,3-1 0 0 0,4 0 1 0 0,26 129-1 0 0,-31-198 7 0 0,0 0-1 0 0,0 0 1 0 0,-1 0 0 0 0,-1 16-1 0 0,0 3 11 0 0,1-24-43 0 0,0-3-20 0 0,1 0 1 0 0,-1 0-1 0 0,0 0 0 0 0,0-1 1 0 0,0 1-1 0 0,0 0 0 0 0,0 0 0 0 0,0 0 1 0 0,-1 0-1 0 0,1 0 0 0 0,0 0 1 0 0,0-1-1 0 0,-1 1 0 0 0,1 0 1 0 0,0 0-1 0 0,-1 0 0 0 0,1-1 1 0 0,-1 1-1 0 0,1 0 0 0 0,-1 0 1 0 0,1-1-1 0 0,-1 1 0 0 0,0 0 1 0 0,1-1-1 0 0,-1 1 0 0 0,0-1 1 0 0,1 1-1 0 0,-1-1 0 0 0,0 1 0 0 0,0-1 1 0 0,0 0-1 0 0,1 1 0 0 0,-2-1 1 0 0,-6 4-740 0 0</inkml:trace>
</inkml:ink>
</file>

<file path=ppt/ink/ink2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0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853 28 3225 0 0,'-1'0'55'0'0,"0"-1"0"0"0,0 0 0 0 0,0 1-1 0 0,0-1 1 0 0,1 0 0 0 0,-1 0 0 0 0,0 1 0 0 0,0-1 0 0 0,1 0 0 0 0,-1 0 0 0 0,0 0 0 0 0,1 0 0 0 0,-1 0 0 0 0,1 0 0 0 0,-1 0 0 0 0,1 0 0 0 0,0-1 0 0 0,-1 1 0 0 0,1-2 0 0 0,-4-5 1701 0 0,-5 21-37 0 0,6-8-1261 0 0,0 0 0 0 0,0-1-1 0 0,0 1 1 0 0,-1-1 0 0 0,1 1 0 0 0,-1-1-1 0 0,0 0 1 0 0,0 0 0 0 0,-1-1 0 0 0,1 1-1 0 0,-1-1 1 0 0,0 0 0 0 0,-8 4 0 0 0,4-3-119 0 0,-1 0 0 0 0,0-1 0 0 0,0-1 0 0 0,0 1 1 0 0,-1-1-1 0 0,-18 0 0 0 0,-4-2 22 0 0,-1-2 0 0 0,1-1-1 0 0,-50-11 1 0 0,19 1-61 0 0,-49-10 1017 0 0,-135-11 0 0 0,241 34-1235 0 0,1-1-30 0 0,0 0 0 0 0,1 1 0 0 0,-1 0 0 0 0,0 0 0 0 0,0 1 0 0 0,1-1 0 0 0,-1 1 0 0 0,-7 3 0 0 0,13-3-87 0 0,0 0 1 0 0,0 0 0 0 0,0 0 0 0 0,0 0-1 0 0,0 0 1 0 0,0 0 0 0 0,0 0-1 0 0,1 0 1 0 0,-1 0 0 0 0,0 0 0 0 0,1 0-1 0 0,-1 0 1 0 0,1 0 0 0 0,-1 0 0 0 0,1 0-1 0 0,-1-1 1 0 0,1 1 0 0 0,0 0-1 0 0,-1 0 1 0 0,3 1 0 0 0,14 20-6355 0 0</inkml:trace>
</inkml:ink>
</file>

<file path=ppt/ink/ink2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1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1 1376 0 0,'-6'1'153'0'0,"1"-1"0"0"0,0 2 0 0 0,-1-1 0 0 0,1 0 0 0 0,0 1 0 0 0,0 0 0 0 0,0 1 0 0 0,0-1 0 0 0,0 1-1 0 0,0 0 1 0 0,1 0 0 0 0,0 0 0 0 0,-1 0 0 0 0,-6 8 0 0 0,6-5 243 0 0,1 1-1 0 0,-1-1 1 0 0,1 1-1 0 0,0 0 1 0 0,0 1 0 0 0,1-1-1 0 0,0 1 1 0 0,0-1-1 0 0,-1 9 1 0 0,-2 15 786 0 0,2 0 1 0 0,1 1-1 0 0,2-1 1 0 0,2 36-1 0 0,-1-47-1160 0 0,46 501 2195 0 0,-21-306-2123 0 0,14 122 945 0 0,113 463-1 0 0,-131-722-966 0 0,-4 2 0 0 0,-4 0 0 0 0,-2 1 0 0 0,-5 0 0 0 0,-4 107 0 0 0,-4-124 104 0 0,2-1 0 0 0,16 110 0 0 0,-13-133 78 0 0,-1 1 0 0 0,-8 79 1 0 0,2-58-50 0 0,7 95 555 0 0,6-110-700 0 0,-7-42-46 0 0,0 1 0 0 0,-1 0 0 0 0,0 0 0 0 0,0 0 1 0 0,0 0-1 0 0,-1 0 0 0 0,0 0 0 0 0,0 0 0 0 0,0 0 0 0 0,-1 0 1 0 0,-3 12-1 0 0,-4 18 72 0 0,7-28-67 0 0,0 0 1 0 0,-1-1-1 0 0,0 1 1 0 0,0-1-1 0 0,-4 8 1 0 0,-3 12-1629 0 0,10-14 330 0 0,-1-13 1250 0 0,0 0 1 0 0,1 0-1 0 0,-1 1 1 0 0,0-1-1 0 0,0 0 0 0 0,1 0 1 0 0,-1 0-1 0 0,0 0 0 0 0,1 1 1 0 0,-1-1-1 0 0,1 0 0 0 0,-1 0 1 0 0,0 0-1 0 0,1 0 0 0 0,-1 0 1 0 0,0 0-1 0 0,1 0 0 0 0,-1 0 1 0 0,0 0-1 0 0,1 0 1 0 0,-1 0-1 0 0,1 0 0 0 0,-1 0 1 0 0,0-1-1 0 0,1 1 0 0 0,-1 0 1 0 0,0 0-1 0 0,1 0 0 0 0,-1 0 1 0 0,0 0-1 0 0,0-1 0 0 0,1 1 1 0 0,22-42-9328 0 0,-21 36 9218 0 0,-1 0 0 0 0,0 0 0 0 0,0 0 0 0 0,-1 0 0 0 0,0 0-1 0 0,0-7 1 0 0,0 12 168 0 0,0 1-1 0 0,-1-1 0 0 0,1 0 0 0 0,0 0 0 0 0,0 1 0 0 0,-1-1 0 0 0,1 0 0 0 0,-1 0 0 0 0,1 1 0 0 0,0-1 0 0 0,-1 0 0 0 0,1 1 0 0 0,-1-1 0 0 0,1 1 0 0 0,-1-1 1 0 0,-8-6 3570 0 0,19-1-792 0 0,-5 5-2551 0 0,0 0 0 0 0,1 1 0 0 0,-1-1 0 0 0,1 1 1 0 0,-1 0-1 0 0,1 1 0 0 0,0 0 0 0 0,0-1 0 0 0,-1 2 0 0 0,1-1 0 0 0,0 1 0 0 0,0 0 1 0 0,0 0-1 0 0,0 0 0 0 0,6 2 0 0 0,12 3 186 0 0,-1 1-1 0 0,34 12 1 0 0,13 4 332 0 0,-21-13-474 0 0,0-1-1 0 0,86 0 0 0 0,99-16-164 0 0,-179 5-42 0 0,477-9 1233 0 0,-506 14-1330 0 0,-1 2 0 0 0,0 0 0 0 0,0 2 0 0 0,0 1 0 0 0,25 10 0 0 0,-28-10-42 0 0,-17-5 50 0 0,0 0-1 0 0,1-1 0 0 0,-1 1 0 0 0,0-1 0 0 0,0 0 0 0 0,1-1 0 0 0,-1 1 0 0 0,1-1 0 0 0,-1-1 0 0 0,6 0 0 0 0,-8 1-15 0 0,1-2-1 0 0,-1 1 1 0 0,0 0-1 0 0,0-1 1 0 0,0 1-1 0 0,0-1 1 0 0,0 0-1 0 0,-1 0 1 0 0,1 0-1 0 0,0 0 0 0 0,-1-1 1 0 0,0 1-1 0 0,1-1 1 0 0,-1 1-1 0 0,0-1 1 0 0,0 0-1 0 0,2-4 1 0 0,26-41-3679 0 0</inkml:trace>
</inkml:ink>
</file>

<file path=ppt/ink/ink2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2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2 1376 0 0,'0'-2'208'0'0,"-25"20"6838"0"0,23-15-6665 0 0,0 1-1 0 0,0-1 1 0 0,0 1 0 0 0,0 0-1 0 0,0 0 1 0 0,1 0 0 0 0,0 0 0 0 0,0 0-1 0 0,0 0 1 0 0,0 0 0 0 0,1 0-1 0 0,-1 0 1 0 0,1 0 0 0 0,0 0 0 0 0,1 6-1 0 0,1 11 227 0 0,10 38 1 0 0,-5-27-164 0 0,79 573 3860 0 0,-86-604-4337 0 0,0 0-1 0 0,0 0 0 0 0,0 0 0 0 0,0 0 0 0 0,0 0 0 0 0,0 0-1 0 0,0 0 1 0 0,0 0 0 0 0,0 0 0 0 0,1 0 0 0 0,-1-1 0 0 0,0 1 0 0 0,1 0 0 0 0,-1 0-1 0 0,1 0 1 0 0,-1-1 0 0 0,2 3 0 0 0,1-3-545 0 0</inkml:trace>
</inkml:ink>
</file>

<file path=ppt/ink/ink2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3.2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62 4145 0 0,'3'-61'4535'0'0,"-7"73"-2952"0"0,-3 20 273 0 0,-4 145 2319 0 0,4 238-3276 0 0,10-335-836 0 0,43 566 1213 0 0,-22-473-768 0 0,1 288 0 0 0,-25-365-358 0 0,4-1-1 0 0,3 1 0 0 0,34 153 1 0 0,-32-195-1199 0 0</inkml:trace>
</inkml:ink>
</file>

<file path=ppt/ink/ink2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4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0 3225 0 0,'-68'61'4299'0'0,"68"-60"-4203"0"0,0-1-1 0 0,0 0 1 0 0,0 1-1 0 0,1-1 0 0 0,-1 1 1 0 0,0-1-1 0 0,0 0 1 0 0,1 1-1 0 0,-1-1 0 0 0,0 0 1 0 0,1 1-1 0 0,-1-1 1 0 0,0 0-1 0 0,1 0 1 0 0,-1 1-1 0 0,1-1 0 0 0,-1 0 1 0 0,0 0-1 0 0,1 0 1 0 0,-1 1-1 0 0,1-1 1 0 0,-1 0-1 0 0,0 0 0 0 0,1 0 1 0 0,-1 0-1 0 0,1 0 1 0 0,-1 0-1 0 0,1 0 0 0 0,-1 0 1 0 0,1 0-1 0 0,0 0 1 0 0,20 4 884 0 0,-19-4-806 0 0,217 47 4225 0 0,172-14-2355 0 0,-69-10-842 0 0,-222-7-1079 0 0,-63-9-28 0 0,2-2 0 0 0,-1-1 1 0 0,0-1-1 0 0,56-5 0 0 0,75-25 580 0 0,20-2 383 0 0,-29 6-455 0 0,-88 11-446 0 0,115-28-469 0 0,-180 38 229 0 0,1 0 0 0 0,-1-1 0 0 0,0 0 0 0 0,-1-1 0 0 0,1 1 0 0 0,-1-1 0 0 0,1 0 0 0 0,-1-1 0 0 0,7-7 0 0 0,14-12-3543 0 0,-18 16 836 0 0</inkml:trace>
</inkml:ink>
</file>

<file path=ppt/ink/ink2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6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34 535 4033 0 0,'-33'-30'12416'0'0,"34"30"-12374"0"0,1-1 0 0 0,0 0 0 0 0,-1 0 1 0 0,1 0-1 0 0,0 1 0 0 0,-1-1 0 0 0,1-1 0 0 0,-1 1 1 0 0,0 0-1 0 0,1 0 0 0 0,-1 0 0 0 0,2-3 0 0 0,-1 2 47 0 0,20-17 180 0 0,-1-1-1 0 0,0-1 0 0 0,-2 0 0 0 0,0-2 1 0 0,-2 0-1 0 0,22-38 0 0 0,-19 25-270 0 0,26-62-1 0 0,6-12 0 0 0,-43 96 495 0 0,-8 12-127 0 0,-5 11 266 0 0,3-4-447 0 0,-7 29-154 0 0,2 0 0 0 0,1 1 0 0 0,1 0-1 0 0,3 0 1 0 0,0 0 0 0 0,2-1-1 0 0,2 1 1 0 0,1 0 0 0 0,2-1-1 0 0,14 47 1 0 0,7 8 39 0 0,4-1 0 0 0,73 143 0 0 0,-103-228-72 0 0,1-1 1 0 0,-1 1-1 0 0,1 0 0 0 0,0-1 1 0 0,0 1-1 0 0,0-1 0 0 0,0 1 1 0 0,0-1-1 0 0,0 0 0 0 0,1 0 1 0 0,-1 0-1 0 0,4 2 0 0 0,-5-3 2 0 0,1-1 0 0 0,-1 0-1 0 0,0 0 1 0 0,0 1 0 0 0,0-1-1 0 0,0 0 1 0 0,0 0 0 0 0,0 0-1 0 0,0 0 1 0 0,0 0 0 0 0,0 0 0 0 0,0-1-1 0 0,0 1 1 0 0,0 0 0 0 0,0-1-1 0 0,0 1 1 0 0,0 0 0 0 0,0-1 0 0 0,0 1-1 0 0,0-1 1 0 0,0 1 0 0 0,0-1-1 0 0,0 0 1 0 0,0 1 0 0 0,-1-1-1 0 0,1 0 1 0 0,0 0 0 0 0,0 1 0 0 0,-1-1-1 0 0,1 0 1 0 0,-1 0 0 0 0,1 0-1 0 0,0 0 1 0 0,-1 0 0 0 0,0 0-1 0 0,1 0 1 0 0,-1 0 0 0 0,1-2 0 0 0,4-10-31 0 0,-1 1 0 0 0,0-1 1 0 0,-1-1-1 0 0,0 1 1 0 0,-1 0-1 0 0,-1-1 1 0 0,0 1-1 0 0,-1-20 1 0 0,-16-111-363 0 0,10 109 358 0 0,-1-45-121 0 0,2-1 0 0 0,10-122 0 0 0,-4 186 157 0 0,-2 10 0 0 0,1 1 0 0 0,1-1 0 0 0,-1 1 0 0 0,1-1 0 0 0,0 1 0 0 0,3-9 0 0 0,-3 22 71 0 0,1 1-1 0 0,-1-1 1 0 0,1 1-1 0 0,5 11 1 0 0,-2-3 58 0 0,22 64 119 0 0,3 0 0 0 0,4-2 1 0 0,85 144-1 0 0,-104-197-230 0 0,26 31-1 0 0,-36-49-15 0 0,1-1 0 0 0,0 0 0 0 0,0 0-1 0 0,1 0 1 0 0,-1 0 0 0 0,1-1 0 0 0,0-1 0 0 0,1 1 0 0 0,10 4 0 0 0,-17-8-1 0 0,0-1 0 0 0,0 0 0 0 0,0 0 0 0 0,0 0 0 0 0,0 0 0 0 0,0 0 0 0 0,0 0-1 0 0,-1 0 1 0 0,1 0 0 0 0,0 0 0 0 0,0 0 0 0 0,0 0 0 0 0,0-1 0 0 0,0 1 0 0 0,0 0 0 0 0,-1-1 0 0 0,1 1 0 0 0,0-1 0 0 0,0 1 0 0 0,0-1 0 0 0,-1 1 0 0 0,1-1 0 0 0,0 1 0 0 0,-1-1 0 0 0,1 0 0 0 0,0 1 0 0 0,-1-1 0 0 0,1 0 0 0 0,-1 0 0 0 0,1 1 0 0 0,-1-1 0 0 0,0 0 0 0 0,1 0 0 0 0,-1 0 0 0 0,0 0 0 0 0,1 0 0 0 0,-1 1 0 0 0,0-1 0 0 0,0-1 0 0 0,8-42 78 0 0,-8 38-64 0 0,11-112 289 0 0,20-130-921 0 0,-6 115 445 0 0,16-76 185 0 0,-40 205-19 0 0,0 0 1 0 0,0 1 0 0 0,1-1-1 0 0,-1 0 1 0 0,1 0-1 0 0,0 1 1 0 0,-1-1 0 0 0,5-4-1 0 0,-6 8 6 0 0,0 0-1 0 0,0-1 0 0 0,1 1 1 0 0,-1 0-1 0 0,0 0 0 0 0,1 0 1 0 0,-1-1-1 0 0,0 1 0 0 0,1 0 1 0 0,-1 0-1 0 0,0 0 0 0 0,1 0 1 0 0,-1-1-1 0 0,1 1 0 0 0,-1 0 1 0 0,0 0-1 0 0,1 0 0 0 0,-1 0 1 0 0,1 0-1 0 0,-1 0 0 0 0,0 0 1 0 0,1 0-1 0 0,-1 0 0 0 0,1 0 1 0 0,-1 0-1 0 0,0 1 0 0 0,1-1 1 0 0,-1 0-1 0 0,0 0 0 0 0,1 0 1 0 0,14 19-9 0 0,8 29 181 0 0,19 54 0 0 0,-15-32-57 0 0,6 14-1 0 0,45 99 386 0 0,-57-135-409 0 0,6 14-38 0 0,-27-62-53 0 0,0 0 0 0 0,0 0 0 0 0,0 0 0 0 0,1 0 0 0 0,-1 0 0 0 0,0 0 1 0 0,0 1-1 0 0,0-1 0 0 0,0 0 0 0 0,0 0 0 0 0,0 0 0 0 0,0 0 0 0 0,0 0 0 0 0,1 0 0 0 0,-1 0 1 0 0,0 0-1 0 0,0 1 0 0 0,0-1 0 0 0,0 0 0 0 0,0 0 0 0 0,0 0 0 0 0,1 0 0 0 0,-1 0 1 0 0,0 0-1 0 0,0 0 0 0 0,0 0 0 0 0,0 0 0 0 0,0 0 0 0 0,1 0 0 0 0,-1 0 0 0 0,0 0 0 0 0,0 0 1 0 0,0 0-1 0 0,0 0 0 0 0,0 0 0 0 0,1 0 0 0 0,-1 0 0 0 0,0 0 0 0 0,0-1 0 0 0,0 1 0 0 0,0 0 1 0 0,0 0-1 0 0,1 0 0 0 0,-1 0 0 0 0,0 0 0 0 0,0 0 0 0 0,0 0 0 0 0,0 0 0 0 0,0 0 1 0 0,0-1-1 0 0,7-10-25 0 0,1-14-46 0 0,26-139-813 0 0,9-38 457 0 0,-34 171 424 0 0,1 1 0 0 0,1 0 0 0 0,2 1 0 0 0,22-39-1 0 0,-34 67 7 0 0,-1 0-1 0 0,0 1 0 0 0,0-1 1 0 0,1 1-1 0 0,-1-1 0 0 0,0 0 0 0 0,1 1 1 0 0,-1-1-1 0 0,0 1 0 0 0,1-1 0 0 0,-1 1 1 0 0,1-1-1 0 0,-1 1 0 0 0,1-1 0 0 0,0 1 1 0 0,-1-1-1 0 0,1 1 0 0 0,-1 0 1 0 0,1-1-1 0 0,0 1 0 0 0,-1 0 0 0 0,1 0 1 0 0,0-1-1 0 0,-1 1 0 0 0,1 0 0 0 0,0 0 1 0 0,-1 0-1 0 0,1 0 0 0 0,0 0 1 0 0,1 0-1 0 0,-1 1 9 0 0,0-1 1 0 0,0 1-1 0 0,0 0 1 0 0,0 0-1 0 0,0 0 1 0 0,-1 0 0 0 0,1 0-1 0 0,0 1 1 0 0,0-1-1 0 0,-1 0 1 0 0,1 0-1 0 0,-1 0 1 0 0,1 1-1 0 0,0 2 1 0 0,12 61 443 0 0,-11-55-347 0 0,14 64 439 0 0,34 96 0 0 0,-24-90-586 0 0,-11-3 46 0 0,-14-63-7 0 0,1-1-1 0 0,1 1 0 0 0,0-1 0 0 0,0 0 0 0 0,1 0 1 0 0,1 0-1 0 0,0-1 0 0 0,9 16 0 0 0,-14-28 0 0 0,1 1 0 0 0,-1-1 1 0 0,0 1-1 0 0,0-1 0 0 0,1 1 0 0 0,-1-1 0 0 0,0 0 0 0 0,1 1 0 0 0,-1-1 1 0 0,0 0-1 0 0,1 1 0 0 0,-1-1 0 0 0,1 0 0 0 0,-1 1 0 0 0,0-1 0 0 0,1 0 1 0 0,-1 0-1 0 0,1 1 0 0 0,-1-1 0 0 0,1 0 0 0 0,-1 0 0 0 0,1 0 0 0 0,-1 0 1 0 0,1 0-1 0 0,-1 1 0 0 0,1-1 0 0 0,-1 0 0 0 0,1 0 0 0 0,0 0 0 0 0,-1-1 1 0 0,1 1-1 0 0,-1 0 0 0 0,1 0 0 0 0,-1 0 0 0 0,1 0 0 0 0,12-18 51 0 0,0-27-133 0 0,-8 24 11 0 0,4-26-143 0 0,2 0 1 0 0,29-73 0 0 0,-40 117 216 0 0,1 1-1 0 0,0 0 1 0 0,0 0-1 0 0,0 0 1 0 0,1 0-1 0 0,-1 0 1 0 0,0 0 0 0 0,1 1-1 0 0,-1-1 1 0 0,1 0-1 0 0,-1 1 1 0 0,1-1-1 0 0,0 1 1 0 0,0-1-1 0 0,0 1 1 0 0,0 0-1 0 0,0 0 1 0 0,0 0-1 0 0,0 0 1 0 0,0 0-1 0 0,0 0 1 0 0,0 1-1 0 0,0-1 1 0 0,1 1-1 0 0,2-1 1 0 0,-1 1 0 0 0,0 1-1 0 0,0-1 1 0 0,0 1 0 0 0,0 0 0 0 0,0 0-1 0 0,-1 0 1 0 0,1 0 0 0 0,0 1 0 0 0,0 0-1 0 0,-1 0 1 0 0,1 0 0 0 0,-1 0 0 0 0,7 5-1 0 0,8 10 109 0 0,0 0-1 0 0,31 40 1 0 0,-36-40 81 0 0,0-1 0 0 0,2 0 0 0 0,0-1-1 0 0,30 23 1 0 0,-42-36-55 0 0,-3-12-1547 0 0,0 7 870 0 0,1-16 1462 0 0,-3 8-2685 0 0</inkml:trace>
</inkml:ink>
</file>

<file path=ppt/ink/ink2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6.9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32 7834 0 0,'1'1'171'0'0,"-1"0"0"0"0,1 1 1 0 0,-1-1-1 0 0,1 0 0 0 0,0 1 0 0 0,-1-1 1 0 0,1 0-1 0 0,0 0 0 0 0,0 0 1 0 0,0 0-1 0 0,0 0 0 0 0,0 0 1 0 0,0 0-1 0 0,0 0 0 0 0,1 0 0 0 0,-1 0 1 0 0,0 0-1 0 0,0-1 0 0 0,1 1 1 0 0,-1-1-1 0 0,0 1 0 0 0,2 0 1 0 0,31 9 1632 0 0,-1-9-597 0 0,1-1 0 0 0,-1-2 0 0 0,48-7 0 0 0,-2-1-53 0 0,77-11-263 0 0,7 0 604 0 0,-134 19-1299 0 0,0 1 1 0 0,0 2 0 0 0,49 7 0 0 0,-27 3-38 0 0,52 19 1 0 0,-61-17-21 0 0,-1-1 0 0 0,61 8 0 0 0,-94-20-133 0 0,-1-1 1 0 0,1 1-1 0 0,0-1 0 0 0,0-1 1 0 0,0 1-1 0 0,0-1 1 0 0,-1-1-1 0 0,1 1 0 0 0,11-7 1 0 0,-11 5 1 0 0,0 1 0 0 0,1-1 0 0 0,0 2 0 0 0,-1-1 0 0 0,1 1 0 0 0,0 1 0 0 0,9-1 0 0 0,-6 2 210 0 0,-8 1-584 0 0</inkml:trace>
</inkml:ink>
</file>

<file path=ppt/ink/ink2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7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51 1376 0 0,'-64'19'-817'0'0,"61"-19"1081"0"0,0 0 1 0 0,0 0-1 0 0,0-1 1 0 0,1 0-1 0 0,-1 1 1 0 0,0-1 0 0 0,0 0-1 0 0,1 0 1 0 0,-1 0-1 0 0,1-1 1 0 0,-1 1-1 0 0,1-1 1 0 0,-1 1-1 0 0,1-1 1 0 0,0 0-1 0 0,-3-3 1 0 0,-24-13 4553 0 0,29 18-4731 0 0,1-1-1 0 0,-1 1 1 0 0,0 0 0 0 0,1 0 0 0 0,-1 0-1 0 0,1 0 1 0 0,-1 0 0 0 0,1 0-1 0 0,-1 0 1 0 0,1 0 0 0 0,-1 1-1 0 0,0-1 1 0 0,1 0 0 0 0,-1 0-1 0 0,1 0 1 0 0,-1 0 0 0 0,0 0-1 0 0,1 1 1 0 0,-1-1 0 0 0,1 0-1 0 0,-1 0 1 0 0,0 1 0 0 0,1-1 0 0 0,-1 0-1 0 0,0 1 1 0 0,1-1 0 0 0,-1 0-1 0 0,0 1 1 0 0,0-1 0 0 0,1 0-1 0 0,-1 1 1 0 0,0-1 0 0 0,0 1-1 0 0,0-1 1 0 0,0 1 0 0 0,1-1-1 0 0,-1 0 1 0 0,0 1 0 0 0,0-1 0 0 0,0 1-1 0 0,0-1 1 0 0,0 1 0 0 0,0-1-1 0 0,0 0 1 0 0,0 1 0 0 0,0-1-1 0 0,0 1 1 0 0,-1-1 0 0 0,1 1-1 0 0,0-1 1 0 0,0 0 0 0 0,0 1-1 0 0,0-1 1 0 0,-1 1 0 0 0,1-1-1 0 0,0 0 1 0 0,0 1 0 0 0,-1-1 0 0 0,1 0-1 0 0,0 1 1 0 0,-1-1 0 0 0,1 0-1 0 0,0 1 1 0 0,-1-1 0 0 0,1 0-1 0 0,0 0 1 0 0,-1 1 0 0 0,0-1-1 0 0,33 0 625 0 0,0-2 0 0 0,46-9 1 0 0,-2 1-1 0 0,499-16 1666 0 0,-474 31-2010 0 0,-92-4-439 0 0,0 0 0 0 0,1 0-1 0 0,-1 2 1 0 0,-1-1 0 0 0,1 1 0 0 0,0 0 0 0 0,-1 1 0 0 0,15 7 0 0 0,-22-10-51 0 0,0 0-1 0 0,0 0 0 0 0,0 0 1 0 0,0 0-1 0 0,-1 0 0 0 0,1 0 1 0 0,0 0-1 0 0,0 0 1 0 0,-1 0-1 0 0,1 1 0 0 0,0-1 1 0 0,-1 0-1 0 0,1 0 1 0 0,-1 1-1 0 0,1 1 0 0 0,1 9-1369 0 0</inkml:trace>
</inkml:ink>
</file>

<file path=ppt/ink/ink2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8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0 5905 0 0,'-8'13'8699'0'0,"7"-11"-8155"0"0,-7 38 2359 0 0,7 44-1660 0 0,4 0 1 0 0,14 87 0 0 0,-5-57-868 0 0,37 324 358 0 0,0 11-488 0 0,-38-337-223 0 0,17 246 138 0 0,-30 1-54 0 0,-4-152-107 0 0,-1 12 0 0 0,6 103 16 0 0,6-145-27 0 0,-7 58-2 0 0,2-230 3 0 0,-1 0 0 0 0,1 0 0 0 0,-1 0 0 0 0,-1-1 0 0 0,1 1 0 0 0,-1 0 0 0 0,1-1 0 0 0,-1 1 0 0 0,-3 4 0 0 0,-6 15-26 0 0,13-33-103 0 0,6-25-489 0 0,-8 27 243 0 0</inkml:trace>
</inkml:ink>
</file>

<file path=ppt/ink/ink2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25.3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37 213 3225 0 0,'-8'-6'154'0'0,"7"6"146"0"0,0 0 0 0 0,0-1-1 0 0,0 1 1 0 0,1 0 0 0 0,-1 0 0 0 0,0-1 0 0 0,0 1 0 0 0,0 0-1 0 0,0 0 1 0 0,0 0 0 0 0,0 0 0 0 0,0 0 0 0 0,0 0 0 0 0,1 0-1 0 0,-1 0 1 0 0,0 1 0 0 0,0-1 0 0 0,0 0 0 0 0,0 1 0 0 0,0-1-1 0 0,1 0 1 0 0,-1 1 0 0 0,-1 0 0 0 0,-4 7-880 0 0,6-8 680 0 0,0 0 0 0 0,1 1 0 0 0,-1-1 0 0 0,0 0-1 0 0,1 0 1 0 0,-1 1 0 0 0,1-1 0 0 0,-1 0-1 0 0,0 0 1 0 0,1 0 0 0 0,-1 0 0 0 0,1 0 0 0 0,-1 1-1 0 0,0-1 1 0 0,1 0 0 0 0,-1 0 0 0 0,1 0 0 0 0,-1 0-1 0 0,1 0 1 0 0,-1 0 0 0 0,0 0 0 0 0,1 0-1 0 0,-1 0 1 0 0,1-1 0 0 0,-1 1 0 0 0,0 0 0 0 0,1 0-1 0 0,-1 0 1 0 0,1 0 0 0 0,-1-1 0 0 0,1 1-1 0 0,17-5 359 0 0,-9 1-371 0 0,0 1 1 0 0,1 0 0 0 0,-1 0 0 0 0,1 1-1 0 0,-1 0 1 0 0,1 1 0 0 0,0 0 0 0 0,16 0 0 0 0,85 12 588 0 0,-62-5-98 0 0,79 2 355 0 0,-1-6 0 0 0,150-16 0 0 0,762-24 96 0 0,-376 22 770 0 0,190-67-911 0 0,-398 31-503 0 0,2 35 498 0 0,-238 22-1042 0 0,254 14-198 0 0,-374-13 584 0 0,131-11 0 0 0,-221 5-217 0 0,-5 0 36 0 0,30 2-638 0 0,-34-2 526 0 0,1 0 0 0 0,-1 0 0 0 0,0 0 0 0 0,1 0 0 0 0,-1 0 0 0 0,1 1 0 0 0,-1-1-1 0 0,0 0 1 0 0,1 0 0 0 0,-1 1 0 0 0,0-1 0 0 0,0 0 0 0 0,1 1 0 0 0,-1-1 0 0 0,0 0 0 0 0,1 1 0 0 0,-1-1 0 0 0,0 0 0 0 0,0 1 0 0 0,0-1 0 0 0,0 0 0 0 0,1 1 0 0 0,-1-1 0 0 0,0 1 0 0 0,0 0 0 0 0,-7 15-3207 0 0</inkml:trace>
</inkml:ink>
</file>

<file path=ppt/ink/ink2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26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0 126 7834 0 0,'43'10'736'0'0,"0"-2"0"0"0,1-1 0 0 0,0-3 0 0 0,0-1 0 0 0,0-2 1 0 0,0-3-1 0 0,60-9 0 0 0,0-5 225 0 0,127-16 425 0 0,204-7 1427 0 0,-338 36-2442 0 0,117 13 0 0 0,49-1 574 0 0,31-11-189 0 0,210-13 651 0 0,-117-2-1225 0 0,-175 12-108 0 0,-83 1 221 0 0,140 16-1 0 0,-164-7-279 0 0,-1-4-1 0 0,152-18 0 0 0,-13-5 18 0 0,0 11 0 0 0,286 23 0 0 0,-421-5 116 0 0,159-10 0 0 0,-134 4-3260 0 0,-49 1-1343 0 0</inkml:trace>
</inkml:ink>
</file>

<file path=ppt/ink/ink2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31.7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447 23 4145 0 0,'-8'-21'11237'0'0,"7"20"-10805"0"0,-1 1-199 0 0,1 0-1 0 0,-1 0 0 0 0,1-1 0 0 0,-1 1 0 0 0,1 0 0 0 0,-1 1 0 0 0,1-1 0 0 0,0 0 0 0 0,-1 0 1 0 0,1 1-1 0 0,-1-1 0 0 0,1 0 0 0 0,0 1 0 0 0,-1-1 0 0 0,-1 2 0 0 0,-9 5-457 0 0,0 0 0 0 0,-22 18-1 0 0,23-16 1370 0 0,9-7-1119 0 0,-24 16 203 0 0,1 1 0 0 0,1 2 0 0 0,1 0 0 0 0,0 1 0 0 0,-23 32 0 0 0,25-20-154 0 0,1 1 1 0 0,2 1-1 0 0,1 1 1 0 0,-15 50-1 0 0,6-18-9 0 0,21-55-45 0 0,-2 2-11 0 0,0 1 0 0 0,2 0 0 0 0,0 1 0 0 0,-5 31 0 0 0,10-45-6 0 0,-1 0 1 0 0,1-1-1 0 0,0 1 0 0 0,0 0 0 0 0,0 0 0 0 0,1-1 0 0 0,0 1 1 0 0,-1 0-1 0 0,1 0 0 0 0,1-1 0 0 0,-1 1 0 0 0,0-1 1 0 0,1 1-1 0 0,0-1 0 0 0,-1 0 0 0 0,2 0 0 0 0,-1 1 0 0 0,0-1 1 0 0,0-1-1 0 0,1 1 0 0 0,0 0 0 0 0,-1-1 0 0 0,1 1 0 0 0,0-1 1 0 0,0 0-1 0 0,1 0 0 0 0,-1 0 0 0 0,6 3 0 0 0,4 1 4 0 0,1-1-1 0 0,0 0 0 0 0,0 0 0 0 0,0-2 0 0 0,0 0 0 0 0,0 0 0 0 0,1-1 1 0 0,0-1-1 0 0,-1-1 0 0 0,1 0 0 0 0,-1 0 0 0 0,1-2 0 0 0,-1 0 1 0 0,1 0-1 0 0,-1-2 0 0 0,0 0 0 0 0,0 0 0 0 0,0-1 0 0 0,-1-1 1 0 0,14-7-1 0 0,-3 0 45 0 0,-2-2 1 0 0,1 0-1 0 0,36-33 1 0 0,52-63-345 0 0,-48 46-1497 0 0,-47 117-12255 0 0,-19-35 13095 0 0</inkml:trace>
</inkml:ink>
</file>

<file path=ppt/ink/ink2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32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32 1840 0 0,'-16'-26'4264'0'0,"15"25"-3682"0"0,-1 0-1 0 0,1 0 0 0 0,-1 0 1 0 0,1 0-1 0 0,-1 0 1 0 0,-16 2 7068 0 0,16 0-7314 0 0,1 1-236 0 0,0-1 0 0 0,0 0 0 0 0,0 0 0 0 0,1 0 0 0 0,-1 1 0 0 0,0-1 0 0 0,1 0 0 0 0,-1 1 0 0 0,1-1 0 0 0,-1 1 0 0 0,1-1 0 0 0,0 0 0 0 0,-1 1 0 0 0,1-1 0 0 0,0 3 0 0 0,0 9 231 0 0,1 0 1 0 0,1-1-1 0 0,0 1 1 0 0,0 0 0 0 0,7 19-1 0 0,1 5-14 0 0,16 83 275 0 0,25 105-185 0 0,-38-176-424 0 0,3-1 0 0 0,33 69 0 0 0,-46-111-154 0 0,11 18 164 0 0,-3-12-3193 0 0</inkml:trace>
</inkml:ink>
</file>

<file path=ppt/ink/ink2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32.6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6 125 1376 0 0,'-2'-27'3756'0'0,"1"25"-3325"0"0,0-1 0 0 0,0 0 0 0 0,1 0 0 0 0,0 0-1 0 0,0 0 1 0 0,-1 0 0 0 0,1 0 0 0 0,1 0 0 0 0,-1 0 0 0 0,0 0 0 0 0,1 0-1 0 0,0 1 1 0 0,-1-1 0 0 0,1 0 0 0 0,1 0 0 0 0,-1 1 0 0 0,0-1-1 0 0,0 0 1 0 0,1 1 0 0 0,0-1 0 0 0,-1 1 0 0 0,1 0 0 0 0,0-1 0 0 0,3-2-1 0 0,-1 2-209 0 0,-1 0-1 0 0,1 1 1 0 0,0-1-1 0 0,-1 1 1 0 0,1 0-1 0 0,0 0 1 0 0,1 0-1 0 0,-1 1 1 0 0,0-1-1 0 0,0 1 1 0 0,1 0-1 0 0,-1 0 0 0 0,7 0 1 0 0,-8 1-178 0 0,-1 1 0 0 0,1-1 1 0 0,0 1-1 0 0,-1 0 0 0 0,1 0 0 0 0,-1 0 0 0 0,1 0 1 0 0,-1 0-1 0 0,0 0 0 0 0,1 1 0 0 0,-1-1 0 0 0,0 1 1 0 0,0 0-1 0 0,0-1 0 0 0,0 1 0 0 0,0 0 0 0 0,0 0 1 0 0,-1 0-1 0 0,1 1 0 0 0,-1-1 0 0 0,1 0 1 0 0,-1 1-1 0 0,2 4 0 0 0,4 8 12 0 0,-1 1 0 0 0,-1 0 0 0 0,-1 0 1 0 0,0 0-1 0 0,-1 1 0 0 0,0-1 0 0 0,-1 27 0 0 0,-8 123 278 0 0,3-122-226 0 0,-2 70 214 0 0,5-114-322 0 0,0 1-1 0 0,0-1 1 0 0,0 1 0 0 0,1-1 0 0 0,-1 1 0 0 0,0-1 0 0 0,0 1 0 0 0,1-1 0 0 0,-1 1 0 0 0,1-1 0 0 0,-1 0 0 0 0,0 1 0 0 0,1-1 0 0 0,-1 1 0 0 0,1-1 0 0 0,-1 0 0 0 0,1 1 0 0 0,-1-1 0 0 0,1 0 0 0 0,-1 0 0 0 0,1 1 0 0 0,-1-1 0 0 0,1 0 0 0 0,-1 0 0 0 0,1 0 0 0 0,-1 0 0 0 0,1 0 0 0 0,-1 0 0 0 0,1 0 0 0 0,0 0 0 0 0,-1 0 0 0 0,1 0 0 0 0,-1 0 0 0 0,1 0 0 0 0,-1 0 0 0 0,2 0 0 0 0,28-5-65 0 0,-21 3 46 0 0,15 0 6 0 0,1 1 0 0 0,-1 1-1 0 0,1 2 1 0 0,0 0 0 0 0,-1 1 0 0 0,0 2 0 0 0,0 1 0 0 0,0 0 0 0 0,40 18 0 0 0,-61-23 16 0 0,-1 1 0 0 0,1-1 0 0 0,-1 1 0 0 0,0 0-1 0 0,0 0 1 0 0,0 0 0 0 0,0 0 0 0 0,0 0 0 0 0,0 0 0 0 0,0 0-1 0 0,-1 1 1 0 0,1-1 0 0 0,-1 1 0 0 0,0-1 0 0 0,1 1-1 0 0,-1-1 1 0 0,0 1 0 0 0,-1 0 0 0 0,1-1 0 0 0,0 1-1 0 0,-1 0 1 0 0,0 0 0 0 0,1 0 0 0 0,-1 0 0 0 0,0-1-1 0 0,-1 1 1 0 0,1 0 0 0 0,0 0 0 0 0,-2 5 0 0 0,-2 9 25 0 0,-1-1 0 0 0,0 1 1 0 0,-14 27-1 0 0,13-29-5 0 0,-13 21 93 0 0,-1-1 0 0 0,-2 0 1 0 0,-2-1-1 0 0,0-2 0 0 0,-3-1 0 0 0,-46 45 1 0 0,65-69-199 0 0,0 0 1 0 0,0-1-1 0 0,0 0 1 0 0,-1 0-1 0 0,-13 6 1 0 0,4 0-472 0 0</inkml:trace>
</inkml:ink>
</file>

<file path=ppt/ink/ink2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27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65 131 2761 0 0,'-2'0'201'0'0,"0"1"0"0"0,0 0 0 0 0,0-1 0 0 0,0 1 0 0 0,0 0 0 0 0,0 0 0 0 0,0 0-1 0 0,0 0 1 0 0,0 0 0 0 0,1 1 0 0 0,-1-1 0 0 0,0 1 0 0 0,-2 2 0 0 0,-21 25 919 0 0,20-23-675 0 0,5-6-409 0 0,-1 1 1 0 0,1-1-1 0 0,-1 1 0 0 0,1 0 1 0 0,-1-1-1 0 0,1 1 1 0 0,0 0-1 0 0,-1-1 0 0 0,1 1 1 0 0,0 0-1 0 0,-1-1 1 0 0,1 1-1 0 0,0 0 0 0 0,0-1 1 0 0,0 1-1 0 0,0 0 1 0 0,0 0-1 0 0,0-1 0 0 0,0 1 1 0 0,0 0-1 0 0,0 0 1 0 0,0-1-1 0 0,0 1 0 0 0,0 0 1 0 0,1-1-1 0 0,-1 1 1 0 0,0 0-1 0 0,0-1 0 0 0,1 1 1 0 0,0 1-1 0 0,0 0 176 0 0,1-1 0 0 0,0 1 1 0 0,-1 0-1 0 0,1-1 0 0 0,0 1 0 0 0,0-1 0 0 0,0 1 0 0 0,1-1 0 0 0,2 2 0 0 0,52 14 3099 0 0,-30-12-2612 0 0,1-2-1 0 0,-1-2 1 0 0,42-1 0 0 0,39 2-125 0 0,13 12-5 0 0,-56-5-361 0 0,1-3 1 0 0,109-4 0 0 0,-31-14-85 0 0,293-11 1887 0 0,90-1-700 0 0,107-31-394 0 0,-457 41-781 0 0,421-41 27 0 0,-106 37-163 0 0,-354 16 274 0 0,242-36 0 0 0,-239 19-348 0 0,211-2 0 0 0,-283 26 127 0 0,100 19-1 0 0,-116-14-18 0 0,0-2 0 0 0,0-3-1 0 0,91-1 1 0 0,-131-5-25 0 0,165-8 6 0 0,-142 9-111 0 0,0 2 1 0 0,70 13-1 0 0,-98-13-44 0 0,-5-1 45 0 0,-1-1 0 0 0,1 1 1 0 0,0 0-1 0 0,0-1 1 0 0,-1 1-1 0 0,1-1 0 0 0,0 0 1 0 0,0 0-1 0 0,-1 0 0 0 0,1 0 1 0 0,3-1-1 0 0</inkml:trace>
</inkml:ink>
</file>

<file path=ppt/ink/ink2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28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0 185 4609 0 0,'26'-2'2519'0'0,"-21"1"-1999"0"0,0 1 1 0 0,0-1-1 0 0,0 1 0 0 0,0 0 0 0 0,0 0 1 0 0,0 0-1 0 0,0 1 0 0 0,0-1 0 0 0,8 4 1 0 0,-11-2-248 0 0,0 0 1 0 0,-1 0-1 0 0,1 0 0 0 0,-1 1 1 0 0,1-1-1 0 0,-1 1 1 0 0,0-1-1 0 0,0 1 1 0 0,0-1-1 0 0,1 6 0 0 0,7 15 299 0 0,-7-21-503 0 0,0 0 1 0 0,0 0-1 0 0,1 0 0 0 0,-1 0 0 0 0,1 0 1 0 0,-1 0-1 0 0,1-1 0 0 0,-1 1 1 0 0,1-1-1 0 0,0 0 0 0 0,0 0 0 0 0,0 0 1 0 0,0 0-1 0 0,0 0 0 0 0,5 0 0 0 0,54 2 959 0 0,-28-2 15 0 0,71 5-357 0 0,0-5-1 0 0,139-17 1 0 0,39 2-162 0 0,-50 5 243 0 0,10-1-310 0 0,141-15-213 0 0,-77-13-133 0 0,-213 31 66 0 0,123 7 1 0 0,-6 6-142 0 0,294-30 1 0 0,-182 4-83 0 0,-68 5-4 0 0,218-46 335 0 0,-319 37-218 0 0,-58 13-70 0 0,2 4 1 0 0,159 10-1 0 0,-143 5 180 0 0,88 4 84 0 0,-217-18-2823 0 0</inkml:trace>
</inkml:ink>
</file>

<file path=ppt/ink/ink2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33.5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86 326 1376 0 0,'-7'-11'531'0'0,"0"0"1"0"0,1 0-1 0 0,1-1 0 0 0,0 1 0 0 0,0-1 0 0 0,1 0 0 0 0,-5-24 0 0 0,-4-14 1015 0 0,12 50-1321 0 0,1-1 0 0 0,0 0-1 0 0,-1 1 1 0 0,1-1 0 0 0,-1 0 0 0 0,1 1 0 0 0,0-1 0 0 0,-1 1 0 0 0,1-1 0 0 0,-1 1-1 0 0,0-1 1 0 0,1 1 0 0 0,-1-1 0 0 0,1 1 0 0 0,-1-1 0 0 0,0 1 0 0 0,1 0 0 0 0,-1-1-1 0 0,0 1 1 0 0,1 0 0 0 0,-1 0 0 0 0,0 0 0 0 0,0-1 0 0 0,1 1 0 0 0,-3 0-1 0 0,3 0-120 0 0,0 0 0 0 0,-1 1 0 0 0,1-1 0 0 0,-1 0 0 0 0,1 0 0 0 0,0 0 0 0 0,-1 0 0 0 0,1 0 0 0 0,0 1 0 0 0,-1-1 0 0 0,1 0 0 0 0,0 0 0 0 0,-1 1 0 0 0,1-1 0 0 0,0 0 0 0 0,0 0 0 0 0,-1 1 0 0 0,1-1 0 0 0,0 0 0 0 0,0 1 0 0 0,0-1 0 0 0,-1 0 0 0 0,1 1 0 0 0,0-1 0 0 0,0 1 0 0 0,0-1 0 0 0,0 0 0 0 0,0 1 0 0 0,0-1 0 0 0,-1 0 0 0 0,1 1 0 0 0,0-1 0 0 0,0 1-1 0 0,0-1 1 0 0,1 0 0 0 0,-1 1 0 0 0,0-1 0 0 0,0 1 0 0 0,0-1 0 0 0,0 0 0 0 0,0 1 0 0 0,0-1 0 0 0,0 0 0 0 0,1 1 0 0 0,-1-1 0 0 0,0 0 0 0 0,0 1 0 0 0,1-1 0 0 0,-1 0 0 0 0,0 1 0 0 0,1-1 0 0 0,62 117 554 0 0,124 170 0 0 0,-154-243-565 0 0,2-1 0 0 0,2-2 0 0 0,2-1-1 0 0,61 48 1 0 0,-95-84-66 0 0,1 0 0 0 0,0 0-1 0 0,-1 0 1 0 0,2 0-1 0 0,-1-1 1 0 0,8 3 0 0 0,-12-5-18 0 0,-1-1 1 0 0,0 0-1 0 0,0 0 1 0 0,1 1-1 0 0,-1-1 1 0 0,0 0-1 0 0,1 0 1 0 0,-1 0 0 0 0,0 0-1 0 0,0 0 1 0 0,1-1-1 0 0,-1 1 1 0 0,0 0-1 0 0,0-1 1 0 0,1 1-1 0 0,-1 0 1 0 0,0-1-1 0 0,0 0 1 0 0,0 1-1 0 0,0-1 1 0 0,0 0 0 0 0,1 1-1 0 0,-1-1 1 0 0,-1 0-1 0 0,1 0 1 0 0,0 0-1 0 0,0 0 1 0 0,0 0-1 0 0,0 0 1 0 0,-1 0-1 0 0,1 0 1 0 0,0 0-1 0 0,-1 0 1 0 0,1-1 0 0 0,-1 1-1 0 0,1 0 1 0 0,-1 0-1 0 0,0-1 1 0 0,0 1-1 0 0,1-2 1 0 0,3-14 159 0 0,-1-1 0 0 0,0 0 0 0 0,-2 0 0 0 0,0-29 0 0 0,-10-75 201 0 0,1 37-296 0 0,4-9-374 0 0,9-101 1 0 0,1 133-2239 0 0,15-66 0 0 0,-16 105-3512 0 0</inkml:trace>
</inkml:ink>
</file>

<file path=ppt/ink/ink2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34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61 5065 0 0,'-32'-39'1146'0'0,"30"37"-857"0"0,0 0 0 0 0,0 0 0 0 0,0 0 1 0 0,0 0-1 0 0,-1 1 0 0 0,1-1 0 0 0,-1 1 1 0 0,1-1-1 0 0,-1 1 0 0 0,1 0 0 0 0,-1 0 0 0 0,0 0 1 0 0,0 1-1 0 0,0-1 0 0 0,-2 0 0 0 0,4 1-177 0 0,1 0 0 0 0,-1 0-1 0 0,1 0 1 0 0,-1 0 0 0 0,0 0 0 0 0,1 1-1 0 0,-1-1 1 0 0,1 0 0 0 0,-1 0 0 0 0,1 0-1 0 0,-1 0 1 0 0,1 1 0 0 0,-1-1-1 0 0,1 0 1 0 0,0 1 0 0 0,-1-1 0 0 0,1 0-1 0 0,-1 1 1 0 0,1-1 0 0 0,0 0-1 0 0,-1 1 1 0 0,1-1 0 0 0,0 1 0 0 0,-1-1-1 0 0,1 1 1 0 0,0-1 0 0 0,0 1-1 0 0,-1 0 1 0 0,0 19 1514 0 0,11 23-495 0 0,-10-40-964 0 0,75 219 1662 0 0,11 36-1269 0 0,-73-209-751 0 0,28 92 878 0 0,-33-118-1499 0 0,1 0 1 0 0,2 0-1 0 0,22 37 1 0 0</inkml:trace>
</inkml:ink>
</file>

<file path=ppt/ink/ink2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34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9 108 1840 0 0,'-8'9'7641'0'0,"11"-20"-3618"0"0,0 4-5308 0 0,6-2 1757 0 0,-1 0 1 0 0,2 0 0 0 0,-1 1 0 0 0,1 0-1 0 0,0 0 1 0 0,1 2 0 0 0,0-1 0 0 0,0 1 0 0 0,0 1-1 0 0,1 0 1 0 0,23-7 0 0 0,-31 10-434 0 0,0 1 0 0 0,0 0 0 0 0,0 0 1 0 0,1 0-1 0 0,-1 1 0 0 0,0-1 0 0 0,0 1 0 0 0,1 0 0 0 0,-1 0 1 0 0,0 1-1 0 0,0-1 0 0 0,1 1 0 0 0,-1 0 0 0 0,0 0 1 0 0,0 0-1 0 0,7 4 0 0 0,-8-3-13 0 0,0 0 1 0 0,0 1-1 0 0,0 0 1 0 0,0-1-1 0 0,-1 1 1 0 0,1 1-1 0 0,-1-1 0 0 0,0 0 1 0 0,0 0-1 0 0,0 1 1 0 0,0-1-1 0 0,0 1 1 0 0,-1 0-1 0 0,0-1 0 0 0,1 1 1 0 0,-1 0-1 0 0,-1 0 1 0 0,2 5-1 0 0,1 29-27 0 0,0-1-1 0 0,-3 1 1 0 0,-1 0 0 0 0,-2-1-1 0 0,-8 43 1 0 0,-4 60 29 0 0,14-135-11 0 0,2 38 139 0 0,-1-43-157 0 0,0 1 1 0 0,1 0 0 0 0,-1-1 0 0 0,0 1 0 0 0,0-1 0 0 0,0 1 0 0 0,1 0 0 0 0,-1-1 0 0 0,0 1-1 0 0,1-1 1 0 0,-1 1 0 0 0,0-1 0 0 0,1 1 0 0 0,-1-1 0 0 0,1 1 0 0 0,-1-1 0 0 0,0 1 0 0 0,1-1-1 0 0,0 1 1 0 0,-1-1 0 0 0,1 1 0 0 0,0-1-7 0 0,0 0 0 0 0,0 0 0 0 0,0 0 0 0 0,0 0-1 0 0,-1-1 1 0 0,1 1 0 0 0,0 0 0 0 0,0 0 0 0 0,0 0 0 0 0,0-1 0 0 0,-1 1-1 0 0,1 0 1 0 0,0-1 0 0 0,0 1 0 0 0,0-1 0 0 0,-1 1 0 0 0,1-1 0 0 0,0 1-1 0 0,-1-1 1 0 0,2-1 0 0 0,14-12-148 0 0,-1-1 42 0 0,1 1 0 0 0,1 1 1 0 0,0 0-1 0 0,24-12 0 0 0,-35 22 116 0 0,0 0 0 0 0,1 1 1 0 0,-1 0-1 0 0,1 0 0 0 0,-1 0 0 0 0,1 1 0 0 0,0 0 1 0 0,0 0-1 0 0,0 1 0 0 0,-1 0 0 0 0,1 0 0 0 0,0 0 1 0 0,0 1-1 0 0,0 0 0 0 0,0 0 0 0 0,-1 1 0 0 0,10 3 1 0 0,-12-3 11 0 0,0-1 1 0 0,0 1 0 0 0,0 0-1 0 0,-1 0 1 0 0,1 0 0 0 0,0 0-1 0 0,-1 1 1 0 0,0-1 0 0 0,0 1-1 0 0,0 0 1 0 0,0 0 0 0 0,0 0-1 0 0,0 0 1 0 0,-1 1 0 0 0,1-1-1 0 0,-1 1 1 0 0,0 0 0 0 0,0-1-1 0 0,2 8 1 0 0,-2-3 89 0 0,0 1 0 0 0,-1 0 0 0 0,0-1 0 0 0,0 1 0 0 0,-1 0-1 0 0,0-1 1 0 0,0 1 0 0 0,-4 15 0 0 0,0-4 195 0 0,-1 1 0 0 0,-1-1 0 0 0,-1 0 0 0 0,0-1 0 0 0,-2 0 0 0 0,-17 31 0 0 0,-26 26-1000 0 0,-4-5-4847 0 0,36-49-1136 0 0</inkml:trace>
</inkml:ink>
</file>

<file path=ppt/ink/ink2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47.57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212 401 6233 0 0,'15'-21'431'0'0,"-6"7"-487"0"0,1 0 0 0 0,0 1 1 0 0,1 0-1 0 0,1 1 0 0 0,22-20 0 0 0,-23 22-250 0 0,-10 8 475 0 0,1 0-1 0 0,-1 0 0 0 0,1 1 1 0 0,0-1-1 0 0,-1 0 0 0 0,1 1 1 0 0,0-1-1 0 0,0 1 0 0 0,0 0 0 0 0,0-1 1 0 0,5-1-1 0 0,-7 4-89 0 0,1 0 0 0 0,0 0 0 0 0,-1-1 0 0 0,1 1 0 0 0,-1 0 0 0 0,1 0 0 0 0,-1-1 0 0 0,0 1 0 0 0,1 0 0 0 0,-1 0 0 0 0,0 0 0 0 0,0 0 0 0 0,1 0 0 0 0,-1-1 0 0 0,0 1 0 0 0,0 0 1 0 0,0 0-1 0 0,0 0 0 0 0,0 0 0 0 0,0 0 0 0 0,0 0 0 0 0,0 0 0 0 0,-1 0 0 0 0,1 0 0 0 0,0-1 0 0 0,-1 3 0 0 0,-6 19-73 0 0,7-22-8 0 0,-3 9-34 0 0,-1 1 1 0 0,0-1 0 0 0,-1 0-1 0 0,0-1 1 0 0,-1 1 0 0 0,0-1-1 0 0,-8 9 1 0 0,-10 15-32 0 0,-33 54 461 0 0,4 3 0 0 0,-67 149 0 0 0,106-205-456 0 0,8-21-50 0 0,0 0 1 0 0,1 1-1 0 0,1 0 1 0 0,-6 25-1 0 0,10-38 96 0 0,0 0 0 0 0,0 0 1 0 0,0 0-1 0 0,-1 1 0 0 0,1-1 1 0 0,0 0-1 0 0,0 0 0 0 0,0 0 1 0 0,0 1-1 0 0,0-1 0 0 0,0 0 0 0 0,0 0 1 0 0,0 1-1 0 0,0-1 0 0 0,0 0 1 0 0,0 0-1 0 0,0 0 0 0 0,0 1 0 0 0,0-1 1 0 0,1 0-1 0 0,-1 0 0 0 0,0 1 1 0 0,0-1-1 0 0,0 0 0 0 0,0 0 0 0 0,0 0 1 0 0,0 0-1 0 0,0 1 0 0 0,1-1 1 0 0,-1 0-1 0 0,0 0 0 0 0,0 0 0 0 0,0 0 1 0 0,0 1-1 0 0,1-1 0 0 0,-1 0 1 0 0,0 0-1 0 0,0 0 0 0 0,0 0 1 0 0,1 0-1 0 0,-1 0 0 0 0,0 0 0 0 0,0 0 1 0 0,0 0-1 0 0,1 0 0 0 0,-1 0 1 0 0,0 0-1 0 0,0 0 0 0 0,1 0 0 0 0,-1 0 1 0 0,0 0-1 0 0,15-8-420 0 0,13-19-173 0 0,115-157-1521 0 0,-68 85 795 0 0,153-158 0 0 0,-58 75 337 0 0,-30 28 1348 0 0,-137 151-303 0 0,1-1 69 0 0,0 0 1 0 0,-1 0 0 0 0,1 1 0 0 0,1 0-1 0 0,-1-1 1 0 0,0 1 0 0 0,1 1-1 0 0,-1-1 1 0 0,9-3 0 0 0,-13 6-81 0 0,1 0 0 0 0,-1 0 0 0 0,1 0 0 0 0,-1 0 1 0 0,1 0-1 0 0,-1 1 0 0 0,1-1 0 0 0,0 0 0 0 0,-1 0 0 0 0,1 0 0 0 0,-1 1 0 0 0,0-1 1 0 0,1 0-1 0 0,-1 0 0 0 0,1 1 0 0 0,-1-1 0 0 0,1 0 0 0 0,-1 1 0 0 0,0-1 0 0 0,1 0 0 0 0,-1 1 1 0 0,0-1-1 0 0,1 1 0 0 0,-1-1 0 0 0,0 1 0 0 0,1-1 0 0 0,-1 1 0 0 0,0-1 0 0 0,0 1 1 0 0,0-1-1 0 0,0 1 0 0 0,1-1 0 0 0,-1 1 0 0 0,0-1 0 0 0,0 1 0 0 0,0-1 0 0 0,0 1 1 0 0,0-1-1 0 0,0 1 0 0 0,0 0 0 0 0,0-1 0 0 0,-1 1 0 0 0,1-1 0 0 0,0 1 0 0 0,-3 26 851 0 0,-7 9-367 0 0,-1 0 0 0 0,-2-1-1 0 0,-1-1 1 0 0,-2 0-1 0 0,-28 46 1 0 0,-117 148 1154 0 0,-55 32 128 0 0,488-568-8496 0 0,-232 264 6360 0 0,-20 23 295 0 0,-1-2 4 0 0,1 2 0 0 0,1 0 0 0 0,1 1 0 0 0,45-31 0 0 0,-67 50 37 0 0,1 1-1 0 0,-1-1 0 0 0,1 1 1 0 0,0 0-1 0 0,-1-1 0 0 0,1 1 1 0 0,-1 0-1 0 0,1-1 0 0 0,0 1 1 0 0,-1 0-1 0 0,1 0 1 0 0,-1-1-1 0 0,1 1 0 0 0,0 0 1 0 0,-1 0-1 0 0,1 0 0 0 0,0 0 1 0 0,-1 0-1 0 0,1 0 0 0 0,0 0 1 0 0,-1 0-1 0 0,1 0 0 0 0,0 0 1 0 0,-1 0-1 0 0,1 1 0 0 0,0-1 1 0 0,-1 0-1 0 0,2 1 0 0 0,-2 0 5 0 0,1 0-1 0 0,-1 0 1 0 0,1 0-1 0 0,-1-1 1 0 0,0 1-1 0 0,0 0 1 0 0,1 0-1 0 0,-1 0 1 0 0,0 0-1 0 0,0 0 1 0 0,0 0-1 0 0,0 0 0 0 0,0 0 1 0 0,0 0-1 0 0,0 0 1 0 0,-1 2-1 0 0,-12 41 194 0 0,12-44-194 0 0,-130 273 2428 0 0,-8 19 1226 0 0,138-291-3655 0 0,1 0 0 0 0,-1 0-1 0 0,1 0 1 0 0,-1 0 0 0 0,1 0 0 0 0,-1 0-1 0 0,1 0 1 0 0,0 0 0 0 0,0 0-1 0 0,-1 0 1 0 0,1 0 0 0 0,0 1-1 0 0,0-1 1 0 0,0 0 0 0 0,0 0-1 0 0,0 0 1 0 0,1 0 0 0 0,-1 0 0 0 0,0 0-1 0 0,1 2 1 0 0,0-3-9 0 0,-1 0 0 0 0,1 0 1 0 0,0 0-1 0 0,-1 0 0 0 0,1 0 0 0 0,0 0 1 0 0,0 0-1 0 0,-1-1 0 0 0,1 1 0 0 0,0 0 1 0 0,-1 0-1 0 0,1 0 0 0 0,0-1 0 0 0,-1 1 1 0 0,1 0-1 0 0,0-1 0 0 0,-1 1 0 0 0,1-1 0 0 0,-1 1 1 0 0,1 0-1 0 0,0-2 0 0 0,38-34-472 0 0,103-153-1085 0 0,-1 2 673 0 0,-36 75 670 0 0,-92 100 210 0 0,1 1 0 0 0,0 0 0 0 0,0 0 0 0 0,1 2 0 0 0,1-1-1 0 0,24-9 1 0 0,-16 14-40 0 0,-23 5 51 0 0,0 0-1 0 0,-1 0 1 0 0,1 0 0 0 0,0 1-1 0 0,-1-1 1 0 0,1 0 0 0 0,-1 0-1 0 0,1 0 1 0 0,0 1-1 0 0,-1-1 1 0 0,1 0 0 0 0,-1 1-1 0 0,1-1 1 0 0,-1 1-1 0 0,1-1 1 0 0,-1 0 0 0 0,1 1-1 0 0,-1-1 1 0 0,1 1-1 0 0,-1-1 1 0 0,1 2 0 0 0,0 0-1 0 0,-1 1-1 0 0,1 0 1 0 0,-1-1 0 0 0,0 1 0 0 0,1 0 0 0 0,-1-1 0 0 0,0 1 0 0 0,-1 0 0 0 0,1-1-1 0 0,0 1 1 0 0,-1 0 0 0 0,1-1 0 0 0,-3 5 0 0 0,-17 52-152 0 0,-3 0 0 0 0,-60 105 0 0 0,41-82 319 0 0,-3-1 279 0 0,-22 49 1587 0 0,59-103-831 0 0,12-22-563 0 0,9-14-362 0 0,17-23-762 0 0,0-1-1 0 0,-3-2 1 0 0,26-40 0 0 0,21-28-468 0 0,-18 34 528 0 0,2 3 0 0 0,4 2 0 0 0,102-83 0 0 0,-159 143 393 0 0,1 0 0 0 0,-1 0-1 0 0,1 0 1 0 0,9-3 0 0 0,-14 7 27 0 0,0-1 0 0 0,0 1 1 0 0,-1 0-1 0 0,1 0 0 0 0,0-1 0 0 0,0 1 0 0 0,-1 0 1 0 0,1 0-1 0 0,0 0 0 0 0,0 0 0 0 0,0 0 0 0 0,-1 0 1 0 0,1 0-1 0 0,0 0 0 0 0,0 1 0 0 0,0-1 1 0 0,-1 0-1 0 0,1 0 0 0 0,1 1 0 0 0,-1 0 3 0 0,-1 0-1 0 0,1 0 1 0 0,-1-1-1 0 0,1 1 0 0 0,-1 0 1 0 0,1 0-1 0 0,-1 0 1 0 0,1 0-1 0 0,-1 0 1 0 0,0 0-1 0 0,1 0 1 0 0,-1 0-1 0 0,0-1 1 0 0,0 1-1 0 0,0 0 1 0 0,0 0-1 0 0,0 0 0 0 0,0 0 1 0 0,0 0-1 0 0,0 2 1 0 0,-2 13 66 0 0,0 0-1 0 0,-1-1 1 0 0,-1 1 0 0 0,-1-1 0 0 0,-8 20 0 0 0,-38 74 505 0 0,38-85-508 0 0,-104 191 906 0 0,34-75 2476 0 0,76-125-2460 0 0,12-16-480 0 0,16-20-834 0 0,83-129-2487 0 0,17-21 952 0 0,-104 151 1725 0 0,0 0 0 0 0,2 2 0 0 0,0 0 0 0 0,1 1 0 0 0,41-27 0 0 0,-58 42 185 0 0,0 0-1 0 0,0 1 0 0 0,0-1 0 0 0,0 1 0 0 0,0-1 0 0 0,0 1 1 0 0,0 0-1 0 0,0 0 0 0 0,1 1 0 0 0,-1-1 0 0 0,0 1 0 0 0,0 0 0 0 0,7 0 1 0 0,-10 0-16 0 0,1 0 0 0 0,0 0 0 0 0,0 0 0 0 0,-1 1 0 0 0,1-1 0 0 0,0 0 1 0 0,0 1-1 0 0,-1-1 0 0 0,1 1 0 0 0,0-1 0 0 0,-1 1 0 0 0,1-1 0 0 0,0 1 0 0 0,-1 0 1 0 0,1-1-1 0 0,-1 1 0 0 0,1 0 0 0 0,-1-1 0 0 0,1 1 0 0 0,0 1 0 0 0,-1 0 18 0 0,1 1 0 0 0,-1-1 0 0 0,1 0 0 0 0,-1 1 0 0 0,0-1 0 0 0,0 0 0 0 0,0 0-1 0 0,0 1 1 0 0,0-1 0 0 0,-1 4 0 0 0,-7 24 154 0 0,-2-1 1 0 0,-1 0-1 0 0,-1-1 0 0 0,-1-1 0 0 0,-26 42 0 0 0,22-40-78 0 0,-51 78 453 0 0,29-49 424 0 0,38-58-950 0 0,1 1 0 0 0,-1-1 1 0 0,1 0-1 0 0,0 1 0 0 0,-1-1 0 0 0,1 1 0 0 0,-1-1 0 0 0,1 1 0 0 0,0-1 1 0 0,-1 1-1 0 0,1-1 0 0 0,0 1 0 0 0,-1-1 0 0 0,1 1 0 0 0,0 0 0 0 0,0-1 1 0 0,0 1-1 0 0,-1-1 0 0 0,1 1 0 0 0,0 0 0 0 0,0-1 0 0 0,0 1 0 0 0,0 0 1 0 0,0-1-1 0 0,0 1 0 0 0,0-1 0 0 0,0 1 0 0 0,1 0 0 0 0,-1-1 0 0 0,0 1 1 0 0,18-9 436 0 0,24-24-616 0 0,109-110-1196 0 0,-25 21 409 0 0,-117 113 885 0 0,397-329-2549 0 0,-406 336 2566 0 0,34-19 490 0 0,-33 19-456 0 0,-1 1 1 0 0,0 0-1 0 0,1 0 0 0 0,-1 0 1 0 0,0 0-1 0 0,1 0 0 0 0,-1 0 1 0 0,0 0-1 0 0,1 0 0 0 0,-1 0 1 0 0,0 0-1 0 0,1 0 0 0 0,-1 0 1 0 0,0 0-1 0 0,1 0 0 0 0,-1 0 1 0 0,0 0-1 0 0,1 0 0 0 0,-1 0 1 0 0,0 0-1 0 0,1 0 0 0 0,-1 0 1 0 0,0 1-1 0 0,0-1 0 0 0,1 0 1 0 0,-1 0-1 0 0,0 0 0 0 0,1 1 1 0 0,-1-1-1 0 0,0 0 0 0 0,0 0 1 0 0,1 1-1 0 0,-1 0 34 0 0,0 1-1 0 0,0-1 1 0 0,1 0-1 0 0,-1 1 1 0 0,0-1-1 0 0,0 1 1 0 0,-1-1 0 0 0,1 0-1 0 0,0 1 1 0 0,0-1-1 0 0,-1 0 1 0 0,1 1-1 0 0,-1 1 1 0 0,-21 53 527 0 0,-3 0 1 0 0,-2-2-1 0 0,-48 72 1 0 0,16-27-380 0 0,37-60-46 0 0,5-13 122 0 0,2 2 0 0 0,1 0-1 0 0,1 0 1 0 0,-12 40 0 0 0,25-68-279 0 0,0 0 0 0 0,0 0 0 0 0,0 0 0 0 0,0 1 0 0 0,0-1 0 0 0,0 0 0 0 0,0 0 1 0 0,0 0-1 0 0,1 0 0 0 0,-1 0 0 0 0,0 0 0 0 0,0 0 0 0 0,0 0 0 0 0,0 1 0 0 0,0-1 0 0 0,1 0 1 0 0,-1 0-1 0 0,0 0 0 0 0,0 0 0 0 0,0 0 0 0 0,0 0 0 0 0,1 0 0 0 0,-1 0 0 0 0,0 0 0 0 0,0 0 0 0 0,0 0 1 0 0,0 0-1 0 0,1 0 0 0 0,-1 0 0 0 0,0 0 0 0 0,0 0 0 0 0,0 0 0 0 0,0-1 0 0 0,1 1 0 0 0,-1 0 1 0 0,0 0-1 0 0,0 0 0 0 0,0 0 0 0 0,0 0 0 0 0,0 0 0 0 0,0 0 0 0 0,1 0 0 0 0,-1-1 0 0 0,0 1 0 0 0,0 0 1 0 0,0 0-1 0 0,0 0 0 0 0,0 0 0 0 0,0 0 0 0 0,0-1 0 0 0,0 1 0 0 0,0 0 0 0 0,0 0 0 0 0,1 0 1 0 0,-1 0-1 0 0,0-1 0 0 0,11-8-160 0 0,36-53-555 0 0,44-75 0 0 0,11-16-138 0 0,23 0-343 0 0,-110 137 1040 0 0,0 1 0 0 0,2 1-1 0 0,-1 0 1 0 0,1 1 0 0 0,1 1-1 0 0,0 1 1 0 0,23-11 0 0 0,-39 21 157 0 0,-1 1 0 0 0,1-1 0 0 0,0 0 0 0 0,0 0 0 0 0,0 1 0 0 0,0 0 1 0 0,0-1-1 0 0,0 1 0 0 0,0 0 0 0 0,0 0 0 0 0,0 0 0 0 0,0 0 0 0 0,0 0 0 0 0,0 0 1 0 0,0 1-1 0 0,0-1 0 0 0,2 1 0 0 0,-3 0 3 0 0,0-1 0 0 0,0 1 0 0 0,0 0 0 0 0,-1 0 0 0 0,1 0 0 0 0,0 0 0 0 0,-1-1 0 0 0,1 1 0 0 0,0 0 0 0 0,-1 0 0 0 0,1 0 0 0 0,-1 0 0 0 0,0 0 0 0 0,1 1 0 0 0,-1-1 0 0 0,0 0 0 0 0,1 0 0 0 0,-1 0 0 0 0,0 0 0 0 0,0 0 0 0 0,0 0 0 0 0,0 0 0 0 0,0 1 0 0 0,0-1 0 0 0,0 0 0 0 0,-1 0 0 0 0,1 0 0 0 0,0 0 0 0 0,-1 0 0 0 0,1 0 0 0 0,-1 1 0 0 0,-11 30 14 0 0,0-1 1 0 0,-2-1-1 0 0,-2-1 0 0 0,-34 51 0 0 0,-4 7 367 0 0,-85 177 1512 0 0,129-249-1687 0 0,9-13-144 0 0,-1 0-1 0 0,1 0 1 0 0,-1 0 0 0 0,1 1-1 0 0,0-1 1 0 0,0 0 0 0 0,0 1-1 0 0,0-1 1 0 0,0 1 0 0 0,0 4-1 0 0,34-43 264 0 0,-23 23-387 0 0,41-58-449 0 0,3 1 0 0 0,126-122 0 0 0,46 7-348 0 0,-221 181 805 0 0,1 0 0 0 0,-1 0 0 0 0,1 1 1 0 0,10-5-1 0 0,-15 8 43 0 0,-1-1 0 0 0,1 1 1 0 0,0 0-1 0 0,-1 0 1 0 0,1 0-1 0 0,-1 0 1 0 0,1-1-1 0 0,0 1 0 0 0,-1 0 1 0 0,1 0-1 0 0,-1 0 1 0 0,1 0-1 0 0,0 0 1 0 0,-1 0-1 0 0,1 1 1 0 0,-1-1-1 0 0,1 0 0 0 0,0 0 1 0 0,-1 0-1 0 0,1 1 1 0 0,-1-1-1 0 0,1 0 1 0 0,0 1-1 0 0,0 0 0 0 0,-1 0-1 0 0,1 0 1 0 0,-1 0 0 0 0,0 0-1 0 0,1 0 1 0 0,-1 0 0 0 0,0 0-1 0 0,0 0 1 0 0,1 0 0 0 0,-1 1-1 0 0,0-1 1 0 0,0 0 0 0 0,0 0-1 0 0,-1 0 1 0 0,1 0 0 0 0,0 0-1 0 0,0 0 1 0 0,-1 2 0 0 0,-11 36-63 0 0,-1-1 0 0 0,-2 0 0 0 0,-2-1 0 0 0,-21 35 0 0 0,-4 10 495 0 0,36-70-333 0 0,-10 19 304 0 0,2 0-1 0 0,1 1 0 0 0,1 1 1 0 0,-11 52-1 0 0,22-83-377 0 0,1 0 0 0 0,0-1 0 0 0,-1 1 0 0 0,1 0-1 0 0,0-1 1 0 0,0 1 0 0 0,0 0 0 0 0,0-1 0 0 0,1 1 0 0 0,-1 0 0 0 0,0-1 0 0 0,1 1 0 0 0,-1 0 0 0 0,1-1-1 0 0,1 4 1 0 0,-2-5-15 0 0,1 1-1 0 0,-1-1 1 0 0,1 1-1 0 0,0-1 1 0 0,-1 0-1 0 0,1 1 1 0 0,-1-1-1 0 0,1 0 1 0 0,0 1-1 0 0,-1-1 1 0 0,1 0-1 0 0,0 0 1 0 0,-1 1-1 0 0,1-1 1 0 0,0 0-1 0 0,0 0 1 0 0,-1 0-1 0 0,1 0 1 0 0,0 0-1 0 0,-1 0 0 0 0,1 0 1 0 0,0 0-1 0 0,0 0 1 0 0,-1-1-1 0 0,2 1 1 0 0,2-2-48 0 0,1 0 0 0 0,0 0 0 0 0,-1 0 0 0 0,0-1 0 0 0,0 1 0 0 0,1-1 0 0 0,-1 0 0 0 0,6-7 0 0 0,46-51-397 0 0,59-85 1 0 0,11-13-558 0 0,-117 149 911 0 0,102-108-1718 0 0,-94 102 1468 0 0,1 0 0 0 0,1 1 0 0 0,1 1 1 0 0,35-19-1 0 0,-54 32 341 0 0,0 0 1 0 0,0 1-1 0 0,0-1 1 0 0,0 0-1 0 0,0 1 0 0 0,0-1 1 0 0,0 1-1 0 0,0-1 1 0 0,0 1-1 0 0,0 0 0 0 0,0 0 1 0 0,1-1-1 0 0,-1 1 0 0 0,0 0 1 0 0,0 0-1 0 0,0 0 1 0 0,0 0-1 0 0,1 0 0 0 0,-1 0 1 0 0,0 1-1 0 0,0-1 1 0 0,0 0-1 0 0,0 1 0 0 0,0-1 1 0 0,0 0-1 0 0,2 2 0 0 0,-3-1 25 0 0,1 0-1 0 0,0 0 0 0 0,-1 0 0 0 0,1 1 0 0 0,-1-1 0 0 0,0 0 1 0 0,1 1-1 0 0,-1-1 0 0 0,0 0 0 0 0,0 1 0 0 0,0-1 0 0 0,0 1 1 0 0,0-1-1 0 0,0 0 0 0 0,0 1 0 0 0,0-1 0 0 0,-1 3 0 0 0,-2 8 225 0 0,-1 1 0 0 0,0-1-1 0 0,-8 16 1 0 0,-71 119 1198 0 0,-5 11-1364 0 0,77-135 115 0 0,1 0 0 0 0,2 1 0 0 0,0 0 0 0 0,1 0 0 0 0,-3 27 0 0 0,9-47-152 0 0,1-1-1 0 0,-1 0 1 0 0,1 1 0 0 0,0 0 0 0 0,0-1 0 0 0,0 1 0 0 0,1-1 0 0 0,-1 1 0 0 0,1-1 0 0 0,0 0 0 0 0,0 1 0 0 0,0-1-1 0 0,3 5 1 0 0,-4-7-42 0 0,1 0 1 0 0,-1 0-1 0 0,1-1 0 0 0,0 1 0 0 0,-1 0 0 0 0,1-1 0 0 0,0 1 0 0 0,0 0 0 0 0,0-1 0 0 0,-1 1 0 0 0,1-1 0 0 0,0 0 1 0 0,0 1-1 0 0,0-1 0 0 0,0 0 0 0 0,0 1 0 0 0,0-1 0 0 0,0 0 0 0 0,1 0 0 0 0,1 0-26 0 0,-1 0 0 0 0,1 0-1 0 0,-1-1 1 0 0,0 1 0 0 0,1-1 0 0 0,-1 0-1 0 0,0 1 1 0 0,1-1 0 0 0,-1 0-1 0 0,4-3 1 0 0,14-11 22 0 0,0 0 0 0 0,-1-2 0 0 0,-1 0 0 0 0,-1-1 0 0 0,-1-1 0 0 0,15-21 0 0 0,-2 5 13 0 0,61-76-3 0 0,131-149-425 0 0,-201 238 274 0 0,-8 9 17 0 0,0 0-1 0 0,0 0 0 0 0,1 1 1 0 0,1 1-1 0 0,15-11 0 0 0,-28 21 121 0 0,-1 1-1 0 0,0 0 1 0 0,1-1-1 0 0,-1 1 1 0 0,1 0-1 0 0,-1-1 1 0 0,1 1-1 0 0,-1 0 0 0 0,1-1 1 0 0,-1 1-1 0 0,1 0 1 0 0,0 0-1 0 0,-1 0 1 0 0,1-1-1 0 0,-1 1 1 0 0,1 0-1 0 0,0 0 1 0 0,-1 0-1 0 0,1 0 1 0 0,-1 0-1 0 0,1 0 1 0 0,0 0-1 0 0,-1 0 1 0 0,1 1-1 0 0,-1-1 0 0 0,1 0 1 0 0,-1 0-1 0 0,1 0 1 0 0,0 1-1 0 0,-1-1 1 0 0,1 0-1 0 0,-1 0 1 0 0,1 1-1 0 0,0 1 9 0 0,-1-1 0 0 0,1 0-1 0 0,-1 1 1 0 0,0-1 0 0 0,0 0 0 0 0,0 1-1 0 0,0-1 1 0 0,0 0 0 0 0,0 1 0 0 0,0-1-1 0 0,0 1 1 0 0,0-1 0 0 0,-1 3 0 0 0,-15 44 102 0 0,-167 297 156 0 0,78-162 20 0 0,-12 30 2917 0 0,117-213-3188 0 0,0 0-1 0 0,0 0 1 0 0,0 0 0 0 0,-1 0 0 0 0,1 0 0 0 0,0 0 0 0 0,0 1 0 0 0,0-1-1 0 0,0 0 1 0 0,-1 0 0 0 0,1 0 0 0 0,0 0 0 0 0,0 0 0 0 0,0 1 0 0 0,0-1 0 0 0,0 0-1 0 0,0 0 1 0 0,0 0 0 0 0,-1 1 0 0 0,1-1 0 0 0,0 0 0 0 0,0 0 0 0 0,0 0-1 0 0,0 1 1 0 0,0-1 0 0 0,0 0 0 0 0,0 0 0 0 0,0 0 0 0 0,0 1 0 0 0,0-1 0 0 0,0 0-1 0 0,0 0 1 0 0,0 0 0 0 0,0 1 0 0 0,1-1 0 0 0,-1 0 0 0 0,0 0 0 0 0,0 0 0 0 0,0 1-1 0 0,0-1 1 0 0,0 0 0 0 0,0 0 0 0 0,0 0 0 0 0,1 0 0 0 0,-1 1 0 0 0,0-1-1 0 0,0 0 1 0 0,0 0 0 0 0,0 0 0 0 0,0 0 0 0 0,1 0 0 0 0,-1 1 0 0 0,13-9 135 0 0,17-17-190 0 0,161-235-792 0 0,-40 48-486 0 0,-123 177 1066 0 0,2 1 1 0 0,2 2 0 0 0,60-50 0 0 0,-91 82 258 0 0,53-36 493 0 0,-52 35-430 0 0,1-1-1 0 0,-1 1 1 0 0,0 0 0 0 0,1 0-1 0 0,-1 0 1 0 0,1 0-1 0 0,-1 0 1 0 0,1 1 0 0 0,-1-1-1 0 0,1 1 1 0 0,0 0-1 0 0,-1 0 1 0 0,1-1 0 0 0,0 2-1 0 0,-1-1 1 0 0,1 0 0 0 0,0 0-1 0 0,-1 1 1 0 0,1 0-1 0 0,-1-1 1 0 0,4 2 0 0 0,-5 0-19 0 0,1-1 0 0 0,-1 1 1 0 0,0 0-1 0 0,0-1 0 0 0,0 1 1 0 0,0 0-1 0 0,0 0 0 0 0,0 0 0 0 0,0 0 1 0 0,-1 0-1 0 0,1 0 0 0 0,-1 0 1 0 0,1 0-1 0 0,-1 0 0 0 0,0 0 1 0 0,0 0-1 0 0,0 0 0 0 0,0 0 1 0 0,0 0-1 0 0,0 0 0 0 0,-1 0 1 0 0,1 0-1 0 0,-1 0 0 0 0,0 3 1 0 0,-18 48 170 0 0,-61 94-320 0 0,14-31 299 0 0,54-93-159 0 0,-9 17 113 0 0,3 0 0 0 0,-22 65 0 0 0,40-105-153 0 0,0 1 0 0 0,0-1 0 0 0,0 0 0 0 0,-1 0 0 0 0,1 0-1 0 0,0 0 1 0 0,0 0 0 0 0,0 1 0 0 0,0-1 0 0 0,0 0 0 0 0,0 0 0 0 0,-1 0 0 0 0,1 0 0 0 0,0 1 0 0 0,0-1 0 0 0,0 0 0 0 0,0 0 0 0 0,0 0 0 0 0,0 0 0 0 0,0 1 0 0 0,0-1 0 0 0,0 0 0 0 0,0 0 0 0 0,0 0 0 0 0,0 1 0 0 0,0-1 0 0 0,0 0 0 0 0,0 0-1 0 0,0 0 1 0 0,0 1 0 0 0,0-1 0 0 0,0 0 0 0 0,0 0 0 0 0,0 0 0 0 0,1 0 0 0 0,-1 1 0 0 0,0-1 0 0 0,0 0 0 0 0,0 0 0 0 0,0 0 0 0 0,0 0 0 0 0,0 0 0 0 0,1 1 0 0 0,-1-1 0 0 0,0 0 0 0 0,0 0 0 0 0,0 0 0 0 0,0 0 0 0 0,0 0 0 0 0,1 0 0 0 0,-1 0-1 0 0,0 0 1 0 0,0 1 0 0 0,0-1 0 0 0,1 0 0 0 0,-1 0 0 0 0,0 0 0 0 0,0 0 0 0 0,0 0 0 0 0,1 0 0 0 0,13-11-140 0 0,13-20-136 0 0,125-175-944 0 0,181-215-929 0 0,-327 414 2042 0 0,-2 2 92 0 0,0 0 1 0 0,0 0-1 0 0,0 1 1 0 0,1 0-1 0 0,0-1 1 0 0,0 1-1 0 0,0 1 1 0 0,0-1-1 0 0,1 1 1 0 0,-1 0-1 0 0,1 0 1 0 0,11-3-1 0 0,-17 6 15 0 0,1 0 0 0 0,0 0 0 0 0,0 0 1 0 0,-1 0-1 0 0,1 0 0 0 0,0 0 0 0 0,0 0 0 0 0,-1 0 0 0 0,1 1 0 0 0,0-1 0 0 0,-1 0 0 0 0,1 1 0 0 0,0-1 1 0 0,-1 0-1 0 0,1 1 0 0 0,0-1 0 0 0,-1 1 0 0 0,1-1 0 0 0,0 1 0 0 0,-1-1 0 0 0,1 1 0 0 0,-1-1 0 0 0,1 1 0 0 0,-1-1 1 0 0,0 1-1 0 0,1 1 0 0 0,6 23-83 0 0,-9 27-125 0 0,-6-13 362 0 0,-2-1 0 0 0,-1 0 0 0 0,-2-1 1 0 0,-1-1-1 0 0,-22 40 0 0 0,-34 92 1954 0 0,64-133-1296 0 0,6-34-801 0 0,0-1 1 0 0,0 0-1 0 0,0 1 0 0 0,0-1 0 0 0,0 0 1 0 0,0 0-1 0 0,0 1 0 0 0,0-1 1 0 0,0 0-1 0 0,0 1 0 0 0,0-1 0 0 0,0 0 1 0 0,1 1-1 0 0,-1-1 0 0 0,0 0 1 0 0,0 0-1 0 0,0 1 0 0 0,0-1 0 0 0,1 0 1 0 0,-1 0-1 0 0,0 1 0 0 0,0-1 1 0 0,0 0-1 0 0,1 0 0 0 0,-1 0 0 0 0,0 1 1 0 0,1-1-1 0 0,-1 0 0 0 0,0 0 1 0 0,0 0-1 0 0,1 0 0 0 0,-1 1 0 0 0,2-2-23 0 0,-1 1 0 0 0,0 0 0 0 0,0-1 0 0 0,0 1 0 0 0,0-1 0 0 0,0 0 0 0 0,0 1 0 0 0,0-1 0 0 0,0 0 0 0 0,0 1 0 0 0,0-1 0 0 0,0 0 0 0 0,0 0 0 0 0,1-1 0 0 0,34-38-685 0 0,-2-2 0 0 0,36-57 0 0 0,27-34 223 0 0,-79 112 420 0 0,74-83-658 0 0,-80 92 637 0 0,1 0 1 0 0,0 2-1 0 0,0-1 1 0 0,1 2-1 0 0,1 0 1 0 0,16-8-1 0 0,-29 16 91 0 0,-1 0 0 0 0,0 0 0 0 0,1 1 0 0 0,-1-1 0 0 0,1 1 1 0 0,-1-1-1 0 0,1 1 0 0 0,0-1 0 0 0,-1 1 0 0 0,1 0 0 0 0,-1 0 0 0 0,1 0 0 0 0,-1-1 0 0 0,1 2 0 0 0,0-1 0 0 0,-1 0 0 0 0,1 0 0 0 0,2 1 0 0 0,-3 0 12 0 0,-1-1 0 0 0,1 1 0 0 0,-1 0 0 0 0,1 0 0 0 0,-1-1 0 0 0,1 1 0 0 0,-1 0 0 0 0,0 0 0 0 0,1-1 0 0 0,-1 1 0 0 0,0 0 0 0 0,0 0 0 0 0,1 0 0 0 0,-1-1 0 0 0,0 1 0 0 0,0 0-1 0 0,0 0 1 0 0,0 0 0 0 0,0 0 0 0 0,0-1 0 0 0,0 1 0 0 0,-1 0 0 0 0,1 0 0 0 0,0 1 0 0 0,-4 9 290 0 0,0 0 1 0 0,0 0-1 0 0,-10 17 0 0 0,12-23-272 0 0,-103 176 1045 0 0,5-9-415 0 0,65-115-248 0 0,25-43-302 0 0,1 0 0 0 0,1 0 0 0 0,0 1 0 0 0,1 0-1 0 0,-7 21 1 0 0,51-75-574 0 0,9-17-297 0 0,3 2-1 0 0,2 2 1 0 0,104-82-1 0 0,-151 132 774 0 0,47-31-205 0 0,-49 31 261 0 0,1 1 0 0 0,0-1-1 0 0,0 1 1 0 0,0 0 0 0 0,0 0 0 0 0,0 0-1 0 0,0 0 1 0 0,0 1 0 0 0,0-1 0 0 0,0 1-1 0 0,0-1 1 0 0,0 1 0 0 0,0 0 0 0 0,0 0-1 0 0,6 2 1 0 0,-8-2-30 0 0,0 1 0 0 0,0 0 0 0 0,0 0 0 0 0,0-1 0 0 0,0 1 0 0 0,0 0-1 0 0,0 0 1 0 0,0 0 0 0 0,-1 0 0 0 0,1 0 0 0 0,0 0 0 0 0,-1 0 0 0 0,1 0 0 0 0,-1 0 0 0 0,1 1-1 0 0,-1-1 1 0 0,1 0 0 0 0,-1 0 0 0 0,0 0 0 0 0,0 1 0 0 0,0-1 0 0 0,0 0 0 0 0,0 0 0 0 0,0 0 0 0 0,0 1-1 0 0,0-1 1 0 0,0 3 0 0 0,-9 36 381 0 0,8-35-410 0 0,-10 27-369 0 0,-25 54 1 0 0,19-51-620 0 0</inkml:trace>
</inkml:ink>
</file>

<file path=ppt/ink/ink2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09.8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267 196 2761 0 0,'-9'-18'860'0'0,"9"16"-724"0"0,0 1 0 0 0,-1-1 0 0 0,1 1 0 0 0,-1 0 0 0 0,1-1 0 0 0,-1 1 0 0 0,0 0 0 0 0,1 0 0 0 0,-1-1 0 0 0,0 1 0 0 0,0 0 0 0 0,0 0 0 0 0,0 0 0 0 0,-1-1 0 0 0,-2 0-21 0 0,1 0-1 0 0,0 1 0 0 0,0 0 1 0 0,-1-1-1 0 0,1 1 0 0 0,-1 1 1 0 0,1-1-1 0 0,-1 0 0 0 0,1 1 1 0 0,-1 0-1 0 0,-3 0 1 0 0,-105-3 477 0 0,107 3-395 0 0,-1 0 1 0 0,1 0 0 0 0,0 1-1 0 0,0-1 1 0 0,-1 1 0 0 0,1 0-1 0 0,0 1 1 0 0,-5 1 0 0 0,8-2-97 0 0,-1 1 0 0 0,1-1 0 0 0,0 0 0 0 0,0 0 0 0 0,0 1 1 0 0,0-1-1 0 0,1 1 0 0 0,-1 0 0 0 0,0-1 0 0 0,1 1 0 0 0,-1 0 0 0 0,-2 4 0 0 0,2-1 85 0 0,0 0 0 0 0,1 0-1 0 0,-1 1 1 0 0,1-1 0 0 0,0 1-1 0 0,1-1 1 0 0,-1 1 0 0 0,1-1-1 0 0,1 12 1 0 0,-1-6 129 0 0,0 6 3 0 0,1-1 0 0 0,1 1 1 0 0,1 0-1 0 0,0-1 0 0 0,9 26 0 0 0,-10-35-315 0 0,1 0 0 0 0,-1 0 0 0 0,2 0 0 0 0,-1-1 0 0 0,1 0 0 0 0,0 1 0 0 0,0-1 0 0 0,0-1 0 0 0,1 1 0 0 0,0-1 0 0 0,0 1 0 0 0,1-2 0 0 0,-1 1 0 0 0,1 0 0 0 0,8 4 0 0 0,-11-8-5 0 0,1 0-1 0 0,-1 0 0 0 0,0 0 0 0 0,1-1 0 0 0,-1 1 0 0 0,1-1 0 0 0,0 0 0 0 0,-1 0 0 0 0,1 0 0 0 0,-1 0 0 0 0,1 0 0 0 0,-1-1 0 0 0,1 0 0 0 0,-1 0 1 0 0,0 0-1 0 0,1 0 0 0 0,-1 0 0 0 0,0-1 0 0 0,0 1 0 0 0,0-1 0 0 0,0 0 0 0 0,0 0 0 0 0,0 0 0 0 0,0 0 0 0 0,3-4 0 0 0,3-3-7 0 0,1 0 0 0 0,-2 0 0 0 0,1-1 0 0 0,-1-1 0 0 0,11-18 0 0 0,-10 12-53 0 0,0-1 0 0 0,-1 0-1 0 0,-1-1 1 0 0,-1 0-1 0 0,-1 0 1 0 0,0 0-1 0 0,3-33 1 0 0,-7 42-16 0 0,0 0 0 0 0,-1 0 1 0 0,0 1-1 0 0,0-1 0 0 0,-1 0 1 0 0,-1 0-1 0 0,0 0 0 0 0,0 1 0 0 0,0-1 1 0 0,-2 1-1 0 0,1-1 0 0 0,-1 1 1 0 0,0 0-1 0 0,-1 0 0 0 0,0 1 0 0 0,0 0 1 0 0,-8-9-1 0 0,11 15 67 0 0,0 0 1 0 0,1 1-1 0 0,-1-1 0 0 0,0 0 0 0 0,0 1 1 0 0,0 0-1 0 0,0-1 0 0 0,-1 1 0 0 0,1 0 1 0 0,0 0-1 0 0,0 0 0 0 0,-1 1 1 0 0,1-1-1 0 0,0 1 0 0 0,-1-1 0 0 0,1 1 1 0 0,-1 0-1 0 0,1-1 0 0 0,-1 1 0 0 0,1 1 1 0 0,-1-1-1 0 0,1 0 0 0 0,0 1 0 0 0,-1-1 1 0 0,1 1-1 0 0,-1-1 0 0 0,1 1 0 0 0,0 0 1 0 0,-3 2-1 0 0,1 1-104 0 0,20 0-43 0 0,75 7-175 0 0,-75-4 80 0 0,-19 1-524 0 0,3-8 757 0 0,-12 18-3896 0 0</inkml:trace>
</inkml:ink>
</file>

<file path=ppt/ink/ink2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0.5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53 166 1376 0 0,'-2'0'428'0'0,"0"0"0"0"0,-1 0 0 0 0,1 0 0 0 0,0 0 0 0 0,0 0 0 0 0,0 0 0 0 0,0 1 0 0 0,-1-1 0 0 0,1 1 0 0 0,0 0 0 0 0,0 0 0 0 0,0 0 0 0 0,0 0 0 0 0,0 0 0 0 0,-1 1 1 0 0,1 0-261 0 0,0 0 1 0 0,1 0-1 0 0,-1 1 1 0 0,1-1-1 0 0,0 0 1 0 0,0 1-1 0 0,0-1 1 0 0,0 1-1 0 0,0-1 1 0 0,0 1-1 0 0,1 0 1 0 0,-1 3 0 0 0,0 3-26 0 0,0 0 0 0 0,1 0 0 0 0,0-1 0 0 0,1 1 1 0 0,0 0-1 0 0,0 0 0 0 0,1 0 0 0 0,0-1 0 0 0,1 1 1 0 0,0 0-1 0 0,0-1 0 0 0,1 0 0 0 0,4 8 1 0 0,4 5 94 0 0,1-1 1 0 0,0 0 0 0 0,27 30 0 0 0,-38-47-234 0 0,1-1 0 0 0,0 1 0 0 0,-1-1 0 0 0,1 1-1 0 0,0-1 1 0 0,0 0 0 0 0,0 0 0 0 0,1 0 0 0 0,-1 0 0 0 0,0-1-1 0 0,1 1 1 0 0,-1-1 0 0 0,1 0 0 0 0,0 0 0 0 0,-1 0 0 0 0,1 0 0 0 0,0-1-1 0 0,0 0 1 0 0,4 0 0 0 0,-5 0-3 0 0,0-1 0 0 0,0 1 0 0 0,1-1-1 0 0,-1 0 1 0 0,-1 0 0 0 0,1 0 0 0 0,0-1 0 0 0,0 1-1 0 0,0-1 1 0 0,-1 1 0 0 0,1-1 0 0 0,-1 0 0 0 0,1 0 0 0 0,-1 0-1 0 0,0-1 1 0 0,0 1 0 0 0,0 0 0 0 0,0-1 0 0 0,0 1-1 0 0,0-1 1 0 0,-1 0 0 0 0,3-5 0 0 0,2-6 66 0 0,-1-1 0 0 0,-1 0 0 0 0,-1 0 0 0 0,0 0 0 0 0,-1 0 1 0 0,0 0-1 0 0,-1-1 0 0 0,-1 1 0 0 0,0 0 0 0 0,-1-1 0 0 0,-4-18 0 0 0,2 18 14 0 0,0 1 0 0 0,-1-1 0 0 0,-1 1 0 0 0,0 0 0 0 0,-1 0 0 0 0,-1 0 0 0 0,0 1 0 0 0,-1 0 0 0 0,-1 1 0 0 0,-17-22 0 0 0,21 29-83 0 0,0 1 0 0 0,0 0-1 0 0,-1 1 1 0 0,0-1 0 0 0,0 1 0 0 0,0 0 0 0 0,0 1-1 0 0,-1 0 1 0 0,1 0 0 0 0,-9-3 0 0 0,11 5-99 0 0,0 0-1 0 0,0 0 1 0 0,0 0 0 0 0,0 1 0 0 0,0-1 0 0 0,0 1 0 0 0,0 0-1 0 0,0 1 1 0 0,0-1 0 0 0,0 0 0 0 0,0 1 0 0 0,1 0 0 0 0,-1 0-1 0 0,0 0 1 0 0,0 1 0 0 0,0-1 0 0 0,1 1 0 0 0,-1 0 0 0 0,-5 4-1 0 0,-7 7-1097 0 0</inkml:trace>
</inkml:ink>
</file>

<file path=ppt/ink/ink2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1.2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137 144 3681 0 0,'-18'-1'2629'0'0,"16"1"-2446"0"0,0 0 1 0 0,0-1-1 0 0,0 1 0 0 0,0 0 1 0 0,0 0-1 0 0,0 0 0 0 0,0 0 1 0 0,0 0-1 0 0,0 1 0 0 0,0-1 1 0 0,0 1-1 0 0,0-1 0 0 0,0 1 1 0 0,0 0-1 0 0,1-1 0 0 0,-1 1 1 0 0,0 0-1 0 0,0 0 0 0 0,1 0 1 0 0,-1 1-1 0 0,1-1 0 0 0,-1 0 1 0 0,1 1-1 0 0,-1-1 0 0 0,1 1 1 0 0,0-1-1 0 0,0 1 0 0 0,-1-1 1 0 0,1 1-1 0 0,-1 3 0 0 0,-3 4 110 0 0,1 0-1 0 0,0 0 1 0 0,1 0 0 0 0,0 0-1 0 0,0 0 1 0 0,1 1-1 0 0,-2 16 1 0 0,3-23-267 0 0,1-1 1 0 0,0 1 0 0 0,-1 0-1 0 0,1-1 1 0 0,0 1-1 0 0,0 0 1 0 0,1 0 0 0 0,-1-1-1 0 0,0 1 1 0 0,1-1-1 0 0,0 1 1 0 0,0 0 0 0 0,0-1-1 0 0,0 1 1 0 0,0-1-1 0 0,0 0 1 0 0,0 1-1 0 0,1-1 1 0 0,-1 0 0 0 0,1 0-1 0 0,0 0 1 0 0,0 0-1 0 0,0 0 1 0 0,0 0 0 0 0,0 0-1 0 0,0 0 1 0 0,0-1-1 0 0,0 1 1 0 0,1-1-1 0 0,-1 0 1 0 0,0 0 0 0 0,5 2-1 0 0,-5-3-25 0 0,1 1-1 0 0,-1-1 1 0 0,0 0-1 0 0,0 1 1 0 0,0-1 0 0 0,1 0-1 0 0,-1 0 1 0 0,0-1-1 0 0,0 1 1 0 0,1 0-1 0 0,-1-1 1 0 0,0 1 0 0 0,0-1-1 0 0,0 0 1 0 0,0 0-1 0 0,0 0 1 0 0,0 0-1 0 0,0 0 1 0 0,4-3-1 0 0,-3 2-11 0 0,0-2 0 0 0,0 1 0 0 0,0 0 0 0 0,0-1 0 0 0,-1 1 0 0 0,0-1 0 0 0,1 0 0 0 0,-1 0 0 0 0,2-7 0 0 0,0 0-38 0 0,-1 1 0 0 0,0-1 1 0 0,-1 0-1 0 0,0-1 0 0 0,-1 1 0 0 0,0 0 1 0 0,-1-15-1 0 0,-1 14 13 0 0,-1 0 1 0 0,0 0 0 0 0,-1 1-1 0 0,0-1 1 0 0,-1 1-1 0 0,-9-20 1 0 0,10 25-18 0 0,0 0 0 0 0,-1 0 1 0 0,1 1-1 0 0,-1 0 0 0 0,0 0 0 0 0,-1 0 0 0 0,1 0 0 0 0,-1 1 1 0 0,0-1-1 0 0,0 1 0 0 0,0 0 0 0 0,0 1 0 0 0,-1-1 0 0 0,-6-2 1 0 0,10 5-37 0 0,0 0 0 0 0,0 1 0 0 0,0-1 1 0 0,0 1-1 0 0,0-1 0 0 0,0 1 0 0 0,0 0 1 0 0,0 0-1 0 0,0 0 0 0 0,0 0 0 0 0,0 0 1 0 0,0 0-1 0 0,0 0 0 0 0,0 1 0 0 0,1-1 1 0 0,-1 1-1 0 0,0-1 0 0 0,0 1 0 0 0,0 0 1 0 0,0 0-1 0 0,0 0 0 0 0,1 0 0 0 0,-1 0 1 0 0,0 0-1 0 0,1 0 0 0 0,-1 1 0 0 0,1-1 1 0 0,-1 1-1 0 0,1-1 0 0 0,0 1 0 0 0,0-1 1 0 0,-2 3-1 0 0,-5 11-3871 0 0</inkml:trace>
</inkml:ink>
</file>

<file path=ppt/ink/ink2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1.6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130 49 4609 0 0,'-5'-2'176'0'0,"0"-1"0"0"0,-1 1 0 0 0,1 1 1 0 0,0-1-1 0 0,-1 1 0 0 0,0 0 0 0 0,1 0 0 0 0,-1 0 0 0 0,1 1 0 0 0,-1 0 1 0 0,0 0-1 0 0,1 0 0 0 0,-9 2 0 0 0,12-1-79 0 0,-1 0 0 0 0,1-1 0 0 0,0 1 0 0 0,-1 0-1 0 0,1 0 1 0 0,0 1 0 0 0,0-1 0 0 0,0 0 0 0 0,0 1 0 0 0,0-1 0 0 0,0 1 0 0 0,0 0 0 0 0,0 0 0 0 0,1-1 0 0 0,-1 1-1 0 0,1 0 1 0 0,-1 1 0 0 0,1-1 0 0 0,0 0 0 0 0,0 0 0 0 0,0 0 0 0 0,0 1 0 0 0,0-1 0 0 0,0 0 0 0 0,1 1 0 0 0,-1-1-1 0 0,1 1 1 0 0,-1-1 0 0 0,1 1 0 0 0,0-1 0 0 0,0 1 0 0 0,1 3 0 0 0,-1 7 135 0 0,1 0 0 0 0,0-1 0 0 0,1 1 1 0 0,1-1-1 0 0,0 0 0 0 0,0 0 0 0 0,1 0 0 0 0,8 17 1 0 0,-11-27-212 0 0,0-1 1 0 0,0 1 0 0 0,0-1 0 0 0,0 1-1 0 0,0-1 1 0 0,0 1 0 0 0,1-1 0 0 0,-1 1-1 0 0,0-1 1 0 0,1 0 0 0 0,-1 0 0 0 0,1 0-1 0 0,-1 0 1 0 0,1 0 0 0 0,-1 0 0 0 0,1 0-1 0 0,0 0 1 0 0,0-1 0 0 0,-1 1 0 0 0,1-1-1 0 0,0 1 1 0 0,0-1 0 0 0,3 1 0 0 0,-3-2 8 0 0,1 1 0 0 0,-1-1 0 0 0,1 0 0 0 0,-1 0 0 0 0,1 0 0 0 0,-1 0 0 0 0,0 0 0 0 0,0 0 0 0 0,1-1 0 0 0,-1 1 0 0 0,0-1 0 0 0,0 1 0 0 0,0-1 0 0 0,3-4 0 0 0,1-1 64 0 0,-1 0 1 0 0,1 0-1 0 0,-1-1 1 0 0,0 0-1 0 0,-1 0 0 0 0,0 0 1 0 0,0 0-1 0 0,3-13 0 0 0,-5 11-25 0 0,-1 1-1 0 0,0-1 1 0 0,0 0-1 0 0,-1 0 1 0 0,0 0-1 0 0,-2-13 1 0 0,2 19-80 0 0,-1 0 0 0 0,0 1 1 0 0,1-1-1 0 0,-1 1 0 0 0,-1-1 0 0 0,1 1 0 0 0,0-1 1 0 0,-1 1-1 0 0,0 0 0 0 0,0-1 0 0 0,0 1 1 0 0,0 0-1 0 0,0 0 0 0 0,0 0 0 0 0,-1 1 1 0 0,0-1-1 0 0,1 1 0 0 0,-1-1 0 0 0,-7-3 0 0 0,9 5-57 0 0,0 1-1 0 0,0 0 0 0 0,0 0 0 0 0,0-1 0 0 0,0 1 0 0 0,0 0 0 0 0,-1 0 1 0 0,1 0-1 0 0,0 0 0 0 0,0 0 0 0 0,0 0 0 0 0,0 0 0 0 0,0 1 0 0 0,-1-1 0 0 0,1 0 1 0 0,0 1-1 0 0,0-1 0 0 0,0 0 0 0 0,0 1 0 0 0,0 0 0 0 0,-2 0 0 0 0,-5 7-1149 0 0</inkml:trace>
</inkml:ink>
</file>

<file path=ppt/ink/ink2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2.0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207 127 4609 0 0,'-42'1'706'0'0,"-15"3"1841"0"0,53-4-2296 0 0,0 1 0 0 0,0 0 0 0 0,0 0 0 0 0,0 0 0 0 0,0 1 0 0 0,1-1 0 0 0,-1 1 0 0 0,0 0 0 0 0,1 0 0 0 0,0 1 0 0 0,-5 2 0 0 0,7-3-123 0 0,-1 0-1 0 0,0 0 0 0 0,1 0 0 0 0,0 0 0 0 0,-1 1 0 0 0,1-1 1 0 0,0 0-1 0 0,0 1 0 0 0,0-1 0 0 0,0 0 0 0 0,1 1 1 0 0,-1-1-1 0 0,1 1 0 0 0,0 0 0 0 0,-1-1 0 0 0,1 1 1 0 0,0-1-1 0 0,0 1 0 0 0,1 4 0 0 0,1 6 139 0 0,1-1 1 0 0,7 22-1 0 0,-5-17-115 0 0,0 0-38 0 0,22 68 240 0 0,-24-77-330 0 0,1 1 1 0 0,0-1-1 0 0,0-1 0 0 0,0 1 0 0 0,1-1 0 0 0,1 0 0 0 0,10 12 0 0 0,-14-17-21 0 0,-1-1-1 0 0,1 0 1 0 0,0 1-1 0 0,0-1 0 0 0,-1 0 1 0 0,1 0-1 0 0,0 0 1 0 0,0 0-1 0 0,0 0 1 0 0,0 0-1 0 0,0-1 0 0 0,1 1 1 0 0,-1-1-1 0 0,0 0 1 0 0,0 1-1 0 0,0-1 1 0 0,0 0-1 0 0,1 0 0 0 0,-1 0 1 0 0,0 0-1 0 0,0-1 1 0 0,0 1-1 0 0,0-1 1 0 0,0 1-1 0 0,0-1 0 0 0,0 0 1 0 0,0 0-1 0 0,0 0 1 0 0,0 0-1 0 0,0 0 1 0 0,0 0-1 0 0,0 0 0 0 0,-1 0 1 0 0,1-1-1 0 0,0 1 1 0 0,-1-1-1 0 0,3-3 1 0 0,3-3 13 0 0,0 0 0 0 0,-1-1 0 0 0,0 0 0 0 0,0 0 0 0 0,-1 0 0 0 0,6-15 0 0 0,-3 4 66 0 0,-1 0 0 0 0,-1 0 0 0 0,0 0 0 0 0,-2-1 0 0 0,0 0 0 0 0,-2 0 0 0 0,0 0 0 0 0,-2-23 0 0 0,0 36-70 0 0,0 1-1 0 0,-1 0 1 0 0,0 0 0 0 0,-1 0 0 0 0,0-1-1 0 0,0 1 1 0 0,0 1 0 0 0,-1-1 0 0 0,0 0-1 0 0,0 1 1 0 0,-1-1 0 0 0,1 1 0 0 0,-2 0-1 0 0,1 0 1 0 0,-1 0 0 0 0,1 1 0 0 0,-1 0-1 0 0,-1 0 1 0 0,1 0 0 0 0,-1 0 0 0 0,0 1-1 0 0,0 0 1 0 0,0 0 0 0 0,-1 1 0 0 0,1 0-1 0 0,-14-5 1 0 0,15 6-64 0 0,-1 1-1 0 0,1 0 1 0 0,0 0 0 0 0,0 0-1 0 0,0 1 1 0 0,-1-1-1 0 0,1 1 1 0 0,0 1 0 0 0,-1-1-1 0 0,1 1 1 0 0,0 0 0 0 0,0 0-1 0 0,0 0 1 0 0,0 1-1 0 0,0-1 1 0 0,0 1 0 0 0,0 1-1 0 0,0-1 1 0 0,0 1-1 0 0,-5 4 1 0 0,4-2-230 0 0,-1 0 1 0 0,1 1-1 0 0,1 0 0 0 0,-1 0 0 0 0,1 0 0 0 0,0 1 1 0 0,0 0-1 0 0,1 0 0 0 0,0 0 0 0 0,0 0 1 0 0,1 1-1 0 0,-4 10 0 0 0,0 6-3940 0 0</inkml:trace>
</inkml:ink>
</file>

<file path=ppt/ink/ink2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2.4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90 178 3225 0 0,'-1'-1'106'0'0,"1"0"1"0"0,-1-1-1 0 0,0 1 1 0 0,0 0-1 0 0,0-1 0 0 0,0 1 1 0 0,0 0-1 0 0,-1 0 1 0 0,1 0-1 0 0,0 0 1 0 0,-1 0-1 0 0,1 0 1 0 0,0 0-1 0 0,-1 1 1 0 0,1-1-1 0 0,-1 0 0 0 0,1 1 1 0 0,-1-1-1 0 0,1 1 1 0 0,-1-1-1 0 0,1 1 1 0 0,-1 0-1 0 0,0 0 1 0 0,1 0-1 0 0,-1 0 0 0 0,0 0 1 0 0,1 0-1 0 0,-1 0 1 0 0,1 0-1 0 0,-1 1 1 0 0,1-1-1 0 0,-1 1 1 0 0,0-1-1 0 0,1 1 1 0 0,0-1-1 0 0,-1 1 0 0 0,1 0 1 0 0,-1 0-1 0 0,1 0 1 0 0,0 0-1 0 0,-1 0 1 0 0,1 0-1 0 0,0 0 1 0 0,0 0-1 0 0,0 0 1 0 0,0 1-1 0 0,0-1 0 0 0,0 0 1 0 0,0 1-1 0 0,0 2 1 0 0,-3 3 34 0 0,0 1 1 0 0,1 0 0 0 0,1 1-1 0 0,-1-1 1 0 0,1 0-1 0 0,1 1 1 0 0,-1-1-1 0 0,1 1 1 0 0,1 0-1 0 0,0-1 1 0 0,0 1 0 0 0,1-1-1 0 0,0 1 1 0 0,0 0-1 0 0,1-1 1 0 0,0 0-1 0 0,1 1 1 0 0,-1-1-1 0 0,2 0 1 0 0,6 13-1 0 0,-8-18-115 0 0,1 0-1 0 0,0 0 1 0 0,0-1-1 0 0,0 1 1 0 0,0-1-1 0 0,0 1 1 0 0,0-1-1 0 0,1 0 1 0 0,-1 0-1 0 0,1-1 1 0 0,-1 1-1 0 0,1-1 0 0 0,0 0 1 0 0,-1 0-1 0 0,1 0 1 0 0,0 0-1 0 0,0 0 1 0 0,0-1-1 0 0,0 0 1 0 0,0 0-1 0 0,6 0 1 0 0,-2-1 26 0 0,0 0 1 0 0,0 0 0 0 0,0-1 0 0 0,0 0 0 0 0,0 0-1 0 0,0-1 1 0 0,-1 0 0 0 0,1-1 0 0 0,9-5 0 0 0,-8 3-30 0 0,0-1 0 0 0,-1-1 0 0 0,0 0 0 0 0,0 0 0 0 0,0 0 0 0 0,-1-1 0 0 0,0 0 0 0 0,-1-1 0 0 0,0 1 0 0 0,0-1 0 0 0,-1 0 0 0 0,-1-1 1 0 0,0 1-1 0 0,0-1 0 0 0,-1 0 0 0 0,3-14 0 0 0,-4 17-10 0 0,-1 0 1 0 0,0 0 0 0 0,0-1-1 0 0,-1 1 1 0 0,0 0 0 0 0,-1 0-1 0 0,1 0 1 0 0,-1 0 0 0 0,-1 0-1 0 0,0 0 1 0 0,0 0 0 0 0,0 0 0 0 0,-1 0-1 0 0,-1 1 1 0 0,1-1 0 0 0,-1 1-1 0 0,0 0 1 0 0,0 0 0 0 0,-1 1-1 0 0,0-1 1 0 0,-1 1 0 0 0,1 0-1 0 0,-8-6 1 0 0,10 10-158 0 0,1 0 1 0 0,0 0-1 0 0,-1 0 1 0 0,1 1-1 0 0,-1-1 1 0 0,1 1-1 0 0,-1 0 1 0 0,0 0-1 0 0,1 0 1 0 0,-1 0-1 0 0,0 0 0 0 0,0 1 1 0 0,0-1-1 0 0,0 1 1 0 0,1 0-1 0 0,-1 0 1 0 0,0 0-1 0 0,0 0 1 0 0,0 0-1 0 0,0 0 1 0 0,0 1-1 0 0,0 0 1 0 0,-3 1-1 0 0,-9 7-3621 0 0</inkml:trace>
</inkml:ink>
</file>

<file path=ppt/ink/ink2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3.1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90 159 3681 0 0,'-2'-2'162'0'0,"1"0"1"0"0,-1 1 0 0 0,1-1-1 0 0,-1 1 1 0 0,0 0 0 0 0,0-1-1 0 0,0 1 1 0 0,0 0 0 0 0,0 0-1 0 0,0 0 1 0 0,0 0 0 0 0,0 1-1 0 0,0-1 1 0 0,0 1 0 0 0,0-1-1 0 0,0 1 1 0 0,-1 0-1 0 0,1-1 1 0 0,0 1 0 0 0,0 0-1 0 0,0 0 1 0 0,-1 1 0 0 0,1-1-1 0 0,0 0 1 0 0,0 1 0 0 0,0 0-1 0 0,0-1 1 0 0,0 1 0 0 0,0 0-1 0 0,0 0 1 0 0,0 0 0 0 0,0 0-1 0 0,0 0 1 0 0,0 1 0 0 0,0-1-1 0 0,1 0 1 0 0,-1 1-1 0 0,1 0 1 0 0,-1-1 0 0 0,1 1-1 0 0,-1 0 1 0 0,1 0 0 0 0,0-1-1 0 0,0 1 1 0 0,0 0 0 0 0,0 0-1 0 0,0 0 1 0 0,0 1 0 0 0,1-1-1 0 0,-1 0 1 0 0,0 3 0 0 0,1 6 163 0 0,1 0 0 0 0,0 0 1 0 0,0-1-1 0 0,1 1 0 0 0,0 0 1 0 0,1-1-1 0 0,7 19 0 0 0,-9-25-278 0 0,0 0-1 0 0,1 0 0 0 0,0-1 0 0 0,-1 1 1 0 0,2 0-1 0 0,-1-1 0 0 0,0 1 0 0 0,1-1 1 0 0,-1 0-1 0 0,1 0 0 0 0,0 0 0 0 0,0 0 1 0 0,0-1-1 0 0,0 1 0 0 0,1-1 0 0 0,-1 1 1 0 0,1-1-1 0 0,0-1 0 0 0,-1 1 0 0 0,1 0 1 0 0,0-1-1 0 0,0 0 0 0 0,5 2 0 0 0,-6-3-33 0 0,0 0 0 0 0,0-1-1 0 0,0 1 1 0 0,0 0-1 0 0,-1-1 1 0 0,1 0-1 0 0,0 0 1 0 0,0 0-1 0 0,-1 0 1 0 0,1 0 0 0 0,-1 0-1 0 0,1-1 1 0 0,-1 1-1 0 0,1-1 1 0 0,-1 1-1 0 0,0-1 1 0 0,0 0 0 0 0,0 0-1 0 0,0 0 1 0 0,0-1-1 0 0,0 1 1 0 0,0 0-1 0 0,-1-1 1 0 0,1 1-1 0 0,-1-1 1 0 0,0 1 0 0 0,0-1-1 0 0,0 1 1 0 0,0-1-1 0 0,0 0 1 0 0,0-4-1 0 0,2-5 32 0 0,0 0-1 0 0,-2 0 0 0 0,1 0 1 0 0,-2 0-1 0 0,1 0 0 0 0,-3-15 1 0 0,0 3 82 0 0,-2-1 0 0 0,-8-26 1 0 0,10 43-77 0 0,0 0 0 0 0,0 1 0 0 0,-1 0 1 0 0,-1-1-1 0 0,1 1 0 0 0,-1 0 0 0 0,0 1 0 0 0,-1-1 1 0 0,0 1-1 0 0,-9-11 0 0 0,13 16-66 0 0,-1 0 0 0 0,1 0-1 0 0,0 0 1 0 0,-1 0 0 0 0,1 0-1 0 0,0 0 1 0 0,-1 1 0 0 0,1-1-1 0 0,-1 0 1 0 0,1 1 0 0 0,-1-1 0 0 0,0 1-1 0 0,1-1 1 0 0,-1 1 0 0 0,1 0-1 0 0,-1 0 1 0 0,0 0 0 0 0,1 0 0 0 0,-1 0-1 0 0,-2 0 1 0 0,2 1-414 0 0,1 0 0 0 0,-1-1 0 0 0,0 1 0 0 0,0 0 0 0 0,0 0 0 0 0,0 0 0 0 0,1 0 0 0 0,-1 0 0 0 0,1 1 0 0 0,-4 2 0 0 0,-9 12-4958 0 0</inkml:trace>
</inkml:ink>
</file>

<file path=ppt/ink/ink2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3.5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181 101 920 0 0,'-43'33'869'0'0,"36"-29"-455"0"0,1 0 1 0 0,0 0-1 0 0,1 0 1 0 0,-1 1-1 0 0,1-1 1 0 0,-1 1-1 0 0,2 1 1 0 0,-1-1-1 0 0,0 1 1 0 0,1 0-1 0 0,0 0 1 0 0,-3 6 0 0 0,7-9-242 0 0,-1 0 0 0 0,1 0 0 0 0,0-1 0 0 0,0 1 0 0 0,0 0 0 0 0,0 0 0 0 0,0-1 0 0 0,1 1 0 0 0,-1 0 1 0 0,1-1-1 0 0,0 1 0 0 0,0 0 0 0 0,0-1 0 0 0,0 1 0 0 0,0-1 0 0 0,0 1 0 0 0,3 2 0 0 0,30 42 1279 0 0,-27-38-1133 0 0,0-2-182 0 0,-1 0 1 0 0,1 0-1 0 0,0 0 0 0 0,0-1 0 0 0,1-1 1 0 0,0 1-1 0 0,0-1 0 0 0,0 0 1 0 0,1-1-1 0 0,10 5 0 0 0,-17-8-127 0 0,1 0 0 0 0,0-1 0 0 0,-1 1 0 0 0,1 0 0 0 0,0-1 0 0 0,-1 0 0 0 0,1 1 0 0 0,0-1 0 0 0,-1 0 0 0 0,1 0 1 0 0,0-1-1 0 0,0 1 0 0 0,-1 0 0 0 0,1-1 0 0 0,0 0 0 0 0,-1 0 0 0 0,1 1 0 0 0,-1-2 0 0 0,1 1 0 0 0,-1 0 0 0 0,1 0 0 0 0,-1-1 0 0 0,0 1 0 0 0,0-1 0 0 0,0 0 0 0 0,0 0 0 0 0,0 0 0 0 0,0 0 0 0 0,0 0 0 0 0,0 0 0 0 0,-1 0 0 0 0,1 0 0 0 0,-1-1 0 0 0,0 1 0 0 0,0-1 0 0 0,0 1 0 0 0,0-1 0 0 0,0 1 0 0 0,1-6 0 0 0,0-3 78 0 0,0 0 0 0 0,0 1 1 0 0,-1-1-1 0 0,0 0 0 0 0,-1-1 0 0 0,0 1 1 0 0,-1 0-1 0 0,0 0 0 0 0,-1 1 0 0 0,0-1 1 0 0,-1 0-1 0 0,-4-12 0 0 0,2 10 5 0 0,0 1 0 0 0,0 0 0 0 0,-2 0 0 0 0,1 0 0 0 0,-1 0 0 0 0,-1 1 0 0 0,0 0 0 0 0,-1 1-1 0 0,-16-16 1 0 0,19 21-93 0 0,0 0-1 0 0,-1 0 0 0 0,1 1 0 0 0,-1 0 0 0 0,-1 0 0 0 0,1 1 0 0 0,0-1 0 0 0,-1 2 0 0 0,1-1 1 0 0,-1 1-1 0 0,0 0 0 0 0,-13-1 0 0 0,17 3-94 0 0,1 0 1 0 0,-1 0-1 0 0,0 0 0 0 0,0 1 0 0 0,0-1 1 0 0,0 1-1 0 0,1 0 0 0 0,-1 0 1 0 0,0 0-1 0 0,1 1 0 0 0,-1-1 0 0 0,1 1 1 0 0,-1 0-1 0 0,1 0 0 0 0,0 0 1 0 0,0 0-1 0 0,0 1 0 0 0,0-1 1 0 0,0 1-1 0 0,1 0 0 0 0,-1 0 0 0 0,1 0 1 0 0,-1 0-1 0 0,1 0 0 0 0,0 0 1 0 0,0 1-1 0 0,1-1 0 0 0,-2 5 1 0 0,-8 20-4782 0 0</inkml:trace>
</inkml:ink>
</file>

<file path=ppt/ink/ink2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4.0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78 222 1376 0 0,'4'-11'173'0'0,"-1"0"-1"0"0,1-1 1 0 0,-2 1 0 0 0,1-1-1 0 0,-2 0 1 0 0,1-22-1 0 0,-2 26 170 0 0,0 0-1 0 0,0 0 1 0 0,-1 0-1 0 0,-1 0 1 0 0,1 0-1 0 0,-1 0 0 0 0,0 0 1 0 0,-1 1-1 0 0,0-1 1 0 0,0 1-1 0 0,-5-8 0 0 0,7 14-216 0 0,1 0-1 0 0,-1 0 0 0 0,1 0 0 0 0,-1 0 1 0 0,1 0-1 0 0,-1 0 0 0 0,0 0 0 0 0,1 0 0 0 0,-1 1 1 0 0,0-1-1 0 0,0 0 0 0 0,0 0 0 0 0,0 0 1 0 0,0 1-1 0 0,1-1 0 0 0,-1 1 0 0 0,-1-1 0 0 0,1 1 1 0 0,0-1-1 0 0,0 1 0 0 0,0-1 0 0 0,0 1 1 0 0,0 0-1 0 0,0 0 0 0 0,0 0 0 0 0,0-1 0 0 0,-1 1 1 0 0,1 0-1 0 0,0 0 0 0 0,0 1 0 0 0,0-1 0 0 0,0 0 1 0 0,0 0-1 0 0,0 0 0 0 0,-1 1 0 0 0,1-1 1 0 0,0 1-1 0 0,0-1 0 0 0,0 1 0 0 0,0-1 0 0 0,0 1 1 0 0,0-1-1 0 0,0 1 0 0 0,1 0 0 0 0,-1 0 1 0 0,0 0-1 0 0,0-1 0 0 0,0 1 0 0 0,1 0 0 0 0,-2 1 1 0 0,-1 2 148 0 0,1 0 1 0 0,-1 0 0 0 0,1 1 0 0 0,-1-1-1 0 0,1 0 1 0 0,1 1 0 0 0,-1 0-1 0 0,0-1 1 0 0,1 1 0 0 0,-1 8-1 0 0,2-1-109 0 0,0-1 0 0 0,1 1 0 0 0,0 0 0 0 0,1-1-1 0 0,1 1 1 0 0,0-1 0 0 0,0 0 0 0 0,9 19-1 0 0,-9-23-154 0 0,0 0-1 0 0,1 0 1 0 0,0-1-1 0 0,0 1 1 0 0,0-1-1 0 0,1 0 1 0 0,0 0 0 0 0,0-1-1 0 0,1 1 1 0 0,0-1-1 0 0,0-1 1 0 0,0 1-1 0 0,0-1 1 0 0,10 5-1 0 0,-12-7-45 0 0,0-1 1 0 0,0 0-1 0 0,0 0 0 0 0,0-1 1 0 0,0 1-1 0 0,0-1 0 0 0,0 0 1 0 0,0 0-1 0 0,0 0 1 0 0,1 0-1 0 0,-1-1 0 0 0,0 0 1 0 0,0 1-1 0 0,0-2 0 0 0,0 1 1 0 0,-1 0-1 0 0,1-1 0 0 0,0 0 1 0 0,0 0-1 0 0,-1 0 0 0 0,1 0 1 0 0,-1 0-1 0 0,0-1 0 0 0,0 0 1 0 0,0 1-1 0 0,0-1 0 0 0,0 0 1 0 0,0-1-1 0 0,-1 1 0 0 0,0 0 1 0 0,1-1-1 0 0,-1 1 0 0 0,0-1 1 0 0,-1 0-1 0 0,1 0 0 0 0,-1 1 1 0 0,0-1-1 0 0,0 0 0 0 0,0 0 1 0 0,0 0-1 0 0,-1-1 0 0 0,1 1 1 0 0,-1 0-1 0 0,0-6 0 0 0,-1 3-90 0 0,0 1 0 0 0,0-1 0 0 0,0 1 0 0 0,-1-1 0 0 0,0 1 0 0 0,0-1 0 0 0,0 1 0 0 0,-1 0 0 0 0,0 0 0 0 0,0 0 0 0 0,-1 0 0 0 0,0 1 0 0 0,0-1 0 0 0,0 1 0 0 0,0 0 0 0 0,-1 0 0 0 0,0 1 0 0 0,0-1 0 0 0,-10-5 0 0 0,-4-1-309 0 0</inkml:trace>
</inkml:ink>
</file>

<file path=ppt/ink/ink2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4.4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103 0 1376 0 0,'-4'1'165'0'0,"-1"0"0"0"0,1 0 0 0 0,-1 1 0 0 0,1-1-1 0 0,-1 1 1 0 0,1 0 0 0 0,0 1 0 0 0,0-1 0 0 0,0 1-1 0 0,0-1 1 0 0,0 1 0 0 0,0 0 0 0 0,1 1 0 0 0,0-1 0 0 0,-1 1-1 0 0,-4 6 1 0 0,5-6 104 0 0,0-1 1 0 0,0 1-1 0 0,1 0 0 0 0,-1-1 0 0 0,1 1 0 0 0,0 1 1 0 0,0-1-1 0 0,0 0 0 0 0,0 0 0 0 0,1 1 0 0 0,0-1 1 0 0,0 1-1 0 0,0-1 0 0 0,0 9 0 0 0,1-7-52 0 0,1-1 0 0 0,1 0-1 0 0,-1 1 1 0 0,1-1 0 0 0,0 0-1 0 0,0 0 1 0 0,0 0 0 0 0,1 0-1 0 0,-1 0 1 0 0,1-1 0 0 0,0 1-1 0 0,5 4 1 0 0,-1 0-25 0 0,1-1-1 0 0,-1 0 1 0 0,1 0-1 0 0,1 0 1 0 0,0-1-1 0 0,0-1 1 0 0,0 0-1 0 0,13 7 1 0 0,-19-12-161 0 0,0 1 1 0 0,0 0-1 0 0,0-1 1 0 0,0 0-1 0 0,0 0 1 0 0,1 0-1 0 0,-1 0 1 0 0,0-1-1 0 0,1 1 1 0 0,-1-1-1 0 0,0 0 1 0 0,1 1-1 0 0,-1-2 1 0 0,1 1-1 0 0,-1 0 1 0 0,0-1-1 0 0,1 1 0 0 0,-1-1 1 0 0,0 0-1 0 0,0 0 1 0 0,1-1-1 0 0,-1 1 1 0 0,0-1-1 0 0,0 1 1 0 0,0-1-1 0 0,-1 0 1 0 0,1 0-1 0 0,0 0 1 0 0,-1 0-1 0 0,1-1 1 0 0,2-2-1 0 0,-4 3 9 0 0,1 0 0 0 0,-1 0-1 0 0,0 0 1 0 0,0 0 0 0 0,0 0-1 0 0,0-1 1 0 0,0 1 0 0 0,0 0 0 0 0,0 0-1 0 0,-1-1 1 0 0,1 1 0 0 0,-1-1-1 0 0,0 1 1 0 0,0 0 0 0 0,0-1-1 0 0,0 1 1 0 0,0-1 0 0 0,0 1 0 0 0,-1-3-1 0 0,-1-3-375 0 0,-1 1 0 0 0,1-1 0 0 0,-1 1 0 0 0,-6-10-1 0 0,2 4-2132 0 0</inkml:trace>
</inkml:ink>
</file>

<file path=ppt/ink/ink2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5.1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81 192 2761 0 0,'-3'-5'265'0'0,"-1"0"0"0"0,0 1 1 0 0,1-1-1 0 0,-2 1 1 0 0,1 0-1 0 0,0 1 1 0 0,-1-1-1 0 0,-6-4 1 0 0,10 8-143 0 0,0-1 0 0 0,0 1 0 0 0,0-1 0 0 0,0 1 0 0 0,0-1 0 0 0,0 1 0 0 0,-1 0 0 0 0,1-1 0 0 0,0 1 0 0 0,0 0 0 0 0,0 0 0 0 0,0 0 0 0 0,-1 0 0 0 0,1 0 0 0 0,0 0 0 0 0,0 0 0 0 0,0 0 0 0 0,-3 1 0 0 0,3 0-43 0 0,0-1-1 0 0,0 1 0 0 0,0 0 0 0 0,0 0 0 0 0,0 0 0 0 0,1 0 0 0 0,-1 0 0 0 0,0 0 0 0 0,0 0 0 0 0,1 0 0 0 0,-1 1 0 0 0,1-1 0 0 0,-1 0 0 0 0,1 0 0 0 0,-1 1 0 0 0,1-1 0 0 0,0 0 0 0 0,-1 0 0 0 0,1 1 0 0 0,0-1 0 0 0,0 3 0 0 0,0 12 334 0 0,0-1 1 0 0,1 1-1 0 0,0 0 1 0 0,1 0-1 0 0,1-1 1 0 0,1 0-1 0 0,0 1 0 0 0,1-1 1 0 0,0 0-1 0 0,1-1 1 0 0,15 26-1 0 0,-20-38-367 0 0,0-1 0 0 0,0 1 0 0 0,0-1 1 0 0,1 1-1 0 0,-1-1 0 0 0,0 1 0 0 0,1-1 0 0 0,-1 0 0 0 0,1 1 1 0 0,-1-1-1 0 0,1 0 0 0 0,-1 0 0 0 0,1 0 0 0 0,0-1 0 0 0,0 1 0 0 0,-1 0 1 0 0,1 0-1 0 0,0-1 0 0 0,0 1 0 0 0,0-1 0 0 0,0 0 0 0 0,0 0 0 0 0,0 0 1 0 0,-1 1-1 0 0,1-2 0 0 0,0 1 0 0 0,0 0 0 0 0,0 0 0 0 0,0-1 1 0 0,0 1-1 0 0,0-1 0 0 0,0 1 0 0 0,-1-1 0 0 0,1 0 0 0 0,0 0 0 0 0,-1 1 1 0 0,1-1-1 0 0,0-1 0 0 0,-1 1 0 0 0,1 0 0 0 0,-1 0 0 0 0,3-3 0 0 0,1-2 79 0 0,1 1 0 0 0,-2-1 0 0 0,1 0 0 0 0,0 0 0 0 0,-1-1 0 0 0,-1 1 0 0 0,1-1 0 0 0,-1 0 0 0 0,4-10 0 0 0,0-8 240 0 0,-2-1-1 0 0,0 1 0 0 0,2-43 1 0 0,-7 53-311 0 0,0-1-1 0 0,0 1 1 0 0,-2-1 0 0 0,0 1-1 0 0,-1 0 1 0 0,0 0-1 0 0,-8-20 1 0 0,11 33-70 0 0,-1 0 0 0 0,1 0 0 0 0,-1 1-1 0 0,0-1 1 0 0,0 1 0 0 0,0-1 0 0 0,0 0 0 0 0,0 1-1 0 0,0 0 1 0 0,0-1 0 0 0,0 1 0 0 0,0 0 0 0 0,-1-1-1 0 0,1 1 1 0 0,-1 0 0 0 0,1 0 0 0 0,-1 0 0 0 0,1 0-1 0 0,-1 0 1 0 0,1 1 0 0 0,-1-1 0 0 0,0 0 0 0 0,0 1 0 0 0,1-1-1 0 0,-4 1 1 0 0,2 0-148 0 0,1 0 1 0 0,-1 1-1 0 0,1-1 0 0 0,-1 1 0 0 0,1 0 0 0 0,0-1 1 0 0,-1 1-1 0 0,1 1 0 0 0,0-1 0 0 0,0 0 1 0 0,-1 0-1 0 0,1 1 0 0 0,0-1 0 0 0,0 1 0 0 0,1 0 1 0 0,-1 0-1 0 0,0 0 0 0 0,-1 2 0 0 0,-11 14-5625 0 0</inkml:trace>
</inkml:ink>
</file>

<file path=ppt/ink/ink2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5.5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179 1 3681 0 0,'-8'1'196'0'0,"0"1"1"0"0,0 0-1 0 0,0 1 0 0 0,0-1 1 0 0,1 2-1 0 0,0-1 1 0 0,-1 1-1 0 0,1 0 0 0 0,0 1 1 0 0,1 0-1 0 0,-1 0 1 0 0,1 0-1 0 0,0 1 0 0 0,-7 7 1 0 0,5-2-44 0 0,1 1 0 0 0,-1 0 1 0 0,2 0-1 0 0,0 0 1 0 0,0 1-1 0 0,1 0 0 0 0,1 0 1 0 0,0 0-1 0 0,1 1 0 0 0,0-1 1 0 0,1 1-1 0 0,0 0 1 0 0,1-1-1 0 0,1 1 0 0 0,0 0 1 0 0,1 0-1 0 0,1 0 0 0 0,0-1 1 0 0,1 1-1 0 0,0-1 0 0 0,9 24 1 0 0,-11-34-113 0 0,1-1 1 0 0,-1 0 0 0 0,0 1-1 0 0,0-1 1 0 0,1 0-1 0 0,-1 0 1 0 0,1 0-1 0 0,0 0 1 0 0,0 0 0 0 0,0 0-1 0 0,0 0 1 0 0,0-1-1 0 0,0 1 1 0 0,0-1-1 0 0,0 1 1 0 0,0-1 0 0 0,1 0-1 0 0,-1 0 1 0 0,1 0-1 0 0,-1 0 1 0 0,5 0-1 0 0,-3 0 37 0 0,0-1-1 0 0,0 0 0 0 0,0 0 0 0 0,0 0 0 0 0,0-1 1 0 0,1 0-1 0 0,-1 0 0 0 0,-1 0 0 0 0,1 0 0 0 0,0 0 1 0 0,0-1-1 0 0,0 1 0 0 0,3-3 0 0 0,-2 1-37 0 0,-1 1 0 0 0,1-1 0 0 0,-1 0 0 0 0,0 0 0 0 0,0 0 0 0 0,0-1 0 0 0,-1 1 0 0 0,1-1 0 0 0,-1 0 0 0 0,0 0 0 0 0,0 0-1 0 0,0 0 1 0 0,0-1 0 0 0,-1 1 0 0 0,0-1 0 0 0,0 1 0 0 0,0-1 0 0 0,0 0 0 0 0,-1 0 0 0 0,0 0 0 0 0,0 0 0 0 0,0 0 0 0 0,0-7 0 0 0,-2 8-105 0 0,0 0 0 0 0,0-1 1 0 0,0 1-1 0 0,-1 0 1 0 0,0 0-1 0 0,1 0 0 0 0,-2 0 1 0 0,1 0-1 0 0,0 0 0 0 0,-1 1 1 0 0,1-1-1 0 0,-1 1 0 0 0,0-1 1 0 0,0 1-1 0 0,0 0 0 0 0,-1 0 1 0 0,1 1-1 0 0,-1-1 0 0 0,0 1 1 0 0,1 0-1 0 0,-1-1 0 0 0,0 2 1 0 0,0-1-1 0 0,-8-2 0 0 0,-2 3-303 0 0</inkml:trace>
</inkml:ink>
</file>

<file path=ppt/ink/ink2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6.1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69 270 3225 0 0,'-2'-3'291'0'0,"-1"1"1"0"0,1 0 0 0 0,0 0 0 0 0,-1 0 0 0 0,0 0-1 0 0,1 0 1 0 0,-1 1 0 0 0,0-1 0 0 0,-3-1 0 0 0,-10 1 1695 0 0,15 2-1899 0 0,1 0 1 0 0,0 0-1 0 0,-1 0 1 0 0,1 1-1 0 0,0-1 0 0 0,0 0 1 0 0,-1 0-1 0 0,1 1 1 0 0,0-1-1 0 0,0 0 1 0 0,-1 1-1 0 0,1-1 1 0 0,0 0-1 0 0,0 1 1 0 0,0-1-1 0 0,0 0 0 0 0,-1 1 1 0 0,1-1-1 0 0,0 0 1 0 0,0 1-1 0 0,0-1 1 0 0,0 0-1 0 0,0 1 1 0 0,0-1-1 0 0,0 1 0 0 0,0-1 1 0 0,0 0-1 0 0,0 1 1 0 0,0-1-1 0 0,0 0 1 0 0,0 1-1 0 0,1-1 1 0 0,-1 0-1 0 0,0 1 1 0 0,0-1-1 0 0,1 1 0 0 0,0 2 67 0 0,1 0 1 0 0,0 1-1 0 0,0-1 0 0 0,0-1 0 0 0,0 1 0 0 0,0 0 0 0 0,1 0 0 0 0,-1-1 0 0 0,1 0 0 0 0,0 1 0 0 0,-1-1 0 0 0,1 0 0 0 0,0 0 0 0 0,1-1 0 0 0,-1 1 0 0 0,0 0 0 0 0,6 1 0 0 0,-7-2-54 0 0,1 0 0 0 0,-1 0 0 0 0,1 0 0 0 0,0 0 0 0 0,-1-1 0 0 0,1 1 0 0 0,0-1 0 0 0,-1 0 0 0 0,1 1 0 0 0,0-1 0 0 0,0 0 0 0 0,-1-1 0 0 0,1 1 0 0 0,0 0 0 0 0,0-1 0 0 0,-1 0 0 0 0,1 1 0 0 0,-1-1 0 0 0,1 0 0 0 0,0 0 0 0 0,-1-1 0 0 0,5-2 0 0 0,-4 0-82 0 0,-1 1 1 0 0,1-1 0 0 0,0 0 0 0 0,-1-1 0 0 0,0 1 0 0 0,0 0 0 0 0,-1-1 0 0 0,1 1 0 0 0,-1-1-1 0 0,0 0 1 0 0,0 1 0 0 0,0-1 0 0 0,-1 0 0 0 0,1-7 0 0 0,-1-7 99 0 0,-1 0 0 0 0,-4-23-1 0 0,3 28-46 0 0,-1-1-1 0 0,-1 1 1 0 0,0 0-1 0 0,-10-23 1 0 0,13 34-93 0 0,0 0 0 0 0,-1 0 1 0 0,1 0-1 0 0,-1 0 0 0 0,0 1 0 0 0,1-1 0 0 0,-1 0 1 0 0,0 1-1 0 0,-1-1 0 0 0,1 1 0 0 0,0 0 0 0 0,-1-1 1 0 0,1 1-1 0 0,-1 0 0 0 0,0 1 0 0 0,0-1 0 0 0,0 0 1 0 0,0 1-1 0 0,0 0 0 0 0,0 0 0 0 0,0 0 0 0 0,0 0 1 0 0,0 0-1 0 0,0 0 0 0 0,-1 1 0 0 0,-5-1 0 0 0,6 2-151 0 0,0 0-1 0 0,0-1 1 0 0,0 1-1 0 0,0 0 1 0 0,1 0-1 0 0,-1 1 0 0 0,0-1 1 0 0,1 1-1 0 0,-1-1 1 0 0,1 1-1 0 0,0 0 1 0 0,-3 2-1 0 0,-14 15-5220 0 0</inkml:trace>
</inkml:ink>
</file>

<file path=ppt/ink/ink2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6.5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 1 2761 0 0,'-3'3'146'0'0,"-1"0"1"0"0,1 0 0 0 0,0 1 0 0 0,0 0 0 0 0,0-1-1 0 0,1 1 1 0 0,-1 0 0 0 0,1 0 0 0 0,0 1 0 0 0,0-1-1 0 0,1 0 1 0 0,-1 1 0 0 0,1-1 0 0 0,0 1 0 0 0,0 0-1 0 0,0-1 1 0 0,0 1 0 0 0,1 0 0 0 0,0 7 0 0 0,0-5 201 0 0,1 0 1 0 0,-1 0 0 0 0,1 0 0 0 0,0 0-1 0 0,0 0 1 0 0,1 0 0 0 0,0-1 0 0 0,0 1-1 0 0,1-1 1 0 0,0 1 0 0 0,0-1-1 0 0,8 11 1 0 0,-6-11-138 0 0,1-1 0 0 0,0 0 0 0 0,0 0 0 0 0,1 0 0 0 0,-1-1 0 0 0,1 0 0 0 0,0 0 0 0 0,0-1 0 0 0,1 0 0 0 0,-1 0 0 0 0,0-1-1 0 0,1 0 1 0 0,0 0 0 0 0,-1-1 0 0 0,13 1 0 0 0,-17-1-179 0 0,1-1 0 0 0,-1 0-1 0 0,1 0 1 0 0,-1 0 0 0 0,1 0 0 0 0,0-1-1 0 0,-1 1 1 0 0,1-1 0 0 0,-1 0-1 0 0,0 0 1 0 0,1 0 0 0 0,-1 0 0 0 0,0-1-1 0 0,0 0 1 0 0,0 1 0 0 0,0-1 0 0 0,0 0-1 0 0,0 0 1 0 0,0-1 0 0 0,0 1-1 0 0,-1-1 1 0 0,0 1 0 0 0,1-1 0 0 0,-1 0-1 0 0,0 0 1 0 0,0 0 0 0 0,0 0 0 0 0,-1 0-1 0 0,1 0 1 0 0,-1 0 0 0 0,0-1 0 0 0,0 1-1 0 0,0 0 1 0 0,0-1 0 0 0,0 1-1 0 0,0-5 1 0 0,-1 3 13 0 0,0 0-1 0 0,0 0 1 0 0,-1 1-1 0 0,1-1 1 0 0,-1 0-1 0 0,0 0 1 0 0,-1 1 0 0 0,1-1-1 0 0,-1 1 1 0 0,0 0-1 0 0,0-1 1 0 0,0 1-1 0 0,0 0 1 0 0,-1 0-1 0 0,0 0 1 0 0,1 0 0 0 0,-6-4-1 0 0,5 5-46 0 0,0 0 0 0 0,0 0 1 0 0,0 1-1 0 0,0-1 0 0 0,0 1 0 0 0,-1-1 0 0 0,1 1 0 0 0,-1 0 0 0 0,0 1 0 0 0,1-1 1 0 0,-1 1-1 0 0,0-1 0 0 0,0 1 0 0 0,0 0 0 0 0,0 1 0 0 0,0-1 0 0 0,0 1 1 0 0,0-1-1 0 0,-1 1 0 0 0,-5 1 0 0 0,-11 5-361 0 0</inkml:trace>
</inkml:ink>
</file>

<file path=ppt/ink/ink2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8.6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67 6913 0 0,'0'0'529'0'0,"16"-28"2369"0"0,-15 26-2799 0 0,18-28 2015 0 0,-19 30-2130 0 0,1-1-1 0 0,-1 1 1 0 0,1-1-1 0 0,-1 1 0 0 0,1-1 1 0 0,0 1-1 0 0,-1-1 1 0 0,1 1-1 0 0,0-1 1 0 0,-1 1-1 0 0,1 0 1 0 0,0 0-1 0 0,0-1 0 0 0,-1 1 1 0 0,1 0-1 0 0,0 0 1 0 0,0 0-1 0 0,0 0 1 0 0,-1 0-1 0 0,1 0 1 0 0,0 0-1 0 0,0 0 0 0 0,-1 0 1 0 0,1 0-1 0 0,0 0 1 0 0,0 0-1 0 0,0 0 1 0 0,-1 1-1 0 0,1-1 1 0 0,0 0-1 0 0,-1 1 1 0 0,1-1-1 0 0,0 1 0 0 0,-1-1 1 0 0,1 0-1 0 0,0 1 1 0 0,-1-1-1 0 0,1 1 1 0 0,-1 0-1 0 0,1 0 1 0 0</inkml:trace>
</inkml:ink>
</file>

<file path=ppt/ink/ink2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9.0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0 6913 0 0,'0'2'745'0'0,"0"-1"-1249"0"0,0 3 215 0 0,0-1-7 0 0,0 4-448 0 0,-2 28-1984 0 0,0-26 2728 0 0</inkml:trace>
</inkml:ink>
</file>

<file path=ppt/ink/ink2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9.3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190 315 3681 0 0,'-7'5'160'0'0</inkml:trace>
  <inkml:trace contextRef="#ctx0" brushRef="#br0" timeOffset="1">5 0 2761 0 0,'-4'4'2142'0'0,"4"-4"-1990"0"0,0 1 1 0 0,0-1 0 0 0,-1 0 0 0 0,6 12 4743 0 0,-5-12-4743 0 0,0 0 0 0 0,1 0 0 0 0,-1 0 0 0 0,0 0 0 0 0,1 1 0 0 0,-1-1 0 0 0,1 0 0 0 0,-1 0 0 0 0,0 0 0 0 0,1 0 0 0 0,-1 0 0 0 0,1 0 0 0 0,6 3-2100 0 0,1 4 920 0 0,-7-3-12 0 0</inkml:trace>
</inkml:ink>
</file>

<file path=ppt/ink/ink2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9.7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1 1608 0 0,'1'6'264'0'0,"0"1"0"0"0,-1 0-1 0 0,0 0 1 0 0,0-1-1 0 0,0 1 1 0 0,-1 0 0 0 0,0-1-1 0 0,0 1 1 0 0,-4 11 0 0 0,2-4-28 0 0,1-10-236 0 0,1-1 0 0 0</inkml:trace>
</inkml:ink>
</file>

<file path=ppt/ink/ink2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0.0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214 52 4609 0 0,'34'-22'2811'0'0,"-27"17"-2247"0"0,-1 0-1 0 0,1 1 1 0 0,0 0 0 0 0,-1 1 0 0 0,15-6-1 0 0,-20 9-546 0 0,-1 0-1 0 0,1 0 1 0 0,0 1-1 0 0,0-1 1 0 0,0 0-1 0 0,0 0 0 0 0,-1 0 1 0 0,1 1-1 0 0,0-1 1 0 0,0 0-1 0 0,-1 1 1 0 0,1-1-1 0 0,0 1 1 0 0,-1-1-1 0 0,1 1 1 0 0,0-1-1 0 0,-1 1 0 0 0,1-1 1 0 0,0 1-1 0 0,-1 0 1 0 0,1-1-1 0 0,-1 1 1 0 0,0 0-1 0 0,1 0 1 0 0,-1-1-1 0 0,1 1 0 0 0,-1 0 1 0 0,0 0-1 0 0,0 0 1 0 0,1-1-1 0 0,-1 1 1 0 0,0 0-1 0 0,0 0 1 0 0,0 0-1 0 0,0 0 1 0 0,0-1-1 0 0,0 1 0 0 0,0 2 1 0 0,1 38-1358 0 0,-1-38 1003 0 0,-4 58-3108 0 0,-1-23 1664 0 0</inkml:trace>
  <inkml:trace contextRef="#ctx0" brushRef="#br0" timeOffset="1">0 871 11522 0 0,'0'-2'1025'0'0,"0"0"-825"0"0,0 1-200 0 0,0-1-208 0 0,0 0-80 0 0,0-1-24 0 0,0-1-1 0 0,0 1-615 0 0</inkml:trace>
</inkml:ink>
</file>

<file path=ppt/ink/ink2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0.4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6 459 9218 0 0,'0'4'816'0'0,"0"-2"-656"0"0,0-1 264 0 0,2-1 56 0 0,-1 2 0 0 0,1 0 9 0 0,2-2-281 0 0,1 2-56 0 0,0-2 120 0 0,20 19-2049 0 0</inkml:trace>
  <inkml:trace contextRef="#ctx0" brushRef="#br0" timeOffset="1">9 325 3681 0 0,'4'-14'160'0'0,"-2"3"40"0"0,-1 3-200 0 0,-1-1 0 0 0,2 2 0 0 0,-2 0 0 0 0,2-3 296 0 0,1-10 24 0 0,-1-11 0 0 0,-2-6 0 0 0,0 1-208 0 0,-3 4-40 0 0,-1 8-8 0 0,1 1 16 0 0,-3 2-80 0 0,3 4 0 0 0,-2-1 0 0 0</inkml:trace>
</inkml:ink>
</file>

<file path=ppt/ink/ink2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0.7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227 1 8290 0 0,'-7'1'368'0'0,"4"-1"80"0"0,1 2-360 0 0,0-2-88 0 0,0 0 0 0 0,1 0 0 0 0,-1 0 528 0 0,0 2 88 0 0,0-2 24 0 0,1 2 0 0 0,-1-1-159 0 0,0 1-33 0 0,2 0-8 0 0,0 1 0 0 0,2 3-1088 0 0,0-1-216 0 0,5 5-49 0 0,-6 1-7 0 0</inkml:trace>
  <inkml:trace contextRef="#ctx0" brushRef="#br0" timeOffset="1">39 918 6449 0 0,'-1'0'7'0'0,"0"0"0"0"0,1 0 0 0 0,-1 0 0 0 0,1 0 0 0 0,-1 0 0 0 0,1 0 0 0 0,-1 0 0 0 0,0 0 0 0 0,1-1 0 0 0,-1 1 0 0 0,1 0 0 0 0,-1 0 0 0 0,1 0 0 0 0,-1 0 0 0 0,1-1 0 0 0,-1 1 0 0 0,1 0 0 0 0,-1-1 0 0 0,1 1 0 0 0,-1 0 0 0 0,1-1 0 0 0,0 1 0 0 0,-1 0 0 0 0,1-1 0 0 0,0 1 0 0 0,-1-1 0 0 0,1 1-1 0 0,0-1 1 0 0,-1 1 0 0 0,1-1 0 0 0,0 1 0 0 0,0-1 0 0 0,0 1 0 0 0,-1-1 0 0 0,1 1 0 0 0,0-1 0 0 0,0 0 0 0 0,0 1 0 0 0,0-1 0 0 0,0 0 0 0 0,-7-37-1218 0 0,5 22 676 0 0,-2-1-305 0 0,2 11 687 0 0,0 0-1 0 0,0 0 1 0 0,1-1-1 0 0,0 1 1 0 0,0-1-1 0 0,1 1 1 0 0,0-1-1 0 0,0 0 1 0 0,0 1-1 0 0,1-1 1 0 0,3-10-1 0 0,-1 8 143 0 0</inkml:trace>
  <inkml:trace contextRef="#ctx0" brushRef="#br0" timeOffset="2">114 739 2304 0 0,'14'9'97'0'0,"-9"-7"31"0"0,-2-2-128 0 0,-1 2 0 0 0,0-2 0 0 0,1 0 0 0 0,3 1 528 0 0,4 3 80 0 0,6-2 24 0 0,3-1 0 0 0,2 1 16 0 0,-2-2 8 0 0,0-2 0 0 0,1 1 1 0 0,-1-5-577 0 0,0-1-80 0 0,2-1-88 0 0,-2-5 24 0 0</inkml:trace>
</inkml:ink>
</file>

<file path=ppt/ink/ink2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1.1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55 4609 0 0,'3'-4'408'0'0,"-1"2"-328"0"0,1 2-80 0 0,-1-1 0 0 0,2 1 560 0 0,-1-2 96 0 0,1 0 16 0 0,3-1 9 0 0,5-3-593 0 0,4-2-88 0 0,1 1-88 0 0,-1 0 24 0 0,-1 2-224 0 0,-2-1-33 0 0,-3 5-15 0 0,-1 1 0 0 0,-4 1 264 0 0,-5 1 72 0 0</inkml:trace>
</inkml:ink>
</file>

<file path=ppt/ink/ink2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1.4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 39 8290 0 0,'-3'-3'368'0'0,"1"-1"80"0"0,0 1-360 0 0,1-1-88 0 0,1 2 0 0 0,-2 1-240 0 0,2-3-64 0 0,-2 1-16 0 0,-3-3 0 0 0,0 3-288 0 0,1-1-57 0 0,1 4-7 0 0,-1-1-8 0 0,2 2 592 0 0,1 8 88 0 0,-1 5 88 0 0,0-2 0 0 0</inkml:trace>
</inkml:ink>
</file>

<file path=ppt/ink/ink2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1.8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1 6449 0 0,'-1'2'508'0'0,"-1"1"0"0"0,1 0 0 0 0,-1-1 0 0 0,1 1 0 0 0,0 0 0 0 0,0 0 0 0 0,0-1 0 0 0,1 1 0 0 0,-1 0 0 0 0,1 0 0 0 0,-1 0 0 0 0,1 0 0 0 0,0 6 0 0 0,8 11-4119 0 0</inkml:trace>
</inkml:ink>
</file>

<file path=ppt/ink/ink2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2.1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10138 0 0,'0'0'3342'0'0,"24"10"-9514"0"0,-13-9 5769 0 0</inkml:trace>
</inkml:ink>
</file>

<file path=ppt/ink/ink2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2.5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1 8290 0 0,'-6'33'7660'0'0,"5"-29"-7799"0"0,0 0 1 0 0,0 0 0 0 0,0 0 0 0 0,1 1 0 0 0,-1-1 0 0 0,1 0 0 0 0,0 0 0 0 0,0 0 0 0 0,0 1 0 0 0,1-1 0 0 0,0 0 0 0 0,1 5 0 0 0,7 12-3489 0 0,-4-12 1757 0 0</inkml:trace>
</inkml:ink>
</file>

<file path=ppt/ink/ink2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2.8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65 9674 0 0,'-2'2'1032'0'0,"2"-4"-1032"0"0,0 1 640 0 0,-1-1 89 0 0,1-2 15 0 0,-2-1 8 0 0,0-2-656 0 0,0-2-96 0 0,1 1-96 0 0,1-1 16 0 0,0 2-656 0 0,0 2-136 0 0,0 1-25 0 0,-9 1-167 0 0</inkml:trace>
</inkml:ink>
</file>

<file path=ppt/ink/ink2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3.2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 51 8754 0 0,'-1'1'75'0'0,"0"-1"0"0"0,0 0 0 0 0,0 0 0 0 0,0 0 0 0 0,0 0 0 0 0,0 0 0 0 0,0 0 0 0 0,0 0-1 0 0,0 0 1 0 0,1 0 0 0 0,-1 0 0 0 0,0-1 0 0 0,0 1 0 0 0,0 0 0 0 0,0-1 0 0 0,0 1 0 0 0,0-1 0 0 0,0 1 0 0 0,1-1 0 0 0,-1 1 0 0 0,0-1 0 0 0,0 1 0 0 0,1-1 0 0 0,-1 0 0 0 0,0 1 0 0 0,1-1 0 0 0,-1 0 0 0 0,1 0 0 0 0,-1 1-1 0 0,1-1 1 0 0,-1 0 0 0 0,1 0 0 0 0,0 0 0 0 0,-1 0 0 0 0,1 0 0 0 0,0 0 0 0 0,-1 0 0 0 0,1 0 0 0 0,0 0 0 0 0,0 1 0 0 0,0-1 0 0 0,0 0 0 0 0,0 0 0 0 0,0 0 0 0 0,0 0 0 0 0,1 0 0 0 0,-1 0 0 0 0,1-2 0 0 0,-1 2-119 0 0,1 0 0 0 0,0-1-1 0 0,0 1 1 0 0,0 0 0 0 0,0-1 0 0 0,0 1 0 0 0,0 0 0 0 0,0 0 0 0 0,0 0 0 0 0,0 0 0 0 0,0 0 0 0 0,1 0 0 0 0,-1 0 0 0 0,0 0 0 0 0,1 1 0 0 0,-1-1 0 0 0,1 0 0 0 0,-1 1 0 0 0,1-1 0 0 0,-1 1 0 0 0,1 0 0 0 0,-1-1-1 0 0,1 1 1 0 0,-1 0 0 0 0,1 0 0 0 0,0 0 0 0 0,-1 0 0 0 0,1 0 0 0 0,-1 0 0 0 0,1 1 0 0 0,-1-1 0 0 0,3 1 0 0 0,3 2-440 0 0,0-1 0 0 0,0 1 1 0 0,0 1-1 0 0,7 4 0 0 0,-6-3 410 0 0,14 8-20 0 0</inkml:trace>
</inkml:ink>
</file>

<file path=ppt/ink/ink2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3.6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245 57 7370 0 0,'0'-8'886'0'0,"0"-22"3014"0"0,0 29-3783 0 0,0 0 0 0 0,0 1 0 0 0,0-1 0 0 0,0 0 0 0 0,0 1-1 0 0,0-1 1 0 0,0 0 0 0 0,0 0 0 0 0,0 1 0 0 0,-1-1 0 0 0,1 0 0 0 0,0 1 0 0 0,-1-1 0 0 0,1 1-1 0 0,0-1 1 0 0,-1 0 0 0 0,1 1 0 0 0,-1-1 0 0 0,1 1 0 0 0,0-1 0 0 0,-1 1 0 0 0,0-1 0 0 0,1 1 0 0 0,-1-1-1 0 0,1 1 1 0 0,-1-1 0 0 0,1 1 0 0 0,-1 0 0 0 0,0 0 0 0 0,1-1 0 0 0,-2 1 0 0 0,2 0-135 0 0,-1 0 1 0 0,1 1 0 0 0,-1-1 0 0 0,1 0-1 0 0,-1 1 1 0 0,1-1 0 0 0,0 0-1 0 0,-1 1 1 0 0,1-1 0 0 0,0 1 0 0 0,-1-1-1 0 0,1 1 1 0 0,0-1 0 0 0,0 0-1 0 0,-1 1 1 0 0,1-1 0 0 0,0 1-1 0 0,0-1 1 0 0,0 1 0 0 0,0 0 0 0 0,-1-1-1 0 0,1 1 1 0 0,0-1 0 0 0,0 1-1 0 0,0-1 1 0 0,0 2 0 0 0,0 15-1887 0 0</inkml:trace>
  <inkml:trace contextRef="#ctx0" brushRef="#br0" timeOffset="1">30 899 8290 0 0,'-17'7'1178'0'0,"16"-7"-1124"0"0,0 0-1 0 0,1 0 0 0 0,-1 0 0 0 0,0 1 0 0 0,1-1 1 0 0,-1 0-1 0 0,0 0 0 0 0,1 1 0 0 0,-1-1 0 0 0,0 0 0 0 0,1 1 1 0 0,-1-1-1 0 0,1 1 0 0 0,-1-1 0 0 0,1 1 0 0 0,-1-1 1 0 0,1 1-1 0 0,-2 0 0 0 0,3 0-114 0 0,-1 1-1 0 0,1-1 0 0 0,-1 0 1 0 0,1 0-1 0 0,-1 0 1 0 0,1 0-1 0 0,0 0 1 0 0,-1 1-1 0 0,1-1 1 0 0,0 0-1 0 0,0-1 0 0 0,0 1 1 0 0,0 0-1 0 0,0 0 1 0 0,0 0-1 0 0,2 1 1 0 0,1 2-53 0 0,0 0 0 0 0,0 1 0 0 0,-1-1 0 0 0,1 1 0 0 0,-1 0 0 0 0,0 0 0 0 0,0 0 0 0 0,3 9 0 0 0,0 5 61 0 0</inkml:trace>
</inkml:ink>
</file>

<file path=ppt/ink/ink2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4.0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5529 0 0,'0'7'3223'0'0,"0"5"-933"0"0,3 12-4930 0 0,2-10-985 0 0</inkml:trace>
</inkml:ink>
</file>

<file path=ppt/ink/ink2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4.3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60 0 8754 0 0,'-9'9'565'0'0,"0"1"0"0"0,1 0 1 0 0,-12 17-1 0 0,19-25-598 0 0,-1 1 1 0 0,1-1-1 0 0,-1 1 1 0 0,1 0-1 0 0,0-1 0 0 0,0 1 1 0 0,0 0-1 0 0,0 0 1 0 0,0 0-1 0 0,1 0 1 0 0,-1 0-1 0 0,1 0 0 0 0,0 0 1 0 0,0 0-1 0 0,0 0 1 0 0,0 0-1 0 0,1-1 1 0 0,-1 1-1 0 0,1 0 0 0 0,-1 0 1 0 0,3 3-1 0 0</inkml:trace>
</inkml:ink>
</file>

<file path=ppt/ink/ink2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4.7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11979 0 0,'4'13'1110'0'0,"9"10"-7040"0"0</inkml:trace>
</inkml:ink>
</file>

<file path=ppt/ink/ink2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5.0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25 9674 0 0,'2'13'1562'0'0,"4"-15"418"0"0,7-22-1706 0 0,-12 17-636 0 0,-4 2 349 0 0</inkml:trace>
</inkml:ink>
</file>

<file path=ppt/ink/ink2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5.4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 6 11979 0 0,'-3'0'465'0'0,"-1"0"0"0"0,1 1 1 0 0,0-1-1 0 0,0 1 1 0 0,-1 0-1 0 0,1 0 1 0 0,-5 2-1 0 0,22 0-5810 0 0,8-13 4926 0 0,-16 5 419 0 0</inkml:trace>
</inkml:ink>
</file>

<file path=ppt/ink/ink2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5.8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1 11522 0 0,'-9'5'830'0'0,"5"-3"-397"0"0,5-4-138 0 0,14 24-6193 0 0,-12-1 3309 0 0</inkml:trace>
</inkml:ink>
</file>

<file path=ppt/ink/ink2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6.1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44 1840 0 0,'22'-22'13110'0'0,"-18"18"-13854"0"0,3-5 1456 0 0,1 0-2381 0 0</inkml:trace>
</inkml:ink>
</file>

<file path=ppt/ink/ink2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6.5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16 7834 0 0,'0'0'17'0'0,"0"0"-1"0"0,0 1 1 0 0,-1-1 0 0 0,1 0 0 0 0,0 0 0 0 0,0 0 0 0 0,0 0 0 0 0,0 0 0 0 0,-1 0-1 0 0,1 0 1 0 0,0 0 0 0 0,0 0 0 0 0,0 0 0 0 0,0 0 0 0 0,-1 0 0 0 0,1 0 0 0 0,0 0-1 0 0,0 0 1 0 0,0 0 0 0 0,0 0 0 0 0,-1 0 0 0 0,1 0 0 0 0,0 0 0 0 0,0 0 0 0 0,0 0-1 0 0,0 0 1 0 0,0 0 0 0 0,-1 0 0 0 0,1 0 0 0 0,0-1 0 0 0,0 1 0 0 0,0 0 0 0 0,0 0-1 0 0,0 0 1 0 0,-1 0 0 0 0,1 0 0 0 0,0 0 0 0 0,0 0 0 0 0,0-1 0 0 0,0 1 0 0 0,0 0-1 0 0,0 0 1 0 0,0 0 0 0 0,0 0 0 0 0,0-1 0 0 0,0 1 0 0 0,0 0 0 0 0,-1 0 0 0 0,1 0-1 0 0,0 0 1 0 0,0-1 0 0 0,0 1 0 0 0,0 0 0 0 0,0 0 0 0 0,0 0 0 0 0,0 0 0 0 0,1-1-1 0 0,-1 1 1 0 0,0 0 0 0 0,0 0 0 0 0,0 0 0 0 0,0 0 0 0 0,0-1 0 0 0,0 1 0 0 0,0 0-1 0 0,0 0 1 0 0,0 0 0 0 0,0 0 0 0 0,1 0 0 0 0,4-11 1306 0 0,-3 18-2607 0 0,-2-6 1268 0 0,1 2-90 0 0,0 0 0 0 0,0 1-1 0 0,0-1 1 0 0,-1 1 0 0 0,1-1 0 0 0,-1 1 0 0 0,0 0 0 0 0,0-1 0 0 0,0 1 0 0 0,0-1 0 0 0,-1 1 0 0 0,1-1 0 0 0,-1 1-1 0 0,0-1 1 0 0,-2 5 0 0 0,-7 7 88 0 0</inkml:trace>
</inkml:ink>
</file>

<file path=ppt/ink/ink2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6.9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 6449 0 0,'-3'0'689'0'0,"4"0"-433"0"0,1 0 32 0 0,0 1 8 0 0,1-1 0 0 0,3-1-296 0 0,-1 1 0 0 0,2 1-112 0 0,0 3 32 0 0,0-2-432 0 0,-2-1-97 0 0,4 1-7 0 0,-4 2-8 0 0,2-3 528 0 0,-5-1 96 0 0</inkml:trace>
</inkml:ink>
</file>

<file path=ppt/ink/ink2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7.2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2 399 5529 0 0,'-2'0'584'0'0,"2"-2"-312"0"0,0 1 32 0 0,2-1 8 0 0,0-3 1 0 0,1-1-313 0 0,1-1 0 0 0,3 2 0 0 0,-2-2 0 0 0,4 2-441 0 0,-2 1-39 0 0,2 3-16 0 0,-2-1 0 0 0,-2 2 496 0 0,-2 2 0 0 0</inkml:trace>
  <inkml:trace contextRef="#ctx0" brushRef="#br0" timeOffset="1">145 1 5985 0 0,'-1'0'264'0'0,"-1"0"120"0"0,0 0-296 0 0,4 0 88 0 0,0 0-88 0 0,1 2-160 0 0,20 19-3392 0 0,-20-13 2343 0 0</inkml:trace>
</inkml:ink>
</file>

<file path=ppt/ink/ink2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7.6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1 2304 0 0,'-11'9'5178'0'0,"10"-9"-4690"0"0,-1-2-160 0 0,0 2 256 0 0</inkml:trace>
</inkml:ink>
</file>

<file path=ppt/ink/ink2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8.0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48 54 5985 0 0,'-9'2'536'0'0,"4"-2"-432"0"0,3 0-104 0 0,-1-2 0 0 0,1 1 529 0 0,0-1 79 0 0,1 0 24 0 0,-1-1 0 0 0,-2-4-488 0 0,-1-4-144 0 0,0 1 64 0 0,1 3-64 0 0,3 1-712 0 0,-1 1-184 0 0</inkml:trace>
</inkml:ink>
</file>

<file path=ppt/ink/ink2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8.3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4 120 5985 0 0,'-3'-52'6570'0'0,"8"65"-3706"0"0,-4-12-3026 0 0,1 1 0 0 0,-1-1-1 0 0,0 1 1 0 0,0-1 0 0 0,1 0 0 0 0,-1 0-1 0 0,1 0 1 0 0,-1 1 0 0 0,1-1 0 0 0,-1 0-1 0 0,4 1 1 0 0</inkml:trace>
  <inkml:trace contextRef="#ctx0" brushRef="#br0" timeOffset="1">712 15 7370 0 0,'0'-4'1760'0'0,"0"3"-1224"0"0,0-1 0 0 0,0 0-440 0 0,2-1-96 0 0,-1 1 0 0 0,34 5-2888 0 0</inkml:trace>
</inkml:ink>
</file>

<file path=ppt/ink/ink2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8.7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0 6913 0 0,'-1'2'609'0'0,"1"0"-481"0"0,1-1 320 0 0,-1 1 32 0 0,2 0-672 0 0,0-2-80 0 0,1 0-16 0 0</inkml:trace>
</inkml:ink>
</file>

<file path=ppt/ink/ink2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0.6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719 10 3225 0 0,'-2'-9'2261'0'0,"-3"12"-736"0"0,-8 21-38 0 0,6-11-1136 0 0,-99 130 2166 0 0,-2 6-1576 0 0,13 12-253 0 0,8 3 0 0 0,-104 277 0 0 0,169-384-623 0 0,2 0 0 0 0,3 1 0 0 0,2 1 0 0 0,3 0 0 0 0,-5 68-1 0 0,16-125-69 0 0,1 0-1 0 0,0 0 1 0 0,0 0-1 0 0,0 1 0 0 0,0-1 1 0 0,0 0-1 0 0,0 0 0 0 0,1 0 1 0 0,-1 0-1 0 0,1 0 0 0 0,-1 0 1 0 0,1 0-1 0 0,0 0 1 0 0,0 0-1 0 0,1 2 0 0 0,-2-4 8 0 0,1 0 0 0 0,-1 1-1 0 0,0-1 1 0 0,1 0 0 0 0,-1 0-1 0 0,1 0 1 0 0,-1 1 0 0 0,1-1-1 0 0,-1 0 1 0 0,1 0 0 0 0,-1 0-1 0 0,1 0 1 0 0,-1 0 0 0 0,0 0 0 0 0,1 0-1 0 0,-1 0 1 0 0,1 0 0 0 0,-1 0-1 0 0,1 0 1 0 0,-1 0 0 0 0,1 0-1 0 0,-1 0 1 0 0,1-1 0 0 0,19-11 356 0 0,31-35 93 0 0,-1-2 0 0 0,58-76 0 0 0,-23 26-189 0 0,-17 21-76 0 0,-20 21 378 0 0,2 2 1 0 0,113-95-1 0 0,-161 149-555 0 0,35-23 321 0 0,-35 23-317 0 0,0 0 1 0 0,0 0 0 0 0,0 0-1 0 0,1 1 1 0 0,-1-1-1 0 0,0 0 1 0 0,0 1-1 0 0,0-1 1 0 0,1 1-1 0 0,-1 0 1 0 0,0 0-1 0 0,1 0 1 0 0,-1 0-1 0 0,0 0 1 0 0,0 1 0 0 0,4 0-1 0 0,-5 0-12 0 0,0 0 0 0 0,0-1 0 0 0,0 1 0 0 0,0 0 0 0 0,-1 0 0 0 0,1 0-1 0 0,0 0 1 0 0,0 1 0 0 0,-1-1 0 0 0,1 0 0 0 0,-1 0 0 0 0,1 0 0 0 0,-1 0 0 0 0,1 1 0 0 0,-1-1 0 0 0,0 0 0 0 0,0 0 0 0 0,0 1-1 0 0,1-1 1 0 0,-1 0 0 0 0,0 1 0 0 0,0-1 0 0 0,-1 0 0 0 0,1 0 0 0 0,0 1 0 0 0,-1 1 0 0 0,-8 40 42 0 0,8-37-36 0 0,-91 261 34 0 0,28-93-29 0 0,-47 167-76 0 0,100-306 62 0 0,1 0-1 0 0,1 0 1 0 0,2 1 0 0 0,-4 60-1 0 0,11-95-2 0 0,0 1-1 0 0,0-1 1 0 0,0 0-1 0 0,0 0 1 0 0,0 1-1 0 0,0-1 1 0 0,0 0-1 0 0,1 0 1 0 0,-1 0-1 0 0,0 1 1 0 0,1-1-1 0 0,-1 0 1 0 0,1 0-1 0 0,-1 0 1 0 0,1 0-1 0 0,-1 0 1 0 0,1 0-1 0 0,1 2 1 0 0,16-1-129 0 0,-6-3 112 0 0,-11 2 22 0 0,-1-1 0 0 0,1 0 0 0 0,-1 1 0 0 0,0-1 0 0 0,1 0 0 0 0,-1 1 0 0 0,1-1 0 0 0,-1 1 0 0 0,0-1 0 0 0,1 1 0 0 0,-1-1 0 0 0,0 1 0 0 0,0-1 0 0 0,1 1 0 0 0,-1-1 0 0 0,0 1 0 0 0,0-1 0 0 0,0 1 0 0 0,0-1 0 0 0,0 1 0 0 0,1-1 0 0 0,-1 1 0 0 0,0 0 0 0 0,0-1 0 0 0,-1 1 0 0 0,1-1 0 0 0,0 1 0 0 0,0-1 0 0 0,0 1 0 0 0,0-1 0 0 0,0 1 0 0 0,-1 0 0 0 0,-4 24 0 0 0,5-23 0 0 0,-5 12 10 0 0,0 0 0 0 0,-12 24 0 0 0,11-26-2 0 0,0-1 1 0 0,1 2-1 0 0,-6 23 1 0 0,11-26 43 0 0,0-10-51 0 0,0 1 1 0 0,0-1-1 0 0,0 0 1 0 0,0 0-1 0 0,0 0 0 0 0,0 0 1 0 0,0 1-1 0 0,0-1 0 0 0,0 0 1 0 0,0 0-1 0 0,0 0 1 0 0,0 1-1 0 0,0-1 0 0 0,0 0 1 0 0,0 0-1 0 0,0 0 0 0 0,1 0 1 0 0,-1 0-1 0 0,0 1 1 0 0,0-1-1 0 0,0 0 0 0 0,0 0 1 0 0,0 0-1 0 0,0 0 0 0 0,1 0 1 0 0,-1 0-1 0 0,0 1 1 0 0,0-1-1 0 0,0 0 0 0 0,0 0 1 0 0,0 0-1 0 0,1 0 0 0 0,-1 0 1 0 0,0 0-1 0 0,0 0 0 0 0,0 0 1 0 0,0 0-1 0 0,1 0 1 0 0,-1 0-1 0 0,0 0 0 0 0,0 0 1 0 0,0 0-1 0 0,1 0 0 0 0,-1 0 1 0 0,0 0-1 0 0,0 0 1 0 0,0 0-1 0 0,0 0 0 0 0,1 0 1 0 0,-1 0-1 0 0,0 0 0 0 0,0 0 1 0 0,0-1-1 0 0,0 1 1 0 0,0 0-1 0 0,1 0 0 0 0,-1 0 1 0 0,0 0-1 0 0,0 0 0 0 0,0 0 1 0 0,0-1-1 0 0,0 1 1 0 0,0 0-1 0 0,1-1 397 0 0,3-3-232 0 0,-2 2-140 0 0,0 0 12 0 0,0 0 1 0 0,0 0-1 0 0,0 0 0 0 0,0 0 1 0 0,0 0-1 0 0,0 0 0 0 0,-1-1 1 0 0,1 1-1 0 0,-1-1 1 0 0,1 0-1 0 0,-1 1 0 0 0,0-1 1 0 0,1-3-1 0 0,-2 5-161 0 0</inkml:trace>
</inkml:ink>
</file>

<file path=ppt/ink/ink2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1.36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40 216 3153 0 0,'-31'-117'6354'0'0,"24"86"-3688"0"0,7 29-2415 0 0,-1 1 0 0 0,1-1-1 0 0,0 0 1 0 0,0 0 0 0 0,0 0 0 0 0,0 1-1 0 0,0-1 1 0 0,0 0 0 0 0,0 0-1 0 0,1 0 1 0 0,-1 1 0 0 0,1-1 0 0 0,-1 0-1 0 0,2-3 1 0 0,2 46 2215 0 0,-4-26-2443 0 0,1-1 0 0 0,0 1 0 0 0,2 0-1 0 0,-1 0 1 0 0,2-1 0 0 0,0 1 0 0 0,1-1 0 0 0,0 0 0 0 0,1 0 0 0 0,0-1 0 0 0,1 0-1 0 0,17 23 1 0 0,-23-33-27 0 0,1-1-1 0 0,0 1 0 0 0,0-1 0 0 0,1 0 0 0 0,-1 0 1 0 0,0 0-1 0 0,1 0 0 0 0,-1 0 0 0 0,1 0 1 0 0,-1 0-1 0 0,1-1 0 0 0,0 0 0 0 0,0 1 0 0 0,0-1 1 0 0,0 0-1 0 0,0 0 0 0 0,4 0 0 0 0,-4-1 37 0 0,0-1 0 0 0,1 1 0 0 0,-1-1 0 0 0,0 1-1 0 0,0-1 1 0 0,1 0 0 0 0,-1 0 0 0 0,0-1 0 0 0,0 1-1 0 0,0-1 1 0 0,-1 1 0 0 0,1-1 0 0 0,0 0 0 0 0,0 0-1 0 0,-1 0 1 0 0,4-5 0 0 0,12-11 196 0 0,-2-2 0 0 0,0 0 0 0 0,-2 0 0 0 0,0-2 0 0 0,15-30 0 0 0,-15 25-238 0 0,1 1 1 0 0,1 1-1 0 0,25-30 1 0 0,-34 48-1061 0 0</inkml:trace>
</inkml:ink>
</file>

<file path=ppt/ink/ink2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2.6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715 10 1376 0 0,'-3'-9'9480'0'0,"3"9"-9366"0"0,-5 0-11 0 0,0 1 0 0 0,0 0 0 0 0,0 0 0 0 0,0 0 0 0 0,0 0 0 0 0,0 1 0 0 0,0 0 0 0 0,1 0 0 0 0,-1 0 0 0 0,0 0 0 0 0,1 1 0 0 0,0 0 0 0 0,0 0 0 0 0,0 0 0 0 0,0 0 0 0 0,0 1 0 0 0,1 0 0 0 0,-6 6 0 0 0,-9 13 190 0 0,0 1-1 0 0,-15 29 1 0 0,13-20-64 0 0,-96 135 540 0 0,-61 102-161 0 0,122-164-589 0 0,5 2 1 0 0,-67 211-1 0 0,113-306-97 0 0,1-5 42 0 0,1-1 0 0 0,-1 1 0 0 0,2 0-1 0 0,-1 0 1 0 0,1 0 0 0 0,0 0 0 0 0,1 14 0 0 0,0-22 36 0 0,0 1 0 0 0,0-1 0 0 0,0 1 0 0 0,0-1 0 0 0,0 1 0 0 0,0-1 0 0 0,0 1 0 0 0,1-1 0 0 0,-1 1 0 0 0,0-1 0 0 0,0 0 0 0 0,1 1 0 0 0,-1-1 0 0 0,0 1 0 0 0,0-1 1 0 0,1 1-1 0 0,-1-1 0 0 0,1 0 0 0 0,-1 1 0 0 0,0-1 0 0 0,1 0 0 0 0,-1 1 0 0 0,1-1 0 0 0,-1 0 0 0 0,1 0 0 0 0,-1 1 0 0 0,0-1 0 0 0,1 0 0 0 0,-1 0 0 0 0,2 0 0 0 0,17-3 146 0 0,16-17 164 0 0,-35 20-307 0 0,30-24 288 0 0,-1 0 0 0 0,41-45 0 0 0,4-4 126 0 0,-6 13-137 0 0,2 3 0 0 0,4 3 1 0 0,82-46-1 0 0,-145 94-223 0 0,37-19 169 0 0,-45 24-200 0 0,0 0 1 0 0,1-1-1 0 0,-1 2 0 0 0,0-1 0 0 0,0 0 0 0 0,1 1 0 0 0,-1-1 0 0 0,1 1 0 0 0,-1 0 1 0 0,0 0-1 0 0,1 0 0 0 0,5 1 0 0 0,-8 0-23 0 0,0 0 1 0 0,0-1-1 0 0,0 1 0 0 0,-1 0 0 0 0,1-1 1 0 0,0 1-1 0 0,0 0 0 0 0,0 0 0 0 0,-1 0 1 0 0,1 0-1 0 0,-1 0 0 0 0,1 0 1 0 0,-1 0-1 0 0,1 0 0 0 0,-1 0 0 0 0,1 0 1 0 0,-1 0-1 0 0,0 0 0 0 0,1 0 1 0 0,-1 0-1 0 0,0 1 0 0 0,0-1 0 0 0,0 0 1 0 0,0 0-1 0 0,0 0 0 0 0,0 0 1 0 0,0 0-1 0 0,-1 0 0 0 0,1 0 0 0 0,0 1 1 0 0,-1-1-1 0 0,0 1 0 0 0,-13 42-104 0 0,12-39 62 0 0,-22 53-98 0 0,-2-1-1 0 0,-42 65 1 0 0,-80 99-689 0 0,-2 4-2 0 0,119-172 703 0 0,3 1 0 0 0,-31 80 0 0 0,51-111 237 0 0,1 1 0 0 0,1 0 1 0 0,1 0-1 0 0,2 0 0 0 0,0 1 0 0 0,1 33 0 0 0,1-54 9 0 0,-1 0-1 0 0,0 0 1 0 0,0 0 0 0 0,0 0 0 0 0,0-1 0 0 0,0 1 0 0 0,-1 0 0 0 0,-3 3 0 0 0,-7 12 248 0 0,11-16-311 0 0,1 0 0 0 0,0 0 0 0 0,0 0 0 0 0,0 0 0 0 0,0 0 1 0 0,1 0-1 0 0,-1 1 0 0 0,1-1 0 0 0,0 0 0 0 0,0 0 0 0 0,0 0 0 0 0,0 4 0 0 0,0-6-59 0 0,0-1 0 0 0,1 1 0 0 0,-1 0-1 0 0,0-1 1 0 0,0 1 0 0 0,0 0 0 0 0,1-1 0 0 0,-1 1 0 0 0,0 0 0 0 0,1-1 0 0 0,-1 1 0 0 0,0-1-1 0 0,1 1 1 0 0,-1-1 0 0 0,1 1 0 0 0,-1 0 0 0 0,1-1 0 0 0,-1 0 0 0 0,1 1 0 0 0,0-1 0 0 0,0 1-1 0 0,0-1-53 0 0,0 1-1 0 0,0-1 0 0 0,0 0 0 0 0,1 0 0 0 0,-1 0 0 0 0,0-1 0 0 0,0 1 0 0 0,0 0 0 0 0,0 0 0 0 0,0 0 0 0 0,0-1 0 0 0,0 1 1 0 0,0-1-1 0 0,0 1 0 0 0,0-1 0 0 0,-1 1 0 0 0,1-1 0 0 0,0 1 0 0 0,1-2 0 0 0,4-3-909 0 0</inkml:trace>
</inkml:ink>
</file>

<file path=ppt/ink/ink2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3.1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89 246 4145 0 0,'-12'-18'685'0'0,"1"1"0"0"0,1-2-1 0 0,0 1 1 0 0,2-1 0 0 0,0-1 0 0 0,1 1 0 0 0,1-1-1 0 0,1-1 1 0 0,-5-37 0 0 0,10 58-577 0 0,-1-1 0 0 0,1 0 0 0 0,0 1 0 0 0,0-1 0 0 0,0 0 0 0 0,0 1 0 0 0,0-1 0 0 0,0 0 0 0 0,0 1 0 0 0,0-1 0 0 0,0 0 0 0 0,0 1 0 0 0,0-1 0 0 0,0 0 0 0 0,0 1 0 0 0,1-1-1 0 0,-1 1 1 0 0,0-1 0 0 0,1 0 0 0 0,-1 1 0 0 0,0-1 0 0 0,1 1 0 0 0,-1-1 0 0 0,1 0 0 0 0,13 10 3832 0 0,-10-6-3684 0 0,3 4-106 0 0,-1 0-1 0 0,1 1 1 0 0,-1 0 0 0 0,-1 0 0 0 0,0 0-1 0 0,0 1 1 0 0,0-1 0 0 0,5 18 0 0 0,26 87 800 0 0,-26-74-748 0 0,-5-23-138 0 0,-4-7-37 0 0,2-1-1 0 0,-1 1 1 0 0,1-1-1 0 0,0 1 1 0 0,0-1 0 0 0,1 0-1 0 0,0-1 1 0 0,1 1-1 0 0,0-1 1 0 0,9 11-1 0 0,-13-17-19 0 0,0-1-1 0 0,0 1 0 0 0,0 0 1 0 0,0-1-1 0 0,0 1 0 0 0,0-1 0 0 0,0 0 1 0 0,0 1-1 0 0,1-1 0 0 0,-1 0 1 0 0,0 0-1 0 0,0 1 0 0 0,0-1 0 0 0,1 0 1 0 0,-1 0-1 0 0,0 0 0 0 0,0-1 1 0 0,1 1-1 0 0,-1 0 0 0 0,0 0 0 0 0,0-1 1 0 0,0 1-1 0 0,0-1 0 0 0,0 1 1 0 0,1-1-1 0 0,-1 1 0 0 0,0-1 0 0 0,0 0 1 0 0,0 1-1 0 0,0-1 0 0 0,-1 0 1 0 0,1 0-1 0 0,0 0 0 0 0,0 0 0 0 0,0 0 1 0 0,-1 0-1 0 0,1 0 0 0 0,0 0 1 0 0,0-1-1 0 0,5-7 84 0 0,0 0 1 0 0,0-1-1 0 0,4-12 0 0 0,-7 17-65 0 0,24-55 99 0 0,-16 33-1063 0 0,2 0-1 0 0,0 1 0 0 0,28-39 1 0 0,-21 40-5599 0 0</inkml:trace>
</inkml:ink>
</file>

<file path=ppt/ink/ink2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5.0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103 84 5065 0 0,'-21'-49'2889'0'0,"20"46"-2598"0"0,0 1 1 0 0,0-1-1 0 0,0 1 1 0 0,-1 0-1 0 0,1 0 1 0 0,-1 0-1 0 0,0 0 0 0 0,1 0 1 0 0,-1 0-1 0 0,0 1 1 0 0,0-1-1 0 0,0 0 1 0 0,-1 1-1 0 0,1 0 1 0 0,0-1-1 0 0,-1 1 1 0 0,-3-2-1 0 0,5 3-176 0 0,0 1-1 0 0,0-1 1 0 0,0 0 0 0 0,0 0-1 0 0,0 0 1 0 0,0 0 0 0 0,1 1-1 0 0,-1-1 1 0 0,0 0 0 0 0,0 1-1 0 0,0-1 1 0 0,0 1 0 0 0,0-1-1 0 0,1 1 1 0 0,-1-1-1 0 0,0 1 1 0 0,0-1 0 0 0,1 1-1 0 0,-1 0 1 0 0,1 0 0 0 0,-1-1-1 0 0,0 1 1 0 0,1 0 0 0 0,-1 0-1 0 0,1-1 1 0 0,0 1 0 0 0,-1 0-1 0 0,1 0 1 0 0,0 0-1 0 0,-1 0 1 0 0,1 0 0 0 0,0 0-1 0 0,0 1 1 0 0,-6 38 936 0 0,6-32-805 0 0,-10 81 236 0 0,4 0 0 0 0,5 1 0 0 0,3-1-1 0 0,21 141 1 0 0,-20-215-403 0 0,1 0-1 0 0,0 0 0 0 0,1 0 0 0 0,0 0 0 0 0,1-1 0 0 0,1 0 0 0 0,13 20 0 0 0,-17-28-51 0 0,1-2 0 0 0,-1 1-1 0 0,1 0 1 0 0,1-1 0 0 0,-1 1-1 0 0,0-1 1 0 0,1 0 0 0 0,0-1-1 0 0,0 1 1 0 0,0-1-1 0 0,1 0 1 0 0,-1 0 0 0 0,1-1-1 0 0,-1 0 1 0 0,1 0 0 0 0,0 0-1 0 0,0 0 1 0 0,0-1-1 0 0,0 0 1 0 0,0 0 0 0 0,12-1-1 0 0,-11 0-3 0 0,1-1-1 0 0,0 0 0 0 0,-1 0 0 0 0,1-1 1 0 0,-1 0-1 0 0,0 0 0 0 0,1-1 0 0 0,-1 0 1 0 0,0 0-1 0 0,0-1 0 0 0,-1 0 0 0 0,7-4 0 0 0,0-2-816 0 0,-2-1-1 0 0,1 0 0 0 0,-1-1 0 0 0,17-23 1 0 0,-15 18-5927 0 0</inkml:trace>
</inkml:ink>
</file>

<file path=ppt/ink/ink2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5.3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3225 0 0,'2'31'2479'0'0,"1"0"1"0"0,2-1-1 0 0,15 50 1 0 0,-12-47-948 0 0,0-4-268 0 0,14 37 0 0 0,-17-56-1361 0 0,-1 1 0 0 0,2-1 0 0 0,-1 0 0 0 0,1-1 1 0 0,1 1-1 0 0,12 14 0 0 0,-8-15-817 0 0</inkml:trace>
</inkml:ink>
</file>

<file path=ppt/ink/ink2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5.7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30 1 4145 0 0,'-2'0'368'0'0,"1"0"1"0"0,0-1-1 0 0,0 1 1 0 0,-1 1-1 0 0,1-1 1 0 0,0 0-1 0 0,-1 0 1 0 0,1 0-1 0 0,0 1 0 0 0,0-1 1 0 0,0 0-1 0 0,-1 1 1 0 0,1-1-1 0 0,0 1 1 0 0,0 0-1 0 0,0-1 1 0 0,0 1-1 0 0,0 0 1 0 0,0 0-1 0 0,-2 1 0 0 0,3-1-320 0 0,-1 1 0 0 0,1-1 0 0 0,0 0-1 0 0,-1 0 1 0 0,1 0 0 0 0,0 0-1 0 0,0 0 1 0 0,0 1 0 0 0,0-1 0 0 0,0 0-1 0 0,0 0 1 0 0,0 0 0 0 0,0 1 0 0 0,0-1-1 0 0,0 0 1 0 0,1 0 0 0 0,-1 0-1 0 0,1 2 1 0 0,3 7-722 0 0,1-1-1 0 0,0 1 1 0 0,1-1 0 0 0,7 10-1 0 0,-5-8 1620 0 0,27 41-998 0 0,-16-22 42 0 0</inkml:trace>
</inkml:ink>
</file>

<file path=ppt/ink/ink2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6.13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254 144 456 0 0,'-4'-13'1014'0'0,"-1"1"0"0"0,0-1 1 0 0,-1 2-1 0 0,0-1 0 0 0,-1 0 0 0 0,-12-14 0 0 0,16 22-792 0 0,0 1-1 0 0,0-1 0 0 0,0 1 1 0 0,-1 0-1 0 0,0 0 1 0 0,1 0-1 0 0,-1 0 1 0 0,0 1-1 0 0,0-1 0 0 0,0 1 1 0 0,-1 0-1 0 0,1 0 1 0 0,0 1-1 0 0,-1-1 1 0 0,0 1-1 0 0,1 0 0 0 0,-1 0 1 0 0,1 0-1 0 0,-1 1 1 0 0,0 0-1 0 0,-6 0 1 0 0,8 1-80 0 0,-1-1 1 0 0,0 1 0 0 0,0 0 0 0 0,0 0-1 0 0,1 0 1 0 0,-1 1 0 0 0,1-1 0 0 0,-1 1-1 0 0,1 0 1 0 0,0 0 0 0 0,-1 0 0 0 0,1 1-1 0 0,0-1 1 0 0,-5 6 0 0 0,4-3-27 0 0,0 1 1 0 0,0-1-1 0 0,1 1 0 0 0,-1-1 0 0 0,1 1 1 0 0,1 0-1 0 0,-1 1 0 0 0,-1 5 1 0 0,-1 11 13 0 0,0 0 0 0 0,2-1 1 0 0,-1 43-1 0 0,4-64-127 0 0,0 10 18 0 0,0-1 0 0 0,1 1 0 0 0,0-1 0 0 0,1 0-1 0 0,0 1 1 0 0,1-1 0 0 0,0 0 0 0 0,0 0-1 0 0,8 14 1 0 0,-10-21-44 0 0,1 1 0 0 0,0-1 0 0 0,0 0 0 0 0,0 1-1 0 0,0-1 1 0 0,1 0 0 0 0,-1 0 0 0 0,1-1 0 0 0,0 1 0 0 0,0 0-1 0 0,0-1 1 0 0,0 0 0 0 0,0 0 0 0 0,1 0 0 0 0,-1 0 0 0 0,1 0-1 0 0,-1-1 1 0 0,1 1 0 0 0,0-1 0 0 0,-1 0 0 0 0,1 0 0 0 0,0 0-1 0 0,0-1 1 0 0,0 1 0 0 0,0-1 0 0 0,0 0 0 0 0,-1 0 0 0 0,9-2-1 0 0,-10 2-47 0 0,1-1-1 0 0,-1 0 0 0 0,0 1 1 0 0,1-1-1 0 0,-1 0 1 0 0,0 0-1 0 0,1-1 0 0 0,-1 1 1 0 0,0 0-1 0 0,0-1 0 0 0,0 1 1 0 0,0-1-1 0 0,-1 0 0 0 0,1 1 1 0 0,0-1-1 0 0,-1 0 1 0 0,1 0-1 0 0,-1 0 0 0 0,1-1 1 0 0,-1 1-1 0 0,0 0 0 0 0,0 0 1 0 0,0-1-1 0 0,0 1 0 0 0,-1 0 1 0 0,1-1-1 0 0,-1 1 1 0 0,1-1-1 0 0,-1-2 0 0 0,1-9 210 0 0,0-1-1 0 0,-1 1 1 0 0,-1 0-1 0 0,-3-17 1 0 0,0-10 875 0 0,6 16-362 0 0,-2 24-579 0 0,0 0 1 0 0,0 0-1 0 0,0 0 1 0 0,0 0-1 0 0,0 0 1 0 0,0 0 0 0 0,0 0-1 0 0,0 0 1 0 0,1 0-1 0 0,-1 0 1 0 0,0 0-1 0 0,1 0 1 0 0,-1 0-1 0 0,1 1 1 0 0,-1-1 0 0 0,1 0-1 0 0,-1 0 1 0 0,1 0-1 0 0,0 1 1 0 0,-1-1-1 0 0,1 0 1 0 0,1 0-1 0 0,0 4 67 0 0,0-1-1 0 0,0 1 0 0 0,0 0 0 0 0,-1 0 0 0 0,1 0 1 0 0,-1 0-1 0 0,1 1 0 0 0,-1-1 0 0 0,1 6 1 0 0,0-5-24 0 0,6 27 36 0 0,-1 1-1 0 0,-1-1 0 0 0,-2 1 1 0 0,1 34-1 0 0,-4-45-134 0 0,0 30-62 0 0,-2 0-1 0 0,-14 87 1 0 0,3-39 9 0 0,11-85 39 0 0,0-7-344 0 0,1 0-1 0 0,-1 0 0 0 0,0 0 1 0 0,-1 0-1 0 0,1-1 0 0 0,-5 11 1 0 0</inkml:trace>
</inkml:ink>
</file>

<file path=ppt/ink/ink2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6.56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3225 0 0,'0'10'8185'0'0,"0"-1"-7635"0"0,0 0-1 0 0,1 0 0 0 0,0 1 1 0 0,1-1-1 0 0,0-1 0 0 0,6 18 1 0 0,28 56 1360 0 0,-5-13-1274 0 0,26 130 71 0 0,-4-13-717 0 0,-53-185 4 0 0,0 0 0 0 0,0-1 0 0 0,0 1 1 0 0,0-1-1 0 0,0 1 0 0 0,0 0 0 0 0,0-1 1 0 0,1 1-1 0 0,-1-1 0 0 0,0 1 0 0 0,0 0 1 0 0,1-1-1 0 0,-1 1 0 0 0,0-1 0 0 0,1 1 1 0 0,-1-1-1 0 0,0 1 0 0 0,1-1 0 0 0,-1 0 1 0 0,1 1-1 0 0,-1-1 0 0 0,1 1 0 0 0,-1-1 1 0 0,1 0-1 0 0,-1 0 0 0 0,1 1 0 0 0,-1-1 1 0 0,1 0-1 0 0,0 0 0 0 0,-1 1 0 0 0,1-1 1 0 0,-1 0-1 0 0,1 0 0 0 0,0 0 1 0 0,-1 0-1 0 0,1 0 0 0 0,0 0 0 0 0,0 0 1 0 0,0-1-37 0 0,1-1 1 0 0,0 1 0 0 0,-1 0 0 0 0,0-1-1 0 0,1 1 1 0 0,-1-1 0 0 0,0 1 0 0 0,1-1-1 0 0,-1 0 1 0 0,0 1 0 0 0,1-5 0 0 0,22-57-974 0 0,-24 61 990 0 0,20-67-582 0 0,20-58 314 0 0,-34 110 539 0 0,2 1 0 0 0,0-1 1 0 0,1 1-1 0 0,0 1 0 0 0,15-19 0 0 0,-23 33-202 0 0,-1 0 1 0 0,1 0-1 0 0,0 1 0 0 0,-1-1 0 0 0,1 0 1 0 0,0 0-1 0 0,0 0 0 0 0,0 1 0 0 0,0-1 1 0 0,0 0-1 0 0,0 1 0 0 0,0-1 0 0 0,0 1 1 0 0,0-1-1 0 0,0 1 0 0 0,0-1 1 0 0,0 1-1 0 0,0 0 0 0 0,0 0 0 0 0,0 0 1 0 0,0-1-1 0 0,0 1 0 0 0,1 0 0 0 0,-1 0 1 0 0,0 0-1 0 0,0 1 0 0 0,0-1 0 0 0,0 0 1 0 0,0 0-1 0 0,0 0 0 0 0,0 1 0 0 0,0-1 1 0 0,0 1-1 0 0,1-1 0 0 0,-2 1 1 0 0,1-1-1 0 0,0 1 0 0 0,0 0 0 0 0,0-1 1 0 0,0 1-1 0 0,0 0 0 0 0,0 0 0 0 0,-1 0 1 0 0,1-1-1 0 0,0 1 0 0 0,-1 0 0 0 0,1 0 1 0 0,0 0-1 0 0,0 2 0 0 0,5 8 113 0 0,1 0 0 0 0,-1 0 0 0 0,7 21 0 0 0,-6-14-121 0 0,12 22-1316 0 0,44 68 0 0 0,-49-90 26 0 0</inkml:trace>
</inkml:ink>
</file>

<file path=ppt/ink/ink2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6.91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9 3745 0 0,'-11'-8'4130'0'0,"17"29"2241"0"0,-1-7-6739 0 0,70 206 5235 0 0,-58-179-4822 0 0,2 0 0 0 0,1 0 0 0 0,30 41 0 0 0,-6-27-1309 0 0,-11-22-4831 0 0,-21-21 1090 0 0</inkml:trace>
</inkml:ink>
</file>

<file path=ppt/ink/ink2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7.30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0 435 5985 0 0,'1'-3'495'0'0,"0"-1"-1"0"0,0 0 0 0 0,0 0 0 0 0,0 1 1 0 0,1-1-1 0 0,-1 0 0 0 0,4-4 0 0 0,16-28 1047 0 0,1 0 0 0 0,2 1-1 0 0,2 1 1 0 0,32-32 0 0 0,-9 17-1529 0 0,95-75-1 0 0,-117 104-473 0 0</inkml:trace>
</inkml:ink>
</file>

<file path=ppt/ink/ink2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21.10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14 67 2016 0 0,'0'1'5'0'0,"0"-1"-1"0"0,0 0 0 0 0,-1 0 0 0 0,1 0 0 0 0,0 0 1 0 0,-1 0-1 0 0,1 0 0 0 0,0 0 0 0 0,-1 0 0 0 0,1 1 1 0 0,0-1-1 0 0,-1 0 0 0 0,1 0 0 0 0,0 0 0 0 0,-1-1 0 0 0,1 1 1 0 0,0 0-1 0 0,-1 0 0 0 0,1 0 0 0 0,0 0 0 0 0,0 0 1 0 0,-1 0-1 0 0,1 0 0 0 0,0 0 0 0 0,-1-1 0 0 0,1 1 1 0 0,0 0-1 0 0,0 0 0 0 0,-1 0 0 0 0,1-1 0 0 0,0 1 1 0 0,0 0-1 0 0,-1 0 0 0 0,1-1 0 0 0,0 1 0 0 0,0 0 1 0 0,0 0-1 0 0,0-1 0 0 0,-1 1 0 0 0,1 0 0 0 0,0-1 0 0 0,-1-2-4 0 0,1 0 0 0 0,-1 1 0 0 0,1-1 0 0 0,-1 0 0 0 0,1 0 0 0 0,0 0 0 0 0,0 1 0 0 0,0-1 0 0 0,1 0 0 0 0,-1 0 0 0 0,0 1 0 0 0,1-1 0 0 0,0 0 0 0 0,0 1 0 0 0,0-1 0 0 0,0 0 0 0 0,0 1 0 0 0,3-4 0 0 0,-6 1 0 0 0,2 3 0 0 0</inkml:trace>
</inkml:ink>
</file>

<file path=ppt/ink/ink2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21.58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25 63 456 0 0,'-11'3'9952'0'0,"11"3"-9713"0"0,0-1 0 0 0,0 1 0 0 0,1-1 0 0 0,0 1 0 0 0,2 8 0 0 0,-3-12-193 0 0,1 0 0 0 0,-1 0 0 0 0,1 0 0 0 0,0 0 0 0 0,0 0-1 0 0,-1 0 1 0 0,1 0 0 0 0,0 0 0 0 0,1-1 0 0 0,-1 1 0 0 0,0 0-1 0 0,0-1 1 0 0,1 1 0 0 0,-1-1 0 0 0,1 1 0 0 0,-1-1 0 0 0,1 1-1 0 0,0-1 1 0 0,0 0 0 0 0,-1 0 0 0 0,4 1 0 0 0,-4-2-16 0 0,0 0 0 0 0,-1 0 0 0 0,1 0 0 0 0,0-1 0 0 0,0 1 1 0 0,0 0-1 0 0,-1 0 0 0 0,1-1 0 0 0,0 1 0 0 0,-1 0 0 0 0,1-1 0 0 0,0 1 0 0 0,0-1 1 0 0,-1 1-1 0 0,1-1 0 0 0,-1 1 0 0 0,1-1 0 0 0,-1 0 0 0 0,1 1 0 0 0,-1-1 1 0 0,1 0-1 0 0,-1 1 0 0 0,1-1 0 0 0,-1 0 0 0 0,0 0 0 0 0,1 1 0 0 0,-1-1 0 0 0,0 0 1 0 0,0 0-1 0 0,0 1 0 0 0,1-1 0 0 0,-1 0 0 0 0,0 0 0 0 0,0-1 0 0 0,3-31 1432 0 0,-3 30-1346 0 0,0-8 13 0 0,0 1 0 0 0,-1-1 1 0 0,-3-15-1 0 0,4 25-129 0 0,0 0 0 0 0,0-1 0 0 0,-1 1 0 0 0,1 0 0 0 0,0-1 0 0 0,-1 1 1 0 0,1 0-1 0 0,0-1 0 0 0,-1 1 0 0 0,0 0 0 0 0,1 0 0 0 0,-1 0 0 0 0,0-1 0 0 0,0 1 0 0 0,1 0 0 0 0,-1 0 0 0 0,0 0 1 0 0,0 0-1 0 0,0 0 0 0 0,0 1 0 0 0,0-1 0 0 0,-1 0 0 0 0,1 0 0 0 0,0 1 0 0 0,0-1 0 0 0,0 1 0 0 0,-1-1 0 0 0,1 1 1 0 0,0-1-1 0 0,-1 1 0 0 0,1 0 0 0 0,0-1 0 0 0,-1 1 0 0 0,1 0 0 0 0,0 0 0 0 0,-1 0 0 0 0,1 0 0 0 0,-2 1 0 0 0,1 0-16 0 0,1 0-1 0 0,-1 0 0 0 0,0 0 0 0 0,1 0 0 0 0,-1 0 0 0 0,1 1 1 0 0,-1-1-1 0 0,1 0 0 0 0,0 1 0 0 0,-1-1 0 0 0,1 1 0 0 0,0 0 0 0 0,0-1 1 0 0,0 1-1 0 0,0 0 0 0 0,1 0 0 0 0,-1-1 0 0 0,0 1 0 0 0,1 0 0 0 0,-1 0 1 0 0,1 0-1 0 0,0 0 0 0 0,0 0 0 0 0,0 3 0 0 0,-1 48-650 0 0,1-52 662 0 0,0 1 0 0 0,0-1 0 0 0,0 1 0 0 0,0-1 0 0 0,0 0 0 0 0,1 1 0 0 0,-1-1 0 0 0,0 1 0 0 0,1-1 0 0 0,-1 0 0 0 0,1 1 0 0 0,0-1 0 0 0,-1 0 0 0 0,1 0-1 0 0,0 1 1 0 0,0-1 0 0 0,0 0 0 0 0,0 0 0 0 0,1 1 0 0 0,-1-1 5 0 0,0-1 0 0 0,-1 0-1 0 0,1 0 1 0 0,0 0 0 0 0,0 0-1 0 0,0 1 1 0 0,0-1 0 0 0,-1-1 0 0 0,1 1-1 0 0,0 0 1 0 0,0 0 0 0 0,0 0-1 0 0,0 0 1 0 0,-1 0 0 0 0,1-1 0 0 0,0 1-1 0 0,0 0 1 0 0,-1-1 0 0 0,1 1-1 0 0,0-1 1 0 0,-1 1 0 0 0,1-1-1 0 0,1 0 1 0 0,2-2 64 0 0,-1-1-1 0 0,1 0 1 0 0,0 1 0 0 0,-1-1-1 0 0,0-1 1 0 0,0 1-1 0 0,0 0 1 0 0,-1-1 0 0 0,3-4-1 0 0,-2-12 321 0 0,-3 21-377 0 0,0-1 0 0 0,0 1 0 0 0,-1-1 0 0 0,1 1 0 0 0,0 0 1 0 0,0-1-1 0 0,0 1 0 0 0,0-1 0 0 0,-1 1 0 0 0,1 0 0 0 0,0-1 0 0 0,0 1 0 0 0,-1 0 0 0 0,1-1 0 0 0,0 1 0 0 0,0 0 0 0 0,-1 0 0 0 0,1-1 0 0 0,0 1 0 0 0,-1 0 0 0 0,1 0 1 0 0,-1-1-1 0 0,1 1 0 0 0,0 0 0 0 0,-2 0 0 0 0,1 0 6 0 0,0 0 1 0 0,0 0-1 0 0,0 0 1 0 0,-1 1-1 0 0,1-1 1 0 0,0 1-1 0 0,0-1 1 0 0,0 1-1 0 0,0-1 1 0 0,-1 1-1 0 0,1-1 1 0 0,0 1-1 0 0,0 0 1 0 0,0 0 0 0 0,0 0-1 0 0,1-1 1 0 0,-1 1-1 0 0,0 0 1 0 0,0 0-1 0 0,0 0 1 0 0,1 0-1 0 0,-1 0 1 0 0,1 1-1 0 0,-1-1 1 0 0,0 2-1 0 0,-15 39-148 0 0,13-22-4406 0 0,1-9-480 0 0</inkml:trace>
</inkml:ink>
</file>

<file path=ppt/ink/ink2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23.54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39 456 0 0,'12'-38'7601'0'0,"-1"53"-4904"0"0,13 26 1103 0 0,-23-39-3685 0 0,1 1 1 0 0,-1-1-1 0 0,1 1 1 0 0,-1-1 0 0 0,1 0-1 0 0,0 0 1 0 0,0 0-1 0 0,0 0 1 0 0,0 0-1 0 0,0 0 1 0 0,0 0-1 0 0,1-1 1 0 0,-1 1-1 0 0,0-1 1 0 0,1 0 0 0 0,0 0-1 0 0,-1 0 1 0 0,1 0-1 0 0,-1 0 1 0 0,6 1-1 0 0,6 1 70 0 0,1 0 0 0 0,24 0 0 0 0,-26-2-36 0 0,403 35 1665 0 0,-321-32-1749 0 0,122-10 1 0 0,-129 0-2 0 0,162 11-1 0 0,-217-1-62 0 0,512 40 130 0 0,-432-43 228 0 0,-1-5 0 0 0,209-34-1 0 0,-66 0 173 0 0,-251 38-499 0 0,0-1 0 0 0,0 1 0 0 0,0 0 0 0 0,0 0 0 0 0,0 0 0 0 0,0 1 0 0 0,0 0 0 0 0,5 1 0 0 0,-8-2-137 0 0,0 1 1 0 0,0 0-1 0 0,1-1 1 0 0,-1 1-1 0 0,0 0 1 0 0,0 0-1 0 0,0-1 1 0 0,0 1-1 0 0,0 0 1 0 0,0 0-1 0 0,-1 0 0 0 0,1 0 1 0 0,0 1-1 0 0,0-1 1 0 0,-1 0-1 0 0,1 0 1 0 0,-1 0-1 0 0,1 0 1 0 0,-1 1-1 0 0,1-1 1 0 0,-1 0-1 0 0,0 1 1 0 0,0-1-1 0 0,0 0 1 0 0,1 1-1 0 0,-1-1 1 0 0,-1 3-1 0 0</inkml:trace>
</inkml:ink>
</file>

<file path=ppt/ink/ink2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24.44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265 61 1728 0 0,'0'-4'23'0'0,"0"0"-1"0"0,0 0 1 0 0,-1 0-1 0 0,1 0 1 0 0,-1 0-1 0 0,0 0 1 0 0,0 0-1 0 0,0 1 1 0 0,0-1-1 0 0,-1 0 1 0 0,-3-6-1 0 0,5 10 5 0 0,-1-1 0 0 0,1 1 0 0 0,-1-1 0 0 0,0 0 0 0 0,1 1 0 0 0,-1-1 0 0 0,0 1 0 0 0,1-1 0 0 0,-1 1 0 0 0,0-1 0 0 0,1 1 0 0 0,-1 0 1 0 0,0-1-1 0 0,0 1 0 0 0,0 0 0 0 0,1 0 0 0 0,-1 0 0 0 0,0-1 0 0 0,0 1 0 0 0,0 0 0 0 0,-1 0 0 0 0,1 1 71 0 0,-1-1 0 0 0,0 1-1 0 0,0-1 1 0 0,0 1 0 0 0,0-1 0 0 0,1 1 0 0 0,-1 0 0 0 0,0 0-1 0 0,1 0 1 0 0,-1 0 0 0 0,1 0 0 0 0,-3 3 0 0 0,-15 12 407 0 0,0 2 0 0 0,-26 32 0 0 0,-18 27 14529 0 0,63-76-15030 0 0,-1 1-1 0 0,1-1 1 0 0,0 1 0 0 0,-1-1 0 0 0,1 1 0 0 0,0-1-1 0 0,0 1 1 0 0,0-1 0 0 0,0 0 0 0 0,0 1-1 0 0,0-1 1 0 0,1 1 0 0 0,-1-1 0 0 0,0 1-1 0 0,1-1 1 0 0,-1 1 0 0 0,1-1 0 0 0,0 0-1 0 0,-1 1 1 0 0,1-1 0 0 0,0 0 0 0 0,1 2-1 0 0,10 15 34 0 0,-6-7-30 0 0,1 0-1 0 0,1 0 0 0 0,0-1 0 0 0,0 0 1 0 0,1-1-1 0 0,0 0 0 0 0,1 0 0 0 0,11 8 1 0 0,24 14-76 0 0,-28-18 57 0 0,1 0 0 0 0,0-2 1 0 0,0 0-1 0 0,1-1 0 0 0,1-1 0 0 0,29 10 0 0 0,-48-19 8 0 0,0 0 1 0 0,0 0 0 0 0,0 0 0 0 0,0 1 0 0 0,0-1-1 0 0,0 0 1 0 0,0 1 0 0 0,0-1 0 0 0,0 0 0 0 0,0 1-1 0 0,0-1 1 0 0,0 1 0 0 0,0 0 0 0 0,0-1 0 0 0,0 1-1 0 0,0 0 1 0 0,-1 0 0 0 0,1-1 0 0 0,0 1-1 0 0,0 0 1 0 0,-1 0 0 0 0,1 0 0 0 0,-1 0 0 0 0,1 0-1 0 0,-1 0 1 0 0,1 0 0 0 0,-1 0 0 0 0,1 0 0 0 0,-1 0-1 0 0,0 0 1 0 0,0 0 0 0 0,0 0 0 0 0,1 2-1 0 0,-2 1 11 0 0,0-1 1 0 0,-1 1-1 0 0,1-1 0 0 0,-1 0 0 0 0,1 0 0 0 0,-1 0 0 0 0,0 0 0 0 0,0 0 0 0 0,0 0 0 0 0,-4 3 0 0 0,-154 160 1269 0 0,37-44-1720 0 0,49-33-2835 0 0,56-63-3322 0 0</inkml:trace>
</inkml:ink>
</file>

<file path=ppt/ink/ink2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27.14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134 35 2304 0 0,'-4'-10'723'0'0,"4"9"-523"0"0,0 1-1 0 0,0-1 1 0 0,0 1 0 0 0,0-1-1 0 0,0 0 1 0 0,-1 1-1 0 0,1-1 1 0 0,0 1-1 0 0,0-1 1 0 0,0 0 0 0 0,0 1-1 0 0,-1-1 1 0 0,1 1-1 0 0,0-1 1 0 0,-1 1 0 0 0,-1-3 997 0 0,1 2-997 0 0,0 0-218 0 0,-13-10 663 0 0,13 12-583 0 0,-1-1 0 0 0,1 0 0 0 0,0 0 0 0 0,0 1 0 0 0,0-1 1 0 0,0 0-1 0 0,0 1 0 0 0,0-1 0 0 0,0 1 0 0 0,0 0 0 0 0,0-1 1 0 0,0 1-1 0 0,0 0 0 0 0,1-1 0 0 0,-1 1 0 0 0,0 0 0 0 0,0 0 1 0 0,1 0-1 0 0,-1 0 0 0 0,0 1 0 0 0,-9 11 363 0 0,0 1 1 0 0,-14 30-1 0 0,0 2 917 0 0,20-39-1186 0 0,1 0 0 0 0,0 1 1 0 0,0-1-1 0 0,1 1 0 0 0,0-1 0 0 0,1 1 0 0 0,0 0 1 0 0,0 0-1 0 0,0 0 0 0 0,1 0 0 0 0,1 8 0 0 0,1 10-88 0 0,1 1 0 0 0,6 25 0 0 0,-7-41-70 0 0,1 0-1 0 0,0 0 1 0 0,1 0 0 0 0,0-1 0 0 0,0 1 0 0 0,1-1 0 0 0,1 0-1 0 0,12 17 1 0 0,-16-24-3 0 0,1 0-1 0 0,0 0 0 0 0,0 0 1 0 0,0-1-1 0 0,0 1 1 0 0,1-1-1 0 0,-1 0 1 0 0,1 0-1 0 0,-1 0 0 0 0,1 0 1 0 0,0 0-1 0 0,0-1 1 0 0,0 0-1 0 0,0 0 0 0 0,0 0 1 0 0,0 0-1 0 0,0 0 1 0 0,0-1-1 0 0,0 0 0 0 0,0 0 1 0 0,0 0-1 0 0,1 0 1 0 0,-1-1-1 0 0,0 1 0 0 0,0-1 1 0 0,0 0-1 0 0,6-3 1 0 0,-2 0-53 0 0,1 0 0 0 0,-1 0 0 0 0,0-1 0 0 0,-1 0 1 0 0,1 0-1 0 0,-1-1 0 0 0,0 1 0 0 0,0-2 0 0 0,-1 1 0 0 0,0-1 1 0 0,0 0-1 0 0,0 0 0 0 0,-1-1 0 0 0,8-15 0 0 0,-3 4 254 0 0,-1 0 0 0 0,-1-1-1 0 0,-1 0 1 0 0,-1-1 0 0 0,5-26-1 0 0,-10 44-173 0 0,-1 0-1 0 0,1 0 1 0 0,-1-1-1 0 0,0 1 1 0 0,0 0-1 0 0,0-1 1 0 0,-1 1-1 0 0,1 0 0 0 0,-1 0 1 0 0,0 0-1 0 0,0-1 1 0 0,0 1-1 0 0,0 0 1 0 0,0 0-1 0 0,-1 0 1 0 0,1 0-1 0 0,-4-3 1 0 0,1 1 15 0 0,0 1 1 0 0,0 0 0 0 0,0 0 0 0 0,0 0 0 0 0,-1 1 0 0 0,0-1 0 0 0,0 1-1 0 0,0 0 1 0 0,-7-3 0 0 0,-2 1-165 0 0,0 0-1 0 0,0 0 0 0 0,-1 2 1 0 0,1 0-1 0 0,-1 0 1 0 0,0 1-1 0 0,-16 1 0 0 0,-6 6-1785 0 0,20 0-2564 0 0</inkml:trace>
</inkml:ink>
</file>

<file path=ppt/ink/ink2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28.13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2011 103 1376 0 0,'-2'-16'5690'0'0,"-15"23"1784"0"0,6-1-9115 0 0,-35 18 3963 0 0,30-14-1961 0 0,-1-1 0 0 0,-35 13 0 0 0,44-20-274 0 0,0 0 0 0 0,0 0 0 0 0,0-1 0 0 0,0 0 0 0 0,0-1 0 0 0,0 0 0 0 0,0 0 0 0 0,0 0 0 0 0,0-1 0 0 0,-12-3 0 0 0,-125-28 1396 0 0,-2 7-1 0 0,-210-8 1 0 0,137 36-1247 0 0,-18 0-216 0 0,208-5-20 0 0,-43 0 0 0 0,0-4 0 0 0,-123-26 0 0 0,147 19-147 0 0,-1 2 1 0 0,-69-7 0 0 0,115 18-12 0 0,0 0 0 0 0,-1 0 0 0 0,1 1 0 0 0,0-1 0 0 0,0 1-1 0 0,-7 2 1 0 0,10-3 59 0 0,0 0 0 0 0,0 0-1 0 0,0 1 1 0 0,1-1 0 0 0,-1 0-1 0 0,0 1 1 0 0,0-1 0 0 0,1 1-1 0 0,-1-1 1 0 0,0 1 0 0 0,1-1-1 0 0,-1 1 1 0 0,0-1-1 0 0,1 1 1 0 0,-1-1 0 0 0,1 1-1 0 0,-1 0 1 0 0,1-1 0 0 0,-1 1-1 0 0,1 0 1 0 0,0 0 0 0 0,-1-1-1 0 0,1 1 1 0 0,0 0 0 0 0,0 0-1 0 0,-1 0 1 0 0,1-1 0 0 0,0 1-1 0 0,0 0 1 0 0,0 0 0 0 0,0 0-1 0 0,0 0 1 0 0,0-1 0 0 0,0 1-1 0 0,0 0 1 0 0,0 0 0 0 0,1 0-1 0 0,-1-1 1 0 0,0 1-1 0 0,1 1 1 0 0,5 10-1204 0 0</inkml:trace>
</inkml:ink>
</file>

<file path=ppt/ink/ink2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28.83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90 25 1376 0 0,'-31'-9'1862'0'0,"27"7"-1583"0"0,0 0-1 0 0,0 1 1 0 0,0 0-1 0 0,-1-1 1 0 0,1 1-1 0 0,-8 0 1 0 0,-10-1 4142 0 0,32-1-3093 0 0,-9 3-1206 0 0,0 0 0 0 0,1 0 0 0 0,-1 0 0 0 0,0 0 0 0 0,1 0 0 0 0,-1 0 0 0 0,0 1 0 0 0,0-1 1 0 0,0 1-1 0 0,1-1 0 0 0,-1 1 0 0 0,0-1 0 0 0,0 1 0 0 0,0-1 0 0 0,0 1 0 0 0,0 0 0 0 0,0 0 0 0 0,0 0 0 0 0,0 0 0 0 0,0-1 0 0 0,0 1 0 0 0,1 2 0 0 0,1 1 201 0 0,42 33 731 0 0,-27-22-676 0 0,0 0 1 0 0,0-1 0 0 0,38 20 0 0 0,-27-20-475 0 0,52 29 392 0 0,-75-39-753 0 0,0 0 0 0 0,0 1-1 0 0,0-1 1 0 0,0 1 0 0 0,-1 1-1 0 0,0-1 1 0 0,0 1-1 0 0,0 0 1 0 0,5 10 0 0 0,-4-3-4140 0 0</inkml:trace>
</inkml:ink>
</file>

<file path=ppt/ink/ink2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29.19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37 375 1376 0 0,'-2'0'226'0'0,"0"0"0"0"0,1 0-1 0 0,-1 0 1 0 0,1 0-1 0 0,-1 0 1 0 0,0 0 0 0 0,1-1-1 0 0,-1 1 1 0 0,1 0-1 0 0,-1-1 1 0 0,0 1 0 0 0,1-1-1 0 0,-1 0 1 0 0,1 1 0 0 0,0-1-1 0 0,-1 0 1 0 0,1 0-1 0 0,0 0 1 0 0,-1 0 0 0 0,1 0-1 0 0,0 0 1 0 0,-1-2 0 0 0,1 2-51 0 0,1-1 0 0 0,0 1 0 0 0,-1 0 0 0 0,1-1 0 0 0,0 1 0 0 0,0 0 0 0 0,0-1 0 0 0,0 1 0 0 0,0 0 0 0 0,1-1 0 0 0,-1 1 0 0 0,0 0 0 0 0,1-1 0 0 0,-1 1 0 0 0,1 0 0 0 0,-1 0 0 0 0,1 0 0 0 0,-1-1 0 0 0,1 1 0 0 0,0 0 0 0 0,0 0 1 0 0,-1 0-1 0 0,1 0 0 0 0,0 0 0 0 0,0 0 0 0 0,1-1 0 0 0,28-31 1305 0 0,0 2-1 0 0,2 1 1 0 0,2 1 0 0 0,71-47 0 0 0,34 0-1855 0 0,-40 35-3123 0 0,-72 31 2291 0 0</inkml:trace>
</inkml:ink>
</file>

<file path=ppt/ink/ink2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33.28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273 579 1928 0 0,'1'-3'12'0'0,"0"0"-1"0"0,0 0 1 0 0,-1-1-1 0 0,1 1 1 0 0,-1 0-1 0 0,0 0 1 0 0,0 0 0 0 0,0-1-1 0 0,-1 1 1 0 0,1 0-1 0 0,-1 0 1 0 0,0 0-1 0 0,1 0 1 0 0,-1 0-1 0 0,-3-5 1 0 0,-26-46-43 0 0,19 37 45 0 0,-8-29-14 0 0,18 39 0 0 0,-1 1 0 0 0,0 0 0 0 0,-1 0 0 0 0,0 0 0 0 0,1 0 0 0 0,-2 0 0 0 0,1 1 0 0 0,-7-9 0 0 0,-16 4 0 0 0,1 1 0 0 0,23 8 0 0 0,0 0 0 0 0,0 0 0 0 0,0 0 0 0 0,0 1 0 0 0,0-1 0 0 0,-1 1 0 0 0,1 0 0 0 0,0 0 0 0 0,-1 0 0 0 0,1 0 0 0 0,0 0 0 0 0,0 0 0 0 0,-1 0 0 0 0,-2 1 0 0 0,-22-1 0 0 0,26 0 0 0 0,1-1 0 0 0,-1 1 0 0 0,0-1 0 0 0,0 0 0 0 0,0 1 0 0 0,0-1 0 0 0,0 0 0 0 0,1 0 0 0 0,-1 0 0 0 0,0 1 0 0 0,1-1 0 0 0,-1 0 0 0 0,0 0 0 0 0,1 0 0 0 0,-1 0 0 0 0,1 0 0 0 0,0 0 0 0 0,-1 0 0 0 0,1 0 0 0 0,0 0 0 0 0,0-1 0 0 0,-1 1 0 0 0,1 0 0 0 0,0 0 0 0 0,0-1 0 0 0,0-18 34 0 0,-4-8-110 0 0,4 27 99 0 0,-1 0 0 0 0,0 0 0 0 0,1 0 1 0 0,-1 0-1 0 0,0 0 0 0 0,0 0 0 0 0,0 0 0 0 0,1 1 1 0 0,-1-1-1 0 0,0 0 0 0 0,0 0 0 0 0,0 1 0 0 0,-1-1 0 0 0,1 1 1 0 0,0-1-1 0 0,0 1 0 0 0,0-1 0 0 0,0 1 0 0 0,0 0 1 0 0,-1-1-1 0 0,1 1 0 0 0,-1 0 0 0 0,-21-7 8720 0 0,27 9-8447 0 0,-2-1-244 0 0,0 0-1 0 0,0 0 1 0 0,1 0-1 0 0,-1 0 1 0 0,0 0-1 0 0,0-1 1 0 0,0 1-1 0 0,1-1 0 0 0,-1 1 1 0 0,0-1-1 0 0,0 0 1 0 0,1 0-1 0 0,-1 0 1 0 0,0 0-1 0 0,1-1 1 0 0,-1 1-1 0 0,0 0 0 0 0,0-1 1 0 0,1 0-1 0 0,2-1 1 0 0,-2 2 127 0 0,1 0-1 0 0,-1 0 1 0 0,0 0 0 0 0,1 0 0 0 0,-1 0 0 0 0,0 1-1 0 0,1-1 1 0 0,-1 1 0 0 0,0 0 0 0 0,1 0 0 0 0,-1 0 0 0 0,3 2-1 0 0,39 21 56 0 0,-30-13-119 0 0,-1 1 1 0 0,0 0 0 0 0,0 2 0 0 0,-2-1 0 0 0,15 21 0 0 0,-10-14 261 0 0,34 35 0 0 0,-27-32-198 0 0,-2 1 0 0 0,-1 1 0 0 0,26 39 0 0 0,-22-29-86 0 0,33 36 0 0 0,-22-28-47 0 0,-26-29 47 0 0,0-2-1 0 0,1 1 0 0 0,17 14 1 0 0,-15-26 1647 0 0,-13-1-1690 0 0,-16-9-22 0 0,12 6 25 0 0,5-11-44 0 0,1 0 1 0 0,1 0-1 0 0,0 1 1 0 0,1-1-1 0 0,0 1 0 0 0,11-22 1 0 0,3-13 1 0 0,6-20 13 0 0,-3-2-1 0 0,-4 0 1 0 0,-2-2-1 0 0,4-73 1 0 0,-18 135 31 0 0,1 0 0 0 0,-1 0 0 0 0,2 0 0 0 0,-1 0 0 0 0,1 0 0 0 0,1 1 0 0 0,0-1 0 0 0,0 1 0 0 0,1 0-1 0 0,0 0 1 0 0,1 1 0 0 0,10-14 0 0 0,-11 14 14 0 0,2-9-922 0 0,6-7 5 0 0</inkml:trace>
</inkml:ink>
</file>

<file path=ppt/ink/ink2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41.40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279 16 2272 0 0,'0'0'83'0'0,"0"0"0"0"0,1 0-1 0 0,-1 0 1 0 0,0 0 0 0 0,1-1-1 0 0,-1 1 1 0 0,0 0 0 0 0,1 0-1 0 0,-1-1 1 0 0,0 1 0 0 0,0 0-1 0 0,0 0 1 0 0,1-1-1 0 0,-1 1 1 0 0,0 0 0 0 0,0-1-1 0 0,0 1 1 0 0,0 0 0 0 0,1-1-1 0 0,-1 1 1 0 0,0 0 0 0 0,0-1-1 0 0,0 1 1 0 0,0 0 0 0 0,0-1-1 0 0,0 1 1 0 0,0 0-1 0 0,0-1 1 0 0,0 1 0 0 0,0 0-1 0 0,0-1 1 0 0,0 1 0 0 0,0 0-1 0 0,0-1 1 0 0,-1 1 0 0 0,1 0-1 0 0,0-1 1 0 0,0 1 0 0 0,0 0-1 0 0,0-1 1 0 0,-1 1-1 0 0,1 0 1 0 0,0-1 0 0 0,0 1-1 0 0,0 0 1 0 0,-1 0 0 0 0,1 0-1 0 0,0-1 1 0 0,-1 1 0 0 0,1 0-1 0 0,0 0 1 0 0,0 0 0 0 0,-1-1-1 0 0,1 1 1 0 0,0 0-1 0 0,-1 0 1 0 0,1 0 0 0 0,0 0-1 0 0,-1 0 1 0 0,1 0 0 0 0,-1 0-1 0 0,1 0 1 0 0,0 0 0 0 0,-1 0-1 0 0,1 0 1 0 0,0 0 0 0 0,-1 0-1 0 0,1 0 1 0 0,-1 0-1 0 0,0 0 120 0 0,-1 0 0 0 0,1 1 0 0 0,-1-1-1 0 0,1 0 1 0 0,-1 0 0 0 0,1 1 0 0 0,0-1-1 0 0,-1 1 1 0 0,1-1 0 0 0,0 1 0 0 0,-1 0-1 0 0,1 0 1 0 0,0-1 0 0 0,0 1-1 0 0,0 0 1 0 0,0 0 0 0 0,-1 0 0 0 0,1 0-1 0 0,1 0 1 0 0,-1 1 0 0 0,0-1 0 0 0,-1 2-1 0 0,-20 45 1324 0 0,-17 60 0 0 0,-5 13-1285 0 0,-82 121-768 0 0,118-228 360 0 0,3-8 173 0 0</inkml:trace>
</inkml:ink>
</file>

<file path=ppt/ink/ink2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41.75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6 6209 0 0,'0'0'0'0'0,"2"-2"0"0"0,1-1 0 0 0</inkml:trace>
</inkml:ink>
</file>

<file path=ppt/ink/ink2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42.09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 17 3201 0 0,'-7'-16'17773'0'0,"7"21"-17634"0"0,0 0-145 0 0,0-1 0 0 0,1 1 0 0 0,0-1 0 0 0,0 0 0 0 0,0 0 0 0 0,1 1 1 0 0,-1-1-1 0 0,1 0 0 0 0,0 0 0 0 0,0 0 0 0 0,0-1 0 0 0,1 1 0 0 0,-1 0 1 0 0,1-1-1 0 0,0 1 0 0 0,0-1 0 0 0,5 4 0 0 0,35 33-42 0 0,2-2-1 0 0,1-2 1 0 0,2-2-1 0 0,53 28 0 0 0,-88-56 125 0 0,0-1 0 0 0,1 0 0 0 0,0-1-1 0 0,-1-1 1 0 0,1 0 0 0 0,28 3 0 0 0,-27-5-62 0 0,10 9-2734 0 0</inkml:trace>
</inkml:ink>
</file>

<file path=ppt/ink/ink2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49.06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596 2482 2112 0 0,'2'-5'9'0'0,"15"-24"403"0"0,-16 28-44 0 0,0 0 1 0 0,0 0-1 0 0,0-1 0 0 0,0 1 0 0 0,0 0 1 0 0,0 0-1 0 0,1 0 0 0 0,-1 0 0 0 0,0 1 1 0 0,1-1-1 0 0,-1 0 0 0 0,1 0 0 0 0,-1 1 1 0 0,1-1-1 0 0,-1 1 0 0 0,1 0 1 0 0,-1-1-1 0 0,4 1 524 0 0,-6 14 2721 0 0,1-11-3430 0 0,0-1 0 0 0,-1 1 0 0 0,1-1 0 0 0,-1 1 0 0 0,1-1 0 0 0,-1 1 0 0 0,0-1 0 0 0,0 0 0 0 0,0 1 0 0 0,0-1 0 0 0,0 0 0 0 0,-1 0 0 0 0,-1 3 0 0 0,0-4 5 0 0,0 1 1 0 0,0-1-1 0 0,0 0 0 0 0,0 0 1 0 0,0 0-1 0 0,0-1 1 0 0,-1 1-1 0 0,1-1 0 0 0,0 0 1 0 0,0 0-1 0 0,-1 0 1 0 0,1 0-1 0 0,0 0 0 0 0,0-1 1 0 0,-1 1-1 0 0,1-1 1 0 0,0 0-1 0 0,0 0 0 0 0,0 0 1 0 0,0-1-1 0 0,0 1 1 0 0,0-1-1 0 0,-4-2 1 0 0,-4-5-166 0 0,0 0 0 0 0,1-1 1 0 0,0 0-1 0 0,-11-15 0 0 0,-7-5 296 0 0,7 10-308 0 0,0-1 0 0 0,1-1 0 0 0,2-1 1 0 0,0 0-1 0 0,1-2 0 0 0,2 0 0 0 0,-23-49 0 0 0,-38-134 233 0 0,-74-332-1 0 0,127 430-168 0 0,5-2-1 0 0,5 0 1 0 0,5 0 0 0 0,5-1-1 0 0,5 0 1 0 0,21-149 0 0 0,-15 217-53 0 0,1 1-1 0 0,24-65 1 0 0,43-83-26 0 0,-51 131 7 0 0,-24 60-8 0 0,-1-1 0 0 0,0 1-1 0 0,1 0 1 0 0,-1 0 0 0 0,1 0 0 0 0,-1 0 0 0 0,1 0 0 0 0,0-1 0 0 0,-1 1 0 0 0,1 0 0 0 0,0 0 0 0 0,0 1-1 0 0,0-1 1 0 0,-1 0 0 0 0,3-1 0 0 0,-3 2-5 0 0,0 1 1 0 0,1-1-1 0 0,-1 0 0 0 0,1 1 0 0 0,-1-1 1 0 0,0 0-1 0 0,1 1 0 0 0,-1-1 0 0 0,0 1 1 0 0,0-1-1 0 0,1 0 0 0 0,-1 1 0 0 0,0-1 0 0 0,0 1 1 0 0,0-1-1 0 0,0 1 0 0 0,0-1 0 0 0,1 1 1 0 0,-1-1-1 0 0,0 1 0 0 0,0-1 0 0 0,0 1 1 0 0,0-1-1 0 0,0 2 0 0 0,-1 48-472 0 0,1-44 454 0 0,-14 137-900 0 0,4-55-1129 0 0,10-81 199 0 0</inkml:trace>
</inkml:ink>
</file>

<file path=ppt/ink/ink2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49.92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140 14 1976 0 0,'0'0'147'0'0,"-1"0"-84"0"0,-6 1 531 0 0,1 0 0 0 0,-1 1 0 0 0,1 0 1 0 0,-1 0-1 0 0,1 0 0 0 0,-11 7 0 0 0,11-6-281 0 0,1 1 1 0 0,0 0-1 0 0,0 0 0 0 0,1 0 0 0 0,-1 0 0 0 0,1 1 0 0 0,0 0 0 0 0,0 0 0 0 0,0 0 0 0 0,-3 7 0 0 0,2-3-138 0 0,0 0-1 0 0,0 1 0 0 0,1-1 0 0 0,1 1 0 0 0,-4 15 0 0 0,7-25-37 0 0,1 1-1 0 0,-1-1 1 0 0,1 0-1 0 0,0 1 1 0 0,-1-1-1 0 0,1 0 1 0 0,0 0-1 0 0,-1 0 1 0 0,1 0-1 0 0,0 1 1 0 0,-1-1-1 0 0,1 0 1 0 0,0 0-1 0 0,-1 0 1 0 0,1 0-1 0 0,0-1 1 0 0,-1 1-1 0 0,1 0 1 0 0,0 0-1 0 0,-1 0 1 0 0,1 0-1 0 0,0-1 1 0 0,-1 1-1 0 0,1 0 1 0 0,-1-1-1 0 0,1 1 0 0 0,-1 0 1 0 0,1-1-1 0 0,0 1 1 0 0,0-1-1 0 0,27-14-633 0 0,-13 3 752 0 0,1 0 0 0 0,1 1 0 0 0,0 1 0 0 0,23-10 0 0 0,-35 17-259 0 0,-1 0-1 0 0,0 0 0 0 0,1 0 0 0 0,-1-1 0 0 0,0 0 1 0 0,0 0-1 0 0,-1 0 0 0 0,1 0 0 0 0,-1 0 0 0 0,4-7 1 0 0,16-19 841 0 0,-22 29-573 0 0,-2 10-136 0 0,1-8-54 0 0,-1 5-4 0 0,-8 45-134 0 0,1-10 949 0 0,-5 77 0 0 0,13-105-1171 0 0,0 1 1 0 0,1 0-1 0 0,5 23 1 0 0,-4-30-299 0 0,0 1 0 0 0,1-1 0 0 0,0 1 0 0 0,0-1 0 0 0,0 0 0 0 0,1 0 0 0 0,7 9 0 0 0</inkml:trace>
</inkml:ink>
</file>

<file path=ppt/ink/ink2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52.90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 67 2304 0 0,'0'-6'1313'0'0,"0"-1"-1"0"0,0 0 0 0 0,1 1 0 0 0,0-1 0 0 0,3-10 0 0 0,10 25 1520 0 0,12 2-2155 0 0,0 1-386 0 0,-24-10-244 0 0,0 0 0 0 0,0 0 0 0 0,-1 0 0 0 0,1-1-1 0 0,0 1 1 0 0,0 0 0 0 0,0-1 0 0 0,0 0 0 0 0,0 1 0 0 0,0-1 0 0 0,0 0 0 0 0,0 0 0 0 0,0 0-1 0 0,0 0 1 0 0,0 0 0 0 0,0-1 0 0 0,0 1 0 0 0,0 0 0 0 0,0-1 0 0 0,0 0 0 0 0,3-1 0 0 0,-5 2-5 0 0,0 0 0 0 0,1 0 1 0 0,-1 0-1 0 0,1 0 0 0 0,-1 0 1 0 0,0-1-1 0 0,1 1 0 0 0,-1 0 1 0 0,0 0-1 0 0,1-1 0 0 0,-1 1 1 0 0,0 0-1 0 0,1 0 1 0 0,-1-1-1 0 0,0 1 0 0 0,0 0 1 0 0,1-1-1 0 0,-1 1 0 0 0,0 0 1 0 0,0-1-1 0 0,0 1 0 0 0,1-1 1 0 0,-1 1-1 0 0,0 0 1 0 0,0-1-1 0 0,0 1 0 0 0,0-1 1 0 0,0 1-1 0 0,0 0 0 0 0,0-1 1 0 0,0 0-1 0 0,-8-14 346 0 0,6 13-365 0 0,1 0-1 0 0,-1 0 0 0 0,0 0 0 0 0,-1 0 1 0 0,1 1-1 0 0,0-1 0 0 0,-1 1 0 0 0,1-1 0 0 0,0 1 1 0 0,-1 0-1 0 0,0 0 0 0 0,1 0 0 0 0,-6-1 1 0 0,5 2-149 0 0,-1-1 0 0 0,0 1 0 0 0,0 0 0 0 0,1 0 0 0 0,-1 0 0 0 0,0 1 0 0 0,1 0 0 0 0,-1-1 0 0 0,0 1 1 0 0,1 0-1 0 0,-1 1 0 0 0,1-1 0 0 0,-1 1 0 0 0,1-1 0 0 0,0 1 0 0 0,-6 4 0 0 0,7-4 48 0 0,1 0 0 0 0,-1 0 0 0 0,1 0 0 0 0,-1 0-1 0 0,1 1 1 0 0,0-1 0 0 0,0 0 0 0 0,0 0 0 0 0,0 1 0 0 0,1-1 0 0 0,-1 1-1 0 0,1-1 1 0 0,-1 0 0 0 0,1 1 0 0 0,0-1 0 0 0,0 1 0 0 0,0-1 0 0 0,0 1-1 0 0,0-1 1 0 0,1 1 0 0 0,-1-1 0 0 0,1 1 0 0 0,-1-1 0 0 0,1 0 0 0 0,0 1 0 0 0,2 2-1 0 0,-3-3 74 0 0,1 0 0 0 0,0 0 0 0 0,0 0 0 0 0,0 0 0 0 0,0 0 0 0 0,0-1 0 0 0,0 1 0 0 0,0 0 0 0 0,1-1 0 0 0,-1 1 0 0 0,1-1-1 0 0,-1 1 1 0 0,1-1 0 0 0,-1 0 0 0 0,1 0 0 0 0,0 1 0 0 0,0-1 0 0 0,-1 0 0 0 0,1-1 0 0 0,4 2 0 0 0,-3-1 21 0 0,1-1-1 0 0,-1 1 1 0 0,0-1 0 0 0,1 0 0 0 0,-1 0 0 0 0,1-1 0 0 0,-1 1 0 0 0,0-1-1 0 0,1 0 1 0 0,-1 1 0 0 0,5-3 0 0 0,8-4 349 0 0,-1-1-1 0 0,0-1 1 0 0,0 0-1 0 0,13-11 1 0 0,-20 15 53 0 0,1-5 4 0 0,-17 3-324 0 0,0 2 577 0 0,3 4-532 0 0,-25-10 145 0 0,26 17-331 0 0,0 0 0 0 0,0 0 0 0 0,1 0 0 0 0,-4 10 0 0 0,-7 19-975 0 0,40-63 854 0 0,-26 27 61 0 0,1 1 0 0 0,-1 0-1 0 0,0 0 1 0 0,1-1 0 0 0,-1 1-1 0 0,1 0 1 0 0,-1 0 0 0 0,0-1-1 0 0,1 1 1 0 0,-1-1 0 0 0,0 1-1 0 0,1 0 1 0 0,-1-1 0 0 0,0 1-1 0 0,0-1 1 0 0,1 1 0 0 0,-1 0-1 0 0,0-1 1 0 0,0 1 0 0 0,0-1-1 0 0,0 1 1 0 0,0-1 0 0 0,1 1-1 0 0,-1-1 1 0 0,0 1 0 0 0,0-1-1 0 0,0 1 1 0 0,0-1 0 0 0,-1 0-1 0 0</inkml:trace>
</inkml:ink>
</file>

<file path=ppt/ink/ink2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5:02.9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14 3681 0 0,'-14'-5'-62'0'0,"-23"-4"5269"0"0,45 19-808 0 0,15 13-2808 0 0,124 122 2481 0 0,48 94-2528 0 0,-125-152-1526 0 0,-43-54-172 0 0,0 0 0 0 0,-2 2 0 0 0,23 43 0 0 0,-78-106-10528 0 0,14 11 10094 0 0,-9-7 402 0 0</inkml:trace>
</inkml:ink>
</file>

<file path=ppt/ink/ink2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5:03.2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1 256 4201 0 0,'1'-10'55'0'0,"0"0"0"0"0,0 0 1 0 0,2 0-1 0 0,-1 0 0 0 0,1 0 0 0 0,0 1 0 0 0,1-1 1 0 0,7-13-1 0 0,1 2-35 0 0,1-1-1 0 0,20-23 1 0 0,-28 38 37 0 0,0 1 1 0 0,0 1-1 0 0,1-1 1 0 0,-1 1-1 0 0,1 0 1 0 0,1 0-1 0 0,-1 0 0 0 0,1 1 1 0 0,-1 0-1 0 0,10-3 1 0 0,-12 5 40 0 0,-1 1 0 0 0,1 0 0 0 0,0 0 0 0 0,-1 0 0 0 0,1 1 0 0 0,0 0 0 0 0,0-1 0 0 0,-1 1 0 0 0,1 0 0 0 0,0 1 0 0 0,0-1 0 0 0,-1 1-1 0 0,1 0 1 0 0,0-1 0 0 0,-1 2 0 0 0,1-1 0 0 0,0 0 0 0 0,-1 1 0 0 0,0 0 0 0 0,1-1 0 0 0,-1 1 0 0 0,0 1 0 0 0,3 1 0 0 0,3 5 164 0 0,0 0 0 0 0,-1 0 0 0 0,0 1 0 0 0,-1 0 0 0 0,0 1 0 0 0,0-1 0 0 0,-1 1 0 0 0,-1 0-1 0 0,1 1 1 0 0,-2-1 0 0 0,0 1 0 0 0,0 0 0 0 0,-1 0 0 0 0,-1 0 0 0 0,2 19 0 0 0,-1-2 208 0 0,-2 0 1 0 0,-1 0 0 0 0,-1 0 0 0 0,-1 0-1 0 0,-10 45 1 0 0,12-73-458 0 0,-26 99 1872 0 0,23-91-1507 0 0,-1 0 1 0 0,0 1-1 0 0,0-1 0 0 0,-1-1 0 0 0,0 1 1 0 0,0-1-1 0 0,-1 1 0 0 0,-7 7 1 0 0,13-16-346 0 0,-1 1 0 0 0,1-1 0 0 0,0 0 0 0 0,0 0 0 0 0,0 1 0 0 0,-1-1 1 0 0,1 0-1 0 0,0 1 0 0 0,0-1 0 0 0,-1 0 0 0 0,1 0 0 0 0,0 1 0 0 0,-1-1 1 0 0,1 0-1 0 0,0 0 0 0 0,-1 0 0 0 0,1 0 0 0 0,0 1 0 0 0,-1-1 0 0 0,1 0 1 0 0,0 0-1 0 0,-1 0 0 0 0,1 0 0 0 0,-1 0 0 0 0,1 0 0 0 0,0 0 0 0 0,-1 0 1 0 0,1 0-1 0 0,-1 0 0 0 0,0-10 313 0 0,9-17-241 0 0,1 14-80 0 0,0-1 0 0 0,1 1-1 0 0,0 1 1 0 0,1 0-1 0 0,0 0 1 0 0,1 1 0 0 0,0 1-1 0 0,14-10 1 0 0,16-7-1600 0 0,56-29 1 0 0,-75 44-5175 0 0</inkml:trace>
</inkml:ink>
</file>

<file path=ppt/ink/ink2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5:03.5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80 488 15667 0 0,'25'-29'1830'0'0,"-9"10"-1654"0"0,-2 0 1 0 0,0-1-1 0 0,-1-1 0 0 0,-1 0 0 0 0,-1 0 1 0 0,-1-2-1 0 0,8-24 0 0 0,-14 36-152 0 0,-1-1 1 0 0,-1 1-1 0 0,0-1 0 0 0,0 0 0 0 0,-1 0 0 0 0,-1 1 1 0 0,0-1-1 0 0,0 0 0 0 0,-1 0 0 0 0,-1 0 1 0 0,0 1-1 0 0,-1-1 0 0 0,0 1 0 0 0,0-1 0 0 0,-1 1 1 0 0,-10-18-1 0 0,12 25-39 0 0,1 1 0 0 0,-1 0 0 0 0,-1-1-1 0 0,1 1 1 0 0,0 0 0 0 0,-1 0 0 0 0,0 0 0 0 0,1 1 0 0 0,-1-1 0 0 0,0 1 0 0 0,0-1 0 0 0,-1 1 0 0 0,1 0-1 0 0,0 0 1 0 0,-1 0 0 0 0,1 1 0 0 0,-1-1 0 0 0,0 1 0 0 0,0 0 0 0 0,1 0 0 0 0,-1 0 0 0 0,-6 0 0 0 0,5 1-69 0 0,1 1 0 0 0,0-1 1 0 0,-1 1-1 0 0,1 0 0 0 0,0 0 1 0 0,-1 1-1 0 0,1-1 0 0 0,0 1 1 0 0,0 0-1 0 0,0 0 0 0 0,0 0 1 0 0,1 1-1 0 0,-1 0 0 0 0,1-1 1 0 0,-1 1-1 0 0,1 0 0 0 0,0 0 1 0 0,0 1-1 0 0,-4 5 0 0 0,2-2 16 0 0,1 0 0 0 0,-1 0 0 0 0,1 0-1 0 0,1 0 1 0 0,-1 0 0 0 0,2 1 0 0 0,-1 0 0 0 0,1 0-1 0 0,0-1 1 0 0,0 1 0 0 0,1 1 0 0 0,0-1-1 0 0,0 13 1 0 0,2-12 201 0 0,0-1-1 0 0,0 1 0 0 0,0 0 0 0 0,1-1 1 0 0,0 1-1 0 0,1-1 0 0 0,0 0 1 0 0,0 0-1 0 0,1 0 0 0 0,0 0 0 0 0,0-1 1 0 0,1 1-1 0 0,0-1 0 0 0,1 0 1 0 0,-1 0-1 0 0,1-1 0 0 0,0 0 0 0 0,1 0 1 0 0,-1 0-1 0 0,1-1 0 0 0,1 0 1 0 0,-1 0-1 0 0,0-1 0 0 0,1 0 0 0 0,0 0 1 0 0,0-1-1 0 0,0 0 0 0 0,1 0 1 0 0,-1-1-1 0 0,1 0 0 0 0,9 1 0 0 0,-4-2-154 0 0,-1-1-1 0 0,0 0 0 0 0,0-1 1 0 0,1 0-1 0 0,-1-1 1 0 0,0-1-1 0 0,0 0 0 0 0,-1-1 1 0 0,1 0-1 0 0,23-12 0 0 0,-30 13-323 0 0,1 0-1 0 0,-1-1 1 0 0,0 0 0 0 0,0-1-1 0 0,-1 1 1 0 0,0-1-1 0 0,1 0 1 0 0,-1-1-1 0 0,-1 1 1 0 0,1-1-1 0 0,-1 0 1 0 0,0 0-1 0 0,-1 0 1 0 0,1 0 0 0 0,-1-1-1 0 0,0 0 1 0 0,-1 1-1 0 0,1-1 1 0 0,-2 0-1 0 0,1 0 1 0 0,1-11-1 0 0,-3-5-1140 0 0</inkml:trace>
</inkml:ink>
</file>

<file path=ppt/ink/ink2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5:03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1 409 6913 0 0,'2'-3'2505'0'0,"-2"3"-2469"0"0,13 0 1566 0 0,14 6 299 0 0,51 19 1773 0 0,-58-17-3064 0 0,0 0 0 0 0,1-2-1 0 0,-1-1 1 0 0,1 0 0 0 0,1-1-1 0 0,-1-1 1 0 0,36-1 0 0 0,-56-2-597 0 0,-1 0 1 0 0,0 0 0 0 0,1 0 0 0 0,-1 0-1 0 0,0 0 1 0 0,0 0 0 0 0,1 0 0 0 0,-1-1 0 0 0,0 1-1 0 0,0 0 1 0 0,1 0 0 0 0,-1 0 0 0 0,0 0-1 0 0,0-1 1 0 0,0 1 0 0 0,1 0 0 0 0,-1 0 0 0 0,0 0-1 0 0,0-1 1 0 0,0 1 0 0 0,1 0 0 0 0,-1 0 0 0 0,0-1-1 0 0,0 1 1 0 0,0 0 0 0 0,0-1 0 0 0,0 1-1 0 0,0 0 1 0 0,0 0 0 0 0,0-1 0 0 0,0 1 0 0 0,0 0-1 0 0,0-1 1 0 0,0 1 0 0 0,0 0 0 0 0,0 0-1 0 0,0-1 1 0 0,0 1 0 0 0,0 0 0 0 0,0-1 0 0 0,0 1-1 0 0,0 0 1 0 0,0 0 0 0 0,-1-1 0 0 0,1 1-1 0 0,0 0 1 0 0,0 0 0 0 0,0-1 0 0 0,0 1 0 0 0,-1 0-1 0 0,1 0 1 0 0,0 0 0 0 0,0-1 0 0 0,0 1-1 0 0,-1 0 1 0 0,-15-21 87 0 0,10 14-29 0 0,-13-20 80 0 0,1 0 0 0 0,1-1 0 0 0,2-1 0 0 0,-18-49 0 0 0,25 56-675 0 0,1 0 1 0 0,1 0-1 0 0,1 0 1 0 0,1-1 0 0 0,1 1-1 0 0,1-1 1 0 0,2-32-1 0 0,6 26-4092 0 0,0 21 2248 0 0</inkml:trace>
</inkml:ink>
</file>

<file path=ppt/ink/ink2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5:04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36 473 5985 0 0,'3'3'223'0'0,"0"-1"1"0"0,0 0-1 0 0,0 0 0 0 0,0 0 0 0 0,0 0 0 0 0,0 0 0 0 0,1-1 0 0 0,-1 0 1 0 0,1 1-1 0 0,-1-1 0 0 0,1 0 0 0 0,-1-1 0 0 0,1 1 0 0 0,0-1 0 0 0,-1 1 1 0 0,1-1-1 0 0,-1 0 0 0 0,1-1 0 0 0,0 1 0 0 0,-1-1 0 0 0,1 1 0 0 0,0-1 1 0 0,-1 0-1 0 0,1 0 0 0 0,-1-1 0 0 0,0 1 0 0 0,1-1 0 0 0,-1 1 1 0 0,0-1-1 0 0,0 0 0 0 0,0 0 0 0 0,0-1 0 0 0,4-4 0 0 0,-2 1 168 0 0,0 0 0 0 0,-1 0 0 0 0,0 0 0 0 0,-1-1 0 0 0,1 0-1 0 0,-1 0 1 0 0,0 0 0 0 0,-1 0 0 0 0,0 0 0 0 0,0-1 0 0 0,-1 1 0 0 0,1 0 0 0 0,-1-1-1 0 0,-1 1 1 0 0,0-1 0 0 0,-1-12 0 0 0,-1-7 76 0 0,-1 0 0 0 0,-2-1 0 0 0,-9-30 0 0 0,6 31-352 0 0,-19-47 0 0 0,23 65-100 0 0,0 1 1 0 0,-1-1-1 0 0,0 1 0 0 0,0 0 1 0 0,-1 1-1 0 0,0-1 1 0 0,0 1-1 0 0,-1 0 0 0 0,-7-6 1 0 0,13 12-24 0 0,0 0 0 0 0,0 0 0 0 0,0 0 0 0 0,-1 0 0 0 0,1 0 1 0 0,0 0-1 0 0,0 0 0 0 0,-1 0 0 0 0,1 1 0 0 0,0-1 0 0 0,-1 0 0 0 0,1 1 0 0 0,-1 0 0 0 0,1-1 1 0 0,-1 1-1 0 0,1 0 0 0 0,-1 0 0 0 0,1-1 0 0 0,-1 1 0 0 0,1 0 0 0 0,-1 1 0 0 0,1-1 1 0 0,-1 0-1 0 0,1 0 0 0 0,-1 1 0 0 0,1-1 0 0 0,-1 1 0 0 0,1-1 0 0 0,0 1 0 0 0,-1-1 0 0 0,1 1 1 0 0,0 0-1 0 0,-1 0 0 0 0,1 0 0 0 0,0 0 0 0 0,0 0 0 0 0,0 0 0 0 0,0 0 0 0 0,0 0 1 0 0,0 0-1 0 0,0 0 0 0 0,0 1 0 0 0,0-1 0 0 0,0 0 0 0 0,1 1 0 0 0,-1-1 0 0 0,1 0 0 0 0,-1 1 1 0 0,0 2-1 0 0,-2 5-49 0 0,1-1 0 0 0,0 1 0 0 0,0 0 1 0 0,1-1-1 0 0,0 1 0 0 0,1 0 0 0 0,0 11 1 0 0,1-9 39 0 0,0 0 0 0 0,1 0 0 0 0,1 0 0 0 0,0 0 0 0 0,0-1 0 0 0,1 1 0 0 0,0-1 0 0 0,1 0 0 0 0,0 0 0 0 0,0 0 0 0 0,1 0 0 0 0,1-1 0 0 0,-1 0 0 0 0,16 14 0 0 0,-16-17 19 0 0,1 0 0 0 0,0-1-1 0 0,1 1 1 0 0,-1-2 0 0 0,1 1 0 0 0,0-1 0 0 0,0-1 0 0 0,0 1 0 0 0,1-1 0 0 0,-1-1 0 0 0,1 1 0 0 0,0-2 0 0 0,-1 1 0 0 0,1-1 0 0 0,0 0 0 0 0,0-1 0 0 0,0 0 0 0 0,0-1 0 0 0,10-1 0 0 0,-5 0-70 0 0,-1-1 0 0 0,0 0 0 0 0,0-1 0 0 0,0 0 0 0 0,-1-1 1 0 0,1 0-1 0 0,17-11 0 0 0,-24 11-524 0 0,1 0-1 0 0,-1 1 1 0 0,0-2-1 0 0,10-10 1 0 0,-5 0-5946 0 0</inkml:trace>
</inkml:ink>
</file>

<file path=ppt/ink/ink2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5:04.6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1 377 14283 0 0,'0'-1'34'0'0,"0"1"0"0"0,0 0 0 0 0,0-1 0 0 0,0 1 0 0 0,0-1 0 0 0,0 1 0 0 0,-1-1 0 0 0,1 1 0 0 0,1-1 1 0 0,-1 1-1 0 0,0-1 0 0 0,0 1 0 0 0,0 0 0 0 0,0-1 0 0 0,0 1 0 0 0,0-1 0 0 0,0 1 0 0 0,0-1 0 0 0,1 1 0 0 0,-1 0 0 0 0,0-1 0 0 0,0 1 0 0 0,1 0 0 0 0,-1-1 0 0 0,0 1 0 0 0,1 0 0 0 0,-1-1 0 0 0,0 1 0 0 0,1 0 0 0 0,-1-1 1 0 0,0 1-1 0 0,1 0 0 0 0,-1 0 0 0 0,1-1 0 0 0,-1 1 0 0 0,0 0 0 0 0,1 0 0 0 0,0 0 0 0 0,17-13-1163 0 0,-12 11 1213 0 0,-1-1 0 0 0,1 1 0 0 0,-1 1 0 0 0,1-1 0 0 0,0 1 0 0 0,0 0 0 0 0,0 0 0 0 0,0 1 0 0 0,0 0 0 0 0,0 0 0 0 0,0 0 0 0 0,0 1 0 0 0,-1-1 0 0 0,1 2 0 0 0,0-1 0 0 0,0 1 0 0 0,0-1 0 0 0,-1 2 0 0 0,1-1 0 0 0,5 4 0 0 0,14 7 1386 0 0,-1 1-1 0 0,42 32 1 0 0,-64-44-1413 0 0,32 20 784 0 0,-24-17-566 0 0,0 1 1 0 0,-1 1 0 0 0,12 10 0 0 0,-103-85 632 0 0,65 52-866 0 0,1-1 0 0 0,1-1 0 0 0,1-1 0 0 0,1 0 0 0 0,0 0 0 0 0,2-1 0 0 0,-15-33 0 0 0,21 39-366 0 0,0-1 0 0 0,0 1 0 0 0,2-1 0 0 0,-1 0 0 0 0,2 0 0 0 0,0 0-1 0 0,1-1 1 0 0,0 1 0 0 0,2 0 0 0 0,-1 0 0 0 0,2-1 0 0 0,4-21 0 0 0,1 16-6864 0 0</inkml:trace>
</inkml:ink>
</file>

<file path=ppt/ink/ink2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5:04.9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12 14283 0 0,'-1'-1'53'0'0,"0"0"-1"0"0,0 0 1 0 0,0 0 0 0 0,0 0-1 0 0,0 0 1 0 0,0 1 0 0 0,0-1 0 0 0,0 0-1 0 0,-1 1 1 0 0,1-1 0 0 0,0 1-1 0 0,0-1 1 0 0,-1 1 0 0 0,1-1-1 0 0,0 1 1 0 0,0 0 0 0 0,-1 0-1 0 0,1 0 1 0 0,0 0 0 0 0,-2 0 0 0 0,1 1-137 0 0,1 1 1 0 0,0 0 0 0 0,-1 0 0 0 0,1-1 0 0 0,0 1 0 0 0,0 0 0 0 0,0 0 0 0 0,0 0 0 0 0,0 1 0 0 0,1-1 0 0 0,-1 0 0 0 0,0 3 0 0 0,-11 35 589 0 0,-13 70-1 0 0,22-95-232 0 0,2 0-1 0 0,-1 1 0 0 0,2-1 0 0 0,0 0 1 0 0,1 1-1 0 0,0-1 0 0 0,2 1 1 0 0,3 14-1 0 0,-4-24-216 0 0,-1-1 0 0 0,1 0-1 0 0,1 0 1 0 0,-1 0 0 0 0,1 0 0 0 0,-1 0 0 0 0,2 0 0 0 0,-1-1 0 0 0,0 1 0 0 0,1-1 0 0 0,0 0-1 0 0,0 0 1 0 0,0 0 0 0 0,0-1 0 0 0,1 1 0 0 0,0-1 0 0 0,-1 0 0 0 0,1-1 0 0 0,0 1-1 0 0,9 3 1 0 0,4-2-58 0 0,0 0 0 0 0,0 0 0 0 0,1-2 0 0 0,35 1-1 0 0,-39-4-47 0 0,0 2 0 0 0,1 0-1 0 0,-1 1 1 0 0,0 0-1 0 0,0 1 1 0 0,0 1-1 0 0,23 9 1 0 0,-34-11 23 0 0,0 0 0 0 0,-1 0 0 0 0,1 0 0 0 0,-1 1 0 0 0,1 0 1 0 0,-1 0-1 0 0,0 0 0 0 0,0 0 0 0 0,0 0 0 0 0,0 1 0 0 0,-1-1 1 0 0,1 1-1 0 0,-1 0 0 0 0,0 0 0 0 0,2 6 0 0 0,-2-4 38 0 0,0 0-1 0 0,-1 1 1 0 0,0-1-1 0 0,0 0 0 0 0,-1 1 1 0 0,1-1-1 0 0,-1 1 1 0 0,-1-1-1 0 0,-1 11 1 0 0,-1-1-193 0 0,-2 0 0 0 0,0 1 1 0 0,0-2-1 0 0,-2 1 1 0 0,0-1-1 0 0,-1 0 1 0 0,-10 16-1 0 0,6-14-5817 0 0</inkml:trace>
</inkml:ink>
</file>

<file path=ppt/ink/ink2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5:05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6 432 10594 0 0,'6'-15'276'0'0,"0"1"1"0"0,1-1-1 0 0,0 1 0 0 0,19-25 0 0 0,7-13-159 0 0,-22 31-133 0 0,-1 0 0 0 0,-1-1 0 0 0,-1 0 0 0 0,7-30 0 0 0,-13 44 3 0 0,-1 1 0 0 0,0-1 0 0 0,0 0-1 0 0,-1 0 1 0 0,0 1 0 0 0,-1-1 0 0 0,-2-12 0 0 0,2 16 14 0 0,0 0 0 0 0,0-1 0 0 0,-1 1 0 0 0,0 0 0 0 0,0 0 1 0 0,0 0-1 0 0,0 0 0 0 0,-1 1 0 0 0,1-1 0 0 0,-1 1 0 0 0,0-1 0 0 0,0 1 1 0 0,0 0-1 0 0,-5-3 0 0 0,7 4-24 0 0,-1 1 0 0 0,1 0 1 0 0,-1 0-1 0 0,1 0 0 0 0,-1 0 0 0 0,0 0 0 0 0,1 1 1 0 0,-1-1-1 0 0,0 0 0 0 0,0 1 0 0 0,1-1 1 0 0,-1 1-1 0 0,0 0 0 0 0,0-1 0 0 0,0 1 1 0 0,0 0-1 0 0,1 0 0 0 0,-1 0 0 0 0,0 1 1 0 0,0-1-1 0 0,0 0 0 0 0,-3 2 0 0 0,2-1 18 0 0,0 1 0 0 0,1-1 0 0 0,-1 1 0 0 0,0 0 0 0 0,1 0 0 0 0,-1 0 0 0 0,1 1 0 0 0,0-1 0 0 0,0 0 0 0 0,0 1 0 0 0,0 0 0 0 0,-2 3 0 0 0,-1 3 265 0 0,1 0 0 0 0,0 0-1 0 0,0 0 1 0 0,1 1-1 0 0,0-1 1 0 0,1 1 0 0 0,-3 16-1 0 0,5-22 22 0 0,-1 0 0 0 0,1 0 0 0 0,0 0-1 0 0,0 0 1 0 0,1 0 0 0 0,-1 0 0 0 0,1 0-1 0 0,0-1 1 0 0,0 1 0 0 0,0 0 0 0 0,0 0-1 0 0,1-1 1 0 0,-1 1 0 0 0,1-1 0 0 0,0 1 0 0 0,0-1-1 0 0,3 4 1 0 0,-2-5-146 0 0,0 0 0 0 0,-1 0 0 0 0,1 0-1 0 0,0 0 1 0 0,0-1 0 0 0,0 1 0 0 0,0-1 0 0 0,0 0 0 0 0,1 0 0 0 0,-1 0-1 0 0,0 0 1 0 0,0-1 0 0 0,1 1 0 0 0,-1-1 0 0 0,1 0 0 0 0,-1 0 0 0 0,0 0-1 0 0,1 0 1 0 0,-1 0 0 0 0,5-2 0 0 0,15-4 14 0 0,0 0 0 0 0,-1-2 0 0 0,0 0 0 0 0,0-2 0 0 0,32-19 0 0 0,20-8-1905 0 0,-48 25-5573 0 0</inkml:trace>
</inkml:ink>
</file>

<file path=ppt/ink/ink2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5:05.8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12899 0 0,'2'13'307'0'0,"0"0"-1"0"0,0-1 1 0 0,1 1 0 0 0,7 19 0 0 0,1 3-170 0 0,3 17 428 0 0,1-1 1 0 0,3-1-1 0 0,27 53 1 0 0,-36-86-240 0 0,1 0 0 0 0,1-1-1 0 0,0-1 1 0 0,1 0 0 0 0,16 16 0 0 0,-20-23-133 0 0,1 0 1 0 0,0-1 0 0 0,0-1 0 0 0,1 1 0 0 0,0-1-1 0 0,0-1 1 0 0,0 0 0 0 0,1 0 0 0 0,17 5-1 0 0,-24-9-160 0 0,-1 0 0 0 0,0 0-1 0 0,1 0 1 0 0,-1 0-1 0 0,1-1 1 0 0,-1 1 0 0 0,1-1-1 0 0,0 0 1 0 0,-1 0 0 0 0,1-1-1 0 0,-1 1 1 0 0,1 0-1 0 0,-1-1 1 0 0,1 0 0 0 0,-1 0-1 0 0,0 0 1 0 0,1-1-1 0 0,-1 1 1 0 0,0-1 0 0 0,0 1-1 0 0,0-1 1 0 0,0 0 0 0 0,0 0-1 0 0,0 0 1 0 0,0-1-1 0 0,-1 1 1 0 0,1-1 0 0 0,-1 0-1 0 0,0 1 1 0 0,0-1-1 0 0,0 0 1 0 0,0 0 0 0 0,0 0-1 0 0,1-5 1 0 0,1-1 8 0 0,-2-1 0 0 0,1 1 0 0 0,-1-1-1 0 0,0 0 1 0 0,-1 1 0 0 0,0-1 0 0 0,-1 0 0 0 0,0 0 0 0 0,-1 1 0 0 0,0-1 0 0 0,-2-13 0 0 0,-4-6-987 0 0,-18-44-1 0 0,18 52-6402 0 0</inkml:trace>
</inkml:ink>
</file>

<file path=ppt/ink/ink2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5:06.2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147 240 11058 0 0,'0'0'130'0'0,"1"-1"0"0"0,-1 1 0 0 0,1-1-1 0 0,-1 1 1 0 0,1 0 0 0 0,0-1 0 0 0,-1 1-1 0 0,1-1 1 0 0,-1 1 0 0 0,1 0 0 0 0,0-1 0 0 0,-1 1-1 0 0,1 0 1 0 0,0 0 0 0 0,0 0 0 0 0,-1 0-1 0 0,1-1 1 0 0,0 1 0 0 0,-1 0 0 0 0,1 0-1 0 0,0 0 1 0 0,0 0 0 0 0,-1 0 0 0 0,1 1-1 0 0,0-1 1 0 0,-1 0 0 0 0,1 0 0 0 0,0 1 0 0 0,23 3 1454 0 0,-15-2-1354 0 0,0 1-1 0 0,0 0 0 0 0,0 1 1 0 0,-1 0-1 0 0,0 0 1 0 0,0 1-1 0 0,0 0 0 0 0,0 1 1 0 0,-1-1-1 0 0,0 1 1 0 0,0 1-1 0 0,6 7 0 0 0,8 11 333 0 0,-1 1-1 0 0,17 30 1 0 0,-32-49-561 0 0,7 17-1703 0 0</inkml:trace>
  <inkml:trace contextRef="#ctx0" brushRef="#br0" timeOffset="1">42 17 17972 0 0,'-20'-5'800'0'0,"11"2"160"0"0,1 2-768 0 0,5 0-192 0 0,1 0 0 0 0,2-2 0 0 0,3 2-920 0 0,4-1-1400 0 0,0 4 1135 0 0,3 4 929 0 0,3 3 184 0 0,2 1 72 0 0</inkml:trace>
</inkml:ink>
</file>

<file path=ppt/ink/ink2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5:06.6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55 7370 0 0,'-2'-6'4'0'0,"-14"-35"2438"0"0,15 40-2386 0 0,1 1 0 0 0,0-1-1 0 0,-1 1 1 0 0,1-1-1 0 0,0 1 1 0 0,-1-1-1 0 0,1 1 1 0 0,0 0-1 0 0,-1-1 1 0 0,1 1 0 0 0,-1 0-1 0 0,1-1 1 0 0,-1 1-1 0 0,1 0 1 0 0,-1-1-1 0 0,1 1 1 0 0,-1 0-1 0 0,1 0 1 0 0,-1 0 0 0 0,1-1-1 0 0,-1 1 1 0 0,1 0-1 0 0,-1 0 1 0 0,-1 0-1 0 0,1 1-28 0 0,0-1-1 0 0,0 1 1 0 0,0 0 0 0 0,0-1-1 0 0,1 1 1 0 0,-1 0-1 0 0,0-1 1 0 0,0 1 0 0 0,0 0-1 0 0,1 0 1 0 0,-1 0-1 0 0,0 0 1 0 0,1 0-1 0 0,-1 0 1 0 0,1 0 0 0 0,-1 0-1 0 0,0 2 1 0 0,-4 11 312 0 0,0 0 1 0 0,1 1-1 0 0,1-1 0 0 0,0 1 1 0 0,1-1-1 0 0,1 1 0 0 0,0 20 1 0 0,2 9 1347 0 0,8 51 0 0 0,-7-79-1000 0 0,1 0 0 0 0,0-1 0 0 0,9 25 0 0 0,-11-37-658 0 0,0 0-1 0 0,0-1 0 0 0,0 1 0 0 0,0 0 1 0 0,0-1-1 0 0,0 1 0 0 0,1-1 0 0 0,-1 0 1 0 0,1 1-1 0 0,0-1 0 0 0,0 0 0 0 0,0 0 1 0 0,0 0-1 0 0,0 0 0 0 0,0 0 0 0 0,0-1 1 0 0,1 1-1 0 0,-1-1 0 0 0,1 1 0 0 0,-1-1 1 0 0,1 0-1 0 0,-1 0 0 0 0,1 0 0 0 0,0 0 1 0 0,0 0-1 0 0,-1-1 0 0 0,1 0 0 0 0,4 1 1 0 0,-5-1-31 0 0,-1-1 0 0 0,1 0 1 0 0,-1 1-1 0 0,0-1 1 0 0,1 0-1 0 0,-1 0 1 0 0,0 0-1 0 0,1 0 1 0 0,-1 0-1 0 0,0 0 1 0 0,0 0-1 0 0,0 0 0 0 0,0 0 1 0 0,0-1-1 0 0,0 1 1 0 0,0 0-1 0 0,0-1 1 0 0,-1 1-1 0 0,1 0 1 0 0,0-1-1 0 0,-1 1 0 0 0,1-1 1 0 0,-1 1-1 0 0,0-1 1 0 0,1-1-1 0 0,6-42-254 0 0,-7 19-243 0 0,-1-1 0 0 0,0 1-1 0 0,-7-30 1 0 0,3 24-2288 0 0,-1-46 1 0 0,6 77 2677 0 0,0 0 0 0 0,0 0 1 0 0,0 0-1 0 0,0 0 0 0 0,0 0 1 0 0,0 0-1 0 0,0 0 1 0 0,0 0-1 0 0,0 0 0 0 0,0 0 1 0 0,1 0-1 0 0,-1 0 0 0 0,0 0 1 0 0,1 0-1 0 0,-1 1 1 0 0,1-1-1 0 0,-1 0 0 0 0,1 0 1 0 0,-1 0-1 0 0,2 0 1 0 0,-1 0 97 0 0,-1 1 1 0 0,1 0-1 0 0,0 0 1 0 0,-1 0 0 0 0,1 0-1 0 0,-1 0 1 0 0,1 0-1 0 0,0 0 1 0 0,-1 0 0 0 0,1 0-1 0 0,0 0 1 0 0,-1 0 0 0 0,1 1-1 0 0,0-1 1 0 0,-1 0-1 0 0,1 0 1 0 0,-1 1 0 0 0,1-1-1 0 0,0 0 1 0 0,-1 1-1 0 0,1-1 1 0 0,0 1 0 0 0,35 35 2141 0 0,-26-24-1537 0 0,-3-6-271 0 0,1 1-1 0 0,-1-2 1 0 0,1 1-1 0 0,1-1 1 0 0,-1 0-1 0 0,1 0 1 0 0,0-1 0 0 0,0-1-1 0 0,0 1 1 0 0,1-1-1 0 0,11 1 1 0 0,-16-3-459 0 0,0 0 0 0 0,0 0-1 0 0,-1-1 1 0 0,1 0 0 0 0,0 0 0 0 0,0 0-1 0 0,0-1 1 0 0,0 0 0 0 0,0 0 0 0 0,-1 0-1 0 0,1 0 1 0 0,0-1 0 0 0,-1 1 0 0 0,1-1 0 0 0,-1-1-1 0 0,1 1 1 0 0,-1 0 0 0 0,0-1 0 0 0,0 0-1 0 0,0 0 1 0 0,-1 0 0 0 0,1-1 0 0 0,-1 1 0 0 0,5-7-1 0 0,1-4-5077 0 0</inkml:trace>
</inkml:ink>
</file>

<file path=ppt/ink/ink2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5:06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 5985 0 0,'-3'8'738'0'0,"1"1"0"0"0,-1-1 0 0 0,1 1 0 0 0,1 0-1 0 0,-1 0 1 0 0,1 10 0 0 0,-2 13 547 0 0,-3-2-42 0 0,-7 54 1768 0 0,13-77-2707 0 0,-1-1 0 0 0,1 0 0 0 0,0 0 0 0 0,1 0-1 0 0,0 0 1 0 0,0 0 0 0 0,0 0 0 0 0,0 0-1 0 0,1 0 1 0 0,4 10 0 0 0,-4-14-262 0 0,0 1-1 0 0,0-1 1 0 0,0 0 0 0 0,0 0 0 0 0,0 0-1 0 0,0 0 1 0 0,0 0 0 0 0,1 0-1 0 0,-1 0 1 0 0,1-1 0 0 0,-1 1-1 0 0,1-1 1 0 0,0 0 0 0 0,-1 0 0 0 0,1 0-1 0 0,0 0 1 0 0,0 0 0 0 0,0-1-1 0 0,0 1 1 0 0,0-1 0 0 0,3 0 0 0 0,10 1-94 0 0,0-2 1 0 0,30-4 0 0 0,-5 1 143 0 0,-31 3-70 0 0,-1 1-1 0 0,1 1 1 0 0,-1 0 0 0 0,0 0-1 0 0,1 1 1 0 0,-1 0-1 0 0,17 6 1 0 0,-23-7-7 0 0,0 1 0 0 0,0-1 0 0 0,0 1 0 0 0,0 0 1 0 0,-1 0-1 0 0,1 0 0 0 0,-1 0 0 0 0,1 0 0 0 0,-1 0 0 0 0,0 1 0 0 0,0-1 1 0 0,0 1-1 0 0,0 0 0 0 0,0-1 0 0 0,-1 1 0 0 0,1 0 0 0 0,-1 0 0 0 0,0 0 0 0 0,0 0 1 0 0,0 0-1 0 0,0 1 0 0 0,0-1 0 0 0,-1 0 0 0 0,1 0 0 0 0,-1 1 0 0 0,0 4 1 0 0,-1 3 74 0 0,0-1 0 0 0,-1 1 0 0 0,0 0 0 0 0,0-1 0 0 0,-1 1 0 0 0,0-1 0 0 0,-7 14 0 0 0,-40 68 667 0 0,49-90-738 0 0,-16 25 221 0 0</inkml:trace>
</inkml:ink>
</file>

<file path=ppt/ink/ink2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36.3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42 8754 0 0,'0'-35'2518'0'0,"2"28"-1041"0"0,1 26-823 0 0,-2 12-527 0 0,-5 46-1 0 0,0 23 188 0 0,8-33 186 0 0,4 0 0 0 0,20 87 0 0 0,7-36-5285 0 0,-28-102 181 0 0</inkml:trace>
</inkml:ink>
</file>

<file path=ppt/ink/ink2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36.9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53 303 6913 0 0,'1'-3'58'0'0,"-1"0"0"0"0,1-1 0 0 0,0 1 0 0 0,0 0 0 0 0,1 0 0 0 0,-1 0 0 0 0,1 0 0 0 0,-1 0 0 0 0,1 0 0 0 0,0 0 0 0 0,0 1 0 0 0,0-1 0 0 0,0 1 0 0 0,6-5 0 0 0,42-35-103 0 0,-35 31 105 0 0,24-20 34 0 0,2 2 0 0 0,1 2 0 0 0,2 1 0 0 0,0 2 0 0 0,89-32 0 0 0,-128 54-57 0 0,0 0 0 0 0,1 1 0 0 0,-1 0 0 0 0,0 0 0 0 0,1 0 0 0 0,-1 1 0 0 0,1 0 0 0 0,-1 0 0 0 0,1 0 0 0 0,-1 1 0 0 0,0 0 0 0 0,10 2 0 0 0,-13-2-50 0 0,0 0 0 0 0,0 0 0 0 0,0 0 0 0 0,1 1 0 0 0,-1-1 0 0 0,0 0 0 0 0,-1 1 0 0 0,1 0 0 0 0,0-1 0 0 0,0 1 0 0 0,-1 0 0 0 0,1 0 0 0 0,-1 0 0 0 0,1 0 0 0 0,-1 0 0 0 0,0 0 0 0 0,0 1 0 0 0,0-1 0 0 0,0 0 0 0 0,0 1 0 0 0,-1-1 0 0 0,1 0 0 0 0,-1 1 0 0 0,1-1 0 0 0,-1 1 0 0 0,0-1 0 0 0,0 1 0 0 0,0-1 0 0 0,0 0 0 0 0,-1 3 0 0 0,0 8 74 0 0,-1 0 1 0 0,0-1-1 0 0,0 0 0 0 0,-2 1 0 0 0,1-1 0 0 0,-2 0 0 0 0,1-1 0 0 0,-2 1 0 0 0,1-1 0 0 0,-15 21 0 0 0,9-18 130 0 0,-1 0 0 0 0,-1-1 0 0 0,0 0 1 0 0,0-1-1 0 0,-1 0 0 0 0,-28 17 1 0 0,-6-3 188 0 0,-1-2 1 0 0,-1-2 0 0 0,0-2 0 0 0,-55 13 0 0 0,71-24-540 0 0,15-4-208 0 0,2 0 0 0 0,-27 12 1 0 0,37-15-953 0 0,0-4-368 0 0</inkml:trace>
</inkml:ink>
</file>

<file path=ppt/ink/ink2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39.6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466 147 920 0 0,'-2'-7'363'0'0,"-1"0"-1"0"0,1 0 1 0 0,-2 1-1 0 0,1-1 1 0 0,-1 1 0 0 0,0 0-1 0 0,0 0 1 0 0,-1 1-1 0 0,0-1 1 0 0,0 1-1 0 0,0 0 1 0 0,-9-7 0 0 0,11 10-125 0 0,0 0 1 0 0,1 1 0 0 0,-1-1 0 0 0,0 1 0 0 0,0 0 0 0 0,0 0-1 0 0,-1 0 1 0 0,1 0 0 0 0,0 0 0 0 0,0 1 0 0 0,0-1 0 0 0,0 1 0 0 0,-1 0-1 0 0,1 0 1 0 0,0 0 0 0 0,0 1 0 0 0,-1-1 0 0 0,1 1 0 0 0,0-1-1 0 0,0 1 1 0 0,0 0 0 0 0,0 0 0 0 0,0 1 0 0 0,0-1 0 0 0,0 1-1 0 0,0-1 1 0 0,0 1 0 0 0,1 0 0 0 0,-5 3 0 0 0,-4 7 167 0 0,0 0-1 0 0,0 1 1 0 0,1 0 0 0 0,1 1 0 0 0,0 0 0 0 0,0 0 0 0 0,-8 23 0 0 0,-17 26-241 0 0,-21 18 43 0 0,-14 24 1010 0 0,61-91-957 0 0,0 1 0 0 0,2 0-1 0 0,0 0 1 0 0,0 1 0 0 0,-4 28-1 0 0,5-19-93 0 0,-9 65 278 0 0,13-79-396 0 0,0 0 1 0 0,1-1-1 0 0,0 1 1 0 0,1 0-1 0 0,0-1 0 0 0,3 12 1 0 0,-3-19-42 0 0,0 0 0 0 0,0 0 0 0 0,0-1 0 0 0,1 1 0 0 0,-1-1 0 0 0,0 1 0 0 0,1-1 0 0 0,0 1 0 0 0,0-1 0 0 0,0 0 0 0 0,0 0 0 0 0,0 0 0 0 0,0 0 0 0 0,0 0 0 0 0,1 0 0 0 0,-1 0 0 0 0,3 1 0 0 0,0-1-3 0 0,1 0 0 0 0,-1 0-1 0 0,1 0 1 0 0,-1 0 0 0 0,1-1 0 0 0,0 0-1 0 0,0 0 1 0 0,6 0 0 0 0,7-2-37 0 0,0 0 1 0 0,0 0-1 0 0,0-2 1 0 0,22-6-1 0 0,-14 3-11 0 0,-1-3-1 0 0,0 0 1 0 0,0-1-1 0 0,-1-1 1 0 0,0-2-1 0 0,-1 0 1 0 0,-1-2 0 0 0,0-1-1 0 0,-1 0 1 0 0,-1-2-1 0 0,0 0 1 0 0,-1-2-1 0 0,-2 0 1 0 0,0-1-1 0 0,-1 0 1 0 0,0-2-1 0 0,-2 0 1 0 0,-1-1-1 0 0,11-25 1 0 0,-13 23-4 0 0,-2 5 27 0 0,-1 0 0 0 0,0 0 0 0 0,-2-1 0 0 0,9-41 0 0 0,-16 61 15 0 0,-1 0-1 0 0,1-1 1 0 0,0 1 0 0 0,-1 0 0 0 0,1 0-1 0 0,-1-1 1 0 0,0 1 0 0 0,0 0-1 0 0,0 0 1 0 0,0 0 0 0 0,0 0-1 0 0,0 0 1 0 0,-1 0 0 0 0,1 0-1 0 0,0 0 1 0 0,-1 1 0 0 0,-2-3-1 0 0,-32-27-73 0 0,34 30 78 0 0,-157-111-129 0 0,126 91 0 0 0,-2 2 0 0 0,-70-27 0 0 0,98 43-87 0 0,-1 1 0 0 0,1 1 0 0 0,0 0 0 0 0,-1 0 0 0 0,1 0 0 0 0,-1 1 0 0 0,1 0 0 0 0,-1 0 0 0 0,1 1-1 0 0,-1 0 1 0 0,-6 2 0 0 0,-6 3-803 0 0</inkml:trace>
</inkml:ink>
</file>

<file path=ppt/ink/ink2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0.1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198 140 2304 0 0,'-3'-1'139'0'0,"-1"0"0"0"0,1-1 0 0 0,-1 0 0 0 0,1 0 0 0 0,0 0 0 0 0,-1 0 0 0 0,1-1 0 0 0,1 1 0 0 0,-1-1 0 0 0,0 1 0 0 0,-4-7 0 0 0,-2 0 179 0 0,-18-21 759 0 0,-10-9 1102 0 0,37 39-2101 0 0,-1-1-1 0 0,0 0 1 0 0,1 1 0 0 0,-1-1 0 0 0,0 1 0 0 0,0 0 0 0 0,1-1 0 0 0,-1 1 0 0 0,0-1 0 0 0,0 1-1 0 0,0 0 1 0 0,0 0 0 0 0,1 0 0 0 0,-1-1 0 0 0,0 1 0 0 0,0 0 0 0 0,0 0 0 0 0,0 0 0 0 0,0 0-1 0 0,0 0 1 0 0,1 0 0 0 0,-1 1 0 0 0,0-1 0 0 0,0 0 0 0 0,0 0 0 0 0,-1 1 0 0 0,0 0 30 0 0,1 1 1 0 0,-1-1-1 0 0,1 0 1 0 0,-1 1-1 0 0,1-1 1 0 0,0 1-1 0 0,0-1 1 0 0,0 1-1 0 0,0 0 1 0 0,0-1-1 0 0,-2 4 1 0 0,-1 5 299 0 0,1 0 1 0 0,0 0 0 0 0,-3 15 0 0 0,6-24-311 0 0,-9 60 1274 0 0,-2 102 0 0 0,7-66-1022 0 0,2-70-334 0 0,1-1 0 0 0,6 50 0 0 0,-4-66 0 0 0,1 0 1 0 0,1 0 0 0 0,0 1 0 0 0,0-2 0 0 0,1 1 0 0 0,0 0 0 0 0,0-1 0 0 0,1 0 0 0 0,1 0 0 0 0,8 12-1 0 0,2-2-16 0 0,0 0 0 0 0,1-1 0 0 0,1-1 0 0 0,29 22 0 0 0,-37-32 0 0 0,-1-1 0 0 0,1-1 0 0 0,0 0 0 0 0,0 0 0 0 0,1-1 0 0 0,-1 0 0 0 0,1 0 0 0 0,0-1 0 0 0,0-1 0 0 0,0 0 0 0 0,0-1 0 0 0,15 1 0 0 0,-17-2 4 0 0,0 0-1 0 0,0 0 1 0 0,0-1-1 0 0,-1 0 1 0 0,1-1-1 0 0,0 1 0 0 0,0-2 1 0 0,-1 1-1 0 0,1-1 1 0 0,-1-1-1 0 0,0 0 1 0 0,0 0-1 0 0,0 0 1 0 0,0-1-1 0 0,-1 0 0 0 0,0-1 1 0 0,0 1-1 0 0,0-1 1 0 0,-1-1-1 0 0,0 1 1 0 0,0-1-1 0 0,-1 0 0 0 0,0-1 1 0 0,0 1-1 0 0,5-11 1 0 0,-3 4 59 0 0,0-1 1 0 0,-1 0 0 0 0,-1 0-1 0 0,-1 0 1 0 0,0-1-1 0 0,0 0 1 0 0,-2 1 0 0 0,0-1-1 0 0,0-29 1 0 0,-4 23-44 0 0,0 0 1 0 0,-2 0-1 0 0,0 1 0 0 0,-2-1 1 0 0,0 1-1 0 0,-14-32 1 0 0,5 17 26 0 0,-1 1 0 0 0,-2 1 0 0 0,-2 1 0 0 0,-1 1-1 0 0,-1 0 1 0 0,-2 2 0 0 0,-1 0 0 0 0,-29-26 0 0 0,50 52-97 0 0,1 1-1 0 0,0 0 1 0 0,-1 0 0 0 0,0 1-1 0 0,1-1 1 0 0,-1 1-1 0 0,0-1 1 0 0,0 1-1 0 0,0 0 1 0 0,-1 1 0 0 0,1-1-1 0 0,0 1 1 0 0,-1 0-1 0 0,1 0 1 0 0,-1 0-1 0 0,1 1 1 0 0,-1-1 0 0 0,0 1-1 0 0,1 0 1 0 0,-1 1-1 0 0,-5 0 1 0 0,-11 8-5765 0 0</inkml:trace>
</inkml:ink>
</file>

<file path=ppt/ink/ink2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0.9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247 61 456 0 0,'-2'1'262'0'0,"0"1"-1"0"0,0-1 1 0 0,0 1-1 0 0,0-1 1 0 0,0 0-1 0 0,0 0 1 0 0,0 0-1 0 0,0 0 1 0 0,0 0-1 0 0,0 0 1 0 0,-1 0-1 0 0,1-1 1 0 0,0 1-1 0 0,-1-1 1 0 0,1 0 0 0 0,0 1-1 0 0,-5-1 1 0 0,3 0 217 0 0,0 0 1 0 0,1 1 0 0 0,-1-1 0 0 0,0 1 0 0 0,0 0 0 0 0,0 0-1 0 0,1 1 1 0 0,-7 2 0 0 0,1 3 111 0 0,0 0 0 0 0,0 0 0 0 0,1 1 0 0 0,0 0 0 0 0,1 0 0 0 0,-1 1 0 0 0,-8 14 0 0 0,4 0-228 0 0,0-1 0 0 0,-9 29 0 0 0,11-28-255 0 0,2 0 0 0 0,1 1 0 0 0,1 0 0 0 0,1 0 0 0 0,1 0 0 0 0,2 0 0 0 0,0 1 0 0 0,1 0 0 0 0,2-1 1 0 0,0 1-1 0 0,2-1 0 0 0,0 0 0 0 0,2 1 0 0 0,0-1 0 0 0,14 34 0 0 0,-16-50-104 0 0,1 0 0 0 0,-1-1 0 0 0,1 0 1 0 0,1 0-1 0 0,-1 0 0 0 0,1-1 0 0 0,0 1 1 0 0,1-1-1 0 0,-1 0 0 0 0,1-1 0 0 0,1 1 1 0 0,-1-1-1 0 0,1 0 0 0 0,-1-1 0 0 0,16 8 1 0 0,-14-9 0 0 0,1 0-1 0 0,0-1 1 0 0,0 1 0 0 0,0-2 0 0 0,0 1 0 0 0,0-1 0 0 0,1-1 0 0 0,-1 1-1 0 0,0-2 1 0 0,1 1 0 0 0,-1-1 0 0 0,0-1 0 0 0,17-4 0 0 0,-7 1-6 0 0,0-2 1 0 0,0 0 0 0 0,0 0-1 0 0,-1-2 1 0 0,0-1 0 0 0,-1 0 0 0 0,0-1-1 0 0,16-13 1 0 0,-24 16 1 0 0,0-1 0 0 0,0 0 0 0 0,-1-1 0 0 0,0 1-1 0 0,-1-2 1 0 0,0 1 0 0 0,0-1 0 0 0,-1 0 0 0 0,-1 0 0 0 0,0 0 0 0 0,0-1 0 0 0,-1 0 0 0 0,-1 0-1 0 0,3-14 1 0 0,-2-4-31 0 0,-1 0 1 0 0,-1 1-1 0 0,-1-1 0 0 0,-2 0 0 0 0,-1 0 0 0 0,-11-58 0 0 0,10 74-31 0 0,-1-1 0 0 0,0 0 0 0 0,-1 1 0 0 0,-1 0-1 0 0,0 0 1 0 0,-1 0 0 0 0,0 1 0 0 0,-1 0 0 0 0,-1 0 0 0 0,0 1 0 0 0,0 0 0 0 0,-1 1 0 0 0,-1 0 0 0 0,0 0 0 0 0,-17-12-1 0 0,17 17 73 0 0,1 0 0 0 0,-1 0 0 0 0,0 1 0 0 0,-1 0 0 0 0,-20-5 0 0 0,26 9-115 0 0,0-1 1 0 0,-1 1 0 0 0,1 0-1 0 0,0 1 1 0 0,0 0 0 0 0,0 0 0 0 0,-1 0-1 0 0,1 1 1 0 0,0 0 0 0 0,0 0-1 0 0,0 0 1 0 0,-11 5 0 0 0,-12 9-5165 0 0</inkml:trace>
</inkml:ink>
</file>

<file path=ppt/ink/ink2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1.5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92 158 4609 0 0,'-1'-1'83'0'0,"-1"1"1"0"0,1 0-1 0 0,-1 0 0 0 0,1-1 1 0 0,0 1-1 0 0,-1-1 0 0 0,1 1 1 0 0,0-1-1 0 0,-1 0 0 0 0,1 0 1 0 0,0 1-1 0 0,-1-1 0 0 0,1 0 1 0 0,0 0-1 0 0,0 0 0 0 0,0 0 1 0 0,0 0-1 0 0,0-1 0 0 0,0 1 1 0 0,0 0-1 0 0,1 0 0 0 0,-1-1 1 0 0,0 1-1 0 0,1 0 0 0 0,-1-1 1 0 0,0-1-1 0 0,1 2 92 0 0,-1-1 1 0 0,0 0-1 0 0,0 0 0 0 0,0 1 0 0 0,0-1 1 0 0,0 1-1 0 0,0-1 0 0 0,0 1 1 0 0,0-1-1 0 0,0 1 0 0 0,-1 0 0 0 0,1-1 1 0 0,-1 1-1 0 0,1 0 0 0 0,-1 0 1 0 0,1 0-1 0 0,-1 0 0 0 0,0 0 0 0 0,1 1 1 0 0,-1-1-1 0 0,0 0 0 0 0,1 1 1 0 0,-1-1-1 0 0,-3 1 0 0 0,4 0-74 0 0,0 1-1 0 0,-1 0 1 0 0,1 0 0 0 0,0 0-1 0 0,0 0 1 0 0,0 0-1 0 0,0 0 1 0 0,0 1 0 0 0,0-1-1 0 0,0 0 1 0 0,0 0-1 0 0,0 1 1 0 0,0-1 0 0 0,1 1-1 0 0,-1-1 1 0 0,1 1 0 0 0,-1-1-1 0 0,1 1 1 0 0,-1-1-1 0 0,1 1 1 0 0,0-1 0 0 0,0 1-1 0 0,0 1 1 0 0,-4 40 449 0 0,4-42-492 0 0,-2 37 270 0 0,0 131 601 0 0,4-146-879 0 0,0-1 0 0 0,1 1-1 0 0,1-1 1 0 0,1 1 0 0 0,11 26-1 0 0,-12-38-49 0 0,2 0 0 0 0,0 0 0 0 0,0-1 0 0 0,1 0 0 0 0,0 0 0 0 0,1-1 0 0 0,0 0 0 0 0,0 0 0 0 0,1-1 0 0 0,0 0 0 0 0,1 0 0 0 0,0-1 0 0 0,0-1 0 0 0,0 1 0 0 0,1-2 0 0 0,0 1 0 0 0,0-2 0 0 0,0 1 0 0 0,23 4 0 0 0,-23-6-1 0 0,-1-1 0 0 0,1 0 0 0 0,-1-1 0 0 0,1 0 0 0 0,-1-1 0 0 0,1 0 0 0 0,-1-1 0 0 0,1 0 0 0 0,-1-1 0 0 0,1 0 0 0 0,-1 0 0 0 0,0-1 0 0 0,0-1 0 0 0,0 1 0 0 0,0-2 0 0 0,-1 1 0 0 0,1-1 0 0 0,-1-1 0 0 0,0 0-1 0 0,-1 0 1 0 0,0-1 0 0 0,14-13 0 0 0,-7 3 0 0 0,-1 1 1 0 0,-1-2-1 0 0,-1 0 0 0 0,0 0 0 0 0,-2-1 0 0 0,0-1 0 0 0,-1 0 0 0 0,-1 0 0 0 0,-1-1 0 0 0,0 1 1 0 0,4-28-1 0 0,-10 38-3 0 0,0 0 0 0 0,-1-1 0 0 0,0 0 1 0 0,0 1-1 0 0,-1-1 0 0 0,0 1 0 0 0,-1 0 1 0 0,0-1-1 0 0,-1 1 0 0 0,0 0 0 0 0,-1 0 1 0 0,0 0-1 0 0,0 1 0 0 0,-1 0 0 0 0,0-1 0 0 0,-8-9 1 0 0,-9-13 87 0 0,0 1-1 0 0,-34-34 1 0 0,49 57-139 0 0,0 1 0 0 0,-1 0 1 0 0,0 0-1 0 0,0 1 0 0 0,0-1 0 0 0,-1 2 0 0 0,0-1 0 0 0,-1 1 0 0 0,1 1 0 0 0,-1 0 0 0 0,0 0 0 0 0,0 1 0 0 0,-11-3 0 0 0,-7 8-3644 0 0,3 10-1252 0 0</inkml:trace>
</inkml:ink>
</file>

<file path=ppt/ink/ink2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2.2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305 142 3225 0 0,'-10'-4'589'0'0,"1"2"0"0"0,-1-1 0 0 0,0 1-1 0 0,0 0 1 0 0,0 1 0 0 0,0 0 0 0 0,0 1 0 0 0,0 0 0 0 0,-1 1 0 0 0,1 0 0 0 0,0 0 0 0 0,-13 5 0 0 0,15-3-395 0 0,0 1 0 0 0,0-1 0 0 0,1 2 0 0 0,-1-1 0 0 0,1 1-1 0 0,1 0 1 0 0,-1 1 0 0 0,1 0 0 0 0,0 0 0 0 0,0 0 0 0 0,0 1 0 0 0,1 0 0 0 0,-7 10 0 0 0,2-1 91 0 0,1 1 0 0 0,0-1 0 0 0,1 2 1 0 0,1-1-1 0 0,-6 22 0 0 0,11-28-155 0 0,0 1 0 0 0,1 0-1 0 0,0 0 1 0 0,1 0 0 0 0,0 0 0 0 0,1 0-1 0 0,1 0 1 0 0,-1 0 0 0 0,2 0 0 0 0,0-1-1 0 0,0 1 1 0 0,1-1 0 0 0,8 18 0 0 0,-1-7-98 0 0,1 0 0 0 0,1-1 0 0 0,1 0 0 0 0,0-1 0 0 0,29 30 0 0 0,-37-44-32 0 0,1-1 0 0 0,-1 0 0 0 0,1 1 0 0 0,0-2 0 0 0,0 1 0 0 0,1-1 0 0 0,0 0 0 0 0,-1-1 0 0 0,1 0 0 0 0,0 0 0 0 0,1-1 0 0 0,-1 0 0 0 0,0 0 0 0 0,1-1 0 0 0,-1 0 0 0 0,1 0 0 0 0,-1-1 0 0 0,1 0 0 0 0,-1-1 0 0 0,1 0 0 0 0,12-3 0 0 0,2-1 0 0 0,0-2 0 0 0,-1 0 0 0 0,0-1 0 0 0,0-2 0 0 0,-1 0 0 0 0,32-20 0 0 0,-45 25-9 0 0,0-1 1 0 0,0 0 0 0 0,-1 0-1 0 0,0 0 1 0 0,0-1 0 0 0,0 0-1 0 0,-1-1 1 0 0,0 1-1 0 0,6-11 1 0 0,-9 13 0 0 0,0-1 0 0 0,0 0 0 0 0,-1 0 0 0 0,0 0 0 0 0,0 0 0 0 0,-1 0 0 0 0,0-1 0 0 0,0 1 0 0 0,0 0 0 0 0,0-1 0 0 0,-1 1 0 0 0,0 0 0 0 0,-1-1 0 0 0,-2-11 0 0 0,-6-18-26 0 0,-2 2 1 0 0,-1-1 0 0 0,-2 1 0 0 0,-1 1 0 0 0,-2 1-1 0 0,-1 0 1 0 0,-2 1 0 0 0,-1 1 0 0 0,-1 1-1 0 0,-1 1 1 0 0,-32-29 0 0 0,46 47-478 0 0,-1 1 1 0 0,0 1-1 0 0,-1 0 1 0 0,-20-13-1 0 0,10 13-4671 0 0</inkml:trace>
</inkml:ink>
</file>

<file path=ppt/ink/ink2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2.7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98 116 2304 0 0,'-1'-4'218'0'0,"0"-1"0"0"0,0 1 0 0 0,0 0 0 0 0,0-1 0 0 0,-1 1 0 0 0,0 0 0 0 0,-4-7 0 0 0,4 8 211 0 0,1 1 0 0 0,-1-1-1 0 0,0 1 1 0 0,0 0 0 0 0,0 0 0 0 0,0 0 0 0 0,0 0-1 0 0,0 0 1 0 0,0 0 0 0 0,-1 1 0 0 0,1-1 0 0 0,-1 1-1 0 0,0-1 1 0 0,1 1 0 0 0,-1 0 0 0 0,0 0 0 0 0,1 0-1 0 0,-1 1 1 0 0,0-1 0 0 0,0 1 0 0 0,-4-1 0 0 0,5 1-307 0 0,1 1 1 0 0,0-1 0 0 0,-1 1 0 0 0,1-1 0 0 0,0 1 0 0 0,0-1-1 0 0,-1 1 1 0 0,1 0 0 0 0,0 0 0 0 0,0-1 0 0 0,0 1 0 0 0,0 0 0 0 0,0 0-1 0 0,0 0 1 0 0,0 0 0 0 0,1 0 0 0 0,-1 0 0 0 0,0 1 0 0 0,0-1-1 0 0,1 0 1 0 0,-1 0 0 0 0,1 0 0 0 0,-1 1 0 0 0,1-1 0 0 0,0 0 0 0 0,-1 1-1 0 0,1-1 1 0 0,0 0 0 0 0,0 1 0 0 0,0-1 0 0 0,0 2 0 0 0,-2 47 222 0 0,2-45-229 0 0,2 22-71 0 0,1 0 0 0 0,1-1 0 0 0,1 1 0 0 0,1-1 0 0 0,2 0-1 0 0,1 0 1 0 0,0-1 0 0 0,2 0 0 0 0,1-1 0 0 0,1 0 0 0 0,1-1-1 0 0,26 33 1 0 0,-33-49-47 0 0,-1 0 0 0 0,1 0-1 0 0,1-1 1 0 0,-1 0 0 0 0,1 0-1 0 0,0-1 1 0 0,0 0 0 0 0,1-1 0 0 0,0 1-1 0 0,0-2 1 0 0,0 1 0 0 0,0-1-1 0 0,0-1 1 0 0,0 1 0 0 0,1-2-1 0 0,-1 1 1 0 0,1-1 0 0 0,0-1 0 0 0,-1 0-1 0 0,1 0 1 0 0,14-3 0 0 0,-15 2-1 0 0,0-1 0 0 0,-1 0 0 0 0,1-1 0 0 0,-1 0 1 0 0,0 0-1 0 0,0-1 0 0 0,0 0 0 0 0,0 0 1 0 0,-1-1-1 0 0,0 0 0 0 0,0-1 0 0 0,0 1 0 0 0,0-1 1 0 0,-1-1-1 0 0,0 1 0 0 0,-1-1 0 0 0,1 0 1 0 0,-1 0-1 0 0,0-1 0 0 0,-1 1 0 0 0,0-1 0 0 0,0 0 1 0 0,4-14-1 0 0,-2 1-116 0 0,-1 0 1 0 0,-2-1-1 0 0,0 0 0 0 0,-1 1 0 0 0,-1-1 1 0 0,-1 0-1 0 0,-1 0 0 0 0,0 0 1 0 0,-2 1-1 0 0,-1-1 0 0 0,-9-30 1 0 0,10 44-21 0 0,-1 1 1 0 0,1 0 0 0 0,-1 0-1 0 0,0 0 1 0 0,-1 0 0 0 0,1 1 0 0 0,-2 0-1 0 0,1 0 1 0 0,0 0 0 0 0,-1 1-1 0 0,0 0 1 0 0,-1 0 0 0 0,1 0-1 0 0,-1 1 1 0 0,1 0 0 0 0,-9-4 0 0 0,3 3-502 0 0,-1-1 0 0 0,1 2 1 0 0,-1 0-1 0 0,1 0 1 0 0,-1 1-1 0 0,-1 1 1 0 0,1 0-1 0 0,-25 0 1 0 0,-2 5-3169 0 0</inkml:trace>
</inkml:ink>
</file>

<file path=ppt/ink/ink2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3.4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220 115 456 0 0,'-2'1'180'0'0,"0"-1"0"0"0,0 0-1 0 0,0 0 1 0 0,0 0 0 0 0,0 0 0 0 0,0 0 0 0 0,0 0-1 0 0,0-1 1 0 0,0 1 0 0 0,0-1 0 0 0,0 1-1 0 0,0-1 1 0 0,0 0 0 0 0,-4-1 0 0 0,4 0 77 0 0,0 1 0 0 0,-1 0 0 0 0,1 0 0 0 0,-1 1 0 0 0,1-1 0 0 0,-1 0 1 0 0,1 1-1 0 0,-1-1 0 0 0,0 1 0 0 0,1 0 0 0 0,-1 0 0 0 0,1 0 0 0 0,-1 0 0 0 0,-2 1 0 0 0,-3 2 116 0 0,1 0-1 0 0,0 0 0 0 0,1 1 0 0 0,-1 0 0 0 0,1 0 0 0 0,-1 1 0 0 0,1-1 0 0 0,1 1 0 0 0,-1 1 0 0 0,1-1 0 0 0,0 1 0 0 0,-5 6 1 0 0,3-2 110 0 0,0 0 1 0 0,0 0 0 0 0,1 0 0 0 0,1 1 0 0 0,0 0 0 0 0,-8 22 0 0 0,9-13-386 0 0,1 1 0 0 0,1-1 0 0 0,1 1 0 0 0,0-1 0 0 0,2 1 0 0 0,0-1 0 0 0,1 1 0 0 0,2-1 0 0 0,10 38 0 0 0,-12-51-95 0 0,0-1-1 0 0,1 0 1 0 0,-1 0-1 0 0,1 0 1 0 0,1-1-1 0 0,-1 1 1 0 0,1-1-1 0 0,0 1 1 0 0,0-1-1 0 0,1 0 1 0 0,-1-1 0 0 0,1 1-1 0 0,0-1 1 0 0,0 0-1 0 0,1 0 1 0 0,-1-1-1 0 0,1 1 1 0 0,0-1-1 0 0,0 0 1 0 0,9 3-1 0 0,0-2-10 0 0,0-1 0 0 0,0-1 0 0 0,0 0 0 0 0,0 0 0 0 0,0-2 0 0 0,1 0 0 0 0,26-4 0 0 0,-19 2 8 0 0,-17 2-3 0 0,1 0-1 0 0,-1 0 0 0 0,0-1 0 0 0,1 0 1 0 0,-1 0-1 0 0,0-1 0 0 0,0 0 0 0 0,0 0 1 0 0,0 0-1 0 0,-1-1 0 0 0,1 0 0 0 0,-1 0 1 0 0,1 0-1 0 0,-1-1 0 0 0,6-5 0 0 0,-3 3-2 0 0,0-2-1 0 0,-1 1 1 0 0,0-1-1 0 0,-1 0 1 0 0,0 0-1 0 0,0 0 1 0 0,-1-1-1 0 0,0 0 1 0 0,0 0-1 0 0,-1-1 1 0 0,-1 1-1 0 0,1-1 1 0 0,-1 0-1 0 0,-1 0 1 0 0,0 0-1 0 0,0 0 1 0 0,-1 0-1 0 0,-1 0 1 0 0,1-1-1 0 0,-2 1 1 0 0,1 0-1 0 0,-1 0 1 0 0,-4-16-1 0 0,-27-114 332 0 0,28 125-300 0 0,-1 1 0 0 0,0 0 0 0 0,-1-1 0 0 0,-1 2 1 0 0,0-1-1 0 0,-1 1 0 0 0,-12-15 0 0 0,14 21-27 0 0,-1 0-1 0 0,0 0 1 0 0,0 1 0 0 0,0 0-1 0 0,-1 0 1 0 0,0 1 0 0 0,0 0-1 0 0,0 0 1 0 0,-1 1 0 0 0,1 0-1 0 0,-14-3 1 0 0,15 5-154 0 0,0 0-1 0 0,0 1 1 0 0,0 0 0 0 0,0 0 0 0 0,0 1 0 0 0,0 0-1 0 0,0 0 1 0 0,-1 1 0 0 0,1 0 0 0 0,0 0 0 0 0,0 1-1 0 0,0 0 1 0 0,1 0 0 0 0,-1 0 0 0 0,-10 6 0 0 0,-2 3-4932 0 0</inkml:trace>
</inkml:ink>
</file>

<file path=ppt/ink/ink2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3.9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130 1 2304 0 0,'-11'0'1476'0'0,"4"-1"-602"0"0,0 1 1 0 0,0 0-1 0 0,0 1 0 0 0,0-1 0 0 0,0 2 1 0 0,-10 2-1 0 0,14-3-750 0 0,1 0 1 0 0,-1 1-1 0 0,1 0 1 0 0,-1-1-1 0 0,1 1 0 0 0,0 0 1 0 0,-1 0-1 0 0,1 1 1 0 0,0-1-1 0 0,0 0 1 0 0,1 1-1 0 0,-1-1 0 0 0,0 1 1 0 0,1-1-1 0 0,0 1 1 0 0,-1 0-1 0 0,1 0 1 0 0,-1 3-1 0 0,-3 11 57 0 0,0 0 0 0 0,2 1 0 0 0,-1-1 0 0 0,2 1 0 0 0,1 0 0 0 0,0 0 0 0 0,1 0 0 0 0,4 27 0 0 0,-1-20 6 0 0,1 0 1 0 0,2 0-1 0 0,0 0 1 0 0,2-1-1 0 0,15 33 1 0 0,-15-40-81 0 0,1-1 0 0 0,1 0-1 0 0,0-1 1 0 0,1 0 0 0 0,1 0 0 0 0,0-2 0 0 0,1 1-1 0 0,1-1 1 0 0,25 18 0 0 0,-17-12-94 0 0,13 8-10 0 0,-33-26-3 0 0,1 0 0 0 0,-1 0 0 0 0,0 0 0 0 0,1 0-1 0 0,-1-1 1 0 0,1 1 0 0 0,-1 0 0 0 0,1-1 0 0 0,-1 0 0 0 0,1 0-1 0 0,-1 0 1 0 0,1 0 0 0 0,-1 0 0 0 0,1 0 0 0 0,3-1-1 0 0,23-8 1 0 0,21-3 0 0 0,-44 10 21 0 0,0 1 0 0 0,-1 0 0 0 0,1-1 0 0 0,0 0-1 0 0,-1-1 1 0 0,1 1 0 0 0,-1-1 0 0 0,1 0-1 0 0,-1 0 1 0 0,0-1 0 0 0,-1 0 0 0 0,1 0 0 0 0,-1 0-1 0 0,1 0 1 0 0,-1 0 0 0 0,0-1 0 0 0,5-8 0 0 0,2-3 72 0 0,-1-1 0 0 0,-1-1 0 0 0,-1 0 0 0 0,9-24 1 0 0,-13 31-67 0 0,-1 0 1 0 0,0 0 0 0 0,-1 0 0 0 0,0-1 0 0 0,-1 1 0 0 0,0 0 0 0 0,-1-1 0 0 0,0 0-1 0 0,-1 1 1 0 0,0 0 0 0 0,0-1 0 0 0,-2 1 0 0 0,1 0 0 0 0,-6-14 0 0 0,5 17-13 0 0,0 1 1 0 0,-1 0-1 0 0,0-1 1 0 0,0 1-1 0 0,-1 1 1 0 0,0-1-1 0 0,0 1 1 0 0,-1 0-1 0 0,1 0 1 0 0,-1 0 0 0 0,-1 1-1 0 0,1 0 1 0 0,-1 0-1 0 0,0 0 1 0 0,0 1-1 0 0,0 0 1 0 0,0 0-1 0 0,-1 1 1 0 0,1 0-1 0 0,-14-3 1 0 0,5 3-139 0 0,1 0 0 0 0,0 1-1 0 0,-1 1 1 0 0,1 0 0 0 0,-23 3 0 0 0,11 2-627 0 0</inkml:trace>
</inkml:ink>
</file>

<file path=ppt/ink/ink2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4.4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70 1840 0 0,'-19'14'7204'0'0,"31"-27"-5838"0"0,-1 3-832 0 0,1 1 0 0 0,0 0 0 0 0,0 1 0 0 0,19-11 0 0 0,-25 17-494 0 0,-1-1 0 0 0,1 1-1 0 0,-1 0 1 0 0,1 0-1 0 0,0 1 1 0 0,0 0 0 0 0,-1 0-1 0 0,1 0 1 0 0,0 1-1 0 0,0 0 1 0 0,0 0 0 0 0,0 0-1 0 0,10 2 1 0 0,7 4-1007 0 0,1 1-3579 0 0</inkml:trace>
</inkml:ink>
</file>

<file path=ppt/ink/ink2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4.9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1 110 2304 0 0,'24'-9'2099'0'0,"-5"4"-1005"0"0,6-7 373 0 0,-8 4-563 0 0,0 0 1 0 0,0 0 0 0 0,1 2 0 0 0,0 0 0 0 0,1 1 0 0 0,27-3 0 0 0,-21 5-560 0 0,-1-1 1 0 0,33-10 0 0 0,-23 6-339 0 0,-12 2-114 0 0</inkml:trace>
</inkml:ink>
</file>

<file path=ppt/ink/ink2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6.2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30 112 3225 0 0,'-1'1'66'0'0,"-1"0"0"0"0,1-1 1 0 0,0 1-1 0 0,-1-1 0 0 0,1 1 0 0 0,-1-1 1 0 0,1 1-1 0 0,-1-1 0 0 0,1 0 1 0 0,-1 0-1 0 0,1 0 0 0 0,-1 0 0 0 0,-1 0 1 0 0,3 0 48 0 0,-1 0 1 0 0,1 0 0 0 0,0 0 0 0 0,-1-1 0 0 0,1 1-1 0 0,-1 0 1 0 0,1 0 0 0 0,0 0 0 0 0,-1-1-1 0 0,1 1 1 0 0,0 0 0 0 0,0 0 0 0 0,-1-1-1 0 0,1 1 1 0 0,0 0 0 0 0,-1-1 0 0 0,1 1-1 0 0,0 0 1 0 0,0-1 0 0 0,0 1 0 0 0,-1 0 0 0 0,1-1-1 0 0,0 1 1 0 0,0 0 0 0 0,0-1 0 0 0,0 1-1 0 0,0-1 1 0 0,0 1 0 0 0,0-1 0 0 0,0-1 70 0 0,0 1-1 0 0,0-1 1 0 0,1 0 0 0 0,-1 1 0 0 0,1-1 0 0 0,-1 1 0 0 0,1-1 0 0 0,0 0-1 0 0,0 1 1 0 0,0 0 0 0 0,-1-1 0 0 0,1 1 0 0 0,0-1 0 0 0,1 1 0 0 0,-1 0-1 0 0,0 0 1 0 0,0 0 0 0 0,1 0 0 0 0,-1 0 0 0 0,0 0 0 0 0,3-1-1 0 0,11-7 314 0 0,1 0-1 0 0,0 1 0 0 0,0 1 1 0 0,1 0-1 0 0,0 1 0 0 0,0 1 1 0 0,0 1-1 0 0,35-4 0 0 0,42-2-1764 0 0,-59 6-4089 0 0</inkml:trace>
</inkml:ink>
</file>

<file path=ppt/ink/ink2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6.6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2 152 3225 0 0,'0'-2'181'0'0,"-1"0"1"0"0,1 0 0 0 0,0 0-1 0 0,0 0 1 0 0,0 0-1 0 0,0 0 1 0 0,0 0 0 0 0,1 0-1 0 0,-1 0 1 0 0,1 0 0 0 0,-1 0-1 0 0,1 0 1 0 0,0 0-1 0 0,-1 0 1 0 0,3-2 0 0 0,2-2 344 0 0,1 0 0 0 0,0 1 1 0 0,0 0-1 0 0,0 0 0 0 0,0 0 1 0 0,1 1-1 0 0,0 0 0 0 0,13-6 0 0 0,65-19 3652 0 0,-65 23-3293 0 0,-7 3-228 0 0,0 0 0 0 0,1 1 0 0 0,15-1 0 0 0,24-3-176 0 0,-29-3-613 0 0,-22 8-4 0 0,0 0 0 0 0,0 0-1 0 0,0 1 1 0 0,0-1-1 0 0,0 0 1 0 0,0 1 0 0 0,1-1-1 0 0,-1 1 1 0 0,0 0 0 0 0,0-1-1 0 0,0 1 1 0 0,1 0-1 0 0,-1 0 1 0 0,0 1 0 0 0,0-1-1 0 0,4 1 1 0 0,9 2-5891 0 0</inkml:trace>
</inkml:ink>
</file>

<file path=ppt/ink/ink2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7.2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 39 1376 0 0,'-2'0'107'0'0,"0"0"-6"0"0,-28 12 12445 0 0,99-8-11348 0 0,-44-2-1321 0 0,44-1 0 0 0,-39-4-454 0 0,0-2 0 0 0,-1 0 0 0 0,0-2 0 0 0,51-20 0 0 0,-51 16-602 0 0</inkml:trace>
</inkml:ink>
</file>

<file path=ppt/ink/ink2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7.7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12 2304 0 0,'0'0'99'0'0,"1"0"-1"0"0,-1 1 1 0 0,0-1-1 0 0,1 0 1 0 0,-1 0-1 0 0,0 1 1 0 0,1-1-1 0 0,-1 0 1 0 0,0 0-1 0 0,1 0 1 0 0,-1 0-1 0 0,0 0 1 0 0,1 1-1 0 0,-1-1 1 0 0,1 0-1 0 0,-1 0 1 0 0,0 0-1 0 0,1 0 1 0 0,-1 0-1 0 0,1 0 1 0 0,-1 0-1 0 0,0 0 1 0 0,1 0-1 0 0,-1 0 1 0 0,0 0-1 0 0,1-1 1 0 0,-1 1-1 0 0,1 0 1 0 0,-1 0-1 0 0,0 0 1 0 0,1 0-1 0 0,-1-1 0 0 0,0 1 1 0 0,1 0-1 0 0,29-7 1827 0 0,-10 2-711 0 0,-6 5-1029 0 0,0-1 1 0 0,0 2 0 0 0,0 0-1 0 0,0 1 1 0 0,0 0-1 0 0,0 1 1 0 0,19 7-1 0 0,-15-5-3886 0 0</inkml:trace>
</inkml:ink>
</file>

<file path=ppt/ink/ink2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8.4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11 920 0 0,'3'-2'14084'0'0,"18"-5"-13653"0"0,-16 6-300 0 0,1 1 0 0 0,0 0 0 0 0,-1 0 0 0 0,1 0-1 0 0,0 1 1 0 0,0-1 0 0 0,-1 2 0 0 0,1-1 0 0 0,-1 0 0 0 0,1 1 0 0 0,6 3-1 0 0,13 3 125 0 0,11 1-1955 0 0,1-2 1 0 0,60 4-1 0 0,-72-10-3532 0 0</inkml:trace>
</inkml:ink>
</file>

<file path=ppt/ink/ink2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8.8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 5529 0 0,'68'-4'4717'0'0,"-44"2"-3947"0"0,0 1 1 0 0,44 4-1 0 0,-13 5 100 0 0,-23-2-974 0 0,34 1 0 0 0,-43-7-4601 0 0</inkml:trace>
</inkml:ink>
</file>

<file path=ppt/ink/ink2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4.0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91 1 5529 0 0,'-18'68'793'0'0,"3"0"0"0"0,3 1 0 0 0,-4 95 0 0 0,-3 15-76 0 0,9-93-1907 0 0,9-77-1805 0 0</inkml:trace>
</inkml:ink>
</file>

<file path=ppt/ink/ink2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4.65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0 329 2304 0 0,'2'-6'267'0'0,"0"0"-1"0"0,1 0 1 0 0,-1 0-1 0 0,1 0 1 0 0,0 0-1 0 0,1 1 1 0 0,-1 0-1 0 0,1 0 1 0 0,8-8-1 0 0,-11 14-27 0 0,1 0 0 0 0,0 0 0 0 0,-1 0 1 0 0,0 0-1 0 0,1 0 0 0 0,-1 0 0 0 0,0 1 0 0 0,0-1 0 0 0,0 1 0 0 0,0-1 0 0 0,0 1 0 0 0,0-1 0 0 0,0 1 1 0 0,0 0-1 0 0,0-1 0 0 0,0 4 0 0 0,1-2 109 0 0,16 32 480 0 0,3-1 0 0 0,0 0-1 0 0,2-2 1 0 0,2-1 0 0 0,1-1 0 0 0,1 0-1 0 0,1-3 1 0 0,2 0 0 0 0,51 35 0 0 0,-79-60-760 0 0,0-1 0 0 0,0 1-1 0 0,0-1 1 0 0,0 0 0 0 0,0 1 0 0 0,1-1 0 0 0,-1 0 0 0 0,0-1 0 0 0,1 1 0 0 0,-1 0-1 0 0,1-1 1 0 0,-1 1 0 0 0,1-1 0 0 0,2 1 0 0 0,-3-2-15 0 0,0 0 0 0 0,0 0 0 0 0,-1 0 0 0 0,1 0 1 0 0,0 0-1 0 0,0 0 0 0 0,-1 0 0 0 0,1 0 0 0 0,-1-1 0 0 0,1 1 0 0 0,-1-1 0 0 0,0 1 0 0 0,0-1 1 0 0,1 1-1 0 0,-1-1 0 0 0,0 0 0 0 0,0 0 0 0 0,-1 0 0 0 0,2-3 0 0 0,3-7-10 0 0,0 0 0 0 0,-1 0 0 0 0,-1 0 0 0 0,0-1 0 0 0,-1 0-1 0 0,0 0 1 0 0,-1 1 0 0 0,0-1 0 0 0,-2-16 0 0 0,-3-19 74 0 0,-10-52 1 0 0,10 78-183 0 0,-34-182-535 0 0,17 118-2922 0 0,16 67-2461 0 0</inkml:trace>
</inkml:ink>
</file>

<file path=ppt/ink/ink2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5.6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165 69 3225 0 0,'2'-5'159'0'0,"-1"0"0"0"0,0 0 0 0 0,0 0 0 0 0,-1 0 0 0 0,1-1 0 0 0,-1 1 0 0 0,0 0 0 0 0,-1-8 0 0 0,1 12-41 0 0,0 1 0 0 0,0-1 0 0 0,0 0-1 0 0,0 1 1 0 0,-1-1 0 0 0,1 0 0 0 0,0 1 0 0 0,0-1-1 0 0,-1 1 1 0 0,1-1 0 0 0,0 0 0 0 0,-1 1-1 0 0,1-1 1 0 0,-1 1 0 0 0,1-1 0 0 0,-1 1 0 0 0,1-1-1 0 0,-1 1 1 0 0,1-1 0 0 0,-1 1 0 0 0,1 0 0 0 0,-1-1-1 0 0,0 1 1 0 0,1 0 0 0 0,-2-1 0 0 0,0 1 71 0 0,1 0 1 0 0,-1 0-1 0 0,1 1 1 0 0,-1-1-1 0 0,1 0 0 0 0,-1 1 1 0 0,1 0-1 0 0,-1-1 1 0 0,1 1-1 0 0,0 0 1 0 0,-1-1-1 0 0,1 1 1 0 0,0 0-1 0 0,-1 0 1 0 0,1 0-1 0 0,0 0 1 0 0,-1 2-1 0 0,-3 2 154 0 0,0 0 1 0 0,1 0-1 0 0,0 1 1 0 0,0-1-1 0 0,0 1 1 0 0,1 0-1 0 0,0 1 1 0 0,-3 7-1 0 0,-19 60 493 0 0,15-40-706 0 0,-7 17-138 0 0,3 1 0 0 0,-9 60 0 0 0,20-95-2 0 0,2 0 1 0 0,0-1 0 0 0,0 1-1 0 0,2 0 1 0 0,0 0 0 0 0,1 0-1 0 0,1 0 1 0 0,0 0 0 0 0,1-1 0 0 0,13 32-1 0 0,-16-44 11 0 0,1 0 0 0 0,0-1 0 0 0,0 1-1 0 0,0 0 1 0 0,0-1 0 0 0,1 1 0 0 0,0-1-1 0 0,-1 0 1 0 0,1 0 0 0 0,0 0 0 0 0,0 0-1 0 0,1-1 1 0 0,-1 1 0 0 0,1-1 0 0 0,-1 0-1 0 0,1 0 1 0 0,0 0 0 0 0,0 0 0 0 0,0 0 0 0 0,0-1-1 0 0,0 0 1 0 0,0 0 0 0 0,0 0 0 0 0,6 0-1 0 0,-2-1 18 0 0,0-1 1 0 0,0 0-1 0 0,0 0 0 0 0,0 0 0 0 0,0-1 0 0 0,0-1 0 0 0,0 1 0 0 0,-1-1 0 0 0,0-1 0 0 0,1 1 0 0 0,12-10 0 0 0,-7 5 32 0 0,1-2 1 0 0,-2 0-1 0 0,1 0 0 0 0,-1-1 0 0 0,-1-1 0 0 0,0 0 1 0 0,-1-1-1 0 0,0 0 0 0 0,-1 0 0 0 0,-1-1 0 0 0,0 0 1 0 0,0 0-1 0 0,-2-1 0 0 0,9-26 0 0 0,-11 27-10 0 0,-1 1-1 0 0,-1-1 1 0 0,0 1-1 0 0,-1-1 1 0 0,-1 0-1 0 0,0 0 1 0 0,-1 0-1 0 0,0 1 1 0 0,-1-1-1 0 0,0 0 1 0 0,-2 1-1 0 0,1 0 1 0 0,-1 0-1 0 0,-1 0 1 0 0,-1 0 0 0 0,0 0-1 0 0,-12-19 1 0 0,9 20 95 0 0,0 0 0 0 0,-1 0 1 0 0,0 1-1 0 0,-1 0 0 0 0,0 0 0 0 0,0 1 1 0 0,-19-11-1 0 0,24 17-206 0 0,0 1 0 0 0,0-1 0 0 0,0 1 1 0 0,-1 1-1 0 0,1-1 0 0 0,-1 1 0 0 0,0 0 0 0 0,-8 0 0 0 0,11 1-217 0 0,0 1 0 0 0,0 0 0 0 0,0 0 0 0 0,0 0 0 0 0,0 1 0 0 0,0-1 0 0 0,0 1-1 0 0,0 0 1 0 0,0 0 0 0 0,1 1 0 0 0,-1-1 0 0 0,0 1 0 0 0,1 0 0 0 0,-1-1 0 0 0,-3 4 0 0 0,-10 8-5129 0 0</inkml:trace>
</inkml:ink>
</file>

<file path=ppt/ink/ink2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6.0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159 128 6913 0 0,'-3'-13'508'0'0,"-1"0"0"0"0,0 0 0 0 0,-1 0 0 0 0,-12-23 0 0 0,16 34-435 0 0,0 1 1 0 0,0-1-1 0 0,0 1 0 0 0,0-1 1 0 0,0 0-1 0 0,0 1 0 0 0,0 0 1 0 0,0-1-1 0 0,-1 1 0 0 0,1 0 1 0 0,0 0-1 0 0,-1-1 0 0 0,1 1 0 0 0,-1 0 1 0 0,0 1-1 0 0,1-1 0 0 0,-1 0 1 0 0,0 0-1 0 0,1 1 0 0 0,-1-1 1 0 0,0 1-1 0 0,0-1 0 0 0,0 1 1 0 0,1 0-1 0 0,-1 0 0 0 0,0-1 1 0 0,0 1-1 0 0,0 1 0 0 0,0-1 1 0 0,1 0-1 0 0,-1 0 0 0 0,0 1 0 0 0,0-1 1 0 0,1 1-1 0 0,-1-1 0 0 0,0 1 1 0 0,0 0-1 0 0,1 0 0 0 0,-1 0 1 0 0,1 0-1 0 0,-1 0 0 0 0,1 0 1 0 0,-1 0-1 0 0,1 0 0 0 0,0 1 1 0 0,-1-1-1 0 0,1 1 0 0 0,-1 1 0 0 0,-3 3 15 0 0,0 1-1 0 0,0-1 0 0 0,1 1 1 0 0,0 1-1 0 0,0-1 0 0 0,1 0 0 0 0,-1 1 1 0 0,2 0-1 0 0,-1 0 0 0 0,1 0 0 0 0,1 0 1 0 0,-2 8-1 0 0,0 13 134 0 0,1 0 0 0 0,2 31 0 0 0,0-53-168 0 0,1 32 236 0 0,10 71 0 0 0,-9-100-263 0 0,-1 0 0 0 0,2 0-1 0 0,0-1 1 0 0,0 1 0 0 0,1-1 0 0 0,0 0-1 0 0,0 0 1 0 0,1-1 0 0 0,0 1-1 0 0,0-1 1 0 0,1 0 0 0 0,13 14 0 0 0,-14-18-25 0 0,1-1-1 0 0,-1 0 1 0 0,1 0 0 0 0,-1 0 0 0 0,1 0 0 0 0,0-1 0 0 0,0 0-1 0 0,0 0 1 0 0,0-1 0 0 0,0 0 0 0 0,0 0 0 0 0,1 0 0 0 0,-1-1-1 0 0,0 0 1 0 0,0 0 0 0 0,1 0 0 0 0,-1-1 0 0 0,0 0-1 0 0,0 0 1 0 0,0-1 0 0 0,0 1 0 0 0,8-4 0 0 0,5-3 96 0 0,-1 1 1 0 0,0-2-1 0 0,0-1 1 0 0,-1 0-1 0 0,29-22 1 0 0,-36 24-42 0 0,-1 0 1 0 0,0 0 0 0 0,-1-1-1 0 0,0 0 1 0 0,0 0-1 0 0,-1-1 1 0 0,0 0 0 0 0,-1 0-1 0 0,0-1 1 0 0,-1 0-1 0 0,0 0 1 0 0,0 0 0 0 0,-2-1-1 0 0,1 1 1 0 0,-1-1-1 0 0,-1 0 1 0 0,0 0-1 0 0,-1 0 1 0 0,0 0 0 0 0,0 0-1 0 0,-2 0 1 0 0,1 0-1 0 0,-2 0 1 0 0,1 0 0 0 0,-2 0-1 0 0,0 0 1 0 0,0 1-1 0 0,-1-1 1 0 0,-10-21 0 0 0,8 21-21 0 0,-1 0 0 0 0,0 0 1 0 0,-1 1-1 0 0,0 0 1 0 0,0 0-1 0 0,-1 1 1 0 0,-14-12-1 0 0,19 18-126 0 0,-1 1-1 0 0,0-1 1 0 0,1 1-1 0 0,-2 0 1 0 0,1 0-1 0 0,0 1 1 0 0,0-1-1 0 0,-1 1 1 0 0,1 0-1 0 0,-1 1 1 0 0,0 0 0 0 0,0-1-1 0 0,1 2 1 0 0,-1-1-1 0 0,0 1 1 0 0,0 0-1 0 0,0 0 1 0 0,0 0-1 0 0,-7 2 1 0 0,-17 6-5885 0 0</inkml:trace>
</inkml:ink>
</file>

<file path=ppt/ink/ink2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6.7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197 17 3225 0 0,'-3'1'55'0'0,"1"0"1"0"0,-1 0-1 0 0,1 1 1 0 0,-1-1 0 0 0,1 1-1 0 0,0 0 1 0 0,-1 0-1 0 0,1 0 1 0 0,0 0-1 0 0,0 0 1 0 0,0 0-1 0 0,1 0 1 0 0,-1 1 0 0 0,-2 4-1 0 0,0-2 252 0 0,-20 28 935 0 0,2 0 1 0 0,2 2-1 0 0,0 0 0 0 0,-16 44 1 0 0,29-61-876 0 0,1 0 1 0 0,0 1-1 0 0,1 0 1 0 0,1 0-1 0 0,1 0 1 0 0,0 0-1 0 0,2 1 1 0 0,0-1-1 0 0,1 1 1 0 0,5 32-1 0 0,-2-43-278 0 0,0 1 1 0 0,0-1-1 0 0,1 0 0 0 0,1 0 0 0 0,-1 0 1 0 0,2 0-1 0 0,-1-1 0 0 0,1 0 0 0 0,0 0 0 0 0,1-1 1 0 0,14 14-1 0 0,-6-7-26 0 0,2-1-1 0 0,-1-1 1 0 0,1 0 0 0 0,34 16-1 0 0,-45-24-47 0 0,1-2 0 0 0,0 1 0 0 0,0-1 0 0 0,0 0-1 0 0,0-1 1 0 0,1 1 0 0 0,-1-1 0 0 0,0-1 0 0 0,1 1 0 0 0,-1-1-1 0 0,0-1 1 0 0,15-2 0 0 0,-11 1 39 0 0,0-1-1 0 0,-1-1 1 0 0,1 0-1 0 0,-1-1 1 0 0,0 1-1 0 0,0-2 1 0 0,17-11-1 0 0,-9 2 93 0 0,0 0-1 0 0,-1-1 0 0 0,-1-1 1 0 0,0 0-1 0 0,-2-1 1 0 0,0-1-1 0 0,19-33 1 0 0,-28 43-113 0 0,0 1 0 0 0,-1-1 0 0 0,-1 0-1 0 0,1-1 1 0 0,-1 1 0 0 0,-1 0 0 0 0,0-1 0 0 0,0 0 0 0 0,-1 1 0 0 0,0-1 0 0 0,-1 0 0 0 0,0 0 0 0 0,-1 1 0 0 0,1-1 0 0 0,-2 0-1 0 0,0 1 1 0 0,0-1 0 0 0,0 1 0 0 0,-1-1 0 0 0,-1 1 0 0 0,0 0 0 0 0,0 0 0 0 0,0 1 0 0 0,-8-11 0 0 0,-5-11-33 0 0,-2 1 0 0 0,-2 1 0 0 0,0 1 0 0 0,-2 0 1 0 0,0 2-1 0 0,-45-37 0 0 0,62 58-70 0 0,0 0 0 0 0,0 0 0 0 0,0 0 1 0 0,-1 1-1 0 0,1 0 0 0 0,-1 0 0 0 0,0 1 0 0 0,0 0 0 0 0,-11-2 0 0 0,15 3-44 0 0,-1 1-1 0 0,1 0 0 0 0,-1 0 0 0 0,1 0 1 0 0,-1 0-1 0 0,1 0 0 0 0,-1 1 0 0 0,1 0 1 0 0,-1 0-1 0 0,1 0 0 0 0,0 0 0 0 0,-1 0 1 0 0,1 1-1 0 0,0-1 0 0 0,0 1 0 0 0,0 0 0 0 0,0 0 1 0 0,0 0-1 0 0,0 0 0 0 0,1 1 0 0 0,-4 2 1 0 0,-10 15-5521 0 0</inkml:trace>
</inkml:ink>
</file>

<file path=ppt/ink/ink2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7.2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221 167 4145 0 0,'0'-8'420'0'0,"0"-1"0"0"0,0 1 1 0 0,0-1-1 0 0,-1 1 0 0 0,0-1 1 0 0,-1 1-1 0 0,0-1 0 0 0,0 1 1 0 0,-1 0-1 0 0,0 0 0 0 0,0 0 0 0 0,-1 0 1 0 0,0 1-1 0 0,0 0 0 0 0,-1-1 1 0 0,0 1-1 0 0,0 1 0 0 0,-10-11 1 0 0,14 17-329 0 0,0-1 1 0 0,0 0-1 0 0,0 1 1 0 0,0-1-1 0 0,0 0 1 0 0,0 1-1 0 0,0-1 1 0 0,0 1 0 0 0,0 0-1 0 0,0-1 1 0 0,0 1-1 0 0,0 0 1 0 0,0 0-1 0 0,0-1 1 0 0,0 1-1 0 0,0 0 1 0 0,0 0 0 0 0,-1 0-1 0 0,1 0 1 0 0,0 1-1 0 0,0-1 1 0 0,0 0-1 0 0,0 0 1 0 0,-2 1-1 0 0,1 1 19 0 0,-1-1 0 0 0,1 1 0 0 0,0-1 0 0 0,0 1 0 0 0,0 0 0 0 0,0 0 0 0 0,0 0 0 0 0,0 0 0 0 0,-3 4 0 0 0,-2 6 90 0 0,0-1 1 0 0,1 1-1 0 0,-5 15 1 0 0,10-24-120 0 0,-16 38 174 0 0,3 0 0 0 0,1 1 0 0 0,2 0 0 0 0,-8 63 0 0 0,17-83-154 0 0,1 0 0 0 0,0 0 0 0 0,2 0 0 0 0,1 0 0 0 0,0 0 0 0 0,2 0 0 0 0,0 0 0 0 0,2-1 0 0 0,0 0 0 0 0,16 35 0 0 0,-13-36-102 0 0,2 0 0 0 0,1-1 0 0 0,0 0 0 0 0,27 31 0 0 0,-34-44 0 0 0,2 0 0 0 0,-1 0 0 0 0,0-1 0 0 0,1 0 0 0 0,0 0 0 0 0,1 0 0 0 0,7 3 0 0 0,-11-6 0 0 0,0 0 0 0 0,1-1 0 0 0,-1 0 0 0 0,1 1 0 0 0,-1-2 0 0 0,1 1 0 0 0,0 0 0 0 0,-1-1 0 0 0,1 0 0 0 0,0 0 0 0 0,-1 0 0 0 0,1-1 0 0 0,8-1 0 0 0,-8 0 6 0 0,0 1 1 0 0,-1-1-1 0 0,1 0 1 0 0,0-1-1 0 0,-1 1 1 0 0,0-1-1 0 0,1 0 1 0 0,-1 0-1 0 0,0 0 1 0 0,0 0-1 0 0,-1-1 1 0 0,6-6-1 0 0,-3 2 21 0 0,0 0 1 0 0,-1 0-1 0 0,0 0 1 0 0,-1-1-1 0 0,0 0 1 0 0,3-10-1 0 0,1-10 60 0 0,-1 1 0 0 0,-2-1 0 0 0,3-41 0 0 0,-6 48-59 0 0,-1 0-1 0 0,-2-1 0 0 0,0 1 1 0 0,-1 0-1 0 0,-1-1 1 0 0,-1 1-1 0 0,-2 1 1 0 0,-11-34-1 0 0,11 40-81 0 0,0 2 1 0 0,-1-1-1 0 0,-1 1 0 0 0,0 0 1 0 0,0 0-1 0 0,-1 1 1 0 0,-1 0-1 0 0,0 0 0 0 0,-1 2 1 0 0,0-1-1 0 0,-1 1 0 0 0,0 1 1 0 0,-20-13-1 0 0,27 19-127 0 0,-1 0 1 0 0,1 0-1 0 0,-1 0 1 0 0,0 0-1 0 0,0 1 1 0 0,-1 0-1 0 0,1 1 1 0 0,0-1-1 0 0,0 1 0 0 0,-1 0 1 0 0,1 1-1 0 0,-1-1 1 0 0,1 1-1 0 0,-1 1 1 0 0,1-1-1 0 0,-1 1 1 0 0,-6 2-1 0 0,-12 8-818 0 0</inkml:trace>
</inkml:ink>
</file>

<file path=ppt/ink/ink2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7.97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287 1 1376 0 0,'-8'0'550'0'0,"-1"1"0"0"0,0 0 1 0 0,1 1-1 0 0,-1 0 0 0 0,1 0 0 0 0,-1 1 0 0 0,1 0 0 0 0,0 0 0 0 0,0 1 0 0 0,0 0 0 0 0,1 1 0 0 0,-1-1 0 0 0,1 2 0 0 0,0-1 0 0 0,-7 8 0 0 0,-9 11 518 0 0,1 0-1 0 0,-33 48 1 0 0,48-62-901 0 0,1 0 85 0 0,0 0 0 0 0,1 0 0 0 0,0 0 0 0 0,0 1 1 0 0,1-1-1 0 0,1 1 0 0 0,0 0 0 0 0,0 0 0 0 0,1 1 0 0 0,1-1 0 0 0,0 0 0 0 0,0 22 1 0 0,2-16-164 0 0,1 0 0 0 0,0 0 0 0 0,1 0 0 0 0,1 0 0 0 0,1 0 0 0 0,0-1 0 0 0,14 30 0 0 0,-16-40-85 0 0,1 0 1 0 0,-1 0-1 0 0,1 0 0 0 0,1 0 1 0 0,-1 0-1 0 0,1-1 0 0 0,0 0 0 0 0,0 0 1 0 0,0 0-1 0 0,1 0 0 0 0,-1-1 1 0 0,1 0-1 0 0,1 0 0 0 0,-1-1 1 0 0,0 0-1 0 0,1 0 0 0 0,12 4 0 0 0,-5-4 4 0 0,0-1 0 0 0,0 0-1 0 0,0-1 1 0 0,0 0 0 0 0,1-1-1 0 0,-1-1 1 0 0,28-5 0 0 0,-20 3 116 0 0,0-1 0 0 0,0-2 1 0 0,-1 0-1 0 0,34-14 0 0 0,-48 17-88 0 0,-1-1 0 0 0,0 1 0 0 0,0-1 1 0 0,0 0-1 0 0,0-1 0 0 0,-1 0 0 0 0,1 1 0 0 0,-1-2 0 0 0,-1 1 0 0 0,1-1 0 0 0,-1 1 0 0 0,0-1 0 0 0,0 0 0 0 0,0-1 0 0 0,-1 1 0 0 0,0-1 1 0 0,0 1-1 0 0,2-10 0 0 0,-2 3 26 0 0,-1-1-1 0 0,0 0 1 0 0,-1 1 0 0 0,0-1 0 0 0,-1 0 0 0 0,-1 0 0 0 0,0 1-1 0 0,-1-1 1 0 0,0 0 0 0 0,-1 1 0 0 0,-1 0 0 0 0,-6-17-1 0 0,2 10-96 0 0,-1 1 0 0 0,-1-1-1 0 0,-1 1 1 0 0,0 1-1 0 0,-1 0 1 0 0,-1 1-1 0 0,-17-18 1 0 0,28 33-83 0 0,-1-1 1 0 0,1 1-1 0 0,0-1 1 0 0,0 1-1 0 0,-1 0 0 0 0,0 0 1 0 0,1 0-1 0 0,-1 0 1 0 0,0 0-1 0 0,0 1 1 0 0,0-1-1 0 0,0 1 1 0 0,0 0-1 0 0,0 0 0 0 0,0 0 1 0 0,-1 0-1 0 0,1 1 1 0 0,0-1-1 0 0,-6 1 1 0 0,-5 3-1208 0 0</inkml:trace>
</inkml:ink>
</file>

<file path=ppt/ink/ink2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8.4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221 71 1840 0 0,'1'-2'206'0'0,"0"0"0"0"0,0 0-1 0 0,0 0 1 0 0,0 0 0 0 0,0 0-1 0 0,0-1 1 0 0,-1 1-1 0 0,1 0 1 0 0,-1 0 0 0 0,0-1-1 0 0,1 1 1 0 0,-1 0-1 0 0,0-1 1 0 0,0 1 0 0 0,-1 0-1 0 0,1-1 1 0 0,0 1 0 0 0,-1 0-1 0 0,1-1 1 0 0,-1 1-1 0 0,0 0 1 0 0,0 0 0 0 0,-2-4-1 0 0,2 4 39 0 0,-1 1 0 0 0,0 0-1 0 0,1-1 1 0 0,-1 1 0 0 0,0 0 0 0 0,0 0-1 0 0,0 0 1 0 0,0 0 0 0 0,0 1 0 0 0,0-1-1 0 0,0 0 1 0 0,0 1 0 0 0,-1 0-1 0 0,1-1 1 0 0,0 1 0 0 0,0 0 0 0 0,0 0-1 0 0,-1 0 1 0 0,1 0 0 0 0,0 1 0 0 0,0-1-1 0 0,0 0 1 0 0,0 1 0 0 0,0 0-1 0 0,-4 1 1 0 0,3-1-215 0 0,0 1 0 0 0,0 0 0 0 0,0-1-1 0 0,0 1 1 0 0,0 0 0 0 0,0 1 0 0 0,1-1 0 0 0,-1 0 0 0 0,1 1-1 0 0,-1-1 1 0 0,1 1 0 0 0,0 0 0 0 0,-2 4 0 0 0,-24 46 346 0 0,20-37-335 0 0,-12 25 384 0 0,-26 79 0 0 0,40-99-282 0 0,1 1-1 0 0,0 0 0 0 0,1 0 1 0 0,2 0-1 0 0,0 40 0 0 0,3-56-111 0 0,0-1 1 0 0,0 1-1 0 0,0 0 0 0 0,1 0 0 0 0,0-1 0 0 0,1 1 0 0 0,-1-1 0 0 0,1 0 0 0 0,0 0 0 0 0,0 0 0 0 0,1 0 0 0 0,-1 0 1 0 0,1-1-1 0 0,0 1 0 0 0,0-1 0 0 0,1 0 0 0 0,-1 0 0 0 0,1-1 0 0 0,9 6 0 0 0,7 4 158 0 0,0-2 0 0 0,1-1 0 0 0,35 12 0 0 0,-47-18-126 0 0,0-1 1 0 0,0 0-1 0 0,0 0 0 0 0,0-1 1 0 0,0 0-1 0 0,1-1 0 0 0,-1-1 1 0 0,1 1-1 0 0,-1-1 0 0 0,0-1 1 0 0,1 0-1 0 0,-1-1 0 0 0,0 0 1 0 0,0 0-1 0 0,0-1 0 0 0,0 0 1 0 0,0-1-1 0 0,-1 0 0 0 0,1-1 1 0 0,-1 0-1 0 0,0 0 0 0 0,-1-1 1 0 0,1 0-1 0 0,-1 0 0 0 0,0-1 1 0 0,-1 0-1 0 0,0-1 0 0 0,0 0 1 0 0,0 0-1 0 0,5-9 0 0 0,-4 3 51 0 0,0 0-1 0 0,0-1 1 0 0,-2 0-1 0 0,0 0 1 0 0,-1-1-1 0 0,0 0 1 0 0,-1 1-1 0 0,-1-2 1 0 0,0 1-1 0 0,-2 0 1 0 0,1-20-1 0 0,-2 23-25 0 0,0-1 1 0 0,-1 0-1 0 0,-1 1 0 0 0,0-1 0 0 0,-1 1 1 0 0,0 0-1 0 0,-1 0 0 0 0,-1 0 0 0 0,0 0 1 0 0,-1 1-1 0 0,0-1 0 0 0,0 1 0 0 0,-16-19 1 0 0,19 26-223 0 0,-1 1 0 0 0,-1-1 1 0 0,1 1-1 0 0,-1 0 0 0 0,1 0 0 0 0,-1 1 1 0 0,0-1-1 0 0,0 1 0 0 0,-1 0 1 0 0,1 0-1 0 0,-1 1 0 0 0,0 0 1 0 0,1 0-1 0 0,-1 0 0 0 0,0 0 0 0 0,-10 0 1 0 0,-2 3-6786 0 0</inkml:trace>
</inkml:ink>
</file>

<file path=ppt/ink/ink2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9.1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171 1 6913 0 0,'-4'0'182'0'0,"-1"1"-1"0"0,1 0 0 0 0,0 0 0 0 0,0 1 1 0 0,-1-1-1 0 0,1 1 0 0 0,0 0 0 0 0,1 0 1 0 0,-1 0-1 0 0,0 1 0 0 0,-6 4 0 0 0,-35 35 1768 0 0,37-31-1731 0 0,0 0 0 0 0,1 0 0 0 0,0 0 1 0 0,1 1-1 0 0,0 0 0 0 0,0 0 0 0 0,2 1 0 0 0,-1-1 0 0 0,2 1 0 0 0,0 0 0 0 0,0 0 1 0 0,1 1-1 0 0,1-1 0 0 0,0 0 0 0 0,1 1 0 0 0,0-1 0 0 0,3 18 0 0 0,1-3 40 0 0,2 1-1 0 0,1-1 0 0 0,1-1 1 0 0,1 0-1 0 0,1 0 1 0 0,2 0-1 0 0,15 25 0 0 0,-23-44-236 0 0,0-1 0 0 0,1 0 0 0 0,0-1 0 0 0,0 1 0 0 0,0-1 0 0 0,1 0 0 0 0,0 0 0 0 0,0-1 0 0 0,1 0 0 0 0,-1 0 0 0 0,1 0 0 0 0,0-1 0 0 0,11 5 0 0 0,-11-6-12 0 0,-1-1 1 0 0,1 0-1 0 0,0-1 0 0 0,0 1 1 0 0,0-1-1 0 0,0-1 0 0 0,1 1 1 0 0,-1-1-1 0 0,0-1 0 0 0,0 1 0 0 0,0-1 1 0 0,0-1-1 0 0,0 1 0 0 0,0-1 1 0 0,12-5-1 0 0,-6 1 96 0 0,-1-1 1 0 0,1 0-1 0 0,-1-1 1 0 0,-1 0-1 0 0,0-1 0 0 0,0 0 1 0 0,-1-1-1 0 0,0 0 0 0 0,0 0 1 0 0,-1-1-1 0 0,-1-1 1 0 0,0 1-1 0 0,0-1 0 0 0,-2-1 1 0 0,1 1-1 0 0,-1-1 0 0 0,-1-1 1 0 0,4-15-1 0 0,-4 16-57 0 0,-1 0 0 0 0,-1-1 0 0 0,-1 0-1 0 0,0 0 1 0 0,0 0 0 0 0,-2 0 0 0 0,1 0-1 0 0,-2 0 1 0 0,0 0 0 0 0,-1 0 0 0 0,0 0 0 0 0,-1 1-1 0 0,0-1 1 0 0,-1 1 0 0 0,-1-1 0 0 0,0 1-1 0 0,-1 1 1 0 0,-10-18 0 0 0,11 23-106 0 0,0 0-1 0 0,-1 1 1 0 0,0 0 0 0 0,0 0-1 0 0,0 1 1 0 0,0 0 0 0 0,-1 0-1 0 0,0 0 1 0 0,0 1 0 0 0,0 0-1 0 0,-1 0 1 0 0,1 1 0 0 0,-1 0 0 0 0,0 0-1 0 0,0 1 1 0 0,0 0 0 0 0,-8-1-1 0 0,8 2-738 0 0,1 0 1 0 0,-1 1-1 0 0,1 0 0 0 0,0 1 0 0 0,-1 0 0 0 0,1 0 1 0 0,-9 2-1 0 0,-5 4-4792 0 0</inkml:trace>
</inkml:ink>
</file>

<file path=ppt/ink/ink2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9.6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110 28 3225 0 0,'1'-1'19'0'0,"-1"0"0"0"0,0-1 1 0 0,0 1-1 0 0,0 0 0 0 0,0 0 1 0 0,0-1-1 0 0,0 1 0 0 0,-1 0 1 0 0,1 0-1 0 0,0-1 0 0 0,-1 1 1 0 0,1 0-1 0 0,-1 0 0 0 0,1 0 1 0 0,-1-1-1 0 0,1 1 1 0 0,-1 0-1 0 0,0 0 0 0 0,1 0 1 0 0,-1 0-1 0 0,-1-1 0 0 0,1 2 118 0 0,0 0 0 0 0,0 0 1 0 0,0 0-1 0 0,1 0 0 0 0,-1-1 0 0 0,0 1 0 0 0,0 0 0 0 0,0 0 0 0 0,0 1 0 0 0,0-1 0 0 0,1 0 1 0 0,-1 0-1 0 0,0 0 0 0 0,0 1 0 0 0,0-1 0 0 0,0 0 0 0 0,1 1 0 0 0,-1-1 0 0 0,0 0 1 0 0,0 1-1 0 0,1-1 0 0 0,-2 2 0 0 0,-3 2 469 0 0,0 0 1 0 0,1 0-1 0 0,-1 0 1 0 0,1 1-1 0 0,0 0 1 0 0,0 0-1 0 0,-3 6 1 0 0,0 4-128 0 0,0 0 0 0 0,1 0 0 0 0,1 1 1 0 0,1 0-1 0 0,0 0 0 0 0,1 0 0 0 0,-2 25 1 0 0,3-1 108 0 0,5 77 0 0 0,-1-100-475 0 0,0 0-1 0 0,0 0 1 0 0,2 0-1 0 0,0 0 1 0 0,8 18-1 0 0,-9-28-94 0 0,0-1-1 0 0,0 1 1 0 0,1-1-1 0 0,0 1 1 0 0,0-1-1 0 0,1 0 1 0 0,0-1-1 0 0,0 1 1 0 0,0-1-1 0 0,0 0 1 0 0,1 0-1 0 0,0-1 1 0 0,0 1-1 0 0,11 5 1 0 0,-5-5-6 0 0,0 0 1 0 0,0-1 0 0 0,0 0-1 0 0,1-1 1 0 0,0 0-1 0 0,-1-1 1 0 0,1 0-1 0 0,0-1 1 0 0,0 0 0 0 0,0-1-1 0 0,0-1 1 0 0,24-4-1 0 0,-30 4 26 0 0,0-1 0 0 0,0 0-1 0 0,-1 0 1 0 0,1 0-1 0 0,0-1 1 0 0,-1 0-1 0 0,0 0 1 0 0,1-1 0 0 0,-1 0-1 0 0,-1 0 1 0 0,1 0-1 0 0,-1-1 1 0 0,1 0-1 0 0,-1 0 1 0 0,-1 0 0 0 0,1-1-1 0 0,-1 1 1 0 0,0-1-1 0 0,0 0 1 0 0,0 0-1 0 0,-1-1 1 0 0,0 1 0 0 0,0-1-1 0 0,3-11 1 0 0,-3 1 160 0 0,-1 1 0 0 0,-1-1 1 0 0,0 0-1 0 0,-1 1 0 0 0,0-1 1 0 0,-2 0-1 0 0,0 1 0 0 0,-7-30 1 0 0,1 17 7 0 0,-1 0 0 0 0,-2 1 0 0 0,-27-54 1 0 0,35 75-292 0 0,-1 1 1 0 0,0-1 0 0 0,0 1 0 0 0,0 0 0 0 0,-1 0 0 0 0,0 0 0 0 0,0 1-1 0 0,0-1 1 0 0,-1 1 0 0 0,-11-8 0 0 0,1 7-855 0 0</inkml:trace>
</inkml:ink>
</file>

<file path=ppt/ink/ink2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0.3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 21 1376 0 0,'-1'1'189'0'0,"1"-1"0"0"0,-1 0 0 0 0,0 1 0 0 0,0-1-1 0 0,0 0 1 0 0,0 1 0 0 0,0-1 0 0 0,0 0 0 0 0,0 0 0 0 0,1 0-1 0 0,-1 0 1 0 0,0 0 0 0 0,0 0 0 0 0,0 0 0 0 0,0 0 0 0 0,0-1 0 0 0,0 1-1 0 0,0 0 1 0 0,0 0 0 0 0,0-1 0 0 0,1 1 0 0 0,-1-1 0 0 0,0 1-1 0 0,0 0 1 0 0,0-1 0 0 0,1 0 0 0 0,-1 1 0 0 0,0-1 0 0 0,1 1-1 0 0,-1-1 1 0 0,-1-1 126 0 0,2 2-189 0 0,0-1 0 0 0,0 1 0 0 0,0 0 0 0 0,0-1 0 0 0,0 1 0 0 0,-1 0 0 0 0,1-1 0 0 0,0 1 0 0 0,0 0 0 0 0,0-1 0 0 0,0 1 0 0 0,0 0 0 0 0,0-1 0 0 0,0 1 1 0 0,0 0-1 0 0,0-1 0 0 0,0 1 0 0 0,0 0 0 0 0,0-1 0 0 0,1 1 0 0 0,-1 0 0 0 0,0-1 0 0 0,0 1 0 0 0,1-1 378 0 0,-1 0-378 0 0,1 1 21 0 0,0-1-1 0 0,0 0 1 0 0,0 1 0 0 0,0-1 0 0 0,0 1 0 0 0,0 0-1 0 0,0-1 1 0 0,0 1 0 0 0,0 0 0 0 0,1-1-1 0 0,-1 1 1 0 0,0 0 0 0 0,0 0 0 0 0,0 0-1 0 0,2 0 1 0 0,23 2 1183 0 0,42 6-1 0 0,13 2-844 0 0,-57-9-671 0 0,67 5 339 0 0,-33 4-3414 0 0,-45-7-1687 0 0</inkml:trace>
</inkml:ink>
</file>

<file path=ppt/ink/ink2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0.7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62 55 1376 0 0,'-9'-16'-82'0'0,"7"13"664"0"0,0-1 1 0 0,0 0 0 0 0,0 1 0 0 0,0-1 0 0 0,-1 1 0 0 0,1 0 0 0 0,-1 0 0 0 0,0 0 0 0 0,0 0 0 0 0,-4-3 0 0 0,7 6-470 0 0,-1 0 0 0 0,0 0 1 0 0,1 1-1 0 0,-1-1 0 0 0,1 0 1 0 0,-1 0-1 0 0,0 0 0 0 0,1 0 1 0 0,-1 1-1 0 0,1-1 0 0 0,-1 0 1 0 0,1 1-1 0 0,-1-1 0 0 0,1 0 1 0 0,-1 1-1 0 0,1-1 0 0 0,0 1 1 0 0,-1-1-1 0 0,1 0 0 0 0,-1 1 1 0 0,1-1-1 0 0,0 1 0 0 0,-1 0 1 0 0,1-1-1 0 0,0 1 0 0 0,0-1 1 0 0,-1 1-1 0 0,1-1 0 0 0,0 1 1 0 0,0-1-1 0 0,0 1 0 0 0,0 0 1 0 0,0-1-1 0 0,0 1 0 0 0,0-1 1 0 0,0 2-1 0 0,-4 25 1717 0 0,4-27-1781 0 0,-3 39 577 0 0,2-1 1 0 0,1 0-1 0 0,8 48 1 0 0,-2-48-3128 0 0,16 55 0 0 0,-11-56-2356 0 0</inkml:trace>
</inkml:ink>
</file>

<file path=ppt/ink/ink2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1.1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66 6913 0 0,'0'-1'175'0'0,"1"-1"0"0"0,-1 0 0 0 0,1 0 0 0 0,0 0 0 0 0,-1 1 0 0 0,1-1 0 0 0,0 0 0 0 0,0 1 1 0 0,0-1-1 0 0,0 1 0 0 0,1-1 0 0 0,-1 1 0 0 0,0-1 0 0 0,0 1 0 0 0,1 0 0 0 0,-1 0 0 0 0,1 0 0 0 0,-1 0 0 0 0,1 0 0 0 0,2-2 0 0 0,35-14 3048 0 0,-38 16-3179 0 0,14-3 276 0 0,1 1 0 0 0,-1 0 0 0 0,0 0 0 0 0,1 2 0 0 0,0 0 0 0 0,-1 1 0 0 0,20 1 1 0 0,11 1-987 0 0,-29-2-178 0 0</inkml:trace>
</inkml:ink>
</file>

<file path=ppt/ink/ink2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1.4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40 1 5985 0 0,'-1'0'61'0'0,"0"0"0"0"0,0 0 0 0 0,0 1 0 0 0,1-1 0 0 0,-1 0-1 0 0,0 1 1 0 0,0-1 0 0 0,0 1 0 0 0,1-1 0 0 0,-1 1 0 0 0,0-1 0 0 0,1 1-1 0 0,-1 0 1 0 0,0-1 0 0 0,1 1 0 0 0,-1 0 0 0 0,1-1 0 0 0,-1 1 0 0 0,1 0-1 0 0,-1 0 1 0 0,1 0 0 0 0,0-1 0 0 0,-1 1 0 0 0,1 0 0 0 0,0 0 0 0 0,0 0-1 0 0,0 1 1 0 0,-6 32 1429 0 0,5-22-1200 0 0,-7 39 1758 0 0,0 76 1 0 0,8-103-2127 0 0,1 1 0 0 0,1-1 0 0 0,1 0 0 0 0,2 0 1 0 0,9 33-1 0 0,-4-32-4627 0 0</inkml:trace>
</inkml:ink>
</file>

<file path=ppt/ink/ink2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1.98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27 4145 0 0,'12'-3'8480'0'0,"72"-18"-5622"0"0,-65 19-2414 0 0,-1 1 0 0 0,1 1 1 0 0,-1 1-1 0 0,24 3 0 0 0,34 10-1919 0 0,-64-11 297 0 0</inkml:trace>
</inkml:ink>
</file>

<file path=ppt/ink/ink2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2.3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 1 4145 0 0,'-1'2'229'0'0,"0"0"1"0"0,0 0-1 0 0,0 0 0 0 0,1 0 0 0 0,-1 0 1 0 0,1 0-1 0 0,-1 0 0 0 0,1 0 1 0 0,0 1-1 0 0,-1 3 0 0 0,1 1 75 0 0,-1-1-207 0 0,-14 153 2924 0 0,15-141-2892 0 0,1-1 1 0 0,0 0 0 0 0,1 0 0 0 0,1 0-1 0 0,1 0 1 0 0,0 0 0 0 0,10 22-1 0 0,-4-17-229 0 0</inkml:trace>
</inkml:ink>
</file>

<file path=ppt/ink/ink2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2.7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61 6913 0 0,'0'0'529'0'0,"1"0"-319"0"0,4-1 261 0 0,1 0 0 0 0,-1-1 0 0 0,0 1 1 0 0,0-1-1 0 0,0-1 0 0 0,6-2 0 0 0,9-4 814 0 0,8 0-290 0 0,0 1 0 0 0,0 2 1 0 0,0 1-1 0 0,1 1 0 0 0,37 0 1 0 0,-22 3-3668 0 0,52 8 1 0 0,-80-5-2855 0 0</inkml:trace>
</inkml:ink>
</file>

<file path=ppt/ink/ink2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3.1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4145 0 0,'0'26'3893'0'0,"0"47"1794"0"0,3 8-4365 0 0,-1-49-2387 0 0,2 0 0 0 0,1 0 0 0 0,10 34-1 0 0,-6-38-49 0 0,0-1 662 0 0</inkml:trace>
</inkml:ink>
</file>

<file path=ppt/ink/ink2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3.7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26 5985 0 0,'39'-5'4436'0'0,"37"10"-1197"0"0,-54-3-3087 0 0,1 0 0 0 0,0-2-1 0 0,28-2 1 0 0,-24-3-1132 0 0,-1 0 1 0 0,36-13-1 0 0</inkml:trace>
</inkml:ink>
</file>

<file path=ppt/ink/ink2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4.0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43 10 4609 0 0,'0'-1'92'0'0,"-1"0"0"0"0,1 0 0 0 0,-1 1 0 0 0,0-1-1 0 0,1 1 1 0 0,-1-1 0 0 0,0 1 0 0 0,0-1 0 0 0,1 1 0 0 0,-1-1 0 0 0,0 1 0 0 0,0-1 0 0 0,0 1 0 0 0,0 0-1 0 0,1-1 1 0 0,-1 1 0 0 0,0 0 0 0 0,0 0 0 0 0,0 0 0 0 0,0 0 0 0 0,0 0 0 0 0,0 0 0 0 0,0 0 0 0 0,0 0-1 0 0,1 0 1 0 0,-1 0 0 0 0,0 1 0 0 0,0-1 0 0 0,-1 0 0 0 0,1 2 86 0 0,-1 1 1 0 0,1-1-1 0 0,0 0 0 0 0,0 0 1 0 0,0 0-1 0 0,1 1 0 0 0,-1-1 1 0 0,1 0-1 0 0,-1 0 0 0 0,1 1 1 0 0,-1 2-1 0 0,-3 26 235 0 0,2 1 0 0 0,0 0-1 0 0,2 0 1 0 0,2-1 0 0 0,1 1 0 0 0,1 0-1 0 0,2-1 1 0 0,1 0 0 0 0,11 31 0 0 0,-6-30-564 0 0</inkml:trace>
</inkml:ink>
</file>

<file path=ppt/ink/ink2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4.4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22 3225 0 0,'19'4'3003'0'0,"20"-6"53"0"0,45-8-1 0 0,22-1-1228 0 0,-93 10-2007 0 0,24 0 320 0 0,-13 1-4020 0 0,-9 2-525 0 0</inkml:trace>
</inkml:ink>
</file>

<file path=ppt/ink/ink2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4.7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44 1 7370 0 0,'-2'2'155'0'0,"-1"0"0"0"0,1 1 0 0 0,0-1 0 0 0,0 1 0 0 0,0-1 0 0 0,0 1 1 0 0,1 0-1 0 0,-1 0 0 0 0,1 0 0 0 0,-1 0 0 0 0,1 0 0 0 0,0 0 0 0 0,0 5 1 0 0,-10 47 800 0 0,10-41-700 0 0,-4 34-220 0 0,2 0 0 0 0,8 96 0 0 0,-3-107-96 0 0</inkml:trace>
</inkml:ink>
</file>

<file path=ppt/ink/ink2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5.18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 25 4609 0 0,'-2'0'255'0'0,"1"0"0"0"0,0 0-1 0 0,0 0 1 0 0,-1 0 0 0 0,1 0 0 0 0,0-1 0 0 0,-1 1 0 0 0,1 0-1 0 0,0 0 1 0 0,0-1 0 0 0,-1 1 0 0 0,1-1 0 0 0,0 1 0 0 0,0-1-1 0 0,0 0 1 0 0,0 1 0 0 0,-1-1 0 0 0,1 0 0 0 0,0 0 0 0 0,0 0-1 0 0,1 0 1 0 0,-2-1 0 0 0,2 2-178 0 0,0 0 0 0 0,-1 0 1 0 0,1-1-1 0 0,0 1 0 0 0,0 0 0 0 0,0-1 0 0 0,0 1 0 0 0,0 0 0 0 0,0 0 0 0 0,0-1 1 0 0,0 1-1 0 0,1 0 0 0 0,-1-1 0 0 0,0 1 0 0 0,0 0 0 0 0,0 0 0 0 0,0-1 1 0 0,0 1-1 0 0,0 0 0 0 0,0 0 0 0 0,1-1 0 0 0,-1 1 0 0 0,0 0 0 0 0,0 0 0 0 0,0-1 1 0 0,1 1-1 0 0,-1 0 0 0 0,0 0 0 0 0,0 0 0 0 0,1-1 0 0 0,-1 1 0 0 0,18-5 1091 0 0,7 6-676 0 0,-1 0 1 0 0,0 1-1 0 0,0 2 1 0 0,0 0-1 0 0,-1 2 0 0 0,1 0 1 0 0,22 11-1 0 0,-9-5-3558 0 0,55 11 0 0 0</inkml:trace>
</inkml:ink>
</file>

<file path=ppt/ink/ink2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5.5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32 4 4489 0 0,'-1'0'14'0'0,"0"-1"0"0"0,1 1 1 0 0,-1-1-1 0 0,1 1 0 0 0,-1 0 0 0 0,0 0 0 0 0,1-1 1 0 0,-1 1-1 0 0,0 0 0 0 0,1 0 0 0 0,-1 0 0 0 0,0 0 1 0 0,0 0-1 0 0,1 0 0 0 0,-1 0 0 0 0,0 0 0 0 0,1 0 1 0 0,-1 0-1 0 0,0 0 0 0 0,1 0 0 0 0,-1 0 1 0 0,0 1-1 0 0,1-1 0 0 0,-1 0 0 0 0,0 0 0 0 0,1 1 1 0 0,-2 0-1 0 0,-2 19 940 0 0,3-6-311 0 0,-3 23 777 0 0,2 0 0 0 0,3 54 0 0 0,4-46-1280 0 0,16 74 0 0 0,-16-92-34 0 0</inkml:trace>
</inkml:ink>
</file>

<file path=ppt/ink/ink2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5.8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67 6449 0 0,'-1'0'499'0'0,"23"-26"3477"0"0,-17 22-3429 0 0,1 0 1 0 0,1 1 0 0 0,-1-1 0 0 0,0 1-1 0 0,1 1 1 0 0,11-4 0 0 0,42-5-412 0 0,-41 8-1078 0 0</inkml:trace>
</inkml:ink>
</file>

<file path=ppt/ink/ink2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6.26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 0 8290 0 0,'-1'1'95'0'0,"0"-1"1"0"0,-1 1 0 0 0,1 0-1 0 0,0 0 1 0 0,0 0-1 0 0,0 0 1 0 0,0 0-1 0 0,0 0 1 0 0,1 0 0 0 0,-1 0-1 0 0,0 0 1 0 0,0 0-1 0 0,1 0 1 0 0,-1 0-1 0 0,0 1 1 0 0,1-1 0 0 0,-1 0-1 0 0,1 0 1 0 0,0 1-1 0 0,-1-1 1 0 0,1 0-1 0 0,0 3 1 0 0,-4 41 1260 0 0,3-26-645 0 0,-2 12 676 0 0,2 55 1 0 0,3-64-1558 0 0,0-1 0 0 0,1 1 0 0 0,9 28 0 0 0,-7-34 35 0 0</inkml:trace>
</inkml:ink>
</file>

<file path=ppt/ink/ink2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23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114 219 2304 0 0,'4'-8'-50'0'0,"-3"6"5"0"0,1-1 1 0 0,0 1-1 0 0,-1-1 1 0 0,0 0-1 0 0,1 0 1 0 0,-1 0-1 0 0,0 1 0 0 0,-1-1 1 0 0,2-6-1 0 0,-3 2 150 0 0,0 0-1 0 0,1-1 0 0 0,0 1 0 0 0,0-1 0 0 0,1 1 0 0 0,0-1 0 0 0,0 1 0 0 0,1 0 1 0 0,0-1-1 0 0,4-10 0 0 0,3-12 252 0 0,4-1 11299 0 0,-17 29-11193 0 0,-46-3 2780 0 0,16-4-2234 0 0,32 8-921 0 0,0 0 0 0 0,1 0 0 0 0,-2 0 1 0 0,1 0-1 0 0,0 0 0 0 0,0 0 0 0 0,0 1 0 0 0,0-1 1 0 0,0 1-1 0 0,-1-1 0 0 0,1 1 0 0 0,0 0 0 0 0,0 0 1 0 0,0 0-1 0 0,-1 0 0 0 0,1 1 0 0 0,0-1 0 0 0,0 0 1 0 0,0 1-1 0 0,-1 0 0 0 0,1-1 0 0 0,0 1 1 0 0,0 0-1 0 0,0 0 0 0 0,0 0 0 0 0,-3 3 0 0 0,3-1-75 0 0,0 0-1 0 0,0 0 1 0 0,1 0-1 0 0,-1 0 1 0 0,1 0-1 0 0,0 0 1 0 0,-1 1-1 0 0,2-1 1 0 0,-1 0-1 0 0,0 1 1 0 0,1-1-1 0 0,-1 1 0 0 0,1-1 1 0 0,0 7-1 0 0,6 59-39 0 0,-3-46 42 0 0,28 152-14 0 0,-1-5 0 0 0,-6 283 0 0 0,-11-119 0 0 0,8 608 6 0 0,-21-870-2 0 0,-8 550 258 0 0,-14-431 350 0 0,9-104-504 0 0,4-34-108 0 0,4-35-5 0 0,2 0 0 0 0,-2 30 0 0 0,5-47-64 0 0,2-13-631 0 0,1 3 68 0 0</inkml:trace>
</inkml:ink>
</file>

<file path=ppt/ink/ink2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26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440 197 456 0 0,'-1'-3'190'0'0,"-2"1"0"0"0,1 0-1 0 0,0 0 1 0 0,0 0 0 0 0,-1 0 0 0 0,1 1 0 0 0,-1-1-1 0 0,1 0 1 0 0,-1 1 0 0 0,0 0 0 0 0,0 0-1 0 0,1 0 1 0 0,-1 0 0 0 0,0 0 0 0 0,-4 0-1 0 0,4 0 37 0 0,0 0-1 0 0,0 0 0 0 0,-1 0 1 0 0,1 0-1 0 0,0 0 0 0 0,0-1 0 0 0,0 1 1 0 0,0-1-1 0 0,-5-4 0 0 0,8 6-164 0 0,0 0 1 0 0,0 0-1 0 0,0 0 0 0 0,0-1 0 0 0,-1 1 0 0 0,1 0 0 0 0,0 0 1 0 0,0 0-1 0 0,0 0 0 0 0,0-1 0 0 0,-1 1 0 0 0,1 0 0 0 0,0 0 1 0 0,0 0-1 0 0,0-1 0 0 0,0 1 0 0 0,0 0 0 0 0,0 0 0 0 0,0 0 1 0 0,0-1-1 0 0,0 1 0 0 0,0 0 0 0 0,0 0 0 0 0,0-1 0 0 0,0 1 0 0 0,0 0 1 0 0,0 0-1 0 0,0 0 0 0 0,0-1 0 0 0,0 1 0 0 0,0 0 0 0 0,0 0 1 0 0,0-1-1 0 0,0 1 0 0 0,0 0 0 0 0,1 0 0 0 0,-1 0 0 0 0,0-1 1 0 0,0 1-1 0 0,12-5 1091 0 0,21 1-587 0 0,-26 3-289 0 0,437-34 4069 0 0,-210 23-4092 0 0,128-5 437 0 0,-138 21-440 0 0,-132 1-115 0 0,129-11 0 0 0,371-36 1420 0 0,-100 39-387 0 0,-362 3-1115 0 0,91-4-42 0 0,123 2 61 0 0,4-6 330 0 0,-72-3 204 0 0,29 6-22 0 0,248 6 49 0 0,-385 9-573 0 0,178 12 64 0 0,-28-13-124 0 0,-208-9 0 0 0,0 4 0 0 0,115 19 0 0 0,-191-17 0 0 0,61 12 0 0 0,0-5 0 0 0,144 4 0 0 0,218-38 440 0 0,-436 20-375 0 0,45 0 343 0 0,-61 1-383 0 0,-1 1-1 0 0,1-1 1 0 0,0 1 0 0 0,-1 0-1 0 0,1 0 1 0 0,0 1-1 0 0,-1-1 1 0 0,1 1 0 0 0,-1 0-1 0 0,7 4 1 0 0,-11-5-48 0 0,1 1 0 0 0,0-1 0 0 0,-1 1 0 0 0,1 0 0 0 0,-1-1 0 0 0,0 1 0 0 0,0 0 1 0 0,1-1-1 0 0,-1 1 0 0 0,0 0 0 0 0,0-1 0 0 0,-1 1 0 0 0,1 0 0 0 0,0-1 0 0 0,-1 1 0 0 0,0 2 0 0 0,0 8-123 0 0,1-12 30 0 0,1-1-15 0 0,0 1 0 0 0,0-1 0 0 0,0 0-1 0 0,0 0 1 0 0,-1 1 0 0 0,1-1 0 0 0,0 0 0 0 0,0 0 0 0 0,-1 0 0 0 0,1 0 0 0 0,0 0 0 0 0,-1 0 0 0 0,1 0 0 0 0,-1 0 0 0 0,1-1 0 0 0,-1 1 0 0 0,0 0 0 0 0,1 0 0 0 0,-1 0 0 0 0,0 0 0 0 0,0-1 0 0 0,0 1 0 0 0,0 0 0 0 0,0 0-1 0 0,0-2 1 0 0,2-9-218 0 0,1 5-286 0 0,-3 6 572 0 0,0 1 1 0 0,0-1 0 0 0,0 0 0 0 0,0 0 0 0 0,0 0 0 0 0,0 0 0 0 0,1 0 0 0 0,-1 0-1 0 0,0 0 1 0 0,1 1 0 0 0,-1-1 0 0 0,1 0 0 0 0,-1 0 0 0 0,1 0 0 0 0,-1 1 0 0 0,1-1 0 0 0,0 0-1 0 0,-1 1 1 0 0,1-1 0 0 0,10 2 5046 0 0,-20 20-4880 0 0,4-9 52 0 0,0 0-1 0 0,0 0 1 0 0,-4 16 0 0 0,0 36-93 0 0,1 1 1 0 0,3 72-1 0 0,14 131 250 0 0,-1 42-112 0 0,-64 611-201 0 0,21-268 0 0 0,39-238 278 0 0,1-82-76 0 0,-5-328-195 0 0,1 21 100 0 0,1-18-54 0 0,2-8-40 0 0,-4 0-77 0 0,0 2-32 0 0,-1 1 90 0 0,0-1 0 0 0,1 0-1 0 0,-1 0 1 0 0,0 1-1 0 0,0-1 1 0 0,0 0 0 0 0,0 0-1 0 0,0 0 1 0 0,0 0 0 0 0,-1 0-1 0 0,-1 2 1 0 0,-3 0 6 0 0,1-1 0 0 0,-1 1 0 0 0,0-1 0 0 0,-1 0 0 0 0,1-1 0 0 0,0 1 0 0 0,-1-1 0 0 0,1-1 0 0 0,-14 3 0 0 0,-10 3 0 0 0,-16 7 12 0 0,0-3 0 0 0,-1-1 0 0 0,0-3 0 0 0,-71 2 0 0 0,-34 0-112 0 0,68-3 217 0 0,-122-6 1 0 0,-73-32-295 0 0,-25-2-1 0 0,66 10 224 0 0,-110-5 36 0 0,-609-17-294 0 0,769 34 183 0 0,-353 10-274 0 0,198 27 295 0 0,-182 0-719 0 0,-22 0-142 0 0,178-1 424 0 0,224-25 439 0 0,72-1 20 0 0,-82 9 0 0 0,-216 44 404 0 0,322-47-381 0 0,-1-2 0 0 0,-97-9 0 0 0,40 1 189 0 0,83 7-172 0 0,1 1 1 0 0,-1 2 0 0 0,1 0 0 0 0,0 2 0 0 0,0 0 0 0 0,1 1 0 0 0,-37 18-1 0 0,35-15 9 0 0,0 0-1 0 0,-1-1 1 0 0,-1-2-1 0 0,1 0 1 0 0,-51 5-1 0 0,-50-15 84 0 0,94 1-245 0 0,-1 0 0 0 0,0 3 0 0 0,0 0 0 0 0,-53 11 0 0 0,62-6-82 0 0,5-1 93 0 0,0-1 0 0 0,0 0 0 0 0,-26 0 1 0 0,28-7-416 0 0,12-2-31 0 0</inkml:trace>
</inkml:ink>
</file>

<file path=ppt/ink/ink2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27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14 108 4609 0 0,'8'-20'454'0'0,"7"-23"-29"0"0,-14 41-354 0 0,-1 1 1 0 0,1-1-1 0 0,-1 0 1 0 0,0 0-1 0 0,0 1 0 0 0,0-1 1 0 0,0 0-1 0 0,0 0 1 0 0,0 1-1 0 0,0-1 0 0 0,-1 0 1 0 0,1 0-1 0 0,-1 1 1 0 0,1-1-1 0 0,-1 0 0 0 0,0 1 1 0 0,1-1-1 0 0,-1 1 1 0 0,0-1-1 0 0,0 1 0 0 0,-2-3 1 0 0,3 4-22 0 0,0 0 0 0 0,-1-1 0 0 0,1 1 0 0 0,0-1 0 0 0,-1 1 0 0 0,1 0 0 0 0,0-1 0 0 0,-1 1 0 0 0,1 0 0 0 0,-1 0 0 0 0,1-1 0 0 0,-1 1 0 0 0,1 0 0 0 0,0 0 0 0 0,-1-1 0 0 0,1 1 0 0 0,-1 0 0 0 0,1 0 0 0 0,-1 0 0 0 0,1 0 0 0 0,-1 0 0 0 0,1 0 0 0 0,-1 0 0 0 0,1 0 0 0 0,-1 0 0 0 0,1 0 0 0 0,-1 0 0 0 0,1 0 0 0 0,-1 0 0 0 0,1 0 0 0 0,-1 1 0 0 0,1-1 0 0 0,-1 0-1 0 0,1 0 1 0 0,-1 1 0 0 0,1-1 0 0 0,-1 0 0 0 0,1 0 0 0 0,0 1 0 0 0,-1-1 0 0 0,1 0 0 0 0,0 1 0 0 0,-1-1 0 0 0,1 1 0 0 0,0-1 0 0 0,-1 0 0 0 0,1 1 0 0 0,0-1 0 0 0,0 1 0 0 0,-1 0 0 0 0,1 0 88 0 0,-1 1 0 0 0,0-1 0 0 0,1 0 0 0 0,0 1 0 0 0,-1-1 0 0 0,1 1 0 0 0,0-1 0 0 0,0 1 0 0 0,-1-1 0 0 0,1 1 0 0 0,1-1 0 0 0,-1 1 0 0 0,0-1 1 0 0,0 1-1 0 0,0-1 0 0 0,2 3 0 0 0,0 1 759 0 0,1 0 0 0 0,0 0 0 0 0,1-1 0 0 0,-1 1 1 0 0,1-1-1 0 0,0 0 0 0 0,0 0 0 0 0,7 5 1 0 0,-10-8-891 0 0,-1 0 0 0 0,1 0 1 0 0,0-1-1 0 0,-1 1 0 0 0,1 0 1 0 0,-1 0-1 0 0,1 0 0 0 0,-1 0 1 0 0,0 0-1 0 0,1 0 1 0 0,-1 0-1 0 0,0 0 0 0 0,1 0 1 0 0,-1 0-1 0 0,0 0 0 0 0,0 0 1 0 0,0 0-1 0 0,0 0 0 0 0,0 0 1 0 0,0 0-1 0 0,0 0 0 0 0,-1 2 1 0 0,-8 25 108 0 0,5-16 29 0 0,-9 41 328 0 0,6-29-355 0 0,2 1 0 0 0,0-1 0 0 0,1 1 1 0 0,2 0-1 0 0,0 33 0 0 0,74 452-12 0 0,-28-245-97 0 0,21 127-21 0 0,39 339 656 0 0,-98-440-455 0 0,-5-127-130 0 0,-15 127 204 0 0,1-94-99 0 0,12-118-151 0 0,3-1 0 0 0,4 0 1 0 0,26 129-1 0 0,-31-198 7 0 0,0 0-1 0 0,0 0 1 0 0,-1 0 0 0 0,-1 16-1 0 0,0 3 11 0 0,1-24-43 0 0,0-3-20 0 0,1 0 1 0 0,-1 0-1 0 0,0 0 0 0 0,0-1 1 0 0,0 1-1 0 0,0 0 0 0 0,0 0 0 0 0,0 0 1 0 0,-1 0-1 0 0,1 0 0 0 0,0 0 1 0 0,0-1-1 0 0,-1 1 0 0 0,1 0 1 0 0,0 0-1 0 0,-1 0 0 0 0,1-1 1 0 0,-1 1-1 0 0,1 0 0 0 0,-1 0 1 0 0,1-1-1 0 0,-1 1 0 0 0,0 0 1 0 0,1-1-1 0 0,-1 1 0 0 0,0-1 1 0 0,1 1-1 0 0,-1-1 0 0 0,0 1 0 0 0,0-1 1 0 0,0 0-1 0 0,1 1 0 0 0,-2-1 1 0 0,-6 4-740 0 0</inkml:trace>
</inkml:ink>
</file>

<file path=ppt/ink/ink2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0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853 28 3225 0 0,'-1'0'55'0'0,"0"-1"0"0"0,0 0 0 0 0,0 1-1 0 0,0-1 1 0 0,1 0 0 0 0,-1 0 0 0 0,0 1 0 0 0,0-1 0 0 0,1 0 0 0 0,-1 0 0 0 0,0 0 0 0 0,1 0 0 0 0,-1 0 0 0 0,1 0 0 0 0,-1 0 0 0 0,1 0 0 0 0,0-1 0 0 0,-1 1 0 0 0,1-2 0 0 0,-4-5 1701 0 0,-5 21-37 0 0,6-8-1261 0 0,0 0 0 0 0,0-1-1 0 0,0 1 1 0 0,-1-1 0 0 0,1 1 0 0 0,-1-1-1 0 0,0 0 1 0 0,0 0 0 0 0,-1-1 0 0 0,1 1-1 0 0,-1-1 1 0 0,0 0 0 0 0,-8 4 0 0 0,4-3-119 0 0,-1 0 0 0 0,0-1 0 0 0,0-1 0 0 0,0 1 1 0 0,-1-1-1 0 0,-18 0 0 0 0,-4-2 22 0 0,-1-2 0 0 0,1-1-1 0 0,-50-11 1 0 0,19 1-61 0 0,-49-10 1017 0 0,-135-11 0 0 0,241 34-1235 0 0,1-1-30 0 0,0 0 0 0 0,1 1 0 0 0,-1 0 0 0 0,0 0 0 0 0,0 1 0 0 0,1-1 0 0 0,-1 1 0 0 0,-7 3 0 0 0,13-3-87 0 0,0 0 1 0 0,0 0 0 0 0,0 0 0 0 0,0 0-1 0 0,0 0 1 0 0,0 0 0 0 0,0 0-1 0 0,1 0 1 0 0,-1 0 0 0 0,0 0 0 0 0,1 0-1 0 0,-1 0 1 0 0,1 0 0 0 0,-1 0 0 0 0,1 0-1 0 0,-1-1 1 0 0,1 1 0 0 0,0 0-1 0 0,-1 0 1 0 0,3 1 0 0 0,14 20-6355 0 0</inkml:trace>
</inkml:ink>
</file>

<file path=ppt/ink/ink2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1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1 1376 0 0,'-6'1'153'0'0,"1"-1"0"0"0,0 2 0 0 0,-1-1 0 0 0,1 0 0 0 0,0 1 0 0 0,0 0 0 0 0,0 1 0 0 0,0-1 0 0 0,0 1-1 0 0,0 0 1 0 0,1 0 0 0 0,0 0 0 0 0,-1 0 0 0 0,-6 8 0 0 0,6-5 243 0 0,1 1-1 0 0,-1-1 1 0 0,1 1-1 0 0,0 0 1 0 0,0 1 0 0 0,1-1-1 0 0,0 1 1 0 0,0-1-1 0 0,-1 9 1 0 0,-2 15 786 0 0,2 0 1 0 0,1 1-1 0 0,2-1 1 0 0,2 36-1 0 0,-1-47-1160 0 0,46 501 2195 0 0,-21-306-2123 0 0,14 122 945 0 0,113 463-1 0 0,-131-722-966 0 0,-4 2 0 0 0,-4 0 0 0 0,-2 1 0 0 0,-5 0 0 0 0,-4 107 0 0 0,-4-124 104 0 0,2-1 0 0 0,16 110 0 0 0,-13-133 78 0 0,-1 1 0 0 0,-8 79 1 0 0,2-58-50 0 0,7 95 555 0 0,6-110-700 0 0,-7-42-46 0 0,0 1 0 0 0,-1 0 0 0 0,0 0 0 0 0,0 0 1 0 0,0 0-1 0 0,-1 0 0 0 0,0 0 0 0 0,0 0 0 0 0,0 0 0 0 0,-1 0 1 0 0,-3 12-1 0 0,-4 18 72 0 0,7-28-67 0 0,0 0 1 0 0,-1-1-1 0 0,0 1 1 0 0,0-1-1 0 0,-4 8 1 0 0,-3 12-1629 0 0,10-14 330 0 0,-1-13 1250 0 0,0 0 1 0 0,1 0-1 0 0,-1 1 1 0 0,0-1-1 0 0,0 0 0 0 0,1 0 1 0 0,-1 0-1 0 0,0 0 0 0 0,1 1 1 0 0,-1-1-1 0 0,1 0 0 0 0,-1 0 1 0 0,0 0-1 0 0,1 0 0 0 0,-1 0 1 0 0,0 0-1 0 0,1 0 0 0 0,-1 0 1 0 0,0 0-1 0 0,1 0 1 0 0,-1 0-1 0 0,1 0 0 0 0,-1 0 1 0 0,0-1-1 0 0,1 1 0 0 0,-1 0 1 0 0,0 0-1 0 0,1 0 0 0 0,-1 0 1 0 0,0 0-1 0 0,0-1 0 0 0,1 1 1 0 0,22-42-9328 0 0,-21 36 9218 0 0,-1 0 0 0 0,0 0 0 0 0,0 0 0 0 0,-1 0 0 0 0,0 0-1 0 0,0-7 1 0 0,0 12 168 0 0,0 1-1 0 0,-1-1 0 0 0,1 0 0 0 0,0 0 0 0 0,0 1 0 0 0,-1-1 0 0 0,1 0 0 0 0,-1 0 0 0 0,1 1 0 0 0,0-1 0 0 0,-1 0 0 0 0,1 1 0 0 0,-1-1 0 0 0,1 1 0 0 0,-1-1 1 0 0,-8-6 3570 0 0,19-1-792 0 0,-5 5-2551 0 0,0 0 0 0 0,1 1 0 0 0,-1-1 0 0 0,1 1 1 0 0,-1 0-1 0 0,1 1 0 0 0,0 0 0 0 0,0-1 0 0 0,-1 2 0 0 0,1-1 0 0 0,0 1 0 0 0,0 0 1 0 0,0 0-1 0 0,0 0 0 0 0,6 2 0 0 0,12 3 186 0 0,-1 1-1 0 0,34 12 1 0 0,13 4 332 0 0,-21-13-474 0 0,0-1-1 0 0,86 0 0 0 0,99-16-164 0 0,-179 5-42 0 0,477-9 1233 0 0,-506 14-1330 0 0,-1 2 0 0 0,0 0 0 0 0,0 2 0 0 0,0 1 0 0 0,25 10 0 0 0,-28-10-42 0 0,-17-5 50 0 0,0 0-1 0 0,1-1 0 0 0,-1 1 0 0 0,0-1 0 0 0,0 0 0 0 0,1-1 0 0 0,-1 1 0 0 0,1-1 0 0 0,-1-1 0 0 0,6 0 0 0 0,-8 1-15 0 0,1-2-1 0 0,-1 1 1 0 0,0 0-1 0 0,0-1 1 0 0,0 1-1 0 0,0-1 1 0 0,0 0-1 0 0,-1 0 1 0 0,1 0-1 0 0,0 0 0 0 0,-1-1 1 0 0,0 1-1 0 0,1-1 1 0 0,-1 1-1 0 0,0-1 1 0 0,0 0-1 0 0,2-4 1 0 0,26-41-3679 0 0</inkml:trace>
</inkml:ink>
</file>

<file path=ppt/ink/ink2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2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2 1376 0 0,'0'-2'208'0'0,"-25"20"6838"0"0,23-15-6665 0 0,0 1-1 0 0,0-1 1 0 0,0 1 0 0 0,0 0-1 0 0,0 0 1 0 0,1 0 0 0 0,0 0 0 0 0,0 0-1 0 0,0 0 1 0 0,0 0 0 0 0,1 0-1 0 0,-1 0 1 0 0,1 0 0 0 0,0 0 0 0 0,1 6-1 0 0,1 11 227 0 0,10 38 1 0 0,-5-27-164 0 0,79 573 3860 0 0,-86-604-4337 0 0,0 0-1 0 0,0 0 0 0 0,0 0 0 0 0,0 0 0 0 0,0 0 0 0 0,0 0-1 0 0,0 0 1 0 0,0 0 0 0 0,0 0 0 0 0,1 0 0 0 0,-1-1 0 0 0,0 1 0 0 0,1 0 0 0 0,-1 0-1 0 0,1 0 1 0 0,-1-1 0 0 0,2 3 0 0 0,1-3-545 0 0</inkml:trace>
</inkml:ink>
</file>

<file path=ppt/ink/ink2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3.2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62 4145 0 0,'3'-61'4535'0'0,"-7"73"-2952"0"0,-3 20 273 0 0,-4 145 2319 0 0,4 238-3276 0 0,10-335-836 0 0,43 566 1213 0 0,-22-473-768 0 0,1 288 0 0 0,-25-365-358 0 0,4-1-1 0 0,3 1 0 0 0,34 153 1 0 0,-32-195-1199 0 0</inkml:trace>
</inkml:ink>
</file>

<file path=ppt/ink/ink2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4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0 3225 0 0,'-68'61'4299'0'0,"68"-60"-4203"0"0,0-1-1 0 0,0 0 1 0 0,0 1-1 0 0,1-1 0 0 0,-1 1 1 0 0,0-1-1 0 0,0 0 1 0 0,1 1-1 0 0,-1-1 0 0 0,0 0 1 0 0,1 1-1 0 0,-1-1 1 0 0,0 0-1 0 0,1 0 1 0 0,-1 1-1 0 0,1-1 0 0 0,-1 0 1 0 0,0 0-1 0 0,1 0 1 0 0,-1 1-1 0 0,1-1 1 0 0,-1 0-1 0 0,0 0 0 0 0,1 0 1 0 0,-1 0-1 0 0,1 0 1 0 0,-1 0-1 0 0,1 0 0 0 0,-1 0 1 0 0,1 0-1 0 0,0 0 1 0 0,20 4 884 0 0,-19-4-806 0 0,217 47 4225 0 0,172-14-2355 0 0,-69-10-842 0 0,-222-7-1079 0 0,-63-9-28 0 0,2-2 0 0 0,-1-1 1 0 0,0-1-1 0 0,56-5 0 0 0,75-25 580 0 0,20-2 383 0 0,-29 6-455 0 0,-88 11-446 0 0,115-28-469 0 0,-180 38 229 0 0,1 0 0 0 0,-1-1 0 0 0,0 0 0 0 0,-1-1 0 0 0,1 1 0 0 0,-1-1 0 0 0,1 0 0 0 0,-1-1 0 0 0,7-7 0 0 0,14-12-3543 0 0,-18 16 836 0 0</inkml:trace>
</inkml:ink>
</file>

<file path=ppt/ink/ink2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6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34 535 4033 0 0,'-33'-30'12416'0'0,"34"30"-12374"0"0,1-1 0 0 0,0 0 0 0 0,-1 0 1 0 0,1 0-1 0 0,0 1 0 0 0,-1-1 0 0 0,1-1 0 0 0,-1 1 1 0 0,0 0-1 0 0,1 0 0 0 0,-1 0 0 0 0,2-3 0 0 0,-1 2 47 0 0,20-17 180 0 0,-1-1-1 0 0,0-1 0 0 0,-2 0 0 0 0,0-2 1 0 0,-2 0-1 0 0,22-38 0 0 0,-19 25-270 0 0,26-62-1 0 0,6-12 0 0 0,-43 96 495 0 0,-8 12-127 0 0,-5 11 266 0 0,3-4-447 0 0,-7 29-154 0 0,2 0 0 0 0,1 1 0 0 0,1 0-1 0 0,3 0 1 0 0,0 0 0 0 0,2-1-1 0 0,2 1 1 0 0,1 0 0 0 0,2-1-1 0 0,14 47 1 0 0,7 8 39 0 0,4-1 0 0 0,73 143 0 0 0,-103-228-72 0 0,1-1 1 0 0,-1 1-1 0 0,1 0 0 0 0,0-1 1 0 0,0 1-1 0 0,0-1 0 0 0,0 1 1 0 0,0-1-1 0 0,0 0 0 0 0,1 0 1 0 0,-1 0-1 0 0,4 2 0 0 0,-5-3 2 0 0,1-1 0 0 0,-1 0-1 0 0,0 0 1 0 0,0 1 0 0 0,0-1-1 0 0,0 0 1 0 0,0 0 0 0 0,0 0-1 0 0,0 0 1 0 0,0 0 0 0 0,0 0 0 0 0,0-1-1 0 0,0 1 1 0 0,0 0 0 0 0,0-1-1 0 0,0 1 1 0 0,0 0 0 0 0,0-1 0 0 0,0 1-1 0 0,0-1 1 0 0,0 1 0 0 0,0-1-1 0 0,0 0 1 0 0,0 1 0 0 0,-1-1-1 0 0,1 0 1 0 0,0 0 0 0 0,0 1 0 0 0,-1-1-1 0 0,1 0 1 0 0,-1 0 0 0 0,1 0-1 0 0,0 0 1 0 0,-1 0 0 0 0,0 0-1 0 0,1 0 1 0 0,-1 0 0 0 0,1-2 0 0 0,4-10-31 0 0,-1 1 0 0 0,0-1 1 0 0,-1-1-1 0 0,0 1 1 0 0,-1 0-1 0 0,-1-1 1 0 0,0 1-1 0 0,-1-20 1 0 0,-16-111-363 0 0,10 109 358 0 0,-1-45-121 0 0,2-1 0 0 0,10-122 0 0 0,-4 186 157 0 0,-2 10 0 0 0,1 1 0 0 0,1-1 0 0 0,-1 1 0 0 0,1-1 0 0 0,0 1 0 0 0,3-9 0 0 0,-3 22 71 0 0,1 1-1 0 0,-1-1 1 0 0,1 1-1 0 0,5 11 1 0 0,-2-3 58 0 0,22 64 119 0 0,3 0 0 0 0,4-2 1 0 0,85 144-1 0 0,-104-197-230 0 0,26 31-1 0 0,-36-49-15 0 0,1-1 0 0 0,0 0 0 0 0,0 0-1 0 0,1 0 1 0 0,-1 0 0 0 0,1-1 0 0 0,0-1 0 0 0,1 1 0 0 0,10 4 0 0 0,-17-8-1 0 0,0-1 0 0 0,0 0 0 0 0,0 0 0 0 0,0 0 0 0 0,0 0 0 0 0,0 0 0 0 0,0 0-1 0 0,-1 0 1 0 0,1 0 0 0 0,0 0 0 0 0,0 0 0 0 0,0 0 0 0 0,0-1 0 0 0,0 1 0 0 0,0 0 0 0 0,-1-1 0 0 0,1 1 0 0 0,0-1 0 0 0,0 1 0 0 0,0-1 0 0 0,-1 1 0 0 0,1-1 0 0 0,0 1 0 0 0,-1-1 0 0 0,1 0 0 0 0,0 1 0 0 0,-1-1 0 0 0,1 0 0 0 0,-1 0 0 0 0,1 1 0 0 0,-1-1 0 0 0,0 0 0 0 0,1 0 0 0 0,-1 0 0 0 0,0 0 0 0 0,1 0 0 0 0,-1 1 0 0 0,0-1 0 0 0,0-1 0 0 0,8-42 78 0 0,-8 38-64 0 0,11-112 289 0 0,20-130-921 0 0,-6 115 445 0 0,16-76 185 0 0,-40 205-19 0 0,0 0 1 0 0,0 1 0 0 0,1-1-1 0 0,-1 0 1 0 0,1 0-1 0 0,0 1 1 0 0,-1-1 0 0 0,5-4-1 0 0,-6 8 6 0 0,0 0-1 0 0,0-1 0 0 0,1 1 1 0 0,-1 0-1 0 0,0 0 0 0 0,1 0 1 0 0,-1-1-1 0 0,0 1 0 0 0,1 0 1 0 0,-1 0-1 0 0,0 0 0 0 0,1 0 1 0 0,-1-1-1 0 0,1 1 0 0 0,-1 0 1 0 0,0 0-1 0 0,1 0 0 0 0,-1 0 1 0 0,1 0-1 0 0,-1 0 0 0 0,0 0 1 0 0,1 0-1 0 0,-1 0 0 0 0,1 0 1 0 0,-1 0-1 0 0,0 1 0 0 0,1-1 1 0 0,-1 0-1 0 0,0 0 0 0 0,1 0 1 0 0,14 19-9 0 0,8 29 181 0 0,19 54 0 0 0,-15-32-57 0 0,6 14-1 0 0,45 99 386 0 0,-57-135-409 0 0,6 14-38 0 0,-27-62-53 0 0,0 0 0 0 0,0 0 0 0 0,0 0 0 0 0,1 0 0 0 0,-1 0 0 0 0,0 0 1 0 0,0 1-1 0 0,0-1 0 0 0,0 0 0 0 0,0 0 0 0 0,0 0 0 0 0,0 0 0 0 0,0 0 0 0 0,1 0 0 0 0,-1 0 1 0 0,0 0-1 0 0,0 1 0 0 0,0-1 0 0 0,0 0 0 0 0,0 0 0 0 0,0 0 0 0 0,1 0 0 0 0,-1 0 1 0 0,0 0-1 0 0,0 0 0 0 0,0 0 0 0 0,0 0 0 0 0,0 0 0 0 0,1 0 0 0 0,-1 0 0 0 0,0 0 0 0 0,0 0 1 0 0,0 0-1 0 0,0 0 0 0 0,0 0 0 0 0,1 0 0 0 0,-1 0 0 0 0,0 0 0 0 0,0-1 0 0 0,0 1 0 0 0,0 0 1 0 0,0 0-1 0 0,1 0 0 0 0,-1 0 0 0 0,0 0 0 0 0,0 0 0 0 0,0 0 0 0 0,0 0 0 0 0,0 0 1 0 0,0-1-1 0 0,7-10-25 0 0,1-14-46 0 0,26-139-813 0 0,9-38 457 0 0,-34 171 424 0 0,1 1 0 0 0,1 0 0 0 0,2 1 0 0 0,22-39-1 0 0,-34 67 7 0 0,-1 0-1 0 0,0 1 0 0 0,0-1 1 0 0,1 1-1 0 0,-1-1 0 0 0,0 0 0 0 0,1 1 1 0 0,-1-1-1 0 0,0 1 0 0 0,1-1 0 0 0,-1 1 1 0 0,1-1-1 0 0,-1 1 0 0 0,1-1 0 0 0,0 1 1 0 0,-1-1-1 0 0,1 1 0 0 0,-1 0 1 0 0,1-1-1 0 0,0 1 0 0 0,-1 0 0 0 0,1 0 1 0 0,0-1-1 0 0,-1 1 0 0 0,1 0 0 0 0,0 0 1 0 0,-1 0-1 0 0,1 0 0 0 0,0 0 1 0 0,1 0-1 0 0,-1 1 9 0 0,0-1 1 0 0,0 1-1 0 0,0 0 1 0 0,0 0-1 0 0,0 0 1 0 0,-1 0 0 0 0,1 0-1 0 0,0 1 1 0 0,0-1-1 0 0,-1 0 1 0 0,1 0-1 0 0,-1 0 1 0 0,1 1-1 0 0,0 2 1 0 0,12 61 443 0 0,-11-55-347 0 0,14 64 439 0 0,34 96 0 0 0,-24-90-586 0 0,-11-3 46 0 0,-14-63-7 0 0,1-1-1 0 0,1 1 0 0 0,0-1 0 0 0,0 0 0 0 0,1 0 1 0 0,1 0-1 0 0,0-1 0 0 0,9 16 0 0 0,-14-28 0 0 0,1 1 0 0 0,-1-1 1 0 0,0 1-1 0 0,0-1 0 0 0,1 1 0 0 0,-1-1 0 0 0,0 0 0 0 0,1 1 0 0 0,-1-1 1 0 0,0 0-1 0 0,1 1 0 0 0,-1-1 0 0 0,1 0 0 0 0,-1 1 0 0 0,0-1 0 0 0,1 0 1 0 0,-1 0-1 0 0,1 1 0 0 0,-1-1 0 0 0,1 0 0 0 0,-1 0 0 0 0,1 0 0 0 0,-1 0 1 0 0,1 0-1 0 0,-1 1 0 0 0,1-1 0 0 0,-1 0 0 0 0,1 0 0 0 0,0 0 0 0 0,-1-1 1 0 0,1 1-1 0 0,-1 0 0 0 0,1 0 0 0 0,-1 0 0 0 0,1 0 0 0 0,12-18 51 0 0,0-27-133 0 0,-8 24 11 0 0,4-26-143 0 0,2 0 1 0 0,29-73 0 0 0,-40 117 216 0 0,1 1-1 0 0,0 0 1 0 0,0 0-1 0 0,0 0 1 0 0,1 0-1 0 0,-1 0 1 0 0,0 0 0 0 0,1 1-1 0 0,-1-1 1 0 0,1 0-1 0 0,-1 1 1 0 0,1-1-1 0 0,0 1 1 0 0,0-1-1 0 0,0 1 1 0 0,0 0-1 0 0,0 0 1 0 0,0 0-1 0 0,0 0 1 0 0,0 0-1 0 0,0 0 1 0 0,0 1-1 0 0,0-1 1 0 0,1 1-1 0 0,2-1 1 0 0,-1 1 0 0 0,0 1-1 0 0,0-1 1 0 0,0 1 0 0 0,0 0 0 0 0,0 0-1 0 0,-1 0 1 0 0,1 0 0 0 0,0 1 0 0 0,0 0-1 0 0,-1 0 1 0 0,1 0 0 0 0,-1 0 0 0 0,7 5-1 0 0,8 10 109 0 0,0 0-1 0 0,31 40 1 0 0,-36-40 81 0 0,0-1 0 0 0,2 0 0 0 0,0-1-1 0 0,30 23 1 0 0,-42-36-55 0 0,-3-12-1547 0 0,0 7 870 0 0,1-16 1462 0 0,-3 8-2685 0 0</inkml:trace>
</inkml:ink>
</file>

<file path=ppt/ink/ink2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6.9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32 7834 0 0,'1'1'171'0'0,"-1"0"0"0"0,1 1 1 0 0,-1-1-1 0 0,1 0 0 0 0,0 1 0 0 0,-1-1 1 0 0,1 0-1 0 0,0 0 0 0 0,0 0 1 0 0,0 0-1 0 0,0 0 0 0 0,0 0 1 0 0,0 0-1 0 0,0 0 0 0 0,1 0 0 0 0,-1 0 1 0 0,0 0-1 0 0,0-1 0 0 0,1 1 1 0 0,-1-1-1 0 0,0 1 0 0 0,2 0 1 0 0,31 9 1632 0 0,-1-9-597 0 0,1-1 0 0 0,-1-2 0 0 0,48-7 0 0 0,-2-1-53 0 0,77-11-263 0 0,7 0 604 0 0,-134 19-1299 0 0,0 1 1 0 0,0 2 0 0 0,49 7 0 0 0,-27 3-38 0 0,52 19 1 0 0,-61-17-21 0 0,-1-1 0 0 0,61 8 0 0 0,-94-20-133 0 0,-1-1 1 0 0,1 1-1 0 0,0-1 0 0 0,0-1 1 0 0,0 1-1 0 0,0-1 1 0 0,-1-1-1 0 0,1 1 0 0 0,11-7 1 0 0,-11 5 1 0 0,0 1 0 0 0,1-1 0 0 0,0 2 0 0 0,-1-1 0 0 0,1 1 0 0 0,0 1 0 0 0,9-1 0 0 0,-6 2 210 0 0,-8 1-584 0 0</inkml:trace>
</inkml:ink>
</file>

<file path=ppt/ink/ink2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7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51 1376 0 0,'-64'19'-817'0'0,"61"-19"1081"0"0,0 0 1 0 0,0 0-1 0 0,0-1 1 0 0,1 0-1 0 0,-1 1 1 0 0,0-1 0 0 0,0 0-1 0 0,1 0 1 0 0,-1 0-1 0 0,1-1 1 0 0,-1 1-1 0 0,1-1 1 0 0,-1 1-1 0 0,1-1 1 0 0,0 0-1 0 0,-3-3 1 0 0,-24-13 4553 0 0,29 18-4731 0 0,1-1-1 0 0,-1 1 1 0 0,0 0 0 0 0,1 0 0 0 0,-1 0-1 0 0,1 0 1 0 0,-1 0 0 0 0,1 0-1 0 0,-1 0 1 0 0,1 0 0 0 0,-1 1-1 0 0,0-1 1 0 0,1 0 0 0 0,-1 0-1 0 0,1 0 1 0 0,-1 0 0 0 0,0 0-1 0 0,1 1 1 0 0,-1-1 0 0 0,1 0-1 0 0,-1 0 1 0 0,0 1 0 0 0,1-1 0 0 0,-1 0-1 0 0,0 1 1 0 0,1-1 0 0 0,-1 0-1 0 0,0 1 1 0 0,0-1 0 0 0,1 0-1 0 0,-1 1 1 0 0,0-1 0 0 0,0 1-1 0 0,0-1 1 0 0,0 1 0 0 0,1-1-1 0 0,-1 0 1 0 0,0 1 0 0 0,0-1 0 0 0,0 1-1 0 0,0-1 1 0 0,0 1 0 0 0,0-1-1 0 0,0 0 1 0 0,0 1 0 0 0,0-1-1 0 0,0 1 1 0 0,-1-1 0 0 0,1 1-1 0 0,0-1 1 0 0,0 0 0 0 0,0 1-1 0 0,0-1 1 0 0,-1 1 0 0 0,1-1-1 0 0,0 0 1 0 0,0 1 0 0 0,-1-1 0 0 0,1 0-1 0 0,0 1 1 0 0,-1-1 0 0 0,1 0-1 0 0,0 1 1 0 0,-1-1 0 0 0,1 0-1 0 0,0 0 1 0 0,-1 1 0 0 0,0-1-1 0 0,33 0 625 0 0,0-2 0 0 0,46-9 1 0 0,-2 1-1 0 0,499-16 1666 0 0,-474 31-2010 0 0,-92-4-439 0 0,0 0 0 0 0,1 0-1 0 0,-1 2 1 0 0,-1-1 0 0 0,1 1 0 0 0,0 0 0 0 0,-1 1 0 0 0,15 7 0 0 0,-22-10-51 0 0,0 0-1 0 0,0 0 0 0 0,0 0 1 0 0,0 0-1 0 0,-1 0 0 0 0,1 0 1 0 0,0 0-1 0 0,0 0 1 0 0,-1 0-1 0 0,1 1 0 0 0,0-1 1 0 0,-1 0-1 0 0,1 0 1 0 0,-1 1-1 0 0,1 1 0 0 0,1 9-1369 0 0</inkml:trace>
</inkml:ink>
</file>

<file path=ppt/ink/ink2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8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0 5905 0 0,'-8'13'8699'0'0,"7"-11"-8155"0"0,-7 38 2359 0 0,7 44-1660 0 0,4 0 1 0 0,14 87 0 0 0,-5-57-868 0 0,37 324 358 0 0,0 11-488 0 0,-38-337-223 0 0,17 246 138 0 0,-30 1-54 0 0,-4-152-107 0 0,-1 12 0 0 0,6 103 16 0 0,6-145-27 0 0,-7 58-2 0 0,2-230 3 0 0,-1 0 0 0 0,1 0 0 0 0,-1 0 0 0 0,-1-1 0 0 0,1 1 0 0 0,-1 0 0 0 0,1-1 0 0 0,-1 1 0 0 0,-3 4 0 0 0,-6 15-26 0 0,13-33-103 0 0,6-25-489 0 0,-8 27 243 0 0</inkml:trace>
</inkml:ink>
</file>

<file path=ppt/ink/ink2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25.3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37 213 3225 0 0,'-8'-6'154'0'0,"7"6"146"0"0,0 0 0 0 0,0-1-1 0 0,0 1 1 0 0,1 0 0 0 0,-1 0 0 0 0,0-1 0 0 0,0 1 0 0 0,0 0-1 0 0,0 0 1 0 0,0 0 0 0 0,0 0 0 0 0,0 0 0 0 0,0 0 0 0 0,1 0-1 0 0,-1 0 1 0 0,0 1 0 0 0,0-1 0 0 0,0 0 0 0 0,0 1 0 0 0,0-1-1 0 0,1 0 1 0 0,-1 1 0 0 0,-1 0 0 0 0,-4 7-880 0 0,6-8 680 0 0,0 0 0 0 0,1 1 0 0 0,-1-1 0 0 0,0 0-1 0 0,1 0 1 0 0,-1 1 0 0 0,1-1 0 0 0,-1 0-1 0 0,0 0 1 0 0,1 0 0 0 0,-1 0 0 0 0,1 0 0 0 0,-1 1-1 0 0,0-1 1 0 0,1 0 0 0 0,-1 0 0 0 0,1 0 0 0 0,-1 0-1 0 0,1 0 1 0 0,-1 0 0 0 0,0 0 0 0 0,1 0-1 0 0,-1 0 1 0 0,1-1 0 0 0,-1 1 0 0 0,0 0 0 0 0,1 0-1 0 0,-1 0 1 0 0,1 0 0 0 0,-1-1 0 0 0,1 1-1 0 0,17-5 359 0 0,-9 1-371 0 0,0 1 1 0 0,1 0 0 0 0,-1 0 0 0 0,1 1-1 0 0,-1 0 1 0 0,1 1 0 0 0,0 0 0 0 0,16 0 0 0 0,85 12 588 0 0,-62-5-98 0 0,79 2 355 0 0,-1-6 0 0 0,150-16 0 0 0,762-24 96 0 0,-376 22 770 0 0,190-67-911 0 0,-398 31-503 0 0,2 35 498 0 0,-238 22-1042 0 0,254 14-198 0 0,-374-13 584 0 0,131-11 0 0 0,-221 5-217 0 0,-5 0 36 0 0,30 2-638 0 0,-34-2 526 0 0,1 0 0 0 0,-1 0 0 0 0,0 0 0 0 0,1 0 0 0 0,-1 0 0 0 0,1 1 0 0 0,-1-1-1 0 0,0 0 1 0 0,1 0 0 0 0,-1 1 0 0 0,0-1 0 0 0,0 0 0 0 0,1 1 0 0 0,-1-1 0 0 0,0 0 0 0 0,1 1 0 0 0,-1-1 0 0 0,0 0 0 0 0,0 1 0 0 0,0-1 0 0 0,0 0 0 0 0,1 1 0 0 0,-1-1 0 0 0,0 1 0 0 0,0 0 0 0 0,-7 15-3207 0 0</inkml:trace>
</inkml:ink>
</file>

<file path=ppt/ink/ink2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26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0 126 7834 0 0,'43'10'736'0'0,"0"-2"0"0"0,1-1 0 0 0,0-3 0 0 0,0-1 0 0 0,0-2 1 0 0,0-3-1 0 0,60-9 0 0 0,0-5 225 0 0,127-16 425 0 0,204-7 1427 0 0,-338 36-2442 0 0,117 13 0 0 0,49-1 574 0 0,31-11-189 0 0,210-13 651 0 0,-117-2-1225 0 0,-175 12-108 0 0,-83 1 221 0 0,140 16-1 0 0,-164-7-279 0 0,-1-4-1 0 0,152-18 0 0 0,-13-5 18 0 0,0 11 0 0 0,286 23 0 0 0,-421-5 116 0 0,159-10 0 0 0,-134 4-3260 0 0,-49 1-1343 0 0</inkml:trace>
</inkml:ink>
</file>

<file path=ppt/ink/ink2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31.7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447 23 4145 0 0,'-8'-21'11237'0'0,"7"20"-10805"0"0,-1 1-199 0 0,1 0-1 0 0,-1 0 0 0 0,1-1 0 0 0,-1 1 0 0 0,1 0 0 0 0,-1 1 0 0 0,1-1 0 0 0,0 0 0 0 0,-1 0 1 0 0,1 1-1 0 0,-1-1 0 0 0,1 0 0 0 0,0 1 0 0 0,-1-1 0 0 0,-1 2 0 0 0,-9 5-457 0 0,0 0 0 0 0,-22 18-1 0 0,23-16 1370 0 0,9-7-1119 0 0,-24 16 203 0 0,1 1 0 0 0,1 2 0 0 0,1 0 0 0 0,0 1 0 0 0,-23 32 0 0 0,25-20-154 0 0,1 1 1 0 0,2 1-1 0 0,1 1 1 0 0,-15 50-1 0 0,6-18-9 0 0,21-55-45 0 0,-2 2-11 0 0,0 1 0 0 0,2 0 0 0 0,0 1 0 0 0,-5 31 0 0 0,10-45-6 0 0,-1 0 1 0 0,1-1-1 0 0,0 1 0 0 0,0 0 0 0 0,0 0 0 0 0,1-1 0 0 0,0 1 1 0 0,-1 0-1 0 0,1 0 0 0 0,1-1 0 0 0,-1 1 0 0 0,0-1 1 0 0,1 1-1 0 0,0-1 0 0 0,-1 0 0 0 0,2 0 0 0 0,-1 1 0 0 0,0-1 1 0 0,0-1-1 0 0,1 1 0 0 0,0 0 0 0 0,-1-1 0 0 0,1 1 0 0 0,0-1 1 0 0,0 0-1 0 0,1 0 0 0 0,-1 0 0 0 0,6 3 0 0 0,4 1 4 0 0,1-1-1 0 0,0 0 0 0 0,0 0 0 0 0,0-2 0 0 0,0 0 0 0 0,0 0 0 0 0,1-1 1 0 0,0-1-1 0 0,-1-1 0 0 0,1 0 0 0 0,-1 0 0 0 0,1-2 0 0 0,-1 0 1 0 0,1 0-1 0 0,-1-2 0 0 0,0 0 0 0 0,0 0 0 0 0,0-1 0 0 0,-1-1 1 0 0,14-7-1 0 0,-3 0 45 0 0,-2-2 1 0 0,1 0-1 0 0,36-33 1 0 0,52-63-345 0 0,-48 46-1497 0 0,-47 117-12255 0 0,-19-35 13095 0 0</inkml:trace>
</inkml:ink>
</file>

<file path=ppt/ink/ink2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32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32 1840 0 0,'-16'-26'4264'0'0,"15"25"-3682"0"0,-1 0-1 0 0,1 0 0 0 0,-1 0 1 0 0,1 0-1 0 0,-1 0 1 0 0,-16 2 7068 0 0,16 0-7314 0 0,1 1-236 0 0,0-1 0 0 0,0 0 0 0 0,0 0 0 0 0,1 0 0 0 0,-1 1 0 0 0,0-1 0 0 0,1 0 0 0 0,-1 1 0 0 0,1-1 0 0 0,-1 1 0 0 0,1-1 0 0 0,0 0 0 0 0,-1 1 0 0 0,1-1 0 0 0,0 3 0 0 0,0 9 231 0 0,1 0 1 0 0,1-1-1 0 0,0 1 1 0 0,0 0 0 0 0,7 19-1 0 0,1 5-14 0 0,16 83 275 0 0,25 105-185 0 0,-38-176-424 0 0,3-1 0 0 0,33 69 0 0 0,-46-111-154 0 0,11 18 164 0 0,-3-12-3193 0 0</inkml:trace>
</inkml:ink>
</file>

<file path=ppt/ink/ink2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32.6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6 125 1376 0 0,'-2'-27'3756'0'0,"1"25"-3325"0"0,0-1 0 0 0,0 0 0 0 0,1 0 0 0 0,0 0-1 0 0,0 0 1 0 0,-1 0 0 0 0,1 0 0 0 0,1 0 0 0 0,-1 0 0 0 0,0 0 0 0 0,1 0-1 0 0,0 1 1 0 0,-1-1 0 0 0,1 0 0 0 0,1 0 0 0 0,-1 1 0 0 0,0-1-1 0 0,0 0 1 0 0,1 1 0 0 0,0-1 0 0 0,-1 1 0 0 0,1 0 0 0 0,0-1 0 0 0,3-2-1 0 0,-1 2-209 0 0,-1 0-1 0 0,1 1 1 0 0,0-1-1 0 0,-1 1 1 0 0,1 0-1 0 0,0 0 1 0 0,1 0-1 0 0,-1 1 1 0 0,0-1-1 0 0,0 1 1 0 0,1 0-1 0 0,-1 0 0 0 0,7 0 1 0 0,-8 1-178 0 0,-1 1 0 0 0,1-1 1 0 0,0 1-1 0 0,-1 0 0 0 0,1 0 0 0 0,-1 0 0 0 0,1 0 1 0 0,-1 0-1 0 0,0 0 0 0 0,1 1 0 0 0,-1-1 0 0 0,0 1 1 0 0,0 0-1 0 0,0-1 0 0 0,0 1 0 0 0,0 0 0 0 0,0 0 1 0 0,-1 0-1 0 0,1 1 0 0 0,-1-1 0 0 0,1 0 1 0 0,-1 1-1 0 0,2 4 0 0 0,4 8 12 0 0,-1 1 0 0 0,-1 0 0 0 0,-1 0 1 0 0,0 0-1 0 0,-1 1 0 0 0,0-1 0 0 0,-1 27 0 0 0,-8 123 278 0 0,3-122-226 0 0,-2 70 214 0 0,5-114-322 0 0,0 1-1 0 0,0-1 1 0 0,0 1 0 0 0,1-1 0 0 0,-1 1 0 0 0,0-1 0 0 0,0 1 0 0 0,1-1 0 0 0,-1 1 0 0 0,1-1 0 0 0,-1 0 0 0 0,0 1 0 0 0,1-1 0 0 0,-1 1 0 0 0,1-1 0 0 0,-1 0 0 0 0,1 1 0 0 0,-1-1 0 0 0,1 0 0 0 0,-1 0 0 0 0,1 1 0 0 0,-1-1 0 0 0,1 0 0 0 0,-1 0 0 0 0,1 0 0 0 0,-1 0 0 0 0,1 0 0 0 0,-1 0 0 0 0,1 0 0 0 0,0 0 0 0 0,-1 0 0 0 0,1 0 0 0 0,-1 0 0 0 0,1 0 0 0 0,-1 0 0 0 0,2 0 0 0 0,28-5-65 0 0,-21 3 46 0 0,15 0 6 0 0,1 1 0 0 0,-1 1-1 0 0,1 2 1 0 0,0 0 0 0 0,-1 1 0 0 0,0 2 0 0 0,0 1 0 0 0,0 0 0 0 0,40 18 0 0 0,-61-23 16 0 0,-1 1 0 0 0,1-1 0 0 0,-1 1 0 0 0,0 0-1 0 0,0 0 1 0 0,0 0 0 0 0,0 0 0 0 0,0 0 0 0 0,0 0 0 0 0,0 0-1 0 0,-1 1 1 0 0,1-1 0 0 0,-1 1 0 0 0,0-1 0 0 0,1 1-1 0 0,-1-1 1 0 0,0 1 0 0 0,-1 0 0 0 0,1-1 0 0 0,0 1-1 0 0,-1 0 1 0 0,0 0 0 0 0,1 0 0 0 0,-1 0 0 0 0,0-1-1 0 0,-1 1 1 0 0,1 0 0 0 0,0 0 0 0 0,-2 5 0 0 0,-2 9 25 0 0,-1-1 0 0 0,0 1 1 0 0,-14 27-1 0 0,13-29-5 0 0,-13 21 93 0 0,-1-1 0 0 0,-2 0 1 0 0,-2-1-1 0 0,0-2 0 0 0,-3-1 0 0 0,-46 45 1 0 0,65-69-199 0 0,0 0 1 0 0,0-1-1 0 0,0 0 1 0 0,-1 0-1 0 0,-13 6 1 0 0,4 0-472 0 0</inkml:trace>
</inkml:ink>
</file>

<file path=ppt/ink/ink2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27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65 131 2761 0 0,'-2'0'201'0'0,"0"1"0"0"0,0 0 0 0 0,0-1 0 0 0,0 1 0 0 0,0 0 0 0 0,0 0 0 0 0,0 0-1 0 0,0 0 1 0 0,0 0 0 0 0,1 1 0 0 0,-1-1 0 0 0,0 1 0 0 0,-2 2 0 0 0,-21 25 919 0 0,20-23-675 0 0,5-6-409 0 0,-1 1 1 0 0,1-1-1 0 0,-1 1 0 0 0,1 0 1 0 0,-1-1-1 0 0,1 1 1 0 0,0 0-1 0 0,-1-1 0 0 0,1 1 1 0 0,0 0-1 0 0,-1-1 1 0 0,1 1-1 0 0,0 0 0 0 0,0-1 1 0 0,0 1-1 0 0,0 0 1 0 0,0 0-1 0 0,0-1 0 0 0,0 1 1 0 0,0 0-1 0 0,0 0 1 0 0,0-1-1 0 0,0 1 0 0 0,0 0 1 0 0,1-1-1 0 0,-1 1 1 0 0,0 0-1 0 0,0-1 0 0 0,1 1 1 0 0,0 1-1 0 0,0 0 176 0 0,1-1 0 0 0,0 1 1 0 0,-1 0-1 0 0,1-1 0 0 0,0 1 0 0 0,0-1 0 0 0,0 1 0 0 0,1-1 0 0 0,2 2 0 0 0,52 14 3099 0 0,-30-12-2612 0 0,1-2-1 0 0,-1-2 1 0 0,42-1 0 0 0,39 2-125 0 0,13 12-5 0 0,-56-5-361 0 0,1-3 1 0 0,109-4 0 0 0,-31-14-85 0 0,293-11 1887 0 0,90-1-700 0 0,107-31-394 0 0,-457 41-781 0 0,421-41 27 0 0,-106 37-163 0 0,-354 16 274 0 0,242-36 0 0 0,-239 19-348 0 0,211-2 0 0 0,-283 26 127 0 0,100 19-1 0 0,-116-14-18 0 0,0-2 0 0 0,0-3-1 0 0,91-1 1 0 0,-131-5-25 0 0,165-8 6 0 0,-142 9-111 0 0,0 2 1 0 0,70 13-1 0 0,-98-13-44 0 0,-5-1 45 0 0,-1-1 0 0 0,1 1 1 0 0,0 0-1 0 0,0-1 1 0 0,-1 1-1 0 0,1-1 0 0 0,0 0 1 0 0,0 0-1 0 0,-1 0 0 0 0,1 0 1 0 0,3-1-1 0 0</inkml:trace>
</inkml:ink>
</file>

<file path=ppt/ink/ink2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28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0 185 4609 0 0,'26'-2'2519'0'0,"-21"1"-1999"0"0,0 1 1 0 0,0-1-1 0 0,0 1 0 0 0,0 0 0 0 0,0 0 1 0 0,0 0-1 0 0,0 1 0 0 0,0-1 0 0 0,8 4 1 0 0,-11-2-248 0 0,0 0 1 0 0,-1 0-1 0 0,1 0 0 0 0,-1 1 1 0 0,1-1-1 0 0,-1 1 1 0 0,0-1-1 0 0,0 1 1 0 0,0-1-1 0 0,1 6 0 0 0,7 15 299 0 0,-7-21-503 0 0,0 0 1 0 0,0 0-1 0 0,1 0 0 0 0,-1 0 0 0 0,1 0 1 0 0,-1 0-1 0 0,1-1 0 0 0,-1 1 1 0 0,1-1-1 0 0,0 0 0 0 0,0 0 0 0 0,0 0 1 0 0,0 0-1 0 0,0 0 0 0 0,5 0 0 0 0,54 2 959 0 0,-28-2 15 0 0,71 5-357 0 0,0-5-1 0 0,139-17 1 0 0,39 2-162 0 0,-50 5 243 0 0,10-1-310 0 0,141-15-213 0 0,-77-13-133 0 0,-213 31 66 0 0,123 7 1 0 0,-6 6-142 0 0,294-30 1 0 0,-182 4-83 0 0,-68 5-4 0 0,218-46 335 0 0,-319 37-218 0 0,-58 13-70 0 0,2 4 1 0 0,159 10-1 0 0,-143 5 180 0 0,88 4 84 0 0,-217-18-2823 0 0</inkml:trace>
</inkml:ink>
</file>

<file path=ppt/ink/ink2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33.5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86 326 1376 0 0,'-7'-11'531'0'0,"0"0"1"0"0,1 0-1 0 0,1-1 0 0 0,0 1 0 0 0,0-1 0 0 0,1 0 0 0 0,-5-24 0 0 0,-4-14 1015 0 0,12 50-1321 0 0,1-1 0 0 0,0 0-1 0 0,-1 1 1 0 0,1-1 0 0 0,-1 0 0 0 0,1 1 0 0 0,0-1 0 0 0,-1 1 0 0 0,1-1 0 0 0,-1 1-1 0 0,0-1 1 0 0,1 1 0 0 0,-1-1 0 0 0,1 1 0 0 0,-1-1 0 0 0,0 1 0 0 0,1 0 0 0 0,-1-1-1 0 0,0 1 1 0 0,1 0 0 0 0,-1 0 0 0 0,0 0 0 0 0,0-1 0 0 0,1 1 0 0 0,-3 0-1 0 0,3 0-120 0 0,0 0 0 0 0,-1 1 0 0 0,1-1 0 0 0,-1 0 0 0 0,1 0 0 0 0,0 0 0 0 0,-1 0 0 0 0,1 0 0 0 0,0 1 0 0 0,-1-1 0 0 0,1 0 0 0 0,0 0 0 0 0,-1 1 0 0 0,1-1 0 0 0,0 0 0 0 0,0 0 0 0 0,-1 1 0 0 0,1-1 0 0 0,0 0 0 0 0,0 1 0 0 0,0-1 0 0 0,-1 0 0 0 0,1 1 0 0 0,0-1 0 0 0,0 1 0 0 0,0-1 0 0 0,0 0 0 0 0,0 1 0 0 0,0-1 0 0 0,-1 0 0 0 0,1 1 0 0 0,0-1 0 0 0,0 1-1 0 0,0-1 1 0 0,1 0 0 0 0,-1 1 0 0 0,0-1 0 0 0,0 1 0 0 0,0-1 0 0 0,0 0 0 0 0,0 1 0 0 0,0-1 0 0 0,0 0 0 0 0,1 1 0 0 0,-1-1 0 0 0,0 0 0 0 0,0 1 0 0 0,1-1 0 0 0,-1 0 0 0 0,0 1 0 0 0,1-1 0 0 0,62 117 554 0 0,124 170 0 0 0,-154-243-565 0 0,2-1 0 0 0,2-2 0 0 0,2-1-1 0 0,61 48 1 0 0,-95-84-66 0 0,1 0 0 0 0,0 0-1 0 0,-1 0 1 0 0,2 0-1 0 0,-1-1 1 0 0,8 3 0 0 0,-12-5-18 0 0,-1-1 1 0 0,0 0-1 0 0,0 0 1 0 0,1 1-1 0 0,-1-1 1 0 0,0 0-1 0 0,1 0 1 0 0,-1 0 0 0 0,0 0-1 0 0,0 0 1 0 0,1-1-1 0 0,-1 1 1 0 0,0 0-1 0 0,0-1 1 0 0,1 1-1 0 0,-1 0 1 0 0,0-1-1 0 0,0 0 1 0 0,0 1-1 0 0,0-1 1 0 0,0 0 0 0 0,1 1-1 0 0,-1-1 1 0 0,-1 0-1 0 0,1 0 1 0 0,0 0-1 0 0,0 0 1 0 0,0 0-1 0 0,0 0 1 0 0,-1 0-1 0 0,1 0 1 0 0,0 0-1 0 0,-1 0 1 0 0,1-1 0 0 0,-1 1-1 0 0,1 0 1 0 0,-1 0-1 0 0,0-1 1 0 0,0 1-1 0 0,1-2 1 0 0,3-14 159 0 0,-1-1 0 0 0,0 0 0 0 0,-2 0 0 0 0,0-29 0 0 0,-10-75 201 0 0,1 37-296 0 0,4-9-374 0 0,9-101 1 0 0,1 133-2239 0 0,15-66 0 0 0,-16 105-3512 0 0</inkml:trace>
</inkml:ink>
</file>

<file path=ppt/ink/ink2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34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61 5065 0 0,'-32'-39'1146'0'0,"30"37"-857"0"0,0 0 0 0 0,0 0 0 0 0,0 0 1 0 0,0 0-1 0 0,-1 1 0 0 0,1-1 0 0 0,-1 1 1 0 0,1-1-1 0 0,-1 1 0 0 0,1 0 0 0 0,-1 0 0 0 0,0 0 1 0 0,0 1-1 0 0,0-1 0 0 0,-2 0 0 0 0,4 1-177 0 0,1 0 0 0 0,-1 0-1 0 0,1 0 1 0 0,-1 0 0 0 0,0 0 0 0 0,1 1-1 0 0,-1-1 1 0 0,1 0 0 0 0,-1 0 0 0 0,1 0-1 0 0,-1 0 1 0 0,1 1 0 0 0,-1-1-1 0 0,1 0 1 0 0,0 1 0 0 0,-1-1 0 0 0,1 0-1 0 0,-1 1 1 0 0,1-1 0 0 0,0 0-1 0 0,-1 1 1 0 0,1-1 0 0 0,0 1 0 0 0,-1-1-1 0 0,1 1 1 0 0,0-1 0 0 0,0 1-1 0 0,-1 0 1 0 0,0 19 1514 0 0,11 23-495 0 0,-10-40-964 0 0,75 219 1662 0 0,11 36-1269 0 0,-73-209-751 0 0,28 92 878 0 0,-33-118-1499 0 0,1 0 1 0 0,2 0-1 0 0,22 37 1 0 0</inkml:trace>
</inkml:ink>
</file>

<file path=ppt/ink/ink2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34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9 108 1840 0 0,'-8'9'7641'0'0,"11"-20"-3618"0"0,0 4-5308 0 0,6-2 1757 0 0,-1 0 1 0 0,2 0 0 0 0,-1 1 0 0 0,1 0-1 0 0,0 0 1 0 0,1 2 0 0 0,0-1 0 0 0,0 1 0 0 0,0 1-1 0 0,1 0 1 0 0,23-7 0 0 0,-31 10-434 0 0,0 1 0 0 0,0 0 0 0 0,0 0 1 0 0,1 0-1 0 0,-1 1 0 0 0,0-1 0 0 0,0 1 0 0 0,1 0 0 0 0,-1 0 1 0 0,0 1-1 0 0,0-1 0 0 0,1 1 0 0 0,-1 0 0 0 0,0 0 1 0 0,0 0-1 0 0,7 4 0 0 0,-8-3-13 0 0,0 0 1 0 0,0 1-1 0 0,0 0 1 0 0,0-1-1 0 0,-1 1 1 0 0,1 1-1 0 0,-1-1 0 0 0,0 0 1 0 0,0 0-1 0 0,0 1 1 0 0,0-1-1 0 0,0 1 1 0 0,-1 0-1 0 0,0-1 0 0 0,1 1 1 0 0,-1 0-1 0 0,-1 0 1 0 0,2 5-1 0 0,1 29-27 0 0,0-1-1 0 0,-3 1 1 0 0,-1 0 0 0 0,-2-1-1 0 0,-8 43 1 0 0,-4 60 29 0 0,14-135-11 0 0,2 38 139 0 0,-1-43-157 0 0,0 1 1 0 0,1 0 0 0 0,-1-1 0 0 0,0 1 0 0 0,0-1 0 0 0,0 1 0 0 0,1 0 0 0 0,-1-1 0 0 0,0 1-1 0 0,1-1 1 0 0,-1 1 0 0 0,0-1 0 0 0,1 1 0 0 0,-1-1 0 0 0,1 1 0 0 0,-1-1 0 0 0,0 1 0 0 0,1-1-1 0 0,0 1 1 0 0,-1-1 0 0 0,1 1 0 0 0,0-1-7 0 0,0 0 0 0 0,0 0 0 0 0,0 0 0 0 0,0 0-1 0 0,-1-1 1 0 0,1 1 0 0 0,0 0 0 0 0,0 0 0 0 0,0 0 0 0 0,0-1 0 0 0,-1 1-1 0 0,1 0 1 0 0,0-1 0 0 0,0 1 0 0 0,0-1 0 0 0,-1 1 0 0 0,1-1 0 0 0,0 1-1 0 0,-1-1 1 0 0,2-1 0 0 0,14-12-148 0 0,-1-1 42 0 0,1 1 0 0 0,1 1 1 0 0,0 0-1 0 0,24-12 0 0 0,-35 22 116 0 0,0 0 0 0 0,1 1 1 0 0,-1 0-1 0 0,1 0 0 0 0,-1 0 0 0 0,1 1 0 0 0,0 0 1 0 0,0 0-1 0 0,0 1 0 0 0,-1 0 0 0 0,1 0 0 0 0,0 0 1 0 0,0 1-1 0 0,0 0 0 0 0,0 0 0 0 0,-1 1 0 0 0,10 3 1 0 0,-12-3 11 0 0,0-1 1 0 0,0 1 0 0 0,0 0-1 0 0,-1 0 1 0 0,1 0 0 0 0,0 0-1 0 0,-1 1 1 0 0,0-1 0 0 0,0 1-1 0 0,0 0 1 0 0,0 0 0 0 0,0 0-1 0 0,0 0 1 0 0,-1 1 0 0 0,1-1-1 0 0,-1 1 1 0 0,0 0 0 0 0,0-1-1 0 0,2 8 1 0 0,-2-3 89 0 0,0 1 0 0 0,-1 0 0 0 0,0-1 0 0 0,0 1 0 0 0,-1 0-1 0 0,0-1 1 0 0,0 1 0 0 0,-4 15 0 0 0,0-4 195 0 0,-1 1 0 0 0,-1-1 0 0 0,-1 0 0 0 0,0-1 0 0 0,-2 0 0 0 0,-17 31 0 0 0,-26 26-1000 0 0,-4-5-4847 0 0,36-49-1136 0 0</inkml:trace>
</inkml:ink>
</file>

<file path=ppt/ink/ink2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47.57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212 401 6233 0 0,'15'-21'431'0'0,"-6"7"-487"0"0,1 0 0 0 0,0 1 1 0 0,1 0-1 0 0,1 1 0 0 0,22-20 0 0 0,-23 22-250 0 0,-10 8 475 0 0,1 0-1 0 0,-1 0 0 0 0,1 1 1 0 0,0-1-1 0 0,-1 0 0 0 0,1 1 1 0 0,0-1-1 0 0,0 1 0 0 0,0 0 0 0 0,0-1 1 0 0,5-1-1 0 0,-7 4-89 0 0,1 0 0 0 0,0 0 0 0 0,-1-1 0 0 0,1 1 0 0 0,-1 0 0 0 0,1 0 0 0 0,-1-1 0 0 0,0 1 0 0 0,1 0 0 0 0,-1 0 0 0 0,0 0 0 0 0,0 0 0 0 0,1 0 0 0 0,-1-1 0 0 0,0 1 0 0 0,0 0 1 0 0,0 0-1 0 0,0 0 0 0 0,0 0 0 0 0,0 0 0 0 0,0 0 0 0 0,0 0 0 0 0,-1 0 0 0 0,1 0 0 0 0,0-1 0 0 0,-1 3 0 0 0,-6 19-73 0 0,7-22-8 0 0,-3 9-34 0 0,-1 1 1 0 0,0-1 0 0 0,-1 0-1 0 0,0-1 1 0 0,-1 1 0 0 0,0-1-1 0 0,-8 9 1 0 0,-10 15-32 0 0,-33 54 461 0 0,4 3 0 0 0,-67 149 0 0 0,106-205-456 0 0,8-21-50 0 0,0 0 1 0 0,1 1-1 0 0,1 0 1 0 0,-6 25-1 0 0,10-38 96 0 0,0 0 0 0 0,0 0 1 0 0,0 0-1 0 0,-1 1 0 0 0,1-1 1 0 0,0 0-1 0 0,0 0 0 0 0,0 0 1 0 0,0 1-1 0 0,0-1 0 0 0,0 0 0 0 0,0 0 1 0 0,0 1-1 0 0,0-1 0 0 0,0 0 1 0 0,0 0-1 0 0,0 0 0 0 0,0 1 0 0 0,0-1 1 0 0,1 0-1 0 0,-1 0 0 0 0,0 1 1 0 0,0-1-1 0 0,0 0 0 0 0,0 0 0 0 0,0 0 1 0 0,0 0-1 0 0,0 1 0 0 0,1-1 1 0 0,-1 0-1 0 0,0 0 0 0 0,0 0 0 0 0,0 0 1 0 0,0 1-1 0 0,1-1 0 0 0,-1 0 1 0 0,0 0-1 0 0,0 0 0 0 0,0 0 1 0 0,1 0-1 0 0,-1 0 0 0 0,0 0 0 0 0,0 0 1 0 0,0 0-1 0 0,1 0 0 0 0,-1 0 1 0 0,0 0-1 0 0,0 0 0 0 0,1 0 0 0 0,-1 0 1 0 0,0 0-1 0 0,15-8-420 0 0,13-19-173 0 0,115-157-1521 0 0,-68 85 795 0 0,153-158 0 0 0,-58 75 337 0 0,-30 28 1348 0 0,-137 151-303 0 0,1-1 69 0 0,0 0 1 0 0,-1 0 0 0 0,1 1 0 0 0,1 0-1 0 0,-1-1 1 0 0,0 1 0 0 0,1 1-1 0 0,-1-1 1 0 0,9-3 0 0 0,-13 6-81 0 0,1 0 0 0 0,-1 0 0 0 0,1 0 0 0 0,-1 0 1 0 0,1 0-1 0 0,-1 1 0 0 0,1-1 0 0 0,0 0 0 0 0,-1 0 0 0 0,1 0 0 0 0,-1 1 0 0 0,0-1 1 0 0,1 0-1 0 0,-1 0 0 0 0,1 1 0 0 0,-1-1 0 0 0,1 0 0 0 0,-1 1 0 0 0,0-1 0 0 0,1 0 0 0 0,-1 1 1 0 0,0-1-1 0 0,1 1 0 0 0,-1-1 0 0 0,0 1 0 0 0,1-1 0 0 0,-1 1 0 0 0,0-1 0 0 0,0 1 1 0 0,0-1-1 0 0,0 1 0 0 0,1-1 0 0 0,-1 1 0 0 0,0-1 0 0 0,0 1 0 0 0,0-1 0 0 0,0 1 1 0 0,0-1-1 0 0,0 1 0 0 0,0 0 0 0 0,0-1 0 0 0,-1 1 0 0 0,1-1 0 0 0,0 1 0 0 0,-3 26 851 0 0,-7 9-367 0 0,-1 0 0 0 0,-2-1-1 0 0,-1-1 1 0 0,-2 0-1 0 0,-28 46 1 0 0,-117 148 1154 0 0,-55 32 128 0 0,488-568-8496 0 0,-232 264 6360 0 0,-20 23 295 0 0,-1-2 4 0 0,1 2 0 0 0,1 0 0 0 0,1 1 0 0 0,45-31 0 0 0,-67 50 37 0 0,1 1-1 0 0,-1-1 0 0 0,1 1 1 0 0,0 0-1 0 0,-1-1 0 0 0,1 1 1 0 0,-1 0-1 0 0,1-1 0 0 0,0 1 1 0 0,-1 0-1 0 0,1 0 1 0 0,-1-1-1 0 0,1 1 0 0 0,0 0 1 0 0,-1 0-1 0 0,1 0 0 0 0,0 0 1 0 0,-1 0-1 0 0,1 0 0 0 0,0 0 1 0 0,-1 0-1 0 0,1 0 0 0 0,0 0 1 0 0,-1 0-1 0 0,1 1 0 0 0,0-1 1 0 0,-1 0-1 0 0,2 1 0 0 0,-2 0 5 0 0,1 0-1 0 0,-1 0 1 0 0,1 0-1 0 0,-1-1 1 0 0,0 1-1 0 0,0 0 1 0 0,1 0-1 0 0,-1 0 1 0 0,0 0-1 0 0,0 0 1 0 0,0 0-1 0 0,0 0 0 0 0,0 0 1 0 0,0 0-1 0 0,0 0 1 0 0,-1 2-1 0 0,-12 41 194 0 0,12-44-194 0 0,-130 273 2428 0 0,-8 19 1226 0 0,138-291-3655 0 0,1 0 0 0 0,-1 0-1 0 0,1 0 1 0 0,-1 0 0 0 0,1 0 0 0 0,-1 0-1 0 0,1 0 1 0 0,0 0 0 0 0,0 0-1 0 0,-1 0 1 0 0,1 0 0 0 0,0 1-1 0 0,0-1 1 0 0,0 0 0 0 0,0 0-1 0 0,0 0 1 0 0,1 0 0 0 0,-1 0 0 0 0,0 0-1 0 0,1 2 1 0 0,0-3-9 0 0,-1 0 0 0 0,1 0 1 0 0,0 0-1 0 0,-1 0 0 0 0,1 0 0 0 0,0 0 1 0 0,0 0-1 0 0,-1-1 0 0 0,1 1 0 0 0,0 0 1 0 0,-1 0-1 0 0,1 0 0 0 0,0-1 0 0 0,-1 1 1 0 0,1 0-1 0 0,0-1 0 0 0,-1 1 0 0 0,1-1 0 0 0,-1 1 1 0 0,1 0-1 0 0,0-2 0 0 0,38-34-472 0 0,103-153-1085 0 0,-1 2 673 0 0,-36 75 670 0 0,-92 100 210 0 0,1 1 0 0 0,0 0 0 0 0,0 0 0 0 0,1 2 0 0 0,1-1-1 0 0,24-9 1 0 0,-16 14-40 0 0,-23 5 51 0 0,0 0-1 0 0,-1 0 1 0 0,1 0 0 0 0,0 1-1 0 0,-1-1 1 0 0,1 0 0 0 0,-1 0-1 0 0,1 0 1 0 0,0 1-1 0 0,-1-1 1 0 0,1 0 0 0 0,-1 1-1 0 0,1-1 1 0 0,-1 1-1 0 0,1-1 1 0 0,-1 0 0 0 0,1 1-1 0 0,-1-1 1 0 0,1 1-1 0 0,-1-1 1 0 0,1 2 0 0 0,0 0-1 0 0,-1 1-1 0 0,1 0 1 0 0,-1-1 0 0 0,0 1 0 0 0,1 0 0 0 0,-1-1 0 0 0,0 1 0 0 0,-1 0 0 0 0,1-1-1 0 0,0 1 1 0 0,-1 0 0 0 0,1-1 0 0 0,-3 5 0 0 0,-17 52-152 0 0,-3 0 0 0 0,-60 105 0 0 0,41-82 319 0 0,-3-1 279 0 0,-22 49 1587 0 0,59-103-831 0 0,12-22-563 0 0,9-14-362 0 0,17-23-762 0 0,0-1-1 0 0,-3-2 1 0 0,26-40 0 0 0,21-28-468 0 0,-18 34 528 0 0,2 3 0 0 0,4 2 0 0 0,102-83 0 0 0,-159 143 393 0 0,1 0 0 0 0,-1 0-1 0 0,1 0 1 0 0,9-3 0 0 0,-14 7 27 0 0,0-1 0 0 0,0 1 1 0 0,-1 0-1 0 0,1 0 0 0 0,0-1 0 0 0,0 1 0 0 0,-1 0 1 0 0,1 0-1 0 0,0 0 0 0 0,0 0 0 0 0,0 0 0 0 0,-1 0 1 0 0,1 0-1 0 0,0 0 0 0 0,0 1 0 0 0,0-1 1 0 0,-1 0-1 0 0,1 0 0 0 0,1 1 0 0 0,-1 0 3 0 0,-1 0-1 0 0,1 0 1 0 0,-1-1-1 0 0,1 1 0 0 0,-1 0 1 0 0,1 0-1 0 0,-1 0 1 0 0,1 0-1 0 0,-1 0 1 0 0,0 0-1 0 0,1 0 1 0 0,-1 0-1 0 0,0-1 1 0 0,0 1-1 0 0,0 0 1 0 0,0 0-1 0 0,0 0 0 0 0,0 0 1 0 0,0 0-1 0 0,0 2 1 0 0,-2 13 66 0 0,0 0-1 0 0,-1-1 1 0 0,-1 1 0 0 0,-1-1 0 0 0,-8 20 0 0 0,-38 74 505 0 0,38-85-508 0 0,-104 191 906 0 0,34-75 2476 0 0,76-125-2460 0 0,12-16-480 0 0,16-20-834 0 0,83-129-2487 0 0,17-21 952 0 0,-104 151 1725 0 0,0 0 0 0 0,2 2 0 0 0,0 0 0 0 0,1 1 0 0 0,41-27 0 0 0,-58 42 185 0 0,0 0-1 0 0,0 1 0 0 0,0-1 0 0 0,0 1 0 0 0,0-1 0 0 0,0 1 1 0 0,0 0-1 0 0,0 0 0 0 0,1 1 0 0 0,-1-1 0 0 0,0 1 0 0 0,0 0 0 0 0,7 0 1 0 0,-10 0-16 0 0,1 0 0 0 0,0 0 0 0 0,0 0 0 0 0,-1 1 0 0 0,1-1 0 0 0,0 0 1 0 0,0 1-1 0 0,-1-1 0 0 0,1 1 0 0 0,0-1 0 0 0,-1 1 0 0 0,1-1 0 0 0,0 1 0 0 0,-1 0 1 0 0,1-1-1 0 0,-1 1 0 0 0,1 0 0 0 0,-1-1 0 0 0,1 1 0 0 0,0 1 0 0 0,-1 0 18 0 0,1 1 0 0 0,-1-1 0 0 0,1 0 0 0 0,-1 1 0 0 0,0-1 0 0 0,0 0 0 0 0,0 0-1 0 0,0 1 1 0 0,0-1 0 0 0,-1 4 0 0 0,-7 24 154 0 0,-2-1 1 0 0,-1 0-1 0 0,-1-1 0 0 0,-1-1 0 0 0,-26 42 0 0 0,22-40-78 0 0,-51 78 453 0 0,29-49 424 0 0,38-58-950 0 0,1 1 0 0 0,-1-1 1 0 0,1 0-1 0 0,0 1 0 0 0,-1-1 0 0 0,1 1 0 0 0,-1-1 0 0 0,1 1 0 0 0,0-1 1 0 0,-1 1-1 0 0,1-1 0 0 0,0 1 0 0 0,-1-1 0 0 0,1 1 0 0 0,0 0 0 0 0,0-1 1 0 0,0 1-1 0 0,-1-1 0 0 0,1 1 0 0 0,0 0 0 0 0,0-1 0 0 0,0 1 0 0 0,0 0 1 0 0,0-1-1 0 0,0 1 0 0 0,0-1 0 0 0,0 1 0 0 0,1 0 0 0 0,-1-1 0 0 0,0 1 1 0 0,18-9 436 0 0,24-24-616 0 0,109-110-1196 0 0,-25 21 409 0 0,-117 113 885 0 0,397-329-2549 0 0,-406 336 2566 0 0,34-19 490 0 0,-33 19-456 0 0,-1 1 1 0 0,0 0-1 0 0,1 0 0 0 0,-1 0 1 0 0,0 0-1 0 0,1 0 0 0 0,-1 0 1 0 0,0 0-1 0 0,1 0 0 0 0,-1 0 1 0 0,0 0-1 0 0,1 0 0 0 0,-1 0 1 0 0,0 0-1 0 0,1 0 0 0 0,-1 0 1 0 0,0 0-1 0 0,1 0 0 0 0,-1 0 1 0 0,0 0-1 0 0,1 0 0 0 0,-1 0 1 0 0,0 1-1 0 0,0-1 0 0 0,1 0 1 0 0,-1 0-1 0 0,0 0 0 0 0,1 1 1 0 0,-1-1-1 0 0,0 0 0 0 0,0 0 1 0 0,1 1-1 0 0,-1 0 34 0 0,0 1-1 0 0,0-1 1 0 0,1 0-1 0 0,-1 1 1 0 0,0-1-1 0 0,0 1 1 0 0,-1-1 0 0 0,1 0-1 0 0,0 1 1 0 0,0-1-1 0 0,-1 0 1 0 0,1 1-1 0 0,-1 1 1 0 0,-21 53 527 0 0,-3 0 1 0 0,-2-2-1 0 0,-48 72 1 0 0,16-27-380 0 0,37-60-46 0 0,5-13 122 0 0,2 2 0 0 0,1 0-1 0 0,1 0 1 0 0,-12 40 0 0 0,25-68-279 0 0,0 0 0 0 0,0 0 0 0 0,0 0 0 0 0,0 1 0 0 0,0-1 0 0 0,0 0 0 0 0,0 0 1 0 0,0 0-1 0 0,1 0 0 0 0,-1 0 0 0 0,0 0 0 0 0,0 0 0 0 0,0 0 0 0 0,0 1 0 0 0,0-1 0 0 0,1 0 1 0 0,-1 0-1 0 0,0 0 0 0 0,0 0 0 0 0,0 0 0 0 0,0 0 0 0 0,1 0 0 0 0,-1 0 0 0 0,0 0 0 0 0,0 0 0 0 0,0 0 1 0 0,0 0-1 0 0,1 0 0 0 0,-1 0 0 0 0,0 0 0 0 0,0 0 0 0 0,0 0 0 0 0,0-1 0 0 0,1 1 0 0 0,-1 0 1 0 0,0 0-1 0 0,0 0 0 0 0,0 0 0 0 0,0 0 0 0 0,0 0 0 0 0,0 0 0 0 0,1 0 0 0 0,-1-1 0 0 0,0 1 0 0 0,0 0 1 0 0,0 0-1 0 0,0 0 0 0 0,0 0 0 0 0,0 0 0 0 0,0-1 0 0 0,0 1 0 0 0,0 0 0 0 0,0 0 0 0 0,1 0 1 0 0,-1 0-1 0 0,0-1 0 0 0,11-8-160 0 0,36-53-555 0 0,44-75 0 0 0,11-16-138 0 0,23 0-343 0 0,-110 137 1040 0 0,0 1 0 0 0,2 1-1 0 0,-1 0 1 0 0,1 1 0 0 0,1 1-1 0 0,0 1 1 0 0,23-11 0 0 0,-39 21 157 0 0,-1 1 0 0 0,1-1 0 0 0,0 0 0 0 0,0 0 0 0 0,0 1 0 0 0,0 0 1 0 0,0-1-1 0 0,0 1 0 0 0,0 0 0 0 0,0 0 0 0 0,0 0 0 0 0,0 0 0 0 0,0 0 0 0 0,0 0 1 0 0,0 1-1 0 0,0-1 0 0 0,2 1 0 0 0,-3 0 3 0 0,0-1 0 0 0,0 1 0 0 0,0 0 0 0 0,-1 0 0 0 0,1 0 0 0 0,0 0 0 0 0,-1-1 0 0 0,1 1 0 0 0,0 0 0 0 0,-1 0 0 0 0,1 0 0 0 0,-1 0 0 0 0,0 0 0 0 0,1 1 0 0 0,-1-1 0 0 0,0 0 0 0 0,1 0 0 0 0,-1 0 0 0 0,0 0 0 0 0,0 0 0 0 0,0 0 0 0 0,0 0 0 0 0,0 1 0 0 0,0-1 0 0 0,0 0 0 0 0,-1 0 0 0 0,1 0 0 0 0,0 0 0 0 0,-1 0 0 0 0,1 0 0 0 0,-1 1 0 0 0,-11 30 14 0 0,0-1 1 0 0,-2-1-1 0 0,-2-1 0 0 0,-34 51 0 0 0,-4 7 367 0 0,-85 177 1512 0 0,129-249-1687 0 0,9-13-144 0 0,-1 0-1 0 0,1 0 1 0 0,-1 0 0 0 0,1 1-1 0 0,0-1 1 0 0,0 0 0 0 0,0 1-1 0 0,0-1 1 0 0,0 1 0 0 0,0 4-1 0 0,34-43 264 0 0,-23 23-387 0 0,41-58-449 0 0,3 1 0 0 0,126-122 0 0 0,46 7-348 0 0,-221 181 805 0 0,1 0 0 0 0,-1 0 0 0 0,1 1 1 0 0,10-5-1 0 0,-15 8 43 0 0,-1-1 0 0 0,1 1 1 0 0,0 0-1 0 0,-1 0 1 0 0,1 0-1 0 0,-1 0 1 0 0,1-1-1 0 0,0 1 0 0 0,-1 0 1 0 0,1 0-1 0 0,-1 0 1 0 0,1 0-1 0 0,0 0 1 0 0,-1 0-1 0 0,1 1 1 0 0,-1-1-1 0 0,1 0 0 0 0,0 0 1 0 0,-1 0-1 0 0,1 1 1 0 0,-1-1-1 0 0,1 0 1 0 0,0 1-1 0 0,0 0 0 0 0,-1 0-1 0 0,1 0 1 0 0,-1 0 0 0 0,0 0-1 0 0,1 0 1 0 0,-1 0 0 0 0,0 0-1 0 0,0 0 1 0 0,1 0 0 0 0,-1 1-1 0 0,0-1 1 0 0,0 0 0 0 0,0 0-1 0 0,-1 0 1 0 0,1 0 0 0 0,0 0-1 0 0,0 0 1 0 0,-1 2 0 0 0,-11 36-63 0 0,-1-1 0 0 0,-2 0 0 0 0,-2-1 0 0 0,-21 35 0 0 0,-4 10 495 0 0,36-70-333 0 0,-10 19 304 0 0,2 0-1 0 0,1 1 0 0 0,1 1 1 0 0,-11 52-1 0 0,22-83-377 0 0,1 0 0 0 0,0-1 0 0 0,-1 1 0 0 0,1 0-1 0 0,0-1 1 0 0,0 1 0 0 0,0 0 0 0 0,0-1 0 0 0,1 1 0 0 0,-1 0 0 0 0,0-1 0 0 0,1 1 0 0 0,-1 0 0 0 0,1-1-1 0 0,1 4 1 0 0,-2-5-15 0 0,1 1-1 0 0,-1-1 1 0 0,1 1-1 0 0,0-1 1 0 0,-1 0-1 0 0,1 1 1 0 0,-1-1-1 0 0,1 0 1 0 0,0 1-1 0 0,-1-1 1 0 0,1 0-1 0 0,0 0 1 0 0,-1 1-1 0 0,1-1 1 0 0,0 0-1 0 0,0 0 1 0 0,-1 0-1 0 0,1 0 1 0 0,0 0-1 0 0,-1 0 0 0 0,1 0 1 0 0,0 0-1 0 0,0 0 1 0 0,-1-1-1 0 0,2 1 1 0 0,2-2-48 0 0,1 0 0 0 0,0 0 0 0 0,-1 0 0 0 0,0-1 0 0 0,0 1 0 0 0,1-1 0 0 0,-1 0 0 0 0,6-7 0 0 0,46-51-397 0 0,59-85 1 0 0,11-13-558 0 0,-117 149 911 0 0,102-108-1718 0 0,-94 102 1468 0 0,1 0 0 0 0,1 1 0 0 0,1 1 1 0 0,35-19-1 0 0,-54 32 341 0 0,0 0 1 0 0,0 1-1 0 0,0-1 1 0 0,0 0-1 0 0,0 1 0 0 0,0-1 1 0 0,0 1-1 0 0,0-1 1 0 0,0 1-1 0 0,0 0 0 0 0,0 0 1 0 0,1-1-1 0 0,-1 1 0 0 0,0 0 1 0 0,0 0-1 0 0,0 0 1 0 0,0 0-1 0 0,1 0 0 0 0,-1 0 1 0 0,0 1-1 0 0,0-1 1 0 0,0 0-1 0 0,0 1 0 0 0,0-1 1 0 0,0 0-1 0 0,2 2 0 0 0,-3-1 25 0 0,1 0-1 0 0,0 0 0 0 0,-1 0 0 0 0,1 1 0 0 0,-1-1 0 0 0,0 0 1 0 0,1 1-1 0 0,-1-1 0 0 0,0 0 0 0 0,0 1 0 0 0,0-1 0 0 0,0 1 1 0 0,0-1-1 0 0,0 0 0 0 0,0 1 0 0 0,0-1 0 0 0,-1 3 0 0 0,-2 8 225 0 0,-1 1 0 0 0,0-1-1 0 0,-8 16 1 0 0,-71 119 1198 0 0,-5 11-1364 0 0,77-135 115 0 0,1 0 0 0 0,2 1 0 0 0,0 0 0 0 0,1 0 0 0 0,-3 27 0 0 0,9-47-152 0 0,1-1-1 0 0,-1 0 1 0 0,1 1 0 0 0,0 0 0 0 0,0-1 0 0 0,0 1 0 0 0,1-1 0 0 0,-1 1 0 0 0,1-1 0 0 0,0 0 0 0 0,0 1 0 0 0,0-1-1 0 0,3 5 1 0 0,-4-7-42 0 0,1 0 1 0 0,-1 0-1 0 0,1-1 0 0 0,0 1 0 0 0,-1 0 0 0 0,1-1 0 0 0,0 1 0 0 0,0 0 0 0 0,0-1 0 0 0,-1 1 0 0 0,1-1 0 0 0,0 0 1 0 0,0 1-1 0 0,0-1 0 0 0,0 0 0 0 0,0 1 0 0 0,0-1 0 0 0,0 0 0 0 0,1 0 0 0 0,1 0-26 0 0,-1 0 0 0 0,1 0-1 0 0,-1-1 1 0 0,0 1 0 0 0,1-1 0 0 0,-1 0-1 0 0,0 1 1 0 0,1-1 0 0 0,-1 0-1 0 0,4-3 1 0 0,14-11 22 0 0,0 0 0 0 0,-1-2 0 0 0,-1 0 0 0 0,-1-1 0 0 0,-1-1 0 0 0,15-21 0 0 0,-2 5 13 0 0,61-76-3 0 0,131-149-425 0 0,-201 238 274 0 0,-8 9 17 0 0,0 0-1 0 0,0 0 0 0 0,1 1 1 0 0,1 1-1 0 0,15-11 0 0 0,-28 21 121 0 0,-1 1-1 0 0,0 0 1 0 0,1-1-1 0 0,-1 1 1 0 0,1 0-1 0 0,-1-1 1 0 0,1 1-1 0 0,-1 0 0 0 0,1-1 1 0 0,-1 1-1 0 0,1 0 1 0 0,0 0-1 0 0,-1 0 1 0 0,1-1-1 0 0,-1 1 1 0 0,1 0-1 0 0,0 0 1 0 0,-1 0-1 0 0,1 0 1 0 0,-1 0-1 0 0,1 0 1 0 0,0 0-1 0 0,-1 0 1 0 0,1 1-1 0 0,-1-1 0 0 0,1 0 1 0 0,-1 0-1 0 0,1 0 1 0 0,0 1-1 0 0,-1-1 1 0 0,1 0-1 0 0,-1 0 1 0 0,1 1-1 0 0,0 1 9 0 0,-1-1 0 0 0,1 0-1 0 0,-1 1 1 0 0,0-1 0 0 0,0 0 0 0 0,0 1-1 0 0,0-1 1 0 0,0 0 0 0 0,0 1 0 0 0,0-1-1 0 0,0 1 1 0 0,0-1 0 0 0,-1 3 0 0 0,-15 44 102 0 0,-167 297 156 0 0,78-162 20 0 0,-12 30 2917 0 0,117-213-3188 0 0,0 0-1 0 0,0 0 1 0 0,0 0 0 0 0,-1 0 0 0 0,1 0 0 0 0,0 0 0 0 0,0 1 0 0 0,0-1-1 0 0,0 0 1 0 0,-1 0 0 0 0,1 0 0 0 0,0 0 0 0 0,0 0 0 0 0,0 1 0 0 0,0-1 0 0 0,0 0-1 0 0,0 0 1 0 0,0 0 0 0 0,-1 1 0 0 0,1-1 0 0 0,0 0 0 0 0,0 0 0 0 0,0 0-1 0 0,0 1 1 0 0,0-1 0 0 0,0 0 0 0 0,0 0 0 0 0,0 0 0 0 0,0 1 0 0 0,0-1 0 0 0,0 0-1 0 0,0 0 1 0 0,0 0 0 0 0,0 1 0 0 0,1-1 0 0 0,-1 0 0 0 0,0 0 0 0 0,0 0 0 0 0,0 1-1 0 0,0-1 1 0 0,0 0 0 0 0,0 0 0 0 0,0 0 0 0 0,1 0 0 0 0,-1 1 0 0 0,0-1-1 0 0,0 0 1 0 0,0 0 0 0 0,0 0 0 0 0,0 0 0 0 0,1 0 0 0 0,-1 1 0 0 0,13-9 135 0 0,17-17-190 0 0,161-235-792 0 0,-40 48-486 0 0,-123 177 1066 0 0,2 1 1 0 0,2 2 0 0 0,60-50 0 0 0,-91 82 258 0 0,53-36 493 0 0,-52 35-430 0 0,1-1-1 0 0,-1 1 1 0 0,0 0 0 0 0,1 0-1 0 0,-1 0 1 0 0,1 0-1 0 0,-1 0 1 0 0,1 1 0 0 0,-1-1-1 0 0,1 1 1 0 0,0 0-1 0 0,-1 0 1 0 0,1-1 0 0 0,0 2-1 0 0,-1-1 1 0 0,1 0 0 0 0,0 0-1 0 0,-1 1 1 0 0,1 0-1 0 0,-1-1 1 0 0,4 2 0 0 0,-5 0-19 0 0,1-1 0 0 0,-1 1 1 0 0,0 0-1 0 0,0-1 0 0 0,0 1 1 0 0,0 0-1 0 0,0 0 0 0 0,0 0 0 0 0,0 0 1 0 0,-1 0-1 0 0,1 0 0 0 0,-1 0 1 0 0,1 0-1 0 0,-1 0 0 0 0,0 0 1 0 0,0 0-1 0 0,0 0 0 0 0,0 0 1 0 0,0 0-1 0 0,0 0 0 0 0,-1 0 1 0 0,1 0-1 0 0,-1 0 0 0 0,0 3 1 0 0,-18 48 170 0 0,-61 94-320 0 0,14-31 299 0 0,54-93-159 0 0,-9 17 113 0 0,3 0 0 0 0,-22 65 0 0 0,40-105-153 0 0,0 1 0 0 0,0-1 0 0 0,0 0 0 0 0,-1 0 0 0 0,1 0-1 0 0,0 0 1 0 0,0 0 0 0 0,0 1 0 0 0,0-1 0 0 0,0 0 0 0 0,0 0 0 0 0,-1 0 0 0 0,1 0 0 0 0,0 1 0 0 0,0-1 0 0 0,0 0 0 0 0,0 0 0 0 0,0 0 0 0 0,0 0 0 0 0,0 1 0 0 0,0-1 0 0 0,0 0 0 0 0,0 0 0 0 0,0 0 0 0 0,0 1 0 0 0,0-1 0 0 0,0 0 0 0 0,0 0-1 0 0,0 0 1 0 0,0 1 0 0 0,0-1 0 0 0,0 0 0 0 0,0 0 0 0 0,0 0 0 0 0,1 0 0 0 0,-1 1 0 0 0,0-1 0 0 0,0 0 0 0 0,0 0 0 0 0,0 0 0 0 0,0 0 0 0 0,0 0 0 0 0,1 1 0 0 0,-1-1 0 0 0,0 0 0 0 0,0 0 0 0 0,0 0 0 0 0,0 0 0 0 0,0 0 0 0 0,1 0 0 0 0,-1 0-1 0 0,0 0 1 0 0,0 1 0 0 0,0-1 0 0 0,1 0 0 0 0,-1 0 0 0 0,0 0 0 0 0,0 0 0 0 0,0 0 0 0 0,1 0 0 0 0,13-11-140 0 0,13-20-136 0 0,125-175-944 0 0,181-215-929 0 0,-327 414 2042 0 0,-2 2 92 0 0,0 0 1 0 0,0 0-1 0 0,0 1 1 0 0,1 0-1 0 0,0-1 1 0 0,0 1-1 0 0,0 1 1 0 0,0-1-1 0 0,1 1 1 0 0,-1 0-1 0 0,1 0 1 0 0,11-3-1 0 0,-17 6 15 0 0,1 0 0 0 0,0 0 0 0 0,0 0 1 0 0,-1 0-1 0 0,1 0 0 0 0,0 0 0 0 0,0 0 0 0 0,-1 0 0 0 0,1 1 0 0 0,0-1 0 0 0,-1 0 0 0 0,1 1 0 0 0,0-1 1 0 0,-1 0-1 0 0,1 1 0 0 0,0-1 0 0 0,-1 1 0 0 0,1-1 0 0 0,0 1 0 0 0,-1-1 0 0 0,1 1 0 0 0,-1-1 0 0 0,1 1 0 0 0,-1-1 1 0 0,0 1-1 0 0,1 1 0 0 0,6 23-83 0 0,-9 27-125 0 0,-6-13 362 0 0,-2-1 0 0 0,-1 0 0 0 0,-2-1 1 0 0,-1-1-1 0 0,-22 40 0 0 0,-34 92 1954 0 0,64-133-1296 0 0,6-34-801 0 0,0-1 1 0 0,0 0-1 0 0,0 1 0 0 0,0-1 0 0 0,0 0 1 0 0,0 0-1 0 0,0 1 0 0 0,0-1 1 0 0,0 0-1 0 0,0 1 0 0 0,0-1 0 0 0,0 0 1 0 0,1 1-1 0 0,-1-1 0 0 0,0 0 1 0 0,0 0-1 0 0,0 1 0 0 0,0-1 0 0 0,1 0 1 0 0,-1 0-1 0 0,0 1 0 0 0,0-1 1 0 0,0 0-1 0 0,1 0 0 0 0,-1 0 0 0 0,0 1 1 0 0,1-1-1 0 0,-1 0 0 0 0,0 0 1 0 0,0 0-1 0 0,1 0 0 0 0,-1 1 0 0 0,2-2-23 0 0,-1 1 0 0 0,0 0 0 0 0,0-1 0 0 0,0 1 0 0 0,0-1 0 0 0,0 0 0 0 0,0 1 0 0 0,0-1 0 0 0,0 0 0 0 0,0 1 0 0 0,0-1 0 0 0,0 0 0 0 0,0 0 0 0 0,1-1 0 0 0,34-38-685 0 0,-2-2 0 0 0,36-57 0 0 0,27-34 223 0 0,-79 112 420 0 0,74-83-658 0 0,-80 92 637 0 0,1 0 1 0 0,0 2-1 0 0,0-1 1 0 0,1 2-1 0 0,1 0 1 0 0,16-8-1 0 0,-29 16 91 0 0,-1 0 0 0 0,0 0 0 0 0,1 1 0 0 0,-1-1 0 0 0,1 1 1 0 0,-1-1-1 0 0,1 1 0 0 0,0-1 0 0 0,-1 1 0 0 0,1 0 0 0 0,-1 0 0 0 0,1 0 0 0 0,-1-1 0 0 0,1 2 0 0 0,0-1 0 0 0,-1 0 0 0 0,1 0 0 0 0,2 1 0 0 0,-3 0 12 0 0,-1-1 0 0 0,1 1 0 0 0,-1 0 0 0 0,1 0 0 0 0,-1-1 0 0 0,1 1 0 0 0,-1 0 0 0 0,0 0 0 0 0,1-1 0 0 0,-1 1 0 0 0,0 0 0 0 0,0 0 0 0 0,1 0 0 0 0,-1-1 0 0 0,0 1 0 0 0,0 0-1 0 0,0 0 1 0 0,0 0 0 0 0,0 0 0 0 0,0-1 0 0 0,0 1 0 0 0,-1 0 0 0 0,1 0 0 0 0,0 1 0 0 0,-4 9 290 0 0,0 0 1 0 0,0 0-1 0 0,-10 17 0 0 0,12-23-272 0 0,-103 176 1045 0 0,5-9-415 0 0,65-115-248 0 0,25-43-302 0 0,1 0 0 0 0,1 0 0 0 0,0 1 0 0 0,1 0-1 0 0,-7 21 1 0 0,51-75-574 0 0,9-17-297 0 0,3 2-1 0 0,2 2 1 0 0,104-82-1 0 0,-151 132 774 0 0,47-31-205 0 0,-49 31 261 0 0,1 1 0 0 0,0-1-1 0 0,0 1 1 0 0,0 0 0 0 0,0 0 0 0 0,0 0-1 0 0,0 0 1 0 0,0 1 0 0 0,0-1 0 0 0,0 1-1 0 0,0-1 1 0 0,0 1 0 0 0,0 0 0 0 0,0 0-1 0 0,6 2 1 0 0,-8-2-30 0 0,0 1 0 0 0,0 0 0 0 0,0 0 0 0 0,0-1 0 0 0,0 1 0 0 0,0 0-1 0 0,0 0 1 0 0,0 0 0 0 0,-1 0 0 0 0,1 0 0 0 0,0 0 0 0 0,-1 0 0 0 0,1 0 0 0 0,-1 0 0 0 0,1 1-1 0 0,-1-1 1 0 0,1 0 0 0 0,-1 0 0 0 0,0 0 0 0 0,0 1 0 0 0,0-1 0 0 0,0 0 0 0 0,0 0 0 0 0,0 0 0 0 0,0 1-1 0 0,0-1 1 0 0,0 3 0 0 0,-9 36 381 0 0,8-35-410 0 0,-10 27-369 0 0,-25 54 1 0 0,19-51-620 0 0</inkml:trace>
</inkml:ink>
</file>

<file path=ppt/ink/ink2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09.8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267 196 2761 0 0,'-9'-18'860'0'0,"9"16"-724"0"0,0 1 0 0 0,-1-1 0 0 0,1 1 0 0 0,-1 0 0 0 0,1-1 0 0 0,-1 1 0 0 0,0 0 0 0 0,1 0 0 0 0,-1-1 0 0 0,0 1 0 0 0,0 0 0 0 0,0 0 0 0 0,0 0 0 0 0,-1-1 0 0 0,-2 0-21 0 0,1 0-1 0 0,0 1 0 0 0,0 0 1 0 0,-1-1-1 0 0,1 1 0 0 0,-1 1 1 0 0,1-1-1 0 0,-1 0 0 0 0,1 1 1 0 0,-1 0-1 0 0,-3 0 1 0 0,-105-3 477 0 0,107 3-395 0 0,-1 0 1 0 0,1 0 0 0 0,0 1-1 0 0,0-1 1 0 0,-1 1 0 0 0,1 0-1 0 0,0 1 1 0 0,-5 1 0 0 0,8-2-97 0 0,-1 1 0 0 0,1-1 0 0 0,0 0 0 0 0,0 0 0 0 0,0 1 1 0 0,0-1-1 0 0,1 1 0 0 0,-1 0 0 0 0,0-1 0 0 0,1 1 0 0 0,-1 0 0 0 0,-2 4 0 0 0,2-1 85 0 0,0 0 0 0 0,1 0-1 0 0,-1 1 1 0 0,1-1 0 0 0,0 1-1 0 0,1-1 1 0 0,-1 1 0 0 0,1-1-1 0 0,1 12 1 0 0,-1-6 129 0 0,0 6 3 0 0,1-1 0 0 0,1 1 1 0 0,1 0-1 0 0,0-1 0 0 0,9 26 0 0 0,-10-35-315 0 0,1 0 0 0 0,-1 0 0 0 0,2 0 0 0 0,-1-1 0 0 0,1 0 0 0 0,0 1 0 0 0,0-1 0 0 0,0-1 0 0 0,1 1 0 0 0,0-1 0 0 0,0 1 0 0 0,1-2 0 0 0,-1 1 0 0 0,1 0 0 0 0,8 4 0 0 0,-11-8-5 0 0,1 0-1 0 0,-1 0 0 0 0,0 0 0 0 0,1-1 0 0 0,-1 1 0 0 0,1-1 0 0 0,0 0 0 0 0,-1 0 0 0 0,1 0 0 0 0,-1 0 0 0 0,1 0 0 0 0,-1-1 0 0 0,1 0 0 0 0,-1 0 1 0 0,0 0-1 0 0,1 0 0 0 0,-1 0 0 0 0,0-1 0 0 0,0 1 0 0 0,0-1 0 0 0,0 0 0 0 0,0 0 0 0 0,0 0 0 0 0,0 0 0 0 0,3-4 0 0 0,3-3-7 0 0,1 0 0 0 0,-2 0 0 0 0,1-1 0 0 0,-1-1 0 0 0,11-18 0 0 0,-10 12-53 0 0,0-1 0 0 0,-1 0-1 0 0,-1-1 1 0 0,-1 0-1 0 0,-1 0 1 0 0,0 0-1 0 0,3-33 1 0 0,-7 42-16 0 0,0 0 0 0 0,-1 0 1 0 0,0 1-1 0 0,0-1 0 0 0,-1 0 1 0 0,-1 0-1 0 0,0 0 0 0 0,0 1 0 0 0,0-1 1 0 0,-2 1-1 0 0,1-1 0 0 0,-1 1 1 0 0,0 0-1 0 0,-1 0 0 0 0,0 1 0 0 0,0 0 1 0 0,-8-9-1 0 0,11 15 67 0 0,0 0 1 0 0,1 1-1 0 0,-1-1 0 0 0,0 0 0 0 0,0 1 1 0 0,0 0-1 0 0,0-1 0 0 0,-1 1 0 0 0,1 0 1 0 0,0 0-1 0 0,0 0 0 0 0,-1 1 1 0 0,1-1-1 0 0,0 1 0 0 0,-1-1 0 0 0,1 1 1 0 0,-1 0-1 0 0,1-1 0 0 0,-1 1 0 0 0,1 1 1 0 0,-1-1-1 0 0,1 0 0 0 0,0 1 0 0 0,-1-1 1 0 0,1 1-1 0 0,-1-1 0 0 0,1 1 0 0 0,0 0 1 0 0,-3 2-1 0 0,1 1-104 0 0,20 0-43 0 0,75 7-175 0 0,-75-4 80 0 0,-19 1-524 0 0,3-8 757 0 0,-12 18-3896 0 0</inkml:trace>
</inkml:ink>
</file>

<file path=ppt/ink/ink2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0.5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53 166 1376 0 0,'-2'0'428'0'0,"0"0"0"0"0,-1 0 0 0 0,1 0 0 0 0,0 0 0 0 0,0 0 0 0 0,0 0 0 0 0,0 1 0 0 0,-1-1 0 0 0,1 1 0 0 0,0 0 0 0 0,0 0 0 0 0,0 0 0 0 0,0 0 0 0 0,0 0 0 0 0,-1 1 1 0 0,1 0-261 0 0,0 0 1 0 0,1 0-1 0 0,-1 1 1 0 0,1-1-1 0 0,0 0 1 0 0,0 1-1 0 0,0-1 1 0 0,0 1-1 0 0,0-1 1 0 0,0 1-1 0 0,1 0 1 0 0,-1 3 0 0 0,0 3-26 0 0,0 0 0 0 0,1 0 0 0 0,0-1 0 0 0,1 1 1 0 0,0 0-1 0 0,0 0 0 0 0,1 0 0 0 0,0-1 0 0 0,1 1 1 0 0,0 0-1 0 0,0-1 0 0 0,1 0 0 0 0,4 8 1 0 0,4 5 94 0 0,1-1 1 0 0,0 0 0 0 0,27 30 0 0 0,-38-47-234 0 0,1-1 0 0 0,0 1 0 0 0,-1-1 0 0 0,1 1-1 0 0,0-1 1 0 0,0 0 0 0 0,0 0 0 0 0,1 0 0 0 0,-1 0 0 0 0,0-1-1 0 0,1 1 1 0 0,-1-1 0 0 0,1 0 0 0 0,0 0 0 0 0,-1 0 0 0 0,1 0 0 0 0,0-1-1 0 0,0 0 1 0 0,4 0 0 0 0,-5 0-3 0 0,0-1 0 0 0,0 1 0 0 0,1-1-1 0 0,-1 0 1 0 0,-1 0 0 0 0,1 0 0 0 0,0-1 0 0 0,0 1-1 0 0,0-1 1 0 0,-1 1 0 0 0,1-1 0 0 0,-1 0 0 0 0,1 0 0 0 0,-1 0-1 0 0,0-1 1 0 0,0 1 0 0 0,0 0 0 0 0,0-1 0 0 0,0 1-1 0 0,0-1 1 0 0,-1 0 0 0 0,3-5 0 0 0,2-6 66 0 0,-1-1 0 0 0,-1 0 0 0 0,-1 0 0 0 0,0 0 0 0 0,-1 0 1 0 0,0 0-1 0 0,-1-1 0 0 0,-1 1 0 0 0,0 0 0 0 0,-1-1 0 0 0,-4-18 0 0 0,2 18 14 0 0,0 1 0 0 0,-1-1 0 0 0,-1 1 0 0 0,0 0 0 0 0,-1 0 0 0 0,-1 0 0 0 0,0 1 0 0 0,-1 0 0 0 0,-1 1 0 0 0,-17-22 0 0 0,21 29-83 0 0,0 1 0 0 0,0 0-1 0 0,-1 1 1 0 0,0-1 0 0 0,0 1 0 0 0,0 0 0 0 0,0 1-1 0 0,-1 0 1 0 0,1 0 0 0 0,-9-3 0 0 0,11 5-99 0 0,0 0-1 0 0,0 0 1 0 0,0 0 0 0 0,0 1 0 0 0,0-1 0 0 0,0 1 0 0 0,0 0-1 0 0,0 1 1 0 0,0-1 0 0 0,0 0 0 0 0,0 1 0 0 0,1 0 0 0 0,-1 0-1 0 0,0 0 1 0 0,0 1 0 0 0,0-1 0 0 0,1 1 0 0 0,-1 0 0 0 0,-5 4-1 0 0,-7 7-1097 0 0</inkml:trace>
</inkml:ink>
</file>

<file path=ppt/ink/ink2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1.2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137 144 3681 0 0,'-18'-1'2629'0'0,"16"1"-2446"0"0,0 0 1 0 0,0-1-1 0 0,0 1 0 0 0,0 0 1 0 0,0 0-1 0 0,0 0 0 0 0,0 0 1 0 0,0 0-1 0 0,0 1 0 0 0,0-1 1 0 0,0 1-1 0 0,0-1 0 0 0,0 1 1 0 0,0 0-1 0 0,1-1 0 0 0,-1 1 1 0 0,0 0-1 0 0,0 0 0 0 0,1 0 1 0 0,-1 1-1 0 0,1-1 0 0 0,-1 0 1 0 0,1 1-1 0 0,-1-1 0 0 0,1 1 1 0 0,0-1-1 0 0,0 1 0 0 0,-1-1 1 0 0,1 1-1 0 0,-1 3 0 0 0,-3 4 110 0 0,1 0-1 0 0,0 0 1 0 0,1 0 0 0 0,0 0-1 0 0,0 0 1 0 0,1 1-1 0 0,-2 16 1 0 0,3-23-267 0 0,1-1 1 0 0,0 1 0 0 0,-1 0-1 0 0,1-1 1 0 0,0 1-1 0 0,0 0 1 0 0,1 0 0 0 0,-1-1-1 0 0,0 1 1 0 0,1-1-1 0 0,0 1 1 0 0,0 0 0 0 0,0-1-1 0 0,0 1 1 0 0,0-1-1 0 0,0 0 1 0 0,0 1-1 0 0,1-1 1 0 0,-1 0 0 0 0,1 0-1 0 0,0 0 1 0 0,0 0-1 0 0,0 0 1 0 0,0 0 0 0 0,0 0-1 0 0,0 0 1 0 0,0-1-1 0 0,0 1 1 0 0,1-1-1 0 0,-1 0 1 0 0,0 0 0 0 0,5 2-1 0 0,-5-3-25 0 0,1 1-1 0 0,-1-1 1 0 0,0 0-1 0 0,0 1 1 0 0,0-1 0 0 0,1 0-1 0 0,-1 0 1 0 0,0-1-1 0 0,0 1 1 0 0,1 0-1 0 0,-1-1 1 0 0,0 1 0 0 0,0-1-1 0 0,0 0 1 0 0,0 0-1 0 0,0 0 1 0 0,0 0-1 0 0,0 0 1 0 0,4-3-1 0 0,-3 2-11 0 0,0-2 0 0 0,0 1 0 0 0,0 0 0 0 0,0-1 0 0 0,-1 1 0 0 0,0-1 0 0 0,1 0 0 0 0,-1 0 0 0 0,2-7 0 0 0,0 0-38 0 0,-1 1 0 0 0,0-1 1 0 0,-1 0-1 0 0,0-1 0 0 0,-1 1 0 0 0,0 0 1 0 0,-1-15-1 0 0,-1 14 13 0 0,-1 0 1 0 0,0 0 0 0 0,-1 1-1 0 0,0-1 1 0 0,-1 1-1 0 0,-9-20 1 0 0,10 25-18 0 0,0 0 0 0 0,-1 0 1 0 0,1 1-1 0 0,-1 0 0 0 0,0 0 0 0 0,-1 0 0 0 0,1 0 0 0 0,-1 1 1 0 0,0-1-1 0 0,0 1 0 0 0,0 0 0 0 0,0 1 0 0 0,-1-1 0 0 0,-6-2 1 0 0,10 5-37 0 0,0 0 0 0 0,0 1 0 0 0,0-1 1 0 0,0 1-1 0 0,0-1 0 0 0,0 1 0 0 0,0 0 1 0 0,0 0-1 0 0,0 0 0 0 0,0 0 0 0 0,0 0 1 0 0,0 0-1 0 0,0 0 0 0 0,0 1 0 0 0,1-1 1 0 0,-1 1-1 0 0,0-1 0 0 0,0 1 0 0 0,0 0 1 0 0,0 0-1 0 0,0 0 0 0 0,1 0 0 0 0,-1 0 1 0 0,0 0-1 0 0,1 0 0 0 0,-1 1 0 0 0,1-1 1 0 0,-1 1-1 0 0,1-1 0 0 0,0 1 0 0 0,0-1 1 0 0,-2 3-1 0 0,-5 11-3871 0 0</inkml:trace>
</inkml:ink>
</file>

<file path=ppt/ink/ink2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1.6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130 49 4609 0 0,'-5'-2'176'0'0,"0"-1"0"0"0,-1 1 0 0 0,1 1 1 0 0,0-1-1 0 0,-1 1 0 0 0,0 0 0 0 0,1 0 0 0 0,-1 0 0 0 0,1 1 0 0 0,-1 0 1 0 0,0 0-1 0 0,1 0 0 0 0,-9 2 0 0 0,12-1-79 0 0,-1 0 0 0 0,1-1 0 0 0,0 1 0 0 0,-1 0-1 0 0,1 0 1 0 0,0 1 0 0 0,0-1 0 0 0,0 0 0 0 0,0 1 0 0 0,0-1 0 0 0,0 1 0 0 0,0 0 0 0 0,0 0 0 0 0,1-1 0 0 0,-1 1-1 0 0,1 0 1 0 0,-1 1 0 0 0,1-1 0 0 0,0 0 0 0 0,0 0 0 0 0,0 0 0 0 0,0 1 0 0 0,0-1 0 0 0,0 0 0 0 0,1 1 0 0 0,-1-1-1 0 0,1 1 1 0 0,-1-1 0 0 0,1 1 0 0 0,0-1 0 0 0,0 1 0 0 0,1 3 0 0 0,-1 7 135 0 0,1 0 0 0 0,0-1 0 0 0,1 1 1 0 0,1-1-1 0 0,0 0 0 0 0,0 0 0 0 0,1 0 0 0 0,8 17 1 0 0,-11-27-212 0 0,0-1 1 0 0,0 1 0 0 0,0-1 0 0 0,0 1-1 0 0,0-1 1 0 0,0 1 0 0 0,1-1 0 0 0,-1 1-1 0 0,0-1 1 0 0,1 0 0 0 0,-1 0 0 0 0,1 0-1 0 0,-1 0 1 0 0,1 0 0 0 0,-1 0 0 0 0,1 0-1 0 0,0 0 1 0 0,0-1 0 0 0,-1 1 0 0 0,1-1-1 0 0,0 1 1 0 0,0-1 0 0 0,3 1 0 0 0,-3-2 8 0 0,1 1 0 0 0,-1-1 0 0 0,1 0 0 0 0,-1 0 0 0 0,1 0 0 0 0,-1 0 0 0 0,0 0 0 0 0,0 0 0 0 0,1-1 0 0 0,-1 1 0 0 0,0-1 0 0 0,0 1 0 0 0,0-1 0 0 0,3-4 0 0 0,1-1 64 0 0,-1 0 1 0 0,1 0-1 0 0,-1-1 1 0 0,0 0-1 0 0,-1 0 0 0 0,0 0 1 0 0,0 0-1 0 0,3-13 0 0 0,-5 11-25 0 0,-1 1-1 0 0,0-1 1 0 0,0 0-1 0 0,-1 0 1 0 0,0 0-1 0 0,-2-13 1 0 0,2 19-80 0 0,-1 0 0 0 0,0 1 1 0 0,1-1-1 0 0,-1 1 0 0 0,-1-1 0 0 0,1 1 0 0 0,0-1 1 0 0,-1 1-1 0 0,0 0 0 0 0,0-1 0 0 0,0 1 1 0 0,0 0-1 0 0,0 0 0 0 0,0 0 0 0 0,-1 1 1 0 0,0-1-1 0 0,1 1 0 0 0,-1-1 0 0 0,-7-3 0 0 0,9 5-57 0 0,0 1-1 0 0,0 0 0 0 0,0 0 0 0 0,0-1 0 0 0,0 1 0 0 0,0 0 0 0 0,-1 0 1 0 0,1 0-1 0 0,0 0 0 0 0,0 0 0 0 0,0 0 0 0 0,0 0 0 0 0,0 1 0 0 0,-1-1 0 0 0,1 0 1 0 0,0 1-1 0 0,0-1 0 0 0,0 0 0 0 0,0 1 0 0 0,0 0 0 0 0,-2 0 0 0 0,-5 7-1149 0 0</inkml:trace>
</inkml:ink>
</file>

<file path=ppt/ink/ink2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2.0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207 127 4609 0 0,'-42'1'706'0'0,"-15"3"1841"0"0,53-4-2296 0 0,0 1 0 0 0,0 0 0 0 0,0 0 0 0 0,0 0 0 0 0,0 1 0 0 0,1-1 0 0 0,-1 1 0 0 0,0 0 0 0 0,1 0 0 0 0,0 1 0 0 0,-5 2 0 0 0,7-3-123 0 0,-1 0-1 0 0,0 0 0 0 0,1 0 0 0 0,0 0 0 0 0,-1 1 0 0 0,1-1 1 0 0,0 0-1 0 0,0 1 0 0 0,0-1 0 0 0,0 0 0 0 0,1 1 1 0 0,-1-1-1 0 0,1 1 0 0 0,0 0 0 0 0,-1-1 0 0 0,1 1 1 0 0,0-1-1 0 0,0 1 0 0 0,1 4 0 0 0,1 6 139 0 0,1-1 1 0 0,7 22-1 0 0,-5-17-115 0 0,0 0-38 0 0,22 68 240 0 0,-24-77-330 0 0,1 1 1 0 0,0-1-1 0 0,0-1 0 0 0,0 1 0 0 0,1-1 0 0 0,1 0 0 0 0,10 12 0 0 0,-14-17-21 0 0,-1-1-1 0 0,1 0 1 0 0,0 1-1 0 0,0-1 0 0 0,-1 0 1 0 0,1 0-1 0 0,0 0 1 0 0,0 0-1 0 0,0 0 1 0 0,0 0-1 0 0,0-1 0 0 0,1 1 1 0 0,-1-1-1 0 0,0 0 1 0 0,0 1-1 0 0,0-1 1 0 0,0 0-1 0 0,1 0 0 0 0,-1 0 1 0 0,0 0-1 0 0,0-1 1 0 0,0 1-1 0 0,0-1 1 0 0,0 1-1 0 0,0-1 0 0 0,0 0 1 0 0,0 0-1 0 0,0 0 1 0 0,0 0-1 0 0,0 0 1 0 0,0 0-1 0 0,0 0 0 0 0,-1 0 1 0 0,1-1-1 0 0,0 1 1 0 0,-1-1-1 0 0,3-3 1 0 0,3-3 13 0 0,0 0 0 0 0,-1-1 0 0 0,0 0 0 0 0,0 0 0 0 0,-1 0 0 0 0,6-15 0 0 0,-3 4 66 0 0,-1 0 0 0 0,-1 0 0 0 0,0 0 0 0 0,-2-1 0 0 0,0 0 0 0 0,-2 0 0 0 0,0 0 0 0 0,-2-23 0 0 0,0 36-70 0 0,0 1-1 0 0,-1 0 1 0 0,0 0 0 0 0,-1 0 0 0 0,0-1-1 0 0,0 1 1 0 0,0 1 0 0 0,-1-1 0 0 0,0 0-1 0 0,0 1 1 0 0,-1-1 0 0 0,1 1 0 0 0,-2 0-1 0 0,1 0 1 0 0,-1 0 0 0 0,1 1 0 0 0,-1 0-1 0 0,-1 0 1 0 0,1 0 0 0 0,-1 0 0 0 0,0 1-1 0 0,0 0 1 0 0,0 0 0 0 0,-1 1 0 0 0,1 0-1 0 0,-14-5 1 0 0,15 6-64 0 0,-1 1-1 0 0,1 0 1 0 0,0 0 0 0 0,0 0-1 0 0,0 1 1 0 0,-1-1-1 0 0,1 1 1 0 0,0 1 0 0 0,-1-1-1 0 0,1 1 1 0 0,0 0 0 0 0,0 0-1 0 0,0 0 1 0 0,0 1-1 0 0,0-1 1 0 0,0 1 0 0 0,0 1-1 0 0,0-1 1 0 0,0 1-1 0 0,-5 4 1 0 0,4-2-230 0 0,-1 0 1 0 0,1 1-1 0 0,1 0 0 0 0,-1 0 0 0 0,1 0 0 0 0,0 1 1 0 0,0 0-1 0 0,1 0 0 0 0,0 0 0 0 0,0 0 1 0 0,1 1-1 0 0,-4 10 0 0 0,0 6-3940 0 0</inkml:trace>
</inkml:ink>
</file>

<file path=ppt/ink/ink2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2.4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90 178 3225 0 0,'-1'-1'106'0'0,"1"0"1"0"0,-1-1-1 0 0,0 1 1 0 0,0 0-1 0 0,0-1 0 0 0,0 1 1 0 0,0 0-1 0 0,-1 0 1 0 0,1 0-1 0 0,0 0 1 0 0,-1 0-1 0 0,1 0 1 0 0,0 0-1 0 0,-1 1 1 0 0,1-1-1 0 0,-1 0 0 0 0,1 1 1 0 0,-1-1-1 0 0,1 1 1 0 0,-1-1-1 0 0,1 1 1 0 0,-1 0-1 0 0,0 0 1 0 0,1 0-1 0 0,-1 0 0 0 0,0 0 1 0 0,1 0-1 0 0,-1 0 1 0 0,1 0-1 0 0,-1 1 1 0 0,1-1-1 0 0,-1 1 1 0 0,0-1-1 0 0,1 1 1 0 0,0-1-1 0 0,-1 1 0 0 0,1 0 1 0 0,-1 0-1 0 0,1 0 1 0 0,0 0-1 0 0,-1 0 1 0 0,1 0-1 0 0,0 0 1 0 0,0 0-1 0 0,0 0 1 0 0,0 1-1 0 0,0-1 0 0 0,0 0 1 0 0,0 1-1 0 0,0 2 1 0 0,-3 3 34 0 0,0 1 1 0 0,1 0 0 0 0,1 1-1 0 0,-1-1 1 0 0,1 0-1 0 0,1 1 1 0 0,-1-1-1 0 0,1 1 1 0 0,1 0-1 0 0,0-1 1 0 0,0 1 0 0 0,1-1-1 0 0,0 1 1 0 0,0 0-1 0 0,1-1 1 0 0,0 0-1 0 0,1 1 1 0 0,-1-1-1 0 0,2 0 1 0 0,6 13-1 0 0,-8-18-115 0 0,1 0-1 0 0,0 0 1 0 0,0-1-1 0 0,0 1 1 0 0,0-1-1 0 0,0 1 1 0 0,0-1-1 0 0,1 0 1 0 0,-1 0-1 0 0,1-1 1 0 0,-1 1-1 0 0,1-1 0 0 0,0 0 1 0 0,-1 0-1 0 0,1 0 1 0 0,0 0-1 0 0,0 0 1 0 0,0-1-1 0 0,0 0 1 0 0,0 0-1 0 0,6 0 1 0 0,-2-1 26 0 0,0 0 1 0 0,0 0 0 0 0,0-1 0 0 0,0 0 0 0 0,0 0-1 0 0,0-1 1 0 0,-1 0 0 0 0,1-1 0 0 0,9-5 0 0 0,-8 3-30 0 0,0-1 0 0 0,-1-1 0 0 0,0 0 0 0 0,0 0 0 0 0,0 0 0 0 0,-1-1 0 0 0,0 0 0 0 0,-1-1 0 0 0,0 1 0 0 0,0-1 0 0 0,-1 0 0 0 0,-1-1 1 0 0,0 1-1 0 0,0-1 0 0 0,-1 0 0 0 0,3-14 0 0 0,-4 17-10 0 0,-1 0 1 0 0,0 0 0 0 0,0-1-1 0 0,-1 1 1 0 0,0 0 0 0 0,-1 0-1 0 0,1 0 1 0 0,-1 0 0 0 0,-1 0-1 0 0,0 0 1 0 0,0 0 0 0 0,0 0 0 0 0,-1 0-1 0 0,-1 1 1 0 0,1-1 0 0 0,-1 1-1 0 0,0 0 1 0 0,0 0 0 0 0,-1 1-1 0 0,0-1 1 0 0,-1 1 0 0 0,1 0-1 0 0,-8-6 1 0 0,10 10-158 0 0,1 0 1 0 0,0 0-1 0 0,-1 0 1 0 0,1 1-1 0 0,-1-1 1 0 0,1 1-1 0 0,-1 0 1 0 0,0 0-1 0 0,1 0 1 0 0,-1 0-1 0 0,0 0 0 0 0,0 1 1 0 0,0-1-1 0 0,0 1 1 0 0,1 0-1 0 0,-1 0 1 0 0,0 0-1 0 0,0 0 1 0 0,0 0-1 0 0,0 0 1 0 0,0 1-1 0 0,0 0 1 0 0,-3 1-1 0 0,-9 7-3621 0 0</inkml:trace>
</inkml:ink>
</file>

<file path=ppt/ink/ink2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3.1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90 159 3681 0 0,'-2'-2'162'0'0,"1"0"1"0"0,-1 1 0 0 0,1-1-1 0 0,-1 1 1 0 0,0 0 0 0 0,0-1-1 0 0,0 1 1 0 0,0 0 0 0 0,0 0-1 0 0,0 0 1 0 0,0 0 0 0 0,0 1-1 0 0,0-1 1 0 0,0 1 0 0 0,0-1-1 0 0,0 1 1 0 0,-1 0-1 0 0,1-1 1 0 0,0 1 0 0 0,0 0-1 0 0,0 0 1 0 0,-1 1 0 0 0,1-1-1 0 0,0 0 1 0 0,0 1 0 0 0,0 0-1 0 0,0-1 1 0 0,0 1 0 0 0,0 0-1 0 0,0 0 1 0 0,0 0 0 0 0,0 0-1 0 0,0 0 1 0 0,0 1 0 0 0,0-1-1 0 0,1 0 1 0 0,-1 1-1 0 0,1 0 1 0 0,-1-1 0 0 0,1 1-1 0 0,-1 0 1 0 0,1 0 0 0 0,0-1-1 0 0,0 1 1 0 0,0 0 0 0 0,0 0-1 0 0,0 0 1 0 0,0 1 0 0 0,1-1-1 0 0,-1 0 1 0 0,0 3 0 0 0,1 6 163 0 0,1 0 0 0 0,0 0 1 0 0,0-1-1 0 0,1 1 0 0 0,0 0 1 0 0,1-1-1 0 0,7 19 0 0 0,-9-25-278 0 0,0 0-1 0 0,1 0 0 0 0,0-1 0 0 0,-1 1 1 0 0,2 0-1 0 0,-1-1 0 0 0,0 1 0 0 0,1-1 1 0 0,-1 0-1 0 0,1 0 0 0 0,0 0 0 0 0,0 0 1 0 0,0-1-1 0 0,0 1 0 0 0,1-1 0 0 0,-1 1 1 0 0,1-1-1 0 0,0-1 0 0 0,-1 1 0 0 0,1 0 1 0 0,0-1-1 0 0,0 0 0 0 0,5 2 0 0 0,-6-3-33 0 0,0 0 0 0 0,0-1-1 0 0,0 1 1 0 0,0 0-1 0 0,-1-1 1 0 0,1 0-1 0 0,0 0 1 0 0,0 0-1 0 0,-1 0 1 0 0,1 0 0 0 0,-1 0-1 0 0,1-1 1 0 0,-1 1-1 0 0,1-1 1 0 0,-1 1-1 0 0,0-1 1 0 0,0 0 0 0 0,0 0-1 0 0,0 0 1 0 0,0-1-1 0 0,0 1 1 0 0,0 0-1 0 0,-1-1 1 0 0,1 1-1 0 0,-1-1 1 0 0,0 1 0 0 0,0-1-1 0 0,0 1 1 0 0,0-1-1 0 0,0 0 1 0 0,0-4-1 0 0,2-5 32 0 0,0 0-1 0 0,-2 0 0 0 0,1 0 1 0 0,-2 0-1 0 0,1 0 0 0 0,-3-15 1 0 0,0 3 82 0 0,-2-1 0 0 0,-8-26 1 0 0,10 43-77 0 0,0 0 0 0 0,0 1 0 0 0,-1 0 1 0 0,-1-1-1 0 0,1 1 0 0 0,-1 0 0 0 0,0 1 0 0 0,-1-1 1 0 0,0 1-1 0 0,-9-11 0 0 0,13 16-66 0 0,-1 0 0 0 0,1 0-1 0 0,0 0 1 0 0,-1 0 0 0 0,1 0-1 0 0,0 0 1 0 0,-1 1 0 0 0,1-1-1 0 0,-1 0 1 0 0,1 1 0 0 0,-1-1 0 0 0,0 1-1 0 0,1-1 1 0 0,-1 1 0 0 0,1 0-1 0 0,-1 0 1 0 0,0 0 0 0 0,1 0 0 0 0,-1 0-1 0 0,-2 0 1 0 0,2 1-414 0 0,1 0 0 0 0,-1-1 0 0 0,0 1 0 0 0,0 0 0 0 0,0 0 0 0 0,0 0 0 0 0,1 0 0 0 0,-1 0 0 0 0,1 1 0 0 0,-4 2 0 0 0,-9 12-4958 0 0</inkml:trace>
</inkml:ink>
</file>

<file path=ppt/ink/ink2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3.5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181 101 920 0 0,'-43'33'869'0'0,"36"-29"-455"0"0,1 0 1 0 0,0 0-1 0 0,1 0 1 0 0,-1 1-1 0 0,1-1 1 0 0,-1 1-1 0 0,2 1 1 0 0,-1-1-1 0 0,0 1 1 0 0,1 0-1 0 0,0 0 1 0 0,-3 6 0 0 0,7-9-242 0 0,-1 0 0 0 0,1 0 0 0 0,0-1 0 0 0,0 1 0 0 0,0 0 0 0 0,0 0 0 0 0,0-1 0 0 0,1 1 0 0 0,-1 0 1 0 0,1-1-1 0 0,0 1 0 0 0,0 0 0 0 0,0-1 0 0 0,0 1 0 0 0,0-1 0 0 0,0 1 0 0 0,3 2 0 0 0,30 42 1279 0 0,-27-38-1133 0 0,0-2-182 0 0,-1 0 1 0 0,1 0-1 0 0,0 0 0 0 0,0-1 0 0 0,1-1 1 0 0,0 1-1 0 0,0-1 0 0 0,0 0 1 0 0,1-1-1 0 0,10 5 0 0 0,-17-8-127 0 0,1 0 0 0 0,0-1 0 0 0,-1 1 0 0 0,1 0 0 0 0,0-1 0 0 0,-1 0 0 0 0,1 1 0 0 0,0-1 0 0 0,-1 0 0 0 0,1 0 1 0 0,0-1-1 0 0,0 1 0 0 0,-1 0 0 0 0,1-1 0 0 0,0 0 0 0 0,-1 0 0 0 0,1 1 0 0 0,-1-2 0 0 0,1 1 0 0 0,-1 0 0 0 0,1 0 0 0 0,-1-1 0 0 0,0 1 0 0 0,0-1 0 0 0,0 0 0 0 0,0 0 0 0 0,0 0 0 0 0,0 0 0 0 0,0 0 0 0 0,0 0 0 0 0,-1 0 0 0 0,1 0 0 0 0,-1-1 0 0 0,0 1 0 0 0,0-1 0 0 0,0 1 0 0 0,0-1 0 0 0,0 1 0 0 0,1-6 0 0 0,0-3 78 0 0,0 0 0 0 0,0 1 1 0 0,-1-1-1 0 0,0 0 0 0 0,-1-1 0 0 0,0 1 1 0 0,-1 0-1 0 0,0 0 0 0 0,-1 1 0 0 0,0-1 1 0 0,-1 0-1 0 0,-4-12 0 0 0,2 10 5 0 0,0 1 0 0 0,0 0 0 0 0,-2 0 0 0 0,1 0 0 0 0,-1 0 0 0 0,-1 1 0 0 0,0 0 0 0 0,-1 1-1 0 0,-16-16 1 0 0,19 21-93 0 0,0 0-1 0 0,-1 0 0 0 0,1 1 0 0 0,-1 0 0 0 0,-1 0 0 0 0,1 1 0 0 0,0-1 0 0 0,-1 2 0 0 0,1-1 1 0 0,-1 1-1 0 0,0 0 0 0 0,-13-1 0 0 0,17 3-94 0 0,1 0 1 0 0,-1 0-1 0 0,0 0 0 0 0,0 1 0 0 0,0-1 1 0 0,0 1-1 0 0,1 0 0 0 0,-1 0 1 0 0,0 0-1 0 0,1 1 0 0 0,-1-1 0 0 0,1 1 1 0 0,-1 0-1 0 0,1 0 0 0 0,0 0 1 0 0,0 0-1 0 0,0 1 0 0 0,0-1 1 0 0,0 1-1 0 0,1 0 0 0 0,-1 0 0 0 0,1 0 1 0 0,-1 0-1 0 0,1 0 0 0 0,0 0 1 0 0,0 1-1 0 0,1-1 0 0 0,-2 5 1 0 0,-8 20-4782 0 0</inkml:trace>
</inkml:ink>
</file>

<file path=ppt/ink/ink2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4.0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78 222 1376 0 0,'4'-11'173'0'0,"-1"0"-1"0"0,1-1 1 0 0,-2 1 0 0 0,1-1-1 0 0,-2 0 1 0 0,1-22-1 0 0,-2 26 170 0 0,0 0-1 0 0,0 0 1 0 0,-1 0-1 0 0,-1 0 1 0 0,1 0-1 0 0,-1 0 0 0 0,0 0 1 0 0,-1 1-1 0 0,0-1 1 0 0,0 1-1 0 0,-5-8 0 0 0,7 14-216 0 0,1 0-1 0 0,-1 0 0 0 0,1 0 0 0 0,-1 0 1 0 0,1 0-1 0 0,-1 0 0 0 0,0 0 0 0 0,1 0 0 0 0,-1 1 1 0 0,0-1-1 0 0,0 0 0 0 0,0 0 0 0 0,0 0 1 0 0,0 1-1 0 0,1-1 0 0 0,-1 1 0 0 0,-1-1 0 0 0,1 1 1 0 0,0-1-1 0 0,0 1 0 0 0,0-1 0 0 0,0 1 1 0 0,0 0-1 0 0,0 0 0 0 0,0 0 0 0 0,0-1 0 0 0,-1 1 1 0 0,1 0-1 0 0,0 0 0 0 0,0 1 0 0 0,0-1 0 0 0,0 0 1 0 0,0 0-1 0 0,0 0 0 0 0,-1 1 0 0 0,1-1 1 0 0,0 1-1 0 0,0-1 0 0 0,0 1 0 0 0,0-1 0 0 0,0 1 1 0 0,0-1-1 0 0,0 1 0 0 0,1 0 0 0 0,-1 0 1 0 0,0 0-1 0 0,0-1 0 0 0,0 1 0 0 0,1 0 0 0 0,-2 1 1 0 0,-1 2 148 0 0,1 0 1 0 0,-1 0 0 0 0,1 1 0 0 0,-1-1-1 0 0,1 0 1 0 0,1 1 0 0 0,-1 0-1 0 0,0-1 1 0 0,1 1 0 0 0,-1 8-1 0 0,2-1-109 0 0,0-1 0 0 0,1 1 0 0 0,0 0 0 0 0,1-1-1 0 0,1 1 1 0 0,0-1 0 0 0,0 0 0 0 0,9 19-1 0 0,-9-23-154 0 0,0 0-1 0 0,1 0 1 0 0,0-1-1 0 0,0 1 1 0 0,0-1-1 0 0,1 0 1 0 0,0 0 0 0 0,0-1-1 0 0,1 1 1 0 0,0-1-1 0 0,0-1 1 0 0,0 1-1 0 0,0-1 1 0 0,10 5-1 0 0,-12-7-45 0 0,0-1 1 0 0,0 0-1 0 0,0 0 0 0 0,0-1 1 0 0,0 1-1 0 0,0-1 0 0 0,0 0 1 0 0,0 0-1 0 0,0 0 1 0 0,1 0-1 0 0,-1-1 0 0 0,0 0 1 0 0,0 1-1 0 0,0-2 0 0 0,0 1 1 0 0,-1 0-1 0 0,1-1 0 0 0,0 0 1 0 0,0 0-1 0 0,-1 0 0 0 0,1 0 1 0 0,-1 0-1 0 0,0-1 0 0 0,0 0 1 0 0,0 1-1 0 0,0-1 0 0 0,0 0 1 0 0,0-1-1 0 0,-1 1 0 0 0,0 0 1 0 0,1-1-1 0 0,-1 1 0 0 0,0-1 1 0 0,-1 0-1 0 0,1 0 0 0 0,-1 1 1 0 0,0-1-1 0 0,0 0 0 0 0,0 0 1 0 0,0 0-1 0 0,-1-1 0 0 0,1 1 1 0 0,-1 0-1 0 0,0-6 0 0 0,-1 3-90 0 0,0 1 0 0 0,0-1 0 0 0,0 1 0 0 0,-1-1 0 0 0,0 1 0 0 0,0-1 0 0 0,0 1 0 0 0,-1 0 0 0 0,0 0 0 0 0,0 0 0 0 0,-1 0 0 0 0,0 1 0 0 0,0-1 0 0 0,0 1 0 0 0,0 0 0 0 0,-1 0 0 0 0,0 1 0 0 0,0-1 0 0 0,-10-5 0 0 0,-4-1-309 0 0</inkml:trace>
</inkml:ink>
</file>

<file path=ppt/ink/ink2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4.4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103 0 1376 0 0,'-4'1'165'0'0,"-1"0"0"0"0,1 0 0 0 0,-1 1 0 0 0,1-1-1 0 0,-1 1 1 0 0,1 0 0 0 0,0 1 0 0 0,0-1 0 0 0,0 1-1 0 0,0-1 1 0 0,0 1 0 0 0,0 0 0 0 0,1 1 0 0 0,0-1 0 0 0,-1 1-1 0 0,-4 6 1 0 0,5-6 104 0 0,0-1 1 0 0,0 1-1 0 0,1 0 0 0 0,-1-1 0 0 0,1 1 0 0 0,0 1 1 0 0,0-1-1 0 0,0 0 0 0 0,0 0 0 0 0,1 1 0 0 0,0-1 1 0 0,0 1-1 0 0,0-1 0 0 0,0 9 0 0 0,1-7-52 0 0,1-1 0 0 0,1 0-1 0 0,-1 1 1 0 0,1-1 0 0 0,0 0-1 0 0,0 0 1 0 0,0 0 0 0 0,1 0-1 0 0,-1 0 1 0 0,1-1 0 0 0,0 1-1 0 0,5 4 1 0 0,-1 0-25 0 0,1-1-1 0 0,-1 0 1 0 0,1 0-1 0 0,1 0 1 0 0,0-1-1 0 0,0-1 1 0 0,0 0-1 0 0,13 7 1 0 0,-19-12-161 0 0,0 1 1 0 0,0 0-1 0 0,0-1 1 0 0,0 0-1 0 0,0 0 1 0 0,1 0-1 0 0,-1 0 1 0 0,0-1-1 0 0,1 1 1 0 0,-1-1-1 0 0,0 0 1 0 0,1 1-1 0 0,-1-2 1 0 0,1 1-1 0 0,-1 0 1 0 0,0-1-1 0 0,1 1 0 0 0,-1-1 1 0 0,0 0-1 0 0,0 0 1 0 0,1-1-1 0 0,-1 1 1 0 0,0-1-1 0 0,0 1 1 0 0,0-1-1 0 0,-1 0 1 0 0,1 0-1 0 0,0 0 1 0 0,-1 0-1 0 0,1-1 1 0 0,2-2-1 0 0,-4 3 9 0 0,1 0 0 0 0,-1 0-1 0 0,0 0 1 0 0,0 0 0 0 0,0 0-1 0 0,0-1 1 0 0,0 1 0 0 0,0 0 0 0 0,0 0-1 0 0,-1-1 1 0 0,1 1 0 0 0,-1-1-1 0 0,0 1 1 0 0,0 0 0 0 0,0-1-1 0 0,0 1 1 0 0,0-1 0 0 0,0 1 0 0 0,-1-3-1 0 0,-1-3-375 0 0,-1 1 0 0 0,1-1 0 0 0,-1 1 0 0 0,-6-10-1 0 0,2 4-2132 0 0</inkml:trace>
</inkml:ink>
</file>

<file path=ppt/ink/ink2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5.1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81 192 2761 0 0,'-3'-5'265'0'0,"-1"0"0"0"0,0 1 1 0 0,1-1-1 0 0,-2 1 1 0 0,1 0-1 0 0,0 1 1 0 0,-1-1-1 0 0,-6-4 1 0 0,10 8-143 0 0,0-1 0 0 0,0 1 0 0 0,0-1 0 0 0,0 1 0 0 0,0-1 0 0 0,0 1 0 0 0,-1 0 0 0 0,1-1 0 0 0,0 1 0 0 0,0 0 0 0 0,0 0 0 0 0,0 0 0 0 0,-1 0 0 0 0,1 0 0 0 0,0 0 0 0 0,0 0 0 0 0,0 0 0 0 0,-3 1 0 0 0,3 0-43 0 0,0-1-1 0 0,0 1 0 0 0,0 0 0 0 0,0 0 0 0 0,0 0 0 0 0,1 0 0 0 0,-1 0 0 0 0,0 0 0 0 0,0 0 0 0 0,1 0 0 0 0,-1 1 0 0 0,1-1 0 0 0,-1 0 0 0 0,1 0 0 0 0,-1 1 0 0 0,1-1 0 0 0,0 0 0 0 0,-1 0 0 0 0,1 1 0 0 0,0-1 0 0 0,0 3 0 0 0,0 12 334 0 0,0-1 1 0 0,1 1-1 0 0,0 0 1 0 0,1 0-1 0 0,1-1 1 0 0,1 0-1 0 0,0 1 0 0 0,1-1 1 0 0,0 0-1 0 0,1-1 1 0 0,15 26-1 0 0,-20-38-367 0 0,0-1 0 0 0,0 1 0 0 0,0-1 1 0 0,1 1-1 0 0,-1-1 0 0 0,0 1 0 0 0,1-1 0 0 0,-1 0 0 0 0,1 1 1 0 0,-1-1-1 0 0,1 0 0 0 0,-1 0 0 0 0,1 0 0 0 0,0-1 0 0 0,0 1 0 0 0,-1 0 1 0 0,1 0-1 0 0,0-1 0 0 0,0 1 0 0 0,0-1 0 0 0,0 0 0 0 0,0 0 0 0 0,0 0 1 0 0,-1 1-1 0 0,1-2 0 0 0,0 1 0 0 0,0 0 0 0 0,0 0 0 0 0,0-1 1 0 0,0 1-1 0 0,0-1 0 0 0,0 1 0 0 0,-1-1 0 0 0,1 0 0 0 0,0 0 0 0 0,-1 1 1 0 0,1-1-1 0 0,0-1 0 0 0,-1 1 0 0 0,1 0 0 0 0,-1 0 0 0 0,3-3 0 0 0,1-2 79 0 0,1 1 0 0 0,-2-1 0 0 0,1 0 0 0 0,0 0 0 0 0,-1-1 0 0 0,-1 1 0 0 0,1-1 0 0 0,-1 0 0 0 0,4-10 0 0 0,0-8 240 0 0,-2-1-1 0 0,0 1 0 0 0,2-43 1 0 0,-7 53-311 0 0,0-1-1 0 0,0 1 1 0 0,-2-1 0 0 0,0 1-1 0 0,-1 0 1 0 0,0 0-1 0 0,-8-20 1 0 0,11 33-70 0 0,-1 0 0 0 0,1 0 0 0 0,-1 1-1 0 0,0-1 1 0 0,0 1 0 0 0,0-1 0 0 0,0 0 0 0 0,0 1-1 0 0,0 0 1 0 0,0-1 0 0 0,0 1 0 0 0,0 0 0 0 0,-1-1-1 0 0,1 1 1 0 0,-1 0 0 0 0,1 0 0 0 0,-1 0 0 0 0,1 0-1 0 0,-1 0 1 0 0,1 1 0 0 0,-1-1 0 0 0,0 0 0 0 0,0 1 0 0 0,1-1-1 0 0,-4 1 1 0 0,2 0-148 0 0,1 0 1 0 0,-1 1-1 0 0,1-1 0 0 0,-1 1 0 0 0,1 0 0 0 0,0-1 1 0 0,-1 1-1 0 0,1 1 0 0 0,0-1 0 0 0,0 0 1 0 0,-1 0-1 0 0,1 1 0 0 0,0-1 0 0 0,0 1 0 0 0,1 0 1 0 0,-1 0-1 0 0,0 0 0 0 0,-1 2 0 0 0,-11 14-5625 0 0</inkml:trace>
</inkml:ink>
</file>

<file path=ppt/ink/ink2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5.5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179 1 3681 0 0,'-8'1'196'0'0,"0"1"1"0"0,0 0-1 0 0,0 1 0 0 0,0-1 1 0 0,1 2-1 0 0,0-1 1 0 0,-1 1-1 0 0,1 0 0 0 0,0 1 1 0 0,1 0-1 0 0,-1 0 1 0 0,1 0-1 0 0,0 1 0 0 0,-7 7 1 0 0,5-2-44 0 0,1 1 0 0 0,-1 0 1 0 0,2 0-1 0 0,0 0 1 0 0,0 1-1 0 0,1 0 0 0 0,1 0 1 0 0,0 0-1 0 0,1 1 0 0 0,0-1 1 0 0,1 1-1 0 0,0 0 1 0 0,1-1-1 0 0,1 1 0 0 0,0 0 1 0 0,1 0-1 0 0,1 0 0 0 0,0-1 1 0 0,1 1-1 0 0,0-1 0 0 0,9 24 1 0 0,-11-34-113 0 0,1-1 1 0 0,-1 0 0 0 0,0 1-1 0 0,0-1 1 0 0,1 0-1 0 0,-1 0 1 0 0,1 0-1 0 0,0 0 1 0 0,0 0 0 0 0,0 0-1 0 0,0 0 1 0 0,0-1-1 0 0,0 1 1 0 0,0-1-1 0 0,0 1 1 0 0,0-1 0 0 0,1 0-1 0 0,-1 0 1 0 0,1 0-1 0 0,-1 0 1 0 0,5 0-1 0 0,-3 0 37 0 0,0-1-1 0 0,0 0 0 0 0,0 0 0 0 0,0 0 0 0 0,0-1 1 0 0,1 0-1 0 0,-1 0 0 0 0,-1 0 0 0 0,1 0 0 0 0,0 0 1 0 0,0-1-1 0 0,0 1 0 0 0,3-3 0 0 0,-2 1-37 0 0,-1 1 0 0 0,1-1 0 0 0,-1 0 0 0 0,0 0 0 0 0,0 0 0 0 0,0-1 0 0 0,-1 1 0 0 0,1-1 0 0 0,-1 0 0 0 0,0 0 0 0 0,0 0-1 0 0,0 0 1 0 0,0-1 0 0 0,-1 1 0 0 0,0-1 0 0 0,0 1 0 0 0,0-1 0 0 0,0 0 0 0 0,-1 0 0 0 0,0 0 0 0 0,0 0 0 0 0,0 0 0 0 0,0-7 0 0 0,-2 8-105 0 0,0 0 0 0 0,0-1 1 0 0,0 1-1 0 0,-1 0 1 0 0,0 0-1 0 0,1 0 0 0 0,-2 0 1 0 0,1 0-1 0 0,0 0 0 0 0,-1 1 1 0 0,1-1-1 0 0,-1 1 0 0 0,0-1 1 0 0,0 1-1 0 0,0 0 0 0 0,-1 0 1 0 0,1 1-1 0 0,-1-1 0 0 0,0 1 1 0 0,1 0-1 0 0,-1-1 0 0 0,0 2 1 0 0,0-1-1 0 0,-8-2 0 0 0,-2 3-303 0 0</inkml:trace>
</inkml:ink>
</file>

<file path=ppt/ink/ink2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6.1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69 270 3225 0 0,'-2'-3'291'0'0,"-1"1"1"0"0,1 0 0 0 0,0 0 0 0 0,-1 0 0 0 0,0 0-1 0 0,1 0 1 0 0,-1 1 0 0 0,0-1 0 0 0,-3-1 0 0 0,-10 1 1695 0 0,15 2-1899 0 0,1 0 1 0 0,0 0-1 0 0,-1 0 1 0 0,1 1-1 0 0,0-1 0 0 0,0 0 1 0 0,-1 0-1 0 0,1 1 1 0 0,0-1-1 0 0,0 0 1 0 0,-1 1-1 0 0,1-1 1 0 0,0 0-1 0 0,0 1 1 0 0,0-1-1 0 0,0 0 0 0 0,-1 1 1 0 0,1-1-1 0 0,0 0 1 0 0,0 1-1 0 0,0-1 1 0 0,0 0-1 0 0,0 1 1 0 0,0-1-1 0 0,0 1 0 0 0,0-1 1 0 0,0 0-1 0 0,0 1 1 0 0,0-1-1 0 0,0 0 1 0 0,0 1-1 0 0,1-1 1 0 0,-1 0-1 0 0,0 1 1 0 0,0-1-1 0 0,1 1 0 0 0,0 2 67 0 0,1 0 1 0 0,0 1-1 0 0,0-1 0 0 0,0-1 0 0 0,0 1 0 0 0,0 0 0 0 0,1 0 0 0 0,-1-1 0 0 0,1 0 0 0 0,0 1 0 0 0,-1-1 0 0 0,1 0 0 0 0,0 0 0 0 0,1-1 0 0 0,-1 1 0 0 0,0 0 0 0 0,6 1 0 0 0,-7-2-54 0 0,1 0 0 0 0,-1 0 0 0 0,1 0 0 0 0,0 0 0 0 0,-1-1 0 0 0,1 1 0 0 0,0-1 0 0 0,-1 0 0 0 0,1 1 0 0 0,0-1 0 0 0,0 0 0 0 0,-1-1 0 0 0,1 1 0 0 0,0 0 0 0 0,0-1 0 0 0,-1 0 0 0 0,1 1 0 0 0,-1-1 0 0 0,1 0 0 0 0,0 0 0 0 0,-1-1 0 0 0,5-2 0 0 0,-4 0-82 0 0,-1 1 1 0 0,1-1 0 0 0,0 0 0 0 0,-1-1 0 0 0,0 1 0 0 0,0 0 0 0 0,-1-1 0 0 0,1 1 0 0 0,-1-1-1 0 0,0 0 1 0 0,0 1 0 0 0,0-1 0 0 0,-1 0 0 0 0,1-7 0 0 0,-1-7 99 0 0,-1 0 0 0 0,-4-23-1 0 0,3 28-46 0 0,-1-1-1 0 0,-1 1 1 0 0,0 0-1 0 0,-10-23 1 0 0,13 34-93 0 0,0 0 0 0 0,-1 0 1 0 0,1 0-1 0 0,-1 0 0 0 0,0 1 0 0 0,1-1 0 0 0,-1 0 1 0 0,0 1-1 0 0,-1-1 0 0 0,1 1 0 0 0,0 0 0 0 0,-1-1 1 0 0,1 1-1 0 0,-1 0 0 0 0,0 1 0 0 0,0-1 0 0 0,0 0 1 0 0,0 1-1 0 0,0 0 0 0 0,0 0 0 0 0,0 0 0 0 0,0 0 1 0 0,0 0-1 0 0,0 0 0 0 0,-1 1 0 0 0,-5-1 0 0 0,6 2-151 0 0,0 0-1 0 0,0-1 1 0 0,0 1-1 0 0,0 0 1 0 0,1 0-1 0 0,-1 1 0 0 0,0-1 1 0 0,1 1-1 0 0,-1-1 1 0 0,1 1-1 0 0,0 0 1 0 0,-3 2-1 0 0,-14 15-5220 0 0</inkml:trace>
</inkml:ink>
</file>

<file path=ppt/ink/ink2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6.5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 1 2761 0 0,'-3'3'146'0'0,"-1"0"1"0"0,1 0 0 0 0,0 1 0 0 0,0 0 0 0 0,0-1-1 0 0,1 1 1 0 0,-1 0 0 0 0,1 0 0 0 0,0 1 0 0 0,0-1-1 0 0,1 0 1 0 0,-1 1 0 0 0,1-1 0 0 0,0 1 0 0 0,0 0-1 0 0,0-1 1 0 0,0 1 0 0 0,1 0 0 0 0,0 7 0 0 0,0-5 201 0 0,1 0 1 0 0,-1 0 0 0 0,1 0 0 0 0,0 0-1 0 0,0 0 1 0 0,1 0 0 0 0,0-1 0 0 0,0 1-1 0 0,1-1 1 0 0,0 1 0 0 0,0-1-1 0 0,8 11 1 0 0,-6-11-138 0 0,1-1 0 0 0,0 0 0 0 0,0 0 0 0 0,1 0 0 0 0,-1-1 0 0 0,1 0 0 0 0,0 0 0 0 0,0-1 0 0 0,1 0 0 0 0,-1 0 0 0 0,0-1-1 0 0,1 0 1 0 0,0 0 0 0 0,-1-1 0 0 0,13 1 0 0 0,-17-1-179 0 0,1-1 0 0 0,-1 0-1 0 0,1 0 1 0 0,-1 0 0 0 0,1 0 0 0 0,0-1-1 0 0,-1 1 1 0 0,1-1 0 0 0,-1 0-1 0 0,0 0 1 0 0,1 0 0 0 0,-1 0 0 0 0,0-1-1 0 0,0 0 1 0 0,0 1 0 0 0,0-1 0 0 0,0 0-1 0 0,0 0 1 0 0,0-1 0 0 0,0 1-1 0 0,-1-1 1 0 0,0 1 0 0 0,1-1 0 0 0,-1 0-1 0 0,0 0 1 0 0,0 0 0 0 0,0 0 0 0 0,-1 0-1 0 0,1 0 1 0 0,-1 0 0 0 0,0-1 0 0 0,0 1-1 0 0,0 0 1 0 0,0-1 0 0 0,0 1-1 0 0,0-5 1 0 0,-1 3 13 0 0,0 0-1 0 0,0 0 1 0 0,-1 1-1 0 0,1-1 1 0 0,-1 0-1 0 0,0 0 1 0 0,-1 1 0 0 0,1-1-1 0 0,-1 1 1 0 0,0 0-1 0 0,0-1 1 0 0,0 1-1 0 0,0 0 1 0 0,-1 0-1 0 0,0 0 1 0 0,1 0 0 0 0,-6-4-1 0 0,5 5-46 0 0,0 0 0 0 0,0 0 1 0 0,0 1-1 0 0,0-1 0 0 0,0 1 0 0 0,-1-1 0 0 0,1 1 0 0 0,-1 0 0 0 0,0 1 0 0 0,1-1 1 0 0,-1 1-1 0 0,0-1 0 0 0,0 1 0 0 0,0 0 0 0 0,0 1 0 0 0,0-1 0 0 0,0 1 1 0 0,0-1-1 0 0,-1 1 0 0 0,-5 1 0 0 0,-11 5-361 0 0</inkml:trace>
</inkml:ink>
</file>

<file path=ppt/ink/ink2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8.6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67 6913 0 0,'0'0'529'0'0,"16"-28"2369"0"0,-15 26-2799 0 0,18-28 2015 0 0,-19 30-2130 0 0,1-1-1 0 0,-1 1 1 0 0,1-1-1 0 0,-1 1 0 0 0,1-1 1 0 0,0 1-1 0 0,-1-1 1 0 0,1 1-1 0 0,0-1 1 0 0,-1 1-1 0 0,1 0 1 0 0,0 0-1 0 0,0-1 0 0 0,-1 1 1 0 0,1 0-1 0 0,0 0 1 0 0,0 0-1 0 0,0 0 1 0 0,-1 0-1 0 0,1 0 1 0 0,0 0-1 0 0,0 0 0 0 0,-1 0 1 0 0,1 0-1 0 0,0 0 1 0 0,0 0-1 0 0,0 0 1 0 0,-1 1-1 0 0,1-1 1 0 0,0 0-1 0 0,-1 1 1 0 0,1-1-1 0 0,0 1 0 0 0,-1-1 1 0 0,1 0-1 0 0,0 1 1 0 0,-1-1-1 0 0,1 1 1 0 0,-1 0-1 0 0,1 0 1 0 0</inkml:trace>
</inkml:ink>
</file>

<file path=ppt/ink/ink2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9.0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0 6913 0 0,'0'2'745'0'0,"0"-1"-1249"0"0,0 3 215 0 0,0-1-7 0 0,0 4-448 0 0,-2 28-1984 0 0,0-26 2728 0 0</inkml:trace>
</inkml:ink>
</file>

<file path=ppt/ink/ink2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9.3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190 315 3681 0 0,'-7'5'160'0'0</inkml:trace>
  <inkml:trace contextRef="#ctx0" brushRef="#br0" timeOffset="1">5 0 2761 0 0,'-4'4'2142'0'0,"4"-4"-1990"0"0,0 1 1 0 0,0-1 0 0 0,-1 0 0 0 0,6 12 4743 0 0,-5-12-4743 0 0,0 0 0 0 0,1 0 0 0 0,-1 0 0 0 0,0 0 0 0 0,1 1 0 0 0,-1-1 0 0 0,1 0 0 0 0,-1 0 0 0 0,0 0 0 0 0,1 0 0 0 0,-1 0 0 0 0,1 0 0 0 0,6 3-2100 0 0,1 4 920 0 0,-7-3-12 0 0</inkml:trace>
</inkml:ink>
</file>

<file path=ppt/ink/ink2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9.7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1 1608 0 0,'1'6'264'0'0,"0"1"0"0"0,-1 0-1 0 0,0 0 1 0 0,0-1-1 0 0,0 1 1 0 0,-1 0 0 0 0,0-1-1 0 0,0 1 1 0 0,-4 11 0 0 0,2-4-28 0 0,1-10-236 0 0,1-1 0 0 0</inkml:trace>
</inkml:ink>
</file>

<file path=ppt/ink/ink2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0.0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214 52 4609 0 0,'34'-22'2811'0'0,"-27"17"-2247"0"0,-1 0-1 0 0,1 1 1 0 0,0 0 0 0 0,-1 1 0 0 0,15-6-1 0 0,-20 9-546 0 0,-1 0-1 0 0,1 0 1 0 0,0 1-1 0 0,0-1 1 0 0,0 0-1 0 0,0 0 0 0 0,-1 0 1 0 0,1 1-1 0 0,0-1 1 0 0,0 0-1 0 0,-1 1 1 0 0,1-1-1 0 0,0 1 1 0 0,-1-1-1 0 0,1 1 1 0 0,0-1-1 0 0,-1 1 0 0 0,1-1 1 0 0,0 1-1 0 0,-1 0 1 0 0,1-1-1 0 0,-1 1 1 0 0,0 0-1 0 0,1 0 1 0 0,-1-1-1 0 0,1 1 0 0 0,-1 0 1 0 0,0 0-1 0 0,0 0 1 0 0,1-1-1 0 0,-1 1 1 0 0,0 0-1 0 0,0 0 1 0 0,0 0-1 0 0,0 0 1 0 0,0-1-1 0 0,0 1 0 0 0,0 2 1 0 0,1 38-1358 0 0,-1-38 1003 0 0,-4 58-3108 0 0,-1-23 1664 0 0</inkml:trace>
  <inkml:trace contextRef="#ctx0" brushRef="#br0" timeOffset="1">0 871 11522 0 0,'0'-2'1025'0'0,"0"0"-825"0"0,0 1-200 0 0,0-1-208 0 0,0 0-80 0 0,0-1-24 0 0,0-1-1 0 0,0 1-615 0 0</inkml:trace>
</inkml:ink>
</file>

<file path=ppt/ink/ink2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0.4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6 459 9218 0 0,'0'4'816'0'0,"0"-2"-656"0"0,0-1 264 0 0,2-1 56 0 0,-1 2 0 0 0,1 0 9 0 0,2-2-281 0 0,1 2-56 0 0,0-2 120 0 0,20 19-2049 0 0</inkml:trace>
  <inkml:trace contextRef="#ctx0" brushRef="#br0" timeOffset="1">9 325 3681 0 0,'4'-14'160'0'0,"-2"3"40"0"0,-1 3-200 0 0,-1-1 0 0 0,2 2 0 0 0,-2 0 0 0 0,2-3 296 0 0,1-10 24 0 0,-1-11 0 0 0,-2-6 0 0 0,0 1-208 0 0,-3 4-40 0 0,-1 8-8 0 0,1 1 16 0 0,-3 2-80 0 0,3 4 0 0 0,-2-1 0 0 0</inkml:trace>
</inkml:ink>
</file>

<file path=ppt/ink/ink2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0.7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227 1 8290 0 0,'-7'1'368'0'0,"4"-1"80"0"0,1 2-360 0 0,0-2-88 0 0,0 0 0 0 0,1 0 0 0 0,-1 0 528 0 0,0 2 88 0 0,0-2 24 0 0,1 2 0 0 0,-1-1-159 0 0,0 1-33 0 0,2 0-8 0 0,0 1 0 0 0,2 3-1088 0 0,0-1-216 0 0,5 5-49 0 0,-6 1-7 0 0</inkml:trace>
  <inkml:trace contextRef="#ctx0" brushRef="#br0" timeOffset="1">39 918 6449 0 0,'-1'0'7'0'0,"0"0"0"0"0,1 0 0 0 0,-1 0 0 0 0,1 0 0 0 0,-1 0 0 0 0,1 0 0 0 0,-1 0 0 0 0,0 0 0 0 0,1-1 0 0 0,-1 1 0 0 0,1 0 0 0 0,-1 0 0 0 0,1 0 0 0 0,-1 0 0 0 0,1-1 0 0 0,-1 1 0 0 0,1 0 0 0 0,-1-1 0 0 0,1 1 0 0 0,-1 0 0 0 0,1-1 0 0 0,0 1 0 0 0,-1 0 0 0 0,1-1 0 0 0,0 1 0 0 0,-1-1 0 0 0,1 1-1 0 0,0-1 1 0 0,-1 1 0 0 0,1-1 0 0 0,0 1 0 0 0,0-1 0 0 0,0 1 0 0 0,-1-1 0 0 0,1 1 0 0 0,0-1 0 0 0,0 0 0 0 0,0 1 0 0 0,0-1 0 0 0,0 0 0 0 0,-7-37-1218 0 0,5 22 676 0 0,-2-1-305 0 0,2 11 687 0 0,0 0-1 0 0,0 0 1 0 0,1-1-1 0 0,0 1 1 0 0,0-1-1 0 0,1 1 1 0 0,0-1-1 0 0,0 0 1 0 0,0 1-1 0 0,1-1 1 0 0,3-10-1 0 0,-1 8 143 0 0</inkml:trace>
  <inkml:trace contextRef="#ctx0" brushRef="#br0" timeOffset="2">114 739 2304 0 0,'14'9'97'0'0,"-9"-7"31"0"0,-2-2-128 0 0,-1 2 0 0 0,0-2 0 0 0,1 0 0 0 0,3 1 528 0 0,4 3 80 0 0,6-2 24 0 0,3-1 0 0 0,2 1 16 0 0,-2-2 8 0 0,0-2 0 0 0,1 1 1 0 0,-1-5-577 0 0,0-1-80 0 0,2-1-88 0 0,-2-5 24 0 0</inkml:trace>
</inkml:ink>
</file>

<file path=ppt/ink/ink2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1.1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55 4609 0 0,'3'-4'408'0'0,"-1"2"-328"0"0,1 2-80 0 0,-1-1 0 0 0,2 1 560 0 0,-1-2 96 0 0,1 0 16 0 0,3-1 9 0 0,5-3-593 0 0,4-2-88 0 0,1 1-88 0 0,-1 0 24 0 0,-1 2-224 0 0,-2-1-33 0 0,-3 5-15 0 0,-1 1 0 0 0,-4 1 264 0 0,-5 1 72 0 0</inkml:trace>
</inkml:ink>
</file>

<file path=ppt/ink/ink2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1.4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 39 8290 0 0,'-3'-3'368'0'0,"1"-1"80"0"0,0 1-360 0 0,1-1-88 0 0,1 2 0 0 0,-2 1-240 0 0,2-3-64 0 0,-2 1-16 0 0,-3-3 0 0 0,0 3-288 0 0,1-1-57 0 0,1 4-7 0 0,-1-1-8 0 0,2 2 592 0 0,1 8 88 0 0,-1 5 88 0 0,0-2 0 0 0</inkml:trace>
</inkml:ink>
</file>

<file path=ppt/ink/ink2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1.8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1 6449 0 0,'-1'2'508'0'0,"-1"1"0"0"0,1 0 0 0 0,-1-1 0 0 0,1 1 0 0 0,0 0 0 0 0,0 0 0 0 0,0-1 0 0 0,1 1 0 0 0,-1 0 0 0 0,1 0 0 0 0,-1 0 0 0 0,1 0 0 0 0,0 6 0 0 0,8 11-4119 0 0</inkml:trace>
</inkml:ink>
</file>

<file path=ppt/ink/ink2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2.1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10138 0 0,'0'0'3342'0'0,"24"10"-9514"0"0,-13-9 5769 0 0</inkml:trace>
</inkml:ink>
</file>

<file path=ppt/ink/ink2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2.5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1 8290 0 0,'-6'33'7660'0'0,"5"-29"-7799"0"0,0 0 1 0 0,0 0 0 0 0,0 0 0 0 0,1 1 0 0 0,-1-1 0 0 0,1 0 0 0 0,0 0 0 0 0,0 0 0 0 0,0 1 0 0 0,1-1 0 0 0,0 0 0 0 0,1 5 0 0 0,7 12-3489 0 0,-4-12 1757 0 0</inkml:trace>
</inkml:ink>
</file>

<file path=ppt/ink/ink2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2.8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65 9674 0 0,'-2'2'1032'0'0,"2"-4"-1032"0"0,0 1 640 0 0,-1-1 89 0 0,1-2 15 0 0,-2-1 8 0 0,0-2-656 0 0,0-2-96 0 0,1 1-96 0 0,1-1 16 0 0,0 2-656 0 0,0 2-136 0 0,0 1-25 0 0,-9 1-167 0 0</inkml:trace>
</inkml:ink>
</file>

<file path=ppt/ink/ink2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3.2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 51 8754 0 0,'-1'1'75'0'0,"0"-1"0"0"0,0 0 0 0 0,0 0 0 0 0,0 0 0 0 0,0 0 0 0 0,0 0 0 0 0,0 0 0 0 0,0 0-1 0 0,0 0 1 0 0,1 0 0 0 0,-1 0 0 0 0,0-1 0 0 0,0 1 0 0 0,0 0 0 0 0,0-1 0 0 0,0 1 0 0 0,0-1 0 0 0,0 1 0 0 0,1-1 0 0 0,-1 1 0 0 0,0-1 0 0 0,0 1 0 0 0,1-1 0 0 0,-1 0 0 0 0,0 1 0 0 0,1-1 0 0 0,-1 0 0 0 0,1 0 0 0 0,-1 1-1 0 0,1-1 1 0 0,-1 0 0 0 0,1 0 0 0 0,0 0 0 0 0,-1 0 0 0 0,1 0 0 0 0,0 0 0 0 0,-1 0 0 0 0,1 0 0 0 0,0 0 0 0 0,0 1 0 0 0,0-1 0 0 0,0 0 0 0 0,0 0 0 0 0,0 0 0 0 0,0 0 0 0 0,1 0 0 0 0,-1 0 0 0 0,1-2 0 0 0,-1 2-119 0 0,1 0 0 0 0,0-1-1 0 0,0 1 1 0 0,0 0 0 0 0,0-1 0 0 0,0 1 0 0 0,0 0 0 0 0,0 0 0 0 0,0 0 0 0 0,0 0 0 0 0,0 0 0 0 0,1 0 0 0 0,-1 0 0 0 0,0 0 0 0 0,1 1 0 0 0,-1-1 0 0 0,1 0 0 0 0,-1 1 0 0 0,1-1 0 0 0,-1 1 0 0 0,1 0 0 0 0,-1-1-1 0 0,1 1 1 0 0,-1 0 0 0 0,1 0 0 0 0,0 0 0 0 0,-1 0 0 0 0,1 0 0 0 0,-1 0 0 0 0,1 1 0 0 0,-1-1 0 0 0,3 1 0 0 0,3 2-440 0 0,0-1 0 0 0,0 1 1 0 0,0 1-1 0 0,7 4 0 0 0,-6-3 410 0 0,14 8-20 0 0</inkml:trace>
</inkml:ink>
</file>

<file path=ppt/ink/ink2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3.6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245 57 7370 0 0,'0'-8'886'0'0,"0"-22"3014"0"0,0 29-3783 0 0,0 0 0 0 0,0 1 0 0 0,0-1 0 0 0,0 0 0 0 0,0 1-1 0 0,0-1 1 0 0,0 0 0 0 0,0 0 0 0 0,0 1 0 0 0,-1-1 0 0 0,1 0 0 0 0,0 1 0 0 0,-1-1 0 0 0,1 1-1 0 0,0-1 1 0 0,-1 0 0 0 0,1 1 0 0 0,-1-1 0 0 0,1 1 0 0 0,0-1 0 0 0,-1 1 0 0 0,0-1 0 0 0,1 1 0 0 0,-1-1-1 0 0,1 1 1 0 0,-1-1 0 0 0,1 1 0 0 0,-1 0 0 0 0,0 0 0 0 0,1-1 0 0 0,-2 1 0 0 0,2 0-135 0 0,-1 0 1 0 0,1 1 0 0 0,-1-1 0 0 0,1 0-1 0 0,-1 1 1 0 0,1-1 0 0 0,0 0-1 0 0,-1 1 1 0 0,1-1 0 0 0,0 1 0 0 0,-1-1-1 0 0,1 1 1 0 0,0-1 0 0 0,0 0-1 0 0,-1 1 1 0 0,1-1 0 0 0,0 1-1 0 0,0-1 1 0 0,0 1 0 0 0,0 0 0 0 0,-1-1-1 0 0,1 1 1 0 0,0-1 0 0 0,0 1-1 0 0,0-1 1 0 0,0 2 0 0 0,0 15-1887 0 0</inkml:trace>
  <inkml:trace contextRef="#ctx0" brushRef="#br0" timeOffset="1">30 899 8290 0 0,'-17'7'1178'0'0,"16"-7"-1124"0"0,0 0-1 0 0,1 0 0 0 0,-1 0 0 0 0,0 1 0 0 0,1-1 1 0 0,-1 0-1 0 0,0 0 0 0 0,1 1 0 0 0,-1-1 0 0 0,0 0 0 0 0,1 1 1 0 0,-1-1-1 0 0,1 1 0 0 0,-1-1 0 0 0,1 1 0 0 0,-1-1 1 0 0,1 1-1 0 0,-2 0 0 0 0,3 0-114 0 0,-1 1-1 0 0,1-1 0 0 0,-1 0 1 0 0,1 0-1 0 0,-1 0 1 0 0,1 0-1 0 0,0 0 1 0 0,-1 1-1 0 0,1-1 1 0 0,0 0-1 0 0,0-1 0 0 0,0 1 1 0 0,0 0-1 0 0,0 0 1 0 0,0 0-1 0 0,2 1 1 0 0,1 2-53 0 0,0 0 0 0 0,0 1 0 0 0,-1-1 0 0 0,1 1 0 0 0,-1 0 0 0 0,0 0 0 0 0,0 0 0 0 0,3 9 0 0 0,0 5 61 0 0</inkml:trace>
</inkml:ink>
</file>

<file path=ppt/ink/ink2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4.0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5529 0 0,'0'7'3223'0'0,"0"5"-933"0"0,3 12-4930 0 0,2-10-985 0 0</inkml:trace>
</inkml:ink>
</file>

<file path=ppt/ink/ink2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4.3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60 0 8754 0 0,'-9'9'565'0'0,"0"1"0"0"0,1 0 1 0 0,-12 17-1 0 0,19-25-598 0 0,-1 1 1 0 0,1-1-1 0 0,-1 1 1 0 0,1 0-1 0 0,0-1 0 0 0,0 1 1 0 0,0 0-1 0 0,0 0 1 0 0,0 0-1 0 0,1 0 1 0 0,-1 0-1 0 0,1 0 0 0 0,0 0 1 0 0,0 0-1 0 0,0 0 1 0 0,0 0-1 0 0,1-1 1 0 0,-1 1-1 0 0,1 0 0 0 0,-1 0 1 0 0,3 3-1 0 0</inkml:trace>
</inkml:ink>
</file>

<file path=ppt/ink/ink2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4.7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11979 0 0,'4'13'1110'0'0,"9"10"-7040"0"0</inkml:trace>
</inkml:ink>
</file>

<file path=ppt/ink/ink2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5.0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25 9674 0 0,'2'13'1562'0'0,"4"-15"418"0"0,7-22-1706 0 0,-12 17-636 0 0,-4 2 349 0 0</inkml:trace>
</inkml:ink>
</file>

<file path=ppt/ink/ink2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5.4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 6 11979 0 0,'-3'0'465'0'0,"-1"0"0"0"0,1 1 1 0 0,0-1-1 0 0,0 1 1 0 0,-1 0-1 0 0,1 0 1 0 0,-5 2-1 0 0,22 0-5810 0 0,8-13 4926 0 0,-16 5 419 0 0</inkml:trace>
</inkml:ink>
</file>

<file path=ppt/ink/ink2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5.8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1 11522 0 0,'-9'5'830'0'0,"5"-3"-397"0"0,5-4-138 0 0,14 24-6193 0 0,-12-1 3309 0 0</inkml:trace>
</inkml:ink>
</file>

<file path=ppt/ink/ink2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6.1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44 1840 0 0,'22'-22'13110'0'0,"-18"18"-13854"0"0,3-5 1456 0 0,1 0-2381 0 0</inkml:trace>
</inkml:ink>
</file>

<file path=ppt/ink/ink2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6.5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16 7834 0 0,'0'0'17'0'0,"0"0"-1"0"0,0 1 1 0 0,-1-1 0 0 0,1 0 0 0 0,0 0 0 0 0,0 0 0 0 0,0 0 0 0 0,0 0 0 0 0,-1 0-1 0 0,1 0 1 0 0,0 0 0 0 0,0 0 0 0 0,0 0 0 0 0,0 0 0 0 0,-1 0 0 0 0,1 0 0 0 0,0 0-1 0 0,0 0 1 0 0,0 0 0 0 0,0 0 0 0 0,-1 0 0 0 0,1 0 0 0 0,0 0 0 0 0,0 0 0 0 0,0 0-1 0 0,0 0 1 0 0,0 0 0 0 0,-1 0 0 0 0,1 0 0 0 0,0-1 0 0 0,0 1 0 0 0,0 0 0 0 0,0 0-1 0 0,0 0 1 0 0,-1 0 0 0 0,1 0 0 0 0,0 0 0 0 0,0 0 0 0 0,0-1 0 0 0,0 1 0 0 0,0 0-1 0 0,0 0 1 0 0,0 0 0 0 0,0 0 0 0 0,0-1 0 0 0,0 1 0 0 0,0 0 0 0 0,-1 0 0 0 0,1 0-1 0 0,0 0 1 0 0,0-1 0 0 0,0 1 0 0 0,0 0 0 0 0,0 0 0 0 0,0 0 0 0 0,0 0 0 0 0,1-1-1 0 0,-1 1 1 0 0,0 0 0 0 0,0 0 0 0 0,0 0 0 0 0,0 0 0 0 0,0-1 0 0 0,0 1 0 0 0,0 0-1 0 0,0 0 1 0 0,0 0 0 0 0,0 0 0 0 0,1 0 0 0 0,4-11 1306 0 0,-3 18-2607 0 0,-2-6 1268 0 0,1 2-90 0 0,0 0 0 0 0,0 1-1 0 0,0-1 1 0 0,-1 1 0 0 0,1-1 0 0 0,-1 1 0 0 0,0 0 0 0 0,0-1 0 0 0,0 1 0 0 0,0-1 0 0 0,-1 1 0 0 0,1-1 0 0 0,-1 1-1 0 0,0-1 1 0 0,-2 5 0 0 0,-7 7 88 0 0</inkml:trace>
</inkml:ink>
</file>

<file path=ppt/ink/ink2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6.9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 6449 0 0,'-3'0'689'0'0,"4"0"-433"0"0,1 0 32 0 0,0 1 8 0 0,1-1 0 0 0,3-1-296 0 0,-1 1 0 0 0,2 1-112 0 0,0 3 32 0 0,0-2-432 0 0,-2-1-97 0 0,4 1-7 0 0,-4 2-8 0 0,2-3 528 0 0,-5-1 96 0 0</inkml:trace>
</inkml:ink>
</file>

<file path=ppt/ink/ink2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7.2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2 399 5529 0 0,'-2'0'584'0'0,"2"-2"-312"0"0,0 1 32 0 0,2-1 8 0 0,0-3 1 0 0,1-1-313 0 0,1-1 0 0 0,3 2 0 0 0,-2-2 0 0 0,4 2-441 0 0,-2 1-39 0 0,2 3-16 0 0,-2-1 0 0 0,-2 2 496 0 0,-2 2 0 0 0</inkml:trace>
  <inkml:trace contextRef="#ctx0" brushRef="#br0" timeOffset="1">145 1 5985 0 0,'-1'0'264'0'0,"-1"0"120"0"0,0 0-296 0 0,4 0 88 0 0,0 0-88 0 0,1 2-160 0 0,20 19-3392 0 0,-20-13 2343 0 0</inkml:trace>
</inkml:ink>
</file>

<file path=ppt/ink/ink2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7.6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1 2304 0 0,'-11'9'5178'0'0,"10"-9"-4690"0"0,-1-2-160 0 0,0 2 256 0 0</inkml:trace>
</inkml:ink>
</file>

<file path=ppt/ink/ink2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8.0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48 54 5985 0 0,'-9'2'536'0'0,"4"-2"-432"0"0,3 0-104 0 0,-1-2 0 0 0,1 1 529 0 0,0-1 79 0 0,1 0 24 0 0,-1-1 0 0 0,-2-4-488 0 0,-1-4-144 0 0,0 1 64 0 0,1 3-64 0 0,3 1-712 0 0,-1 1-184 0 0</inkml:trace>
</inkml:ink>
</file>

<file path=ppt/ink/ink2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8.3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4 120 5985 0 0,'-3'-52'6570'0'0,"8"65"-3706"0"0,-4-12-3026 0 0,1 1 0 0 0,-1-1-1 0 0,0 1 1 0 0,0-1 0 0 0,1 0 0 0 0,-1 0-1 0 0,1 0 1 0 0,-1 1 0 0 0,1-1 0 0 0,-1 0-1 0 0,4 1 1 0 0</inkml:trace>
  <inkml:trace contextRef="#ctx0" brushRef="#br0" timeOffset="1">712 15 7370 0 0,'0'-4'1760'0'0,"0"3"-1224"0"0,0-1 0 0 0,0 0-440 0 0,2-1-96 0 0,-1 1 0 0 0,34 5-2888 0 0</inkml:trace>
</inkml:ink>
</file>

<file path=ppt/ink/ink2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8.7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0 6913 0 0,'-1'2'609'0'0,"1"0"-481"0"0,1-1 320 0 0,-1 1 32 0 0,2 0-672 0 0,0-2-80 0 0,1 0-16 0 0</inkml:trace>
</inkml:ink>
</file>

<file path=ppt/ink/ink2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0.6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719 10 3225 0 0,'-2'-9'2261'0'0,"-3"12"-736"0"0,-8 21-38 0 0,6-11-1136 0 0,-99 130 2166 0 0,-2 6-1576 0 0,13 12-253 0 0,8 3 0 0 0,-104 277 0 0 0,169-384-623 0 0,2 0 0 0 0,3 1 0 0 0,2 1 0 0 0,3 0 0 0 0,-5 68-1 0 0,16-125-69 0 0,1 0-1 0 0,0 0 1 0 0,0 0-1 0 0,0 1 0 0 0,0-1 1 0 0,0 0-1 0 0,0 0 0 0 0,1 0 1 0 0,-1 0-1 0 0,1 0 0 0 0,-1 0 1 0 0,1 0-1 0 0,0 0 1 0 0,0 0-1 0 0,1 2 0 0 0,-2-4 8 0 0,1 0 0 0 0,-1 1-1 0 0,0-1 1 0 0,1 0 0 0 0,-1 0-1 0 0,1 0 1 0 0,-1 1 0 0 0,1-1-1 0 0,-1 0 1 0 0,1 0 0 0 0,-1 0-1 0 0,1 0 1 0 0,-1 0 0 0 0,0 0 0 0 0,1 0-1 0 0,-1 0 1 0 0,1 0 0 0 0,-1 0-1 0 0,1 0 1 0 0,-1 0 0 0 0,1 0-1 0 0,-1 0 1 0 0,1-1 0 0 0,19-11 356 0 0,31-35 93 0 0,-1-2 0 0 0,58-76 0 0 0,-23 26-189 0 0,-17 21-76 0 0,-20 21 378 0 0,2 2 1 0 0,113-95-1 0 0,-161 149-555 0 0,35-23 321 0 0,-35 23-317 0 0,0 0 1 0 0,0 0 0 0 0,0 0-1 0 0,1 1 1 0 0,-1-1-1 0 0,0 0 1 0 0,0 1-1 0 0,0-1 1 0 0,1 1-1 0 0,-1 0 1 0 0,0 0-1 0 0,1 0 1 0 0,-1 0-1 0 0,0 0 1 0 0,0 1 0 0 0,4 0-1 0 0,-5 0-12 0 0,0 0 0 0 0,0-1 0 0 0,0 1 0 0 0,0 0 0 0 0,-1 0 0 0 0,1 0-1 0 0,0 0 1 0 0,0 1 0 0 0,-1-1 0 0 0,1 0 0 0 0,-1 0 0 0 0,1 0 0 0 0,-1 0 0 0 0,1 1 0 0 0,-1-1 0 0 0,0 0 0 0 0,0 0 0 0 0,0 1-1 0 0,1-1 1 0 0,-1 0 0 0 0,0 1 0 0 0,0-1 0 0 0,-1 0 0 0 0,1 0 0 0 0,0 1 0 0 0,-1 1 0 0 0,-8 40 42 0 0,8-37-36 0 0,-91 261 34 0 0,28-93-29 0 0,-47 167-76 0 0,100-306 62 0 0,1 0-1 0 0,1 0 1 0 0,2 1 0 0 0,-4 60-1 0 0,11-95-2 0 0,0 1-1 0 0,0-1 1 0 0,0 0-1 0 0,0 0 1 0 0,0 1-1 0 0,0-1 1 0 0,0 0-1 0 0,1 0 1 0 0,-1 0-1 0 0,0 1 1 0 0,1-1-1 0 0,-1 0 1 0 0,1 0-1 0 0,-1 0 1 0 0,1 0-1 0 0,-1 0 1 0 0,1 0-1 0 0,1 2 1 0 0,16-1-129 0 0,-6-3 112 0 0,-11 2 22 0 0,-1-1 0 0 0,1 0 0 0 0,-1 1 0 0 0,0-1 0 0 0,1 0 0 0 0,-1 1 0 0 0,1-1 0 0 0,-1 1 0 0 0,0-1 0 0 0,1 1 0 0 0,-1-1 0 0 0,0 1 0 0 0,0-1 0 0 0,1 1 0 0 0,-1-1 0 0 0,0 1 0 0 0,0-1 0 0 0,0 1 0 0 0,0-1 0 0 0,0 1 0 0 0,1-1 0 0 0,-1 1 0 0 0,0 0 0 0 0,0-1 0 0 0,-1 1 0 0 0,1-1 0 0 0,0 1 0 0 0,0-1 0 0 0,0 1 0 0 0,0-1 0 0 0,0 1 0 0 0,-1 0 0 0 0,-4 24 0 0 0,5-23 0 0 0,-5 12 10 0 0,0 0 0 0 0,-12 24 0 0 0,11-26-2 0 0,0-1 1 0 0,1 2-1 0 0,-6 23 1 0 0,11-26 43 0 0,0-10-51 0 0,0 1 1 0 0,0-1-1 0 0,0 0 1 0 0,0 0-1 0 0,0 0 0 0 0,0 0 1 0 0,0 1-1 0 0,0-1 0 0 0,0 0 1 0 0,0 0-1 0 0,0 0 1 0 0,0 1-1 0 0,0-1 0 0 0,0 0 1 0 0,0 0-1 0 0,0 0 0 0 0,1 0 1 0 0,-1 0-1 0 0,0 1 1 0 0,0-1-1 0 0,0 0 0 0 0,0 0 1 0 0,0 0-1 0 0,0 0 0 0 0,1 0 1 0 0,-1 0-1 0 0,0 1 1 0 0,0-1-1 0 0,0 0 0 0 0,0 0 1 0 0,0 0-1 0 0,1 0 0 0 0,-1 0 1 0 0,0 0-1 0 0,0 0 0 0 0,0 0 1 0 0,0 0-1 0 0,1 0 1 0 0,-1 0-1 0 0,0 0 0 0 0,0 0 1 0 0,0 0-1 0 0,1 0 0 0 0,-1 0 1 0 0,0 0-1 0 0,0 0 1 0 0,0 0-1 0 0,0 0 0 0 0,1 0 1 0 0,-1 0-1 0 0,0 0 0 0 0,0 0 1 0 0,0-1-1 0 0,0 1 1 0 0,0 0-1 0 0,1 0 0 0 0,-1 0 1 0 0,0 0-1 0 0,0 0 0 0 0,0 0 1 0 0,0-1-1 0 0,0 1 1 0 0,0 0-1 0 0,1-1 397 0 0,3-3-232 0 0,-2 2-140 0 0,0 0 12 0 0,0 0 1 0 0,0 0-1 0 0,0 0 0 0 0,0 0 1 0 0,0 0-1 0 0,0 0 0 0 0,-1-1 1 0 0,1 1-1 0 0,-1-1 1 0 0,1 0-1 0 0,-1 1 0 0 0,0-1 1 0 0,1-3-1 0 0,-2 5-161 0 0</inkml:trace>
</inkml:ink>
</file>

<file path=ppt/ink/ink2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1.36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40 216 3153 0 0,'-31'-117'6354'0'0,"24"86"-3688"0"0,7 29-2415 0 0,-1 1 0 0 0,1-1-1 0 0,0 0 1 0 0,0 0 0 0 0,0 0 0 0 0,0 1-1 0 0,0-1 1 0 0,0 0 0 0 0,0 0-1 0 0,1 0 1 0 0,-1 1 0 0 0,1-1 0 0 0,-1 0-1 0 0,2-3 1 0 0,2 46 2215 0 0,-4-26-2443 0 0,1-1 0 0 0,0 1 0 0 0,2 0-1 0 0,-1 0 1 0 0,2-1 0 0 0,0 1 0 0 0,1-1 0 0 0,0 0 0 0 0,1 0 0 0 0,0-1 0 0 0,1 0-1 0 0,17 23 1 0 0,-23-33-27 0 0,1-1-1 0 0,0 1 0 0 0,0-1 0 0 0,1 0 0 0 0,-1 0 1 0 0,0 0-1 0 0,1 0 0 0 0,-1 0 0 0 0,1 0 1 0 0,-1 0-1 0 0,1-1 0 0 0,0 0 0 0 0,0 1 0 0 0,0-1 1 0 0,0 0-1 0 0,0 0 0 0 0,4 0 0 0 0,-4-1 37 0 0,0-1 0 0 0,1 1 0 0 0,-1-1 0 0 0,0 1-1 0 0,0-1 1 0 0,1 0 0 0 0,-1 0 0 0 0,0-1 0 0 0,0 1-1 0 0,0-1 1 0 0,-1 1 0 0 0,1-1 0 0 0,0 0 0 0 0,0 0-1 0 0,-1 0 1 0 0,4-5 0 0 0,12-11 196 0 0,-2-2 0 0 0,0 0 0 0 0,-2 0 0 0 0,0-2 0 0 0,15-30 0 0 0,-15 25-238 0 0,1 1 1 0 0,1 1-1 0 0,25-30 1 0 0,-34 48-1061 0 0</inkml:trace>
</inkml:ink>
</file>

<file path=ppt/ink/ink2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2.6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715 10 1376 0 0,'-3'-9'9480'0'0,"3"9"-9366"0"0,-5 0-11 0 0,0 1 0 0 0,0 0 0 0 0,0 0 0 0 0,0 0 0 0 0,0 0 0 0 0,0 1 0 0 0,0 0 0 0 0,1 0 0 0 0,-1 0 0 0 0,0 0 0 0 0,1 1 0 0 0,0 0 0 0 0,0 0 0 0 0,0 0 0 0 0,0 0 0 0 0,0 1 0 0 0,1 0 0 0 0,-6 6 0 0 0,-9 13 190 0 0,0 1-1 0 0,-15 29 1 0 0,13-20-64 0 0,-96 135 540 0 0,-61 102-161 0 0,122-164-589 0 0,5 2 1 0 0,-67 211-1 0 0,113-306-97 0 0,1-5 42 0 0,1-1 0 0 0,-1 1 0 0 0,2 0-1 0 0,-1 0 1 0 0,1 0 0 0 0,0 0 0 0 0,1 14 0 0 0,0-22 36 0 0,0 1 0 0 0,0-1 0 0 0,0 1 0 0 0,0-1 0 0 0,0 1 0 0 0,0-1 0 0 0,0 1 0 0 0,1-1 0 0 0,-1 1 0 0 0,0-1 0 0 0,0 0 0 0 0,1 1 0 0 0,-1-1 0 0 0,0 1 0 0 0,0-1 1 0 0,1 1-1 0 0,-1-1 0 0 0,1 0 0 0 0,-1 1 0 0 0,0-1 0 0 0,1 0 0 0 0,-1 1 0 0 0,1-1 0 0 0,-1 0 0 0 0,1 0 0 0 0,-1 1 0 0 0,0-1 0 0 0,1 0 0 0 0,-1 0 0 0 0,2 0 0 0 0,17-3 146 0 0,16-17 164 0 0,-35 20-307 0 0,30-24 288 0 0,-1 0 0 0 0,41-45 0 0 0,4-4 126 0 0,-6 13-137 0 0,2 3 0 0 0,4 3 1 0 0,82-46-1 0 0,-145 94-223 0 0,37-19 169 0 0,-45 24-200 0 0,0 0 1 0 0,1-1-1 0 0,-1 2 0 0 0,0-1 0 0 0,0 0 0 0 0,1 1 0 0 0,-1-1 0 0 0,1 1 0 0 0,-1 0 1 0 0,0 0-1 0 0,1 0 0 0 0,5 1 0 0 0,-8 0-23 0 0,0 0 1 0 0,0-1-1 0 0,0 1 0 0 0,-1 0 0 0 0,1-1 1 0 0,0 1-1 0 0,0 0 0 0 0,0 0 0 0 0,-1 0 1 0 0,1 0-1 0 0,-1 0 0 0 0,1 0 1 0 0,-1 0-1 0 0,1 0 0 0 0,-1 0 0 0 0,1 0 1 0 0,-1 0-1 0 0,0 0 0 0 0,1 0 1 0 0,-1 0-1 0 0,0 1 0 0 0,0-1 0 0 0,0 0 1 0 0,0 0-1 0 0,0 0 0 0 0,0 0 1 0 0,0 0-1 0 0,-1 0 0 0 0,1 0 0 0 0,0 1 1 0 0,-1-1-1 0 0,0 1 0 0 0,-13 42-104 0 0,12-39 62 0 0,-22 53-98 0 0,-2-1-1 0 0,-42 65 1 0 0,-80 99-689 0 0,-2 4-2 0 0,119-172 703 0 0,3 1 0 0 0,-31 80 0 0 0,51-111 237 0 0,1 1 0 0 0,1 0 1 0 0,1 0-1 0 0,2 0 0 0 0,0 1 0 0 0,1 33 0 0 0,1-54 9 0 0,-1 0-1 0 0,0 0 1 0 0,0 0 0 0 0,0 0 0 0 0,0-1 0 0 0,0 1 0 0 0,-1 0 0 0 0,-3 3 0 0 0,-7 12 248 0 0,11-16-311 0 0,1 0 0 0 0,0 0 0 0 0,0 0 0 0 0,0 0 0 0 0,0 0 1 0 0,1 0-1 0 0,-1 1 0 0 0,1-1 0 0 0,0 0 0 0 0,0 0 0 0 0,0 0 0 0 0,0 4 0 0 0,0-6-59 0 0,0-1 0 0 0,1 1 0 0 0,-1 0-1 0 0,0-1 1 0 0,0 1 0 0 0,0 0 0 0 0,1-1 0 0 0,-1 1 0 0 0,0 0 0 0 0,1-1 0 0 0,-1 1 0 0 0,0-1-1 0 0,1 1 1 0 0,-1-1 0 0 0,1 1 0 0 0,-1 0 0 0 0,1-1 0 0 0,-1 0 0 0 0,1 1 0 0 0,0-1 0 0 0,0 1-1 0 0,0-1-53 0 0,0 1-1 0 0,0-1 0 0 0,0 0 0 0 0,1 0 0 0 0,-1 0 0 0 0,0-1 0 0 0,0 1 0 0 0,0 0 0 0 0,0 0 0 0 0,0 0 0 0 0,0-1 0 0 0,0 1 1 0 0,0-1-1 0 0,0 1 0 0 0,0-1 0 0 0,-1 1 0 0 0,1-1 0 0 0,0 1 0 0 0,1-2 0 0 0,4-3-909 0 0</inkml:trace>
</inkml:ink>
</file>

<file path=ppt/ink/ink2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3.1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89 246 4145 0 0,'-12'-18'685'0'0,"1"1"0"0"0,1-2-1 0 0,0 1 1 0 0,2-1 0 0 0,0-1 0 0 0,1 1 0 0 0,1-1-1 0 0,1-1 1 0 0,-5-37 0 0 0,10 58-577 0 0,-1-1 0 0 0,1 0 0 0 0,0 1 0 0 0,0-1 0 0 0,0 0 0 0 0,0 1 0 0 0,0-1 0 0 0,0 0 0 0 0,0 1 0 0 0,0-1 0 0 0,0 0 0 0 0,0 1 0 0 0,0-1 0 0 0,0 0 0 0 0,0 1 0 0 0,1-1-1 0 0,-1 1 1 0 0,0-1 0 0 0,1 0 0 0 0,-1 1 0 0 0,0-1 0 0 0,1 1 0 0 0,-1-1 0 0 0,1 0 0 0 0,13 10 3832 0 0,-10-6-3684 0 0,3 4-106 0 0,-1 0-1 0 0,1 1 1 0 0,-1 0 0 0 0,-1 0 0 0 0,0 0-1 0 0,0 1 1 0 0,0-1 0 0 0,5 18 0 0 0,26 87 800 0 0,-26-74-748 0 0,-5-23-138 0 0,-4-7-37 0 0,2-1-1 0 0,-1 1 1 0 0,1-1-1 0 0,0 1 1 0 0,0-1 0 0 0,1 0-1 0 0,0-1 1 0 0,1 1-1 0 0,0-1 1 0 0,9 11-1 0 0,-13-17-19 0 0,0-1-1 0 0,0 1 0 0 0,0 0 1 0 0,0-1-1 0 0,0 1 0 0 0,0-1 0 0 0,0 0 1 0 0,0 1-1 0 0,1-1 0 0 0,-1 0 1 0 0,0 0-1 0 0,0 1 0 0 0,0-1 0 0 0,1 0 1 0 0,-1 0-1 0 0,0 0 0 0 0,0-1 1 0 0,1 1-1 0 0,-1 0 0 0 0,0 0 0 0 0,0-1 1 0 0,0 1-1 0 0,0-1 0 0 0,0 1 1 0 0,1-1-1 0 0,-1 1 0 0 0,0-1 0 0 0,0 0 1 0 0,0 1-1 0 0,0-1 0 0 0,-1 0 1 0 0,1 0-1 0 0,0 0 0 0 0,0 0 0 0 0,0 0 1 0 0,-1 0-1 0 0,1 0 0 0 0,0 0 1 0 0,0-1-1 0 0,5-7 84 0 0,0 0 1 0 0,0-1-1 0 0,4-12 0 0 0,-7 17-65 0 0,24-55 99 0 0,-16 33-1063 0 0,2 0-1 0 0,0 1 0 0 0,28-39 1 0 0,-21 40-5599 0 0</inkml:trace>
</inkml:ink>
</file>

<file path=ppt/ink/ink2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5.0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103 84 5065 0 0,'-21'-49'2889'0'0,"20"46"-2598"0"0,0 1 1 0 0,0-1-1 0 0,0 1 1 0 0,-1 0-1 0 0,1 0 1 0 0,-1 0-1 0 0,0 0 0 0 0,1 0 1 0 0,-1 0-1 0 0,0 1 1 0 0,0-1-1 0 0,0 0 1 0 0,-1 1-1 0 0,1 0 1 0 0,0-1-1 0 0,-1 1 1 0 0,-3-2-1 0 0,5 3-176 0 0,0 1-1 0 0,0-1 1 0 0,0 0 0 0 0,0 0-1 0 0,0 0 1 0 0,0 0 0 0 0,1 1-1 0 0,-1-1 1 0 0,0 0 0 0 0,0 1-1 0 0,0-1 1 0 0,0 1 0 0 0,0-1-1 0 0,1 1 1 0 0,-1-1-1 0 0,0 1 1 0 0,0-1 0 0 0,1 1-1 0 0,-1 0 1 0 0,1 0 0 0 0,-1-1-1 0 0,0 1 1 0 0,1 0 0 0 0,-1 0-1 0 0,1-1 1 0 0,0 1 0 0 0,-1 0-1 0 0,1 0 1 0 0,0 0-1 0 0,-1 0 1 0 0,1 0 0 0 0,0 0-1 0 0,0 1 1 0 0,-6 38 936 0 0,6-32-805 0 0,-10 81 236 0 0,4 0 0 0 0,5 1 0 0 0,3-1-1 0 0,21 141 1 0 0,-20-215-403 0 0,1 0-1 0 0,0 0 0 0 0,1 0 0 0 0,0 0 0 0 0,1-1 0 0 0,1 0 0 0 0,13 20 0 0 0,-17-28-51 0 0,1-2 0 0 0,-1 1-1 0 0,1 0 1 0 0,1-1 0 0 0,-1 1-1 0 0,0-1 1 0 0,1 0 0 0 0,0-1-1 0 0,0 1 1 0 0,0-1-1 0 0,1 0 1 0 0,-1 0 0 0 0,1-1-1 0 0,-1 0 1 0 0,1 0 0 0 0,0 0-1 0 0,0 0 1 0 0,0-1-1 0 0,0 0 1 0 0,0 0 0 0 0,12-1-1 0 0,-11 0-3 0 0,1-1-1 0 0,0 0 0 0 0,-1 0 0 0 0,1-1 1 0 0,-1 0-1 0 0,0 0 0 0 0,1-1 0 0 0,-1 0 1 0 0,0 0-1 0 0,0-1 0 0 0,-1 0 0 0 0,7-4 0 0 0,0-2-816 0 0,-2-1-1 0 0,1 0 0 0 0,-1-1 0 0 0,17-23 1 0 0,-15 18-5927 0 0</inkml:trace>
</inkml:ink>
</file>

<file path=ppt/ink/ink2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5.3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3225 0 0,'2'31'2479'0'0,"1"0"1"0"0,2-1-1 0 0,15 50 1 0 0,-12-47-948 0 0,0-4-268 0 0,14 37 0 0 0,-17-56-1361 0 0,-1 1 0 0 0,2-1 0 0 0,-1 0 0 0 0,1-1 1 0 0,1 1-1 0 0,12 14 0 0 0,-8-15-817 0 0</inkml:trace>
</inkml:ink>
</file>

<file path=ppt/ink/ink2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5.7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30 1 4145 0 0,'-2'0'368'0'0,"1"0"1"0"0,0-1-1 0 0,0 1 1 0 0,-1 1-1 0 0,1-1 1 0 0,0 0-1 0 0,-1 0 1 0 0,1 0-1 0 0,0 1 0 0 0,0-1 1 0 0,0 0-1 0 0,-1 1 1 0 0,1-1-1 0 0,0 1 1 0 0,0 0-1 0 0,0-1 1 0 0,0 1-1 0 0,0 0 1 0 0,0 0-1 0 0,-2 1 0 0 0,3-1-320 0 0,-1 1 0 0 0,1-1 0 0 0,0 0-1 0 0,-1 0 1 0 0,1 0 0 0 0,0 0-1 0 0,0 0 1 0 0,0 1 0 0 0,0-1 0 0 0,0 0-1 0 0,0 0 1 0 0,0 0 0 0 0,0 1 0 0 0,0-1-1 0 0,0 0 1 0 0,1 0 0 0 0,-1 0-1 0 0,1 2 1 0 0,3 7-722 0 0,1-1-1 0 0,0 1 1 0 0,1-1 0 0 0,7 10-1 0 0,-5-8 1620 0 0,27 41-998 0 0,-16-22 42 0 0</inkml:trace>
</inkml:ink>
</file>

<file path=ppt/ink/ink2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6.13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254 144 456 0 0,'-4'-13'1014'0'0,"-1"1"0"0"0,0-1 1 0 0,-1 2-1 0 0,0-1 0 0 0,-1 0 0 0 0,-12-14 0 0 0,16 22-792 0 0,0 1-1 0 0,0-1 0 0 0,0 1 1 0 0,-1 0-1 0 0,0 0 1 0 0,1 0-1 0 0,-1 0 1 0 0,0 1-1 0 0,0-1 0 0 0,0 1 1 0 0,-1 0-1 0 0,1 0 1 0 0,0 1-1 0 0,-1-1 1 0 0,0 1-1 0 0,1 0 0 0 0,-1 0 1 0 0,1 0-1 0 0,-1 1 1 0 0,0 0-1 0 0,-6 0 1 0 0,8 1-80 0 0,-1-1 1 0 0,0 1 0 0 0,0 0 0 0 0,0 0-1 0 0,1 0 1 0 0,-1 1 0 0 0,1-1 0 0 0,-1 1-1 0 0,1 0 1 0 0,0 0 0 0 0,-1 0 0 0 0,1 1-1 0 0,0-1 1 0 0,-5 6 0 0 0,4-3-27 0 0,0 1 1 0 0,0-1-1 0 0,1 1 0 0 0,-1-1 0 0 0,1 1 1 0 0,1 0-1 0 0,-1 1 0 0 0,-1 5 1 0 0,-1 11 13 0 0,0 0 0 0 0,2-1 1 0 0,-1 43-1 0 0,4-64-127 0 0,0 10 18 0 0,0-1 0 0 0,1 1 0 0 0,0-1 0 0 0,1 0-1 0 0,0 1 1 0 0,1-1 0 0 0,0 0 0 0 0,0 0-1 0 0,8 14 1 0 0,-10-21-44 0 0,1 1 0 0 0,0-1 0 0 0,0 0 0 0 0,0 1-1 0 0,0-1 1 0 0,1 0 0 0 0,-1 0 0 0 0,1-1 0 0 0,0 1 0 0 0,0 0-1 0 0,0-1 1 0 0,0 0 0 0 0,0 0 0 0 0,1 0 0 0 0,-1 0 0 0 0,1 0-1 0 0,-1-1 1 0 0,1 1 0 0 0,0-1 0 0 0,-1 0 0 0 0,1 0 0 0 0,0 0-1 0 0,0-1 1 0 0,0 1 0 0 0,0-1 0 0 0,0 0 0 0 0,-1 0 0 0 0,9-2-1 0 0,-10 2-47 0 0,1-1-1 0 0,-1 0 0 0 0,0 1 1 0 0,1-1-1 0 0,-1 0 1 0 0,0 0-1 0 0,1-1 0 0 0,-1 1 1 0 0,0 0-1 0 0,0-1 0 0 0,0 1 1 0 0,0-1-1 0 0,-1 0 0 0 0,1 1 1 0 0,0-1-1 0 0,-1 0 1 0 0,1 0-1 0 0,-1 0 0 0 0,1-1 1 0 0,-1 1-1 0 0,0 0 0 0 0,0 0 1 0 0,0-1-1 0 0,0 1 0 0 0,-1 0 1 0 0,1-1-1 0 0,-1 1 1 0 0,1-1-1 0 0,-1-2 0 0 0,1-9 210 0 0,0-1-1 0 0,-1 1 1 0 0,-1 0-1 0 0,-3-17 1 0 0,0-10 875 0 0,6 16-362 0 0,-2 24-579 0 0,0 0 1 0 0,0 0-1 0 0,0 0 1 0 0,0 0-1 0 0,0 0 1 0 0,0 0 0 0 0,0 0-1 0 0,0 0 1 0 0,1 0-1 0 0,-1 0 1 0 0,0 0-1 0 0,1 0 1 0 0,-1 0-1 0 0,1 1 1 0 0,-1-1 0 0 0,1 0-1 0 0,-1 0 1 0 0,1 0-1 0 0,0 1 1 0 0,-1-1-1 0 0,1 0 1 0 0,1 0-1 0 0,0 4 67 0 0,0-1-1 0 0,0 1 0 0 0,0 0 0 0 0,-1 0 0 0 0,1 0 1 0 0,-1 0-1 0 0,1 1 0 0 0,-1-1 0 0 0,1 6 1 0 0,0-5-24 0 0,6 27 36 0 0,-1 1-1 0 0,-1-1 0 0 0,-2 1 1 0 0,1 34-1 0 0,-4-45-134 0 0,0 30-62 0 0,-2 0-1 0 0,-14 87 1 0 0,3-39 9 0 0,11-85 39 0 0,0-7-344 0 0,1 0-1 0 0,-1 0 0 0 0,0 0 1 0 0,-1 0-1 0 0,1-1 0 0 0,-5 11 1 0 0</inkml:trace>
</inkml:ink>
</file>

<file path=ppt/ink/ink2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6.56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3225 0 0,'0'10'8185'0'0,"0"-1"-7635"0"0,0 0-1 0 0,1 0 0 0 0,0 1 1 0 0,1-1-1 0 0,0-1 0 0 0,6 18 1 0 0,28 56 1360 0 0,-5-13-1274 0 0,26 130 71 0 0,-4-13-717 0 0,-53-185 4 0 0,0 0 0 0 0,0-1 0 0 0,0 1 1 0 0,0-1-1 0 0,0 1 0 0 0,0 0 0 0 0,0-1 1 0 0,1 1-1 0 0,-1-1 0 0 0,0 1 0 0 0,0 0 1 0 0,1-1-1 0 0,-1 1 0 0 0,0-1 0 0 0,1 1 1 0 0,-1-1-1 0 0,0 1 0 0 0,1-1 0 0 0,-1 0 1 0 0,1 1-1 0 0,-1-1 0 0 0,1 1 0 0 0,-1-1 1 0 0,1 0-1 0 0,-1 0 0 0 0,1 1 0 0 0,-1-1 1 0 0,1 0-1 0 0,0 0 0 0 0,-1 1 0 0 0,1-1 1 0 0,-1 0-1 0 0,1 0 0 0 0,0 0 1 0 0,-1 0-1 0 0,1 0 0 0 0,0 0 0 0 0,0 0 1 0 0,0-1-37 0 0,1-1 1 0 0,0 1 0 0 0,-1 0 0 0 0,0-1-1 0 0,1 1 1 0 0,-1-1 0 0 0,0 1 0 0 0,1-1-1 0 0,-1 0 1 0 0,0 1 0 0 0,1-5 0 0 0,22-57-974 0 0,-24 61 990 0 0,20-67-582 0 0,20-58 314 0 0,-34 110 539 0 0,2 1 0 0 0,0-1 1 0 0,1 1-1 0 0,0 1 0 0 0,15-19 0 0 0,-23 33-202 0 0,-1 0 1 0 0,1 0-1 0 0,0 1 0 0 0,-1-1 0 0 0,1 0 1 0 0,0 0-1 0 0,0 0 0 0 0,0 1 0 0 0,0-1 1 0 0,0 0-1 0 0,0 1 0 0 0,0-1 0 0 0,0 1 1 0 0,0-1-1 0 0,0 1 0 0 0,0-1 1 0 0,0 1-1 0 0,0 0 0 0 0,0 0 0 0 0,0 0 1 0 0,0-1-1 0 0,0 1 0 0 0,1 0 0 0 0,-1 0 1 0 0,0 0-1 0 0,0 1 0 0 0,0-1 0 0 0,0 0 1 0 0,0 0-1 0 0,0 0 0 0 0,0 1 0 0 0,0-1 1 0 0,0 1-1 0 0,1-1 0 0 0,-2 1 1 0 0,1-1-1 0 0,0 1 0 0 0,0 0 0 0 0,0-1 1 0 0,0 1-1 0 0,0 0 0 0 0,0 0 0 0 0,-1 0 1 0 0,1-1-1 0 0,0 1 0 0 0,-1 0 0 0 0,1 0 1 0 0,0 0-1 0 0,0 2 0 0 0,5 8 113 0 0,1 0 0 0 0,-1 0 0 0 0,7 21 0 0 0,-6-14-121 0 0,12 22-1316 0 0,44 68 0 0 0,-49-90 26 0 0</inkml:trace>
</inkml:ink>
</file>

<file path=ppt/ink/ink2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6.91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9 3745 0 0,'-11'-8'4130'0'0,"17"29"2241"0"0,-1-7-6739 0 0,70 206 5235 0 0,-58-179-4822 0 0,2 0 0 0 0,1 0 0 0 0,30 41 0 0 0,-6-27-1309 0 0,-11-22-4831 0 0,-21-21 1090 0 0</inkml:trace>
</inkml:ink>
</file>

<file path=ppt/ink/ink2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7.30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0 435 5985 0 0,'1'-3'495'0'0,"0"-1"-1"0"0,0 0 0 0 0,0 0 0 0 0,0 1 1 0 0,1-1-1 0 0,-1 0 0 0 0,4-4 0 0 0,16-28 1047 0 0,1 0 0 0 0,2 1-1 0 0,2 1 1 0 0,32-32 0 0 0,-9 17-1529 0 0,95-75-1 0 0,-117 104-473 0 0</inkml:trace>
</inkml:ink>
</file>

<file path=ppt/ink/ink2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21.10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14 67 2016 0 0,'0'1'5'0'0,"0"-1"-1"0"0,0 0 0 0 0,-1 0 0 0 0,1 0 0 0 0,0 0 1 0 0,-1 0-1 0 0,1 0 0 0 0,0 0 0 0 0,-1 0 0 0 0,1 1 1 0 0,0-1-1 0 0,-1 0 0 0 0,1 0 0 0 0,0 0 0 0 0,-1-1 0 0 0,1 1 1 0 0,0 0-1 0 0,-1 0 0 0 0,1 0 0 0 0,0 0 0 0 0,0 0 1 0 0,-1 0-1 0 0,1 0 0 0 0,0 0 0 0 0,-1-1 0 0 0,1 1 1 0 0,0 0-1 0 0,0 0 0 0 0,-1 0 0 0 0,1-1 0 0 0,0 1 1 0 0,0 0-1 0 0,-1 0 0 0 0,1-1 0 0 0,0 1 0 0 0,0 0 1 0 0,0 0-1 0 0,0-1 0 0 0,-1 1 0 0 0,1 0 0 0 0,0-1 0 0 0,-1-2-4 0 0,1 0 0 0 0,-1 1 0 0 0,1-1 0 0 0,-1 0 0 0 0,1 0 0 0 0,0 0 0 0 0,0 1 0 0 0,0-1 0 0 0,1 0 0 0 0,-1 0 0 0 0,0 1 0 0 0,1-1 0 0 0,0 0 0 0 0,0 1 0 0 0,0-1 0 0 0,0 0 0 0 0,0 1 0 0 0,3-4 0 0 0,-6 1 0 0 0,2 3 0 0 0</inkml:trace>
</inkml:ink>
</file>

<file path=ppt/ink/ink2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21.58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25 63 456 0 0,'-11'3'9952'0'0,"11"3"-9713"0"0,0-1 0 0 0,0 1 0 0 0,1-1 0 0 0,0 1 0 0 0,2 8 0 0 0,-3-12-193 0 0,1 0 0 0 0,-1 0 0 0 0,1 0 0 0 0,0 0 0 0 0,0 0-1 0 0,-1 0 1 0 0,1 0 0 0 0,0 0 0 0 0,1-1 0 0 0,-1 1 0 0 0,0 0-1 0 0,0-1 1 0 0,1 1 0 0 0,-1-1 0 0 0,1 1 0 0 0,-1-1 0 0 0,1 1-1 0 0,0-1 1 0 0,0 0 0 0 0,-1 0 0 0 0,4 1 0 0 0,-4-2-16 0 0,0 0 0 0 0,-1 0 0 0 0,1 0 0 0 0,0-1 0 0 0,0 1 1 0 0,0 0-1 0 0,-1 0 0 0 0,1-1 0 0 0,0 1 0 0 0,-1 0 0 0 0,1-1 0 0 0,0 1 0 0 0,0-1 1 0 0,-1 1-1 0 0,1-1 0 0 0,-1 1 0 0 0,1-1 0 0 0,-1 0 0 0 0,1 1 0 0 0,-1-1 1 0 0,1 0-1 0 0,-1 1 0 0 0,1-1 0 0 0,-1 0 0 0 0,0 0 0 0 0,1 1 0 0 0,-1-1 0 0 0,0 0 1 0 0,0 0-1 0 0,0 1 0 0 0,1-1 0 0 0,-1 0 0 0 0,0 0 0 0 0,0-1 0 0 0,3-31 1432 0 0,-3 30-1346 0 0,0-8 13 0 0,0 1 0 0 0,-1-1 1 0 0,-3-15-1 0 0,4 25-129 0 0,0 0 0 0 0,0-1 0 0 0,-1 1 0 0 0,1 0 0 0 0,0-1 0 0 0,-1 1 1 0 0,1 0-1 0 0,0-1 0 0 0,-1 1 0 0 0,0 0 0 0 0,1 0 0 0 0,-1 0 0 0 0,0-1 0 0 0,0 1 0 0 0,1 0 0 0 0,-1 0 0 0 0,0 0 1 0 0,0 0-1 0 0,0 0 0 0 0,0 1 0 0 0,0-1 0 0 0,-1 0 0 0 0,1 0 0 0 0,0 1 0 0 0,0-1 0 0 0,0 1 0 0 0,-1-1 0 0 0,1 1 1 0 0,0-1-1 0 0,-1 1 0 0 0,1 0 0 0 0,0-1 0 0 0,-1 1 0 0 0,1 0 0 0 0,0 0 0 0 0,-1 0 0 0 0,1 0 0 0 0,-2 1 0 0 0,1 0-16 0 0,1 0-1 0 0,-1 0 0 0 0,0 0 0 0 0,1 0 0 0 0,-1 0 0 0 0,1 1 1 0 0,-1-1-1 0 0,1 0 0 0 0,0 1 0 0 0,-1-1 0 0 0,1 1 0 0 0,0 0 0 0 0,0-1 1 0 0,0 1-1 0 0,0 0 0 0 0,1 0 0 0 0,-1-1 0 0 0,0 1 0 0 0,1 0 0 0 0,-1 0 1 0 0,1 0-1 0 0,0 0 0 0 0,0 0 0 0 0,0 3 0 0 0,-1 48-650 0 0,1-52 662 0 0,0 1 0 0 0,0-1 0 0 0,0 1 0 0 0,0-1 0 0 0,0 0 0 0 0,1 1 0 0 0,-1-1 0 0 0,0 1 0 0 0,1-1 0 0 0,-1 0 0 0 0,1 1 0 0 0,0-1 0 0 0,-1 0 0 0 0,1 0-1 0 0,0 1 1 0 0,0-1 0 0 0,0 0 0 0 0,0 0 0 0 0,1 1 0 0 0,-1-1 5 0 0,0-1 0 0 0,-1 0-1 0 0,1 0 1 0 0,0 0 0 0 0,0 0-1 0 0,0 1 1 0 0,0-1 0 0 0,-1-1 0 0 0,1 1-1 0 0,0 0 1 0 0,0 0 0 0 0,0 0-1 0 0,0 0 1 0 0,-1 0 0 0 0,1-1 0 0 0,0 1-1 0 0,0 0 1 0 0,-1-1 0 0 0,1 1-1 0 0,0-1 1 0 0,-1 1 0 0 0,1-1-1 0 0,1 0 1 0 0,2-2 64 0 0,-1-1-1 0 0,1 0 1 0 0,0 1 0 0 0,-1-1-1 0 0,0-1 1 0 0,0 1-1 0 0,0 0 1 0 0,-1-1 0 0 0,3-4-1 0 0,-2-12 321 0 0,-3 21-377 0 0,0-1 0 0 0,0 1 0 0 0,-1-1 0 0 0,1 1 0 0 0,0 0 1 0 0,0-1-1 0 0,0 1 0 0 0,0-1 0 0 0,-1 1 0 0 0,1 0 0 0 0,0-1 0 0 0,0 1 0 0 0,-1 0 0 0 0,1-1 0 0 0,0 1 0 0 0,0 0 0 0 0,-1 0 0 0 0,1-1 0 0 0,0 1 0 0 0,-1 0 0 0 0,1 0 1 0 0,-1-1-1 0 0,1 1 0 0 0,0 0 0 0 0,-2 0 0 0 0,1 0 6 0 0,0 0 1 0 0,0 0-1 0 0,0 0 1 0 0,-1 1-1 0 0,1-1 1 0 0,0 1-1 0 0,0-1 1 0 0,0 1-1 0 0,0-1 1 0 0,-1 1-1 0 0,1-1 1 0 0,0 1-1 0 0,0 0 1 0 0,0 0 0 0 0,0 0-1 0 0,1-1 1 0 0,-1 1-1 0 0,0 0 1 0 0,0 0-1 0 0,0 0 1 0 0,1 0-1 0 0,-1 0 1 0 0,1 1-1 0 0,-1-1 1 0 0,0 2-1 0 0,-15 39-148 0 0,13-22-4406 0 0,1-9-480 0 0</inkml:trace>
</inkml:ink>
</file>

<file path=ppt/ink/ink2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23.54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39 456 0 0,'12'-38'7601'0'0,"-1"53"-4904"0"0,13 26 1103 0 0,-23-39-3685 0 0,1 1 1 0 0,-1-1-1 0 0,1 1 1 0 0,-1-1 0 0 0,1 0-1 0 0,0 0 1 0 0,0 0-1 0 0,0 0 1 0 0,0 0-1 0 0,0 0 1 0 0,0 0-1 0 0,1-1 1 0 0,-1 1-1 0 0,0-1 1 0 0,1 0 0 0 0,0 0-1 0 0,-1 0 1 0 0,1 0-1 0 0,-1 0 1 0 0,6 1-1 0 0,6 1 70 0 0,1 0 0 0 0,24 0 0 0 0,-26-2-36 0 0,403 35 1665 0 0,-321-32-1749 0 0,122-10 1 0 0,-129 0-2 0 0,162 11-1 0 0,-217-1-62 0 0,512 40 130 0 0,-432-43 228 0 0,-1-5 0 0 0,209-34-1 0 0,-66 0 173 0 0,-251 38-499 0 0,0-1 0 0 0,0 1 0 0 0,0 0 0 0 0,0 0 0 0 0,0 0 0 0 0,0 1 0 0 0,0 0 0 0 0,5 1 0 0 0,-8-2-137 0 0,0 1 1 0 0,0 0-1 0 0,1-1 1 0 0,-1 1-1 0 0,0 0 1 0 0,0 0-1 0 0,0-1 1 0 0,0 1-1 0 0,0 0 1 0 0,0 0-1 0 0,-1 0 0 0 0,1 0 1 0 0,0 1-1 0 0,0-1 1 0 0,-1 0-1 0 0,1 0 1 0 0,-1 0-1 0 0,1 0 1 0 0,-1 1-1 0 0,1-1 1 0 0,-1 0-1 0 0,0 1 1 0 0,0-1-1 0 0,0 0 1 0 0,1 1-1 0 0,-1-1 1 0 0,-1 3-1 0 0</inkml:trace>
</inkml:ink>
</file>

<file path=ppt/ink/ink2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24.44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265 61 1728 0 0,'0'-4'23'0'0,"0"0"-1"0"0,0 0 1 0 0,-1 0-1 0 0,1 0 1 0 0,-1 0-1 0 0,0 0 1 0 0,0 0-1 0 0,0 1 1 0 0,0-1-1 0 0,-1 0 1 0 0,-3-6-1 0 0,5 10 5 0 0,-1-1 0 0 0,1 1 0 0 0,-1-1 0 0 0,0 0 0 0 0,1 1 0 0 0,-1-1 0 0 0,0 1 0 0 0,1-1 0 0 0,-1 1 0 0 0,0-1 0 0 0,1 1 0 0 0,-1 0 1 0 0,0-1-1 0 0,0 1 0 0 0,0 0 0 0 0,1 0 0 0 0,-1 0 0 0 0,0-1 0 0 0,0 1 0 0 0,0 0 0 0 0,-1 0 0 0 0,1 1 71 0 0,-1-1 0 0 0,0 1-1 0 0,0-1 1 0 0,0 1 0 0 0,0-1 0 0 0,1 1 0 0 0,-1 0 0 0 0,0 0-1 0 0,1 0 1 0 0,-1 0 0 0 0,1 0 0 0 0,-3 3 0 0 0,-15 12 407 0 0,0 2 0 0 0,-26 32 0 0 0,-18 27 14529 0 0,63-76-15030 0 0,-1 1-1 0 0,1-1 1 0 0,0 1 0 0 0,-1-1 0 0 0,1 1 0 0 0,0-1-1 0 0,0 1 1 0 0,0-1 0 0 0,0 0 0 0 0,0 1-1 0 0,0-1 1 0 0,1 1 0 0 0,-1-1 0 0 0,0 1-1 0 0,1-1 1 0 0,-1 1 0 0 0,1-1 0 0 0,0 0-1 0 0,-1 1 1 0 0,1-1 0 0 0,0 0 0 0 0,1 2-1 0 0,10 15 34 0 0,-6-7-30 0 0,1 0-1 0 0,1 0 0 0 0,0-1 0 0 0,0 0 1 0 0,1-1-1 0 0,0 0 0 0 0,1 0 0 0 0,11 8 1 0 0,24 14-76 0 0,-28-18 57 0 0,1 0 0 0 0,0-2 1 0 0,0 0-1 0 0,1-1 0 0 0,1-1 0 0 0,29 10 0 0 0,-48-19 8 0 0,0 0 1 0 0,0 0 0 0 0,0 0 0 0 0,0 1 0 0 0,0-1-1 0 0,0 0 1 0 0,0 1 0 0 0,0-1 0 0 0,0 0 0 0 0,0 1-1 0 0,0-1 1 0 0,0 1 0 0 0,0 0 0 0 0,0-1 0 0 0,0 1-1 0 0,0 0 1 0 0,-1 0 0 0 0,1-1 0 0 0,0 1-1 0 0,0 0 1 0 0,-1 0 0 0 0,1 0 0 0 0,-1 0 0 0 0,1 0-1 0 0,-1 0 1 0 0,1 0 0 0 0,-1 0 0 0 0,1 0 0 0 0,-1 0-1 0 0,0 0 1 0 0,0 0 0 0 0,0 0 0 0 0,1 2-1 0 0,-2 1 11 0 0,0-1 1 0 0,-1 1-1 0 0,1-1 0 0 0,-1 0 0 0 0,1 0 0 0 0,-1 0 0 0 0,0 0 0 0 0,0 0 0 0 0,0 0 0 0 0,-4 3 0 0 0,-154 160 1269 0 0,37-44-1720 0 0,49-33-2835 0 0,56-63-3322 0 0</inkml:trace>
</inkml:ink>
</file>

<file path=ppt/ink/ink2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27.14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134 35 2304 0 0,'-4'-10'723'0'0,"4"9"-523"0"0,0 1-1 0 0,0-1 1 0 0,0 1 0 0 0,0-1-1 0 0,0 0 1 0 0,-1 1-1 0 0,1-1 1 0 0,0 1-1 0 0,0-1 1 0 0,0 0 0 0 0,0 1-1 0 0,-1-1 1 0 0,1 1-1 0 0,0-1 1 0 0,-1 1 0 0 0,-1-3 997 0 0,1 2-997 0 0,0 0-218 0 0,-13-10 663 0 0,13 12-583 0 0,-1-1 0 0 0,1 0 0 0 0,0 0 0 0 0,0 1 0 0 0,0-1 1 0 0,0 0-1 0 0,0 1 0 0 0,0-1 0 0 0,0 1 0 0 0,0 0 0 0 0,0-1 1 0 0,0 1-1 0 0,0 0 0 0 0,1-1 0 0 0,-1 1 0 0 0,0 0 0 0 0,0 0 1 0 0,1 0-1 0 0,-1 0 0 0 0,0 1 0 0 0,-9 11 363 0 0,0 1 1 0 0,-14 30-1 0 0,0 2 917 0 0,20-39-1186 0 0,1 0 0 0 0,0 1 1 0 0,0-1-1 0 0,1 1 0 0 0,0-1 0 0 0,1 1 0 0 0,0 0 1 0 0,0 0-1 0 0,0 0 0 0 0,1 0 0 0 0,1 8 0 0 0,1 10-88 0 0,1 1 0 0 0,6 25 0 0 0,-7-41-70 0 0,1 0-1 0 0,0 0 1 0 0,1 0 0 0 0,0-1 0 0 0,0 1 0 0 0,1-1 0 0 0,1 0-1 0 0,12 17 1 0 0,-16-24-3 0 0,1 0-1 0 0,0 0 0 0 0,0 0 1 0 0,0-1-1 0 0,0 1 1 0 0,1-1-1 0 0,-1 0 1 0 0,1 0-1 0 0,-1 0 0 0 0,1 0 1 0 0,0 0-1 0 0,0-1 1 0 0,0 0-1 0 0,0 0 0 0 0,0 0 1 0 0,0 0-1 0 0,0 0 1 0 0,0-1-1 0 0,0 0 0 0 0,0 0 1 0 0,0 0-1 0 0,1 0 1 0 0,-1-1-1 0 0,0 1 0 0 0,0-1 1 0 0,0 0-1 0 0,6-3 1 0 0,-2 0-53 0 0,1 0 0 0 0,-1 0 0 0 0,0-1 0 0 0,-1 0 1 0 0,1 0-1 0 0,-1-1 0 0 0,0 1 0 0 0,0-2 0 0 0,-1 1 0 0 0,0-1 1 0 0,0 0-1 0 0,0 0 0 0 0,-1-1 0 0 0,8-15 0 0 0,-3 4 254 0 0,-1 0 0 0 0,-1-1-1 0 0,-1 0 1 0 0,-1-1 0 0 0,5-26-1 0 0,-10 44-173 0 0,-1 0-1 0 0,1 0 1 0 0,-1-1-1 0 0,0 1 1 0 0,0 0-1 0 0,0-1 1 0 0,-1 1-1 0 0,1 0 0 0 0,-1 0 1 0 0,0 0-1 0 0,0-1 1 0 0,0 1-1 0 0,0 0 1 0 0,0 0-1 0 0,-1 0 1 0 0,1 0-1 0 0,-4-3 1 0 0,1 1 15 0 0,0 1 1 0 0,0 0 0 0 0,0 0 0 0 0,0 0 0 0 0,-1 1 0 0 0,0-1 0 0 0,0 1-1 0 0,0 0 1 0 0,-7-3 0 0 0,-2 1-165 0 0,0 0-1 0 0,0 0 0 0 0,-1 2 1 0 0,1 0-1 0 0,-1 0 1 0 0,0 1-1 0 0,-16 1 0 0 0,-6 6-1785 0 0,20 0-2564 0 0</inkml:trace>
</inkml:ink>
</file>

<file path=ppt/ink/ink2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28.13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2011 103 1376 0 0,'-2'-16'5690'0'0,"-15"23"1784"0"0,6-1-9115 0 0,-35 18 3963 0 0,30-14-1961 0 0,-1-1 0 0 0,-35 13 0 0 0,44-20-274 0 0,0 0 0 0 0,0 0 0 0 0,0-1 0 0 0,0 0 0 0 0,0-1 0 0 0,0 0 0 0 0,0 0 0 0 0,0 0 0 0 0,0-1 0 0 0,-12-3 0 0 0,-125-28 1396 0 0,-2 7-1 0 0,-210-8 1 0 0,137 36-1247 0 0,-18 0-216 0 0,208-5-20 0 0,-43 0 0 0 0,0-4 0 0 0,-123-26 0 0 0,147 19-147 0 0,-1 2 1 0 0,-69-7 0 0 0,115 18-12 0 0,0 0 0 0 0,-1 0 0 0 0,1 1 0 0 0,0-1 0 0 0,0 1-1 0 0,-7 2 1 0 0,10-3 59 0 0,0 0 0 0 0,0 0-1 0 0,0 1 1 0 0,1-1 0 0 0,-1 0-1 0 0,0 1 1 0 0,0-1 0 0 0,1 1-1 0 0,-1-1 1 0 0,0 1 0 0 0,1-1-1 0 0,-1 1 1 0 0,0-1-1 0 0,1 1 1 0 0,-1-1 0 0 0,1 1-1 0 0,-1 0 1 0 0,1-1 0 0 0,-1 1-1 0 0,1 0 1 0 0,0 0 0 0 0,-1-1-1 0 0,1 1 1 0 0,0 0 0 0 0,0 0-1 0 0,-1 0 1 0 0,1-1 0 0 0,0 1-1 0 0,0 0 1 0 0,0 0 0 0 0,0 0-1 0 0,0 0 1 0 0,0-1 0 0 0,0 1-1 0 0,0 0 1 0 0,0 0 0 0 0,1 0-1 0 0,-1-1 1 0 0,0 1-1 0 0,1 1 1 0 0,5 10-1204 0 0</inkml:trace>
</inkml:ink>
</file>

<file path=ppt/ink/ink2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28.83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90 25 1376 0 0,'-31'-9'1862'0'0,"27"7"-1583"0"0,0 0-1 0 0,0 1 1 0 0,0 0-1 0 0,-1-1 1 0 0,1 1-1 0 0,-8 0 1 0 0,-10-1 4142 0 0,32-1-3093 0 0,-9 3-1206 0 0,0 0 0 0 0,1 0 0 0 0,-1 0 0 0 0,0 0 0 0 0,1 0 0 0 0,-1 0 0 0 0,0 1 0 0 0,0-1 1 0 0,0 1-1 0 0,1-1 0 0 0,-1 1 0 0 0,0-1 0 0 0,0 1 0 0 0,0-1 0 0 0,0 1 0 0 0,0 0 0 0 0,0 0 0 0 0,0 0 0 0 0,0 0 0 0 0,0-1 0 0 0,0 1 0 0 0,1 2 0 0 0,1 1 201 0 0,42 33 731 0 0,-27-22-676 0 0,0 0 1 0 0,0-1 0 0 0,38 20 0 0 0,-27-20-475 0 0,52 29 392 0 0,-75-39-753 0 0,0 0 0 0 0,0 1-1 0 0,0-1 1 0 0,0 1 0 0 0,-1 1-1 0 0,0-1 1 0 0,0 1-1 0 0,0 0 1 0 0,5 10 0 0 0,-4-3-4140 0 0</inkml:trace>
</inkml:ink>
</file>

<file path=ppt/ink/ink2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29.19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37 375 1376 0 0,'-2'0'226'0'0,"0"0"0"0"0,1 0-1 0 0,-1 0 1 0 0,1 0-1 0 0,-1 0 1 0 0,0 0 0 0 0,1-1-1 0 0,-1 1 1 0 0,1 0-1 0 0,-1-1 1 0 0,0 1 0 0 0,1-1-1 0 0,-1 0 1 0 0,1 1 0 0 0,0-1-1 0 0,-1 0 1 0 0,1 0-1 0 0,0 0 1 0 0,-1 0 0 0 0,1 0-1 0 0,0 0 1 0 0,-1-2 0 0 0,1 2-51 0 0,1-1 0 0 0,0 1 0 0 0,-1 0 0 0 0,1-1 0 0 0,0 1 0 0 0,0 0 0 0 0,0-1 0 0 0,0 1 0 0 0,0 0 0 0 0,1-1 0 0 0,-1 1 0 0 0,0 0 0 0 0,1-1 0 0 0,-1 1 0 0 0,1 0 0 0 0,-1 0 0 0 0,1 0 0 0 0,-1-1 0 0 0,1 1 0 0 0,0 0 0 0 0,0 0 1 0 0,-1 0-1 0 0,1 0 0 0 0,0 0 0 0 0,0 0 0 0 0,1-1 0 0 0,28-31 1305 0 0,0 2-1 0 0,2 1 1 0 0,2 1 0 0 0,71-47 0 0 0,34 0-1855 0 0,-40 35-3123 0 0,-72 31 2291 0 0</inkml:trace>
</inkml:ink>
</file>

<file path=ppt/ink/ink2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33.28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273 579 1928 0 0,'1'-3'12'0'0,"0"0"-1"0"0,0 0 1 0 0,-1-1-1 0 0,1 1 1 0 0,-1 0-1 0 0,0 0 1 0 0,0 0 0 0 0,0-1-1 0 0,-1 1 1 0 0,1 0-1 0 0,-1 0 1 0 0,0 0-1 0 0,1 0 1 0 0,-1 0-1 0 0,-3-5 1 0 0,-26-46-43 0 0,19 37 45 0 0,-8-29-14 0 0,18 39 0 0 0,-1 1 0 0 0,0 0 0 0 0,-1 0 0 0 0,0 0 0 0 0,1 0 0 0 0,-2 0 0 0 0,1 1 0 0 0,-7-9 0 0 0,-16 4 0 0 0,1 1 0 0 0,23 8 0 0 0,0 0 0 0 0,0 0 0 0 0,0 0 0 0 0,0 1 0 0 0,0-1 0 0 0,-1 1 0 0 0,1 0 0 0 0,0 0 0 0 0,-1 0 0 0 0,1 0 0 0 0,0 0 0 0 0,0 0 0 0 0,-1 0 0 0 0,-2 1 0 0 0,-22-1 0 0 0,26 0 0 0 0,1-1 0 0 0,-1 1 0 0 0,0-1 0 0 0,0 0 0 0 0,0 1 0 0 0,0-1 0 0 0,0 0 0 0 0,1 0 0 0 0,-1 0 0 0 0,0 1 0 0 0,1-1 0 0 0,-1 0 0 0 0,0 0 0 0 0,1 0 0 0 0,-1 0 0 0 0,1 0 0 0 0,0 0 0 0 0,-1 0 0 0 0,1 0 0 0 0,0 0 0 0 0,0-1 0 0 0,-1 1 0 0 0,1 0 0 0 0,0 0 0 0 0,0-1 0 0 0,0-18 34 0 0,-4-8-110 0 0,4 27 99 0 0,-1 0 0 0 0,0 0 0 0 0,1 0 1 0 0,-1 0-1 0 0,0 0 0 0 0,0 0 0 0 0,0 0 0 0 0,1 1 1 0 0,-1-1-1 0 0,0 0 0 0 0,0 0 0 0 0,0 1 0 0 0,-1-1 0 0 0,1 1 1 0 0,0-1-1 0 0,0 1 0 0 0,0-1 0 0 0,0 1 0 0 0,0 0 1 0 0,-1-1-1 0 0,1 1 0 0 0,-1 0 0 0 0,-21-7 8720 0 0,27 9-8447 0 0,-2-1-244 0 0,0 0-1 0 0,0 0 1 0 0,1 0-1 0 0,-1 0 1 0 0,0 0-1 0 0,0-1 1 0 0,0 1-1 0 0,1-1 0 0 0,-1 1 1 0 0,0-1-1 0 0,0 0 1 0 0,1 0-1 0 0,-1 0 1 0 0,0 0-1 0 0,1-1 1 0 0,-1 1-1 0 0,0 0 0 0 0,0-1 1 0 0,1 0-1 0 0,2-1 1 0 0,-2 2 127 0 0,1 0-1 0 0,-1 0 1 0 0,0 0 0 0 0,1 0 0 0 0,-1 0 0 0 0,0 1-1 0 0,1-1 1 0 0,-1 1 0 0 0,0 0 0 0 0,1 0 0 0 0,-1 0 0 0 0,3 2-1 0 0,39 21 56 0 0,-30-13-119 0 0,-1 1 1 0 0,0 0 0 0 0,0 2 0 0 0,-2-1 0 0 0,15 21 0 0 0,-10-14 261 0 0,34 35 0 0 0,-27-32-198 0 0,-2 1 0 0 0,-1 1 0 0 0,26 39 0 0 0,-22-29-86 0 0,33 36 0 0 0,-22-28-47 0 0,-26-29 47 0 0,0-2-1 0 0,1 1 0 0 0,17 14 1 0 0,-15-26 1647 0 0,-13-1-1690 0 0,-16-9-22 0 0,12 6 25 0 0,5-11-44 0 0,1 0 1 0 0,1 0-1 0 0,0 1 1 0 0,1-1-1 0 0,0 1 0 0 0,11-22 1 0 0,3-13 1 0 0,6-20 13 0 0,-3-2-1 0 0,-4 0 1 0 0,-2-2-1 0 0,4-73 1 0 0,-18 135 31 0 0,1 0 0 0 0,-1 0 0 0 0,2 0 0 0 0,-1 0 0 0 0,1 0 0 0 0,1 1 0 0 0,0-1 0 0 0,0 1 0 0 0,1 0-1 0 0,0 0 1 0 0,1 1 0 0 0,10-14 0 0 0,-11 14 14 0 0,2-9-922 0 0,6-7 5 0 0</inkml:trace>
</inkml:ink>
</file>

<file path=ppt/ink/ink2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41.40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279 16 2272 0 0,'0'0'83'0'0,"0"0"0"0"0,1 0-1 0 0,-1 0 1 0 0,0 0 0 0 0,1-1-1 0 0,-1 1 1 0 0,0 0 0 0 0,1 0-1 0 0,-1-1 1 0 0,0 1 0 0 0,0 0-1 0 0,0 0 1 0 0,1-1-1 0 0,-1 1 1 0 0,0 0 0 0 0,0-1-1 0 0,0 1 1 0 0,0 0 0 0 0,1-1-1 0 0,-1 1 1 0 0,0 0 0 0 0,0-1-1 0 0,0 1 1 0 0,0 0 0 0 0,0-1-1 0 0,0 1 1 0 0,0 0-1 0 0,0-1 1 0 0,0 1 0 0 0,0 0-1 0 0,0-1 1 0 0,0 1 0 0 0,0 0-1 0 0,0-1 1 0 0,-1 1 0 0 0,1 0-1 0 0,0-1 1 0 0,0 1 0 0 0,0 0-1 0 0,0-1 1 0 0,-1 1-1 0 0,1 0 1 0 0,0-1 0 0 0,0 1-1 0 0,0 0 1 0 0,-1 0 0 0 0,1 0-1 0 0,0-1 1 0 0,-1 1 0 0 0,1 0-1 0 0,0 0 1 0 0,0 0 0 0 0,-1-1-1 0 0,1 1 1 0 0,0 0-1 0 0,-1 0 1 0 0,1 0 0 0 0,0 0-1 0 0,-1 0 1 0 0,1 0 0 0 0,-1 0-1 0 0,1 0 1 0 0,0 0 0 0 0,-1 0-1 0 0,1 0 1 0 0,0 0 0 0 0,-1 0-1 0 0,1 0 1 0 0,-1 0-1 0 0,0 0 120 0 0,-1 0 0 0 0,1 1 0 0 0,-1-1-1 0 0,1 0 1 0 0,-1 0 0 0 0,1 1 0 0 0,0-1-1 0 0,-1 1 1 0 0,1-1 0 0 0,0 1 0 0 0,-1 0-1 0 0,1 0 1 0 0,0-1 0 0 0,0 1-1 0 0,0 0 1 0 0,0 0 0 0 0,-1 0 0 0 0,1 0-1 0 0,1 0 1 0 0,-1 1 0 0 0,0-1 0 0 0,-1 2-1 0 0,-20 45 1324 0 0,-17 60 0 0 0,-5 13-1285 0 0,-82 121-768 0 0,118-228 360 0 0,3-8 173 0 0</inkml:trace>
</inkml:ink>
</file>

<file path=ppt/ink/ink2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41.75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6 6209 0 0,'0'0'0'0'0,"2"-2"0"0"0,1-1 0 0 0</inkml:trace>
</inkml:ink>
</file>

<file path=ppt/ink/ink2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42.09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 17 3201 0 0,'-7'-16'17773'0'0,"7"21"-17634"0"0,0 0-145 0 0,0-1 0 0 0,1 1 0 0 0,0-1 0 0 0,0 0 0 0 0,0 0 0 0 0,1 1 1 0 0,-1-1-1 0 0,1 0 0 0 0,0 0 0 0 0,0 0 0 0 0,0-1 0 0 0,1 1 0 0 0,-1 0 1 0 0,1-1-1 0 0,0 1 0 0 0,0-1 0 0 0,5 4 0 0 0,35 33-42 0 0,2-2-1 0 0,1-2 1 0 0,2-2-1 0 0,53 28 0 0 0,-88-56 125 0 0,0-1 0 0 0,1 0 0 0 0,0-1-1 0 0,-1-1 1 0 0,1 0 0 0 0,28 3 0 0 0,-27-5-62 0 0,10 9-2734 0 0</inkml:trace>
</inkml:ink>
</file>

<file path=ppt/ink/ink2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49.06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596 2482 2112 0 0,'2'-5'9'0'0,"15"-24"403"0"0,-16 28-44 0 0,0 0 1 0 0,0 0-1 0 0,0-1 0 0 0,0 1 0 0 0,0 0 1 0 0,0 0-1 0 0,1 0 0 0 0,-1 0 0 0 0,0 1 1 0 0,1-1-1 0 0,-1 0 0 0 0,1 0 0 0 0,-1 1 1 0 0,1-1-1 0 0,-1 1 0 0 0,1 0 1 0 0,-1-1-1 0 0,4 1 524 0 0,-6 14 2721 0 0,1-11-3430 0 0,0-1 0 0 0,-1 1 0 0 0,1-1 0 0 0,-1 1 0 0 0,1-1 0 0 0,-1 1 0 0 0,0-1 0 0 0,0 0 0 0 0,0 1 0 0 0,0-1 0 0 0,0 0 0 0 0,-1 0 0 0 0,-1 3 0 0 0,0-4 5 0 0,0 1 1 0 0,0-1-1 0 0,0 0 0 0 0,0 0 1 0 0,0 0-1 0 0,0-1 1 0 0,-1 1-1 0 0,1-1 0 0 0,0 0 1 0 0,0 0-1 0 0,-1 0 1 0 0,1 0-1 0 0,0 0 0 0 0,0-1 1 0 0,-1 1-1 0 0,1-1 1 0 0,0 0-1 0 0,0 0 0 0 0,0 0 1 0 0,0-1-1 0 0,0 1 1 0 0,0-1-1 0 0,-4-2 1 0 0,-4-5-166 0 0,0 0 0 0 0,1-1 1 0 0,0 0-1 0 0,-11-15 0 0 0,-7-5 296 0 0,7 10-308 0 0,0-1 0 0 0,1-1 0 0 0,2-1 1 0 0,0 0-1 0 0,1-2 0 0 0,2 0 0 0 0,-23-49 0 0 0,-38-134 233 0 0,-74-332-1 0 0,127 430-168 0 0,5-2-1 0 0,5 0 1 0 0,5 0 0 0 0,5-1-1 0 0,5 0 1 0 0,21-149 0 0 0,-15 217-53 0 0,1 1-1 0 0,24-65 1 0 0,43-83-26 0 0,-51 131 7 0 0,-24 60-8 0 0,-1-1 0 0 0,0 1-1 0 0,1 0 1 0 0,-1 0 0 0 0,1 0 0 0 0,-1 0 0 0 0,1 0 0 0 0,0-1 0 0 0,-1 1 0 0 0,1 0 0 0 0,0 0 0 0 0,0 1-1 0 0,0-1 1 0 0,-1 0 0 0 0,3-1 0 0 0,-3 2-5 0 0,0 1 1 0 0,1-1-1 0 0,-1 0 0 0 0,1 1 0 0 0,-1-1 1 0 0,0 0-1 0 0,1 1 0 0 0,-1-1 0 0 0,0 1 1 0 0,0-1-1 0 0,1 0 0 0 0,-1 1 0 0 0,0-1 0 0 0,0 1 1 0 0,0-1-1 0 0,0 1 0 0 0,0-1 0 0 0,1 1 1 0 0,-1-1-1 0 0,0 1 0 0 0,0-1 0 0 0,0 1 1 0 0,0-1-1 0 0,0 2 0 0 0,-1 48-472 0 0,1-44 454 0 0,-14 137-900 0 0,4-55-1129 0 0,10-81 199 0 0</inkml:trace>
</inkml:ink>
</file>

<file path=ppt/ink/ink2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49.92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140 14 1976 0 0,'0'0'147'0'0,"-1"0"-84"0"0,-6 1 531 0 0,1 0 0 0 0,-1 1 0 0 0,1 0 1 0 0,-1 0-1 0 0,1 0 0 0 0,-11 7 0 0 0,11-6-281 0 0,1 1 1 0 0,0 0-1 0 0,0 0 0 0 0,1 0 0 0 0,-1 0 0 0 0,1 1 0 0 0,0 0 0 0 0,0 0 0 0 0,0 0 0 0 0,-3 7 0 0 0,2-3-138 0 0,0 0-1 0 0,0 1 0 0 0,1-1 0 0 0,1 1 0 0 0,-4 15 0 0 0,7-25-37 0 0,1 1-1 0 0,-1-1 1 0 0,1 0-1 0 0,0 1 1 0 0,-1-1-1 0 0,1 0 1 0 0,0 0-1 0 0,-1 0 1 0 0,1 0-1 0 0,0 1 1 0 0,-1-1-1 0 0,1 0 1 0 0,0 0-1 0 0,-1 0 1 0 0,1 0-1 0 0,0-1 1 0 0,-1 1-1 0 0,1 0 1 0 0,0 0-1 0 0,-1 0 1 0 0,1 0-1 0 0,0-1 1 0 0,-1 1-1 0 0,1 0 1 0 0,-1-1-1 0 0,1 1 0 0 0,-1 0 1 0 0,1-1-1 0 0,0 1 1 0 0,0-1-1 0 0,27-14-633 0 0,-13 3 752 0 0,1 0 0 0 0,1 1 0 0 0,0 1 0 0 0,23-10 0 0 0,-35 17-259 0 0,-1 0-1 0 0,0 0 0 0 0,1 0 0 0 0,-1-1 0 0 0,0 0 1 0 0,0 0-1 0 0,-1 0 0 0 0,1 0 0 0 0,-1 0 0 0 0,4-7 1 0 0,16-19 841 0 0,-22 29-573 0 0,-2 10-136 0 0,1-8-54 0 0,-1 5-4 0 0,-8 45-134 0 0,1-10 949 0 0,-5 77 0 0 0,13-105-1171 0 0,0 1 1 0 0,1 0-1 0 0,5 23 1 0 0,-4-30-299 0 0,0 1 0 0 0,1-1 0 0 0,0 1 0 0 0,0-1 0 0 0,0 0 0 0 0,1 0 0 0 0,7 9 0 0 0</inkml:trace>
</inkml:ink>
</file>

<file path=ppt/ink/ink2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52.90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 67 2304 0 0,'0'-6'1313'0'0,"0"-1"-1"0"0,0 0 0 0 0,1 1 0 0 0,0-1 0 0 0,3-10 0 0 0,10 25 1520 0 0,12 2-2155 0 0,0 1-386 0 0,-24-10-244 0 0,0 0 0 0 0,0 0 0 0 0,-1 0 0 0 0,1-1-1 0 0,0 1 1 0 0,0 0 0 0 0,0-1 0 0 0,0 0 0 0 0,0 1 0 0 0,0-1 0 0 0,0 0 0 0 0,0 0 0 0 0,0 0-1 0 0,0 0 1 0 0,0 0 0 0 0,0-1 0 0 0,0 1 0 0 0,0 0 0 0 0,0-1 0 0 0,0 0 0 0 0,3-1 0 0 0,-5 2-5 0 0,0 0 0 0 0,1 0 1 0 0,-1 0-1 0 0,1 0 0 0 0,-1 0 1 0 0,0-1-1 0 0,1 1 0 0 0,-1 0 1 0 0,0 0-1 0 0,1-1 0 0 0,-1 1 1 0 0,0 0-1 0 0,1 0 1 0 0,-1-1-1 0 0,0 1 0 0 0,0 0 1 0 0,1-1-1 0 0,-1 1 0 0 0,0 0 1 0 0,0-1-1 0 0,0 1 0 0 0,1-1 1 0 0,-1 1-1 0 0,0 0 1 0 0,0-1-1 0 0,0 1 0 0 0,0-1 1 0 0,0 1-1 0 0,0 0 0 0 0,0-1 1 0 0,0 0-1 0 0,-8-14 346 0 0,6 13-365 0 0,1 0-1 0 0,-1 0 0 0 0,0 0 0 0 0,-1 0 1 0 0,1 1-1 0 0,0-1 0 0 0,-1 1 0 0 0,1-1 0 0 0,0 1 1 0 0,-1 0-1 0 0,0 0 0 0 0,1 0 0 0 0,-6-1 1 0 0,5 2-149 0 0,-1-1 0 0 0,0 1 0 0 0,0 0 0 0 0,1 0 0 0 0,-1 0 0 0 0,0 1 0 0 0,1 0 0 0 0,-1-1 0 0 0,0 1 1 0 0,1 0-1 0 0,-1 1 0 0 0,1-1 0 0 0,-1 1 0 0 0,1-1 0 0 0,0 1 0 0 0,-6 4 0 0 0,7-4 48 0 0,1 0 0 0 0,-1 0 0 0 0,1 0 0 0 0,-1 0-1 0 0,1 1 1 0 0,0-1 0 0 0,0 0 0 0 0,0 0 0 0 0,0 1 0 0 0,1-1 0 0 0,-1 1-1 0 0,1-1 1 0 0,-1 0 0 0 0,1 1 0 0 0,0-1 0 0 0,0 1 0 0 0,0-1 0 0 0,0 1-1 0 0,0-1 1 0 0,1 1 0 0 0,-1-1 0 0 0,1 1 0 0 0,-1-1 0 0 0,1 0 0 0 0,0 1 0 0 0,2 2-1 0 0,-3-3 74 0 0,1 0 0 0 0,0 0 0 0 0,0 0 0 0 0,0 0 0 0 0,0 0 0 0 0,0-1 0 0 0,0 1 0 0 0,0 0 0 0 0,1-1 0 0 0,-1 1 0 0 0,1-1-1 0 0,-1 1 1 0 0,1-1 0 0 0,-1 0 0 0 0,1 0 0 0 0,0 1 0 0 0,0-1 0 0 0,-1 0 0 0 0,1-1 0 0 0,4 2 0 0 0,-3-1 21 0 0,1-1-1 0 0,-1 1 1 0 0,0-1 0 0 0,1 0 0 0 0,-1 0 0 0 0,1-1 0 0 0,-1 1 0 0 0,0-1-1 0 0,1 0 1 0 0,-1 1 0 0 0,5-3 0 0 0,8-4 349 0 0,-1-1-1 0 0,0-1 1 0 0,0 0-1 0 0,13-11 1 0 0,-20 15 53 0 0,1-5 4 0 0,-17 3-324 0 0,0 2 577 0 0,3 4-532 0 0,-25-10 145 0 0,26 17-331 0 0,0 0 0 0 0,0 0 0 0 0,1 0 0 0 0,-4 10 0 0 0,-7 19-975 0 0,40-63 854 0 0,-26 27 61 0 0,1 1 0 0 0,-1 0-1 0 0,0 0 1 0 0,1-1 0 0 0,-1 1-1 0 0,1 0 1 0 0,-1 0 0 0 0,0-1-1 0 0,1 1 1 0 0,-1-1 0 0 0,0 1-1 0 0,1 0 1 0 0,-1-1 0 0 0,0 1-1 0 0,0-1 1 0 0,1 1 0 0 0,-1 0-1 0 0,0-1 1 0 0,0 1 0 0 0,0-1-1 0 0,0 1 1 0 0,0-1 0 0 0,1 1-1 0 0,-1-1 1 0 0,0 1 0 0 0,0-1-1 0 0,0 1 1 0 0,0-1 0 0 0,-1 0-1 0 0</inkml:trace>
</inkml:ink>
</file>

<file path=ppt/ink/ink2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5:59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121 236 1840 0 0,'-16'-19'839'0'0,"0"-2"0"0"0,2 0 0 0 0,0 0 1 0 0,2-2-1 0 0,0 1 0 0 0,-12-35 0 0 0,17 41-23 0 0,6 14-598 0 0,0 1-1 0 0,1-1 1 0 0,-1 1 0 0 0,1-1 0 0 0,-1 0 0 0 0,1 1-1 0 0,-1-1 1 0 0,1 0 0 0 0,0 0 0 0 0,0 1-1 0 0,0-1 1 0 0,0 0 0 0 0,0 0 0 0 0,0 1 0 0 0,0-1-1 0 0,1-3 1 0 0,-1 5-124 0 0,1 0 1 0 0,-1-1-1 0 0,0 1 0 0 0,0 0 1 0 0,1 0-1 0 0,-1-1 0 0 0,0 1 1 0 0,0 0-1 0 0,1 0 0 0 0,-1-1 1 0 0,0 1-1 0 0,1 0 0 0 0,-1 0 1 0 0,0 0-1 0 0,1 0 0 0 0,-1 0 1 0 0,0-1-1 0 0,1 1 0 0 0,-1 0 1 0 0,0 0-1 0 0,1 0 0 0 0,-1 0 1 0 0,0 0-1 0 0,1 0 0 0 0,-1 0 1 0 0,0 0-1 0 0,1 0 0 0 0,17 10 1087 0 0,-8 0-968 0 0,-1 1 0 0 0,1 1 0 0 0,-2 0 0 0 0,1 0 0 0 0,-2 0 0 0 0,0 1 0 0 0,0 0 0 0 0,6 19 0 0 0,-1-4 35 0 0,23 46 204 0 0,118 226 377 0 0,-125-257-1005 0 0,5 7-1026 0 0,-14-16-4073 0 0,-11-18-258 0 0</inkml:trace>
</inkml:ink>
</file>

<file path=ppt/ink/ink2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5:59.7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79 153 1928 0 0,'-36'28'1344'0'0,"31"-24"-1188"0"0,0 0-1 0 0,0 0 0 0 0,0 0 1 0 0,0 0-1 0 0,-1-1 0 0 0,-5 3 1 0 0,18-17 1599 0 0,12-7-1467 0 0,25-22 391 0 0,-25 21-391 0 0,1 1 0 0 0,1 0 0 0 0,1 2 0 0 0,0 0 0 0 0,1 2 0 0 0,35-17 0 0 0,-54 29-263 0 0,1 1 1 0 0,0-1 0 0 0,0 1-1 0 0,0 0 1 0 0,1 1-1 0 0,-1-1 1 0 0,0 1-1 0 0,0 0 1 0 0,0 0-1 0 0,0 0 1 0 0,0 1-1 0 0,6 1 1 0 0,-9-1-21 0 0,0-1-1 0 0,0 1 1 0 0,0 0 0 0 0,-1 0-1 0 0,1 0 1 0 0,0 0 0 0 0,0 0-1 0 0,-1 0 1 0 0,1 0 0 0 0,-1 0 0 0 0,1 1-1 0 0,-1-1 1 0 0,0 0 0 0 0,1 1-1 0 0,-1 0 1 0 0,0-1 0 0 0,0 1-1 0 0,0 0 1 0 0,0-1 0 0 0,0 1-1 0 0,0 0 1 0 0,-1 0 0 0 0,1 0-1 0 0,-1 0 1 0 0,1 0 0 0 0,-1 0 0 0 0,0 0-1 0 0,0 0 1 0 0,0 0 0 0 0,0-1-1 0 0,0 1 1 0 0,0 0 0 0 0,0 0-1 0 0,-1 2 1 0 0,-4 19 159 0 0,-1-1 0 0 0,-1 0-1 0 0,-1 0 1 0 0,-1-1 0 0 0,-18 31 0 0 0,-2 8 352 0 0,-43 81-1503 0 0,60-118-2670 0 0</inkml:trace>
</inkml:ink>
</file>

<file path=ppt/ink/ink2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00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4145 0 0,'0'0'319'0'0,"3"14"4639"0"0,3 19-2371 0 0,50 90-1413 0 0,-24-54-48 0 0,27 82 0 0 0,-36-64-1503 0 0,-15-54 0 0 0,1-1 0 0 0,1 0 1 0 0,22 46-1 0 0,-31-76 188 0 0,0 0 0 0 0,0 0-1 0 0,0-1 1 0 0,0 1 0 0 0,1-1 0 0 0,-1 1 0 0 0,1-1 0 0 0,-1 1 0 0 0,1-1-1 0 0,-1 0 1 0 0,4 2 0 0 0,-1-1-618 0 0</inkml:trace>
</inkml:ink>
</file>

<file path=ppt/ink/ink2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00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17 162 1376 0 0,'-17'1'8290'0'0,"21"2"-8146"0"0,0 1-1 0 0,0-1 0 0 0,1 1 1 0 0,-1-1-1 0 0,1-1 1 0 0,-1 1-1 0 0,1-1 1 0 0,0 1-1 0 0,0-1 1 0 0,0-1-1 0 0,0 1 1 0 0,0-1-1 0 0,11 2 0 0 0,3 1 168 0 0,-1 1 0 0 0,1 0 0 0 0,-1 2-1 0 0,0 0 1 0 0,24 13 0 0 0,-8 1-163 0 0,50 39 0 0 0,-70-49-132 0 0,-1-1 0 0 0,2 0 0 0 0,-1-1 0 0 0,1-1 0 0 0,0 0 0 0 0,1-1 0 0 0,18 6 0 0 0,-3-9 345 0 0,-31-4-329 0 0,1 0-1 0 0,-1 0 0 0 0,0 0 1 0 0,1 0-1 0 0,-1 0 0 0 0,1 0 1 0 0,-1 0-1 0 0,0 0 1 0 0,1 0-1 0 0,-1 0 0 0 0,1 0 1 0 0,-1 0-1 0 0,0 0 0 0 0,1 0 1 0 0,-1-1-1 0 0,0 1 0 0 0,1 0 1 0 0,-1 0-1 0 0,0 0 1 0 0,1-1-1 0 0,-1 1 0 0 0,0 0 1 0 0,1 0-1 0 0,-1-1 0 0 0,0 1 1 0 0,0 0-1 0 0,1 0 0 0 0,-1-1 1 0 0,0 1-1 0 0,0 0 1 0 0,1-1-1 0 0,-1 1 0 0 0,0 0 1 0 0,0-1-1 0 0,0 1 0 0 0,0-1 1 0 0,0 1-1 0 0,0 0 0 0 0,0-1 1 0 0,0 1-1 0 0,1 0 1 0 0,-1-1-1 0 0,0 1 0 0 0,-1-1 1 0 0,1 1-1 0 0,0 0 0 0 0,0-1 1 0 0,0 1-1 0 0,0-1 0 0 0,0 1 1 0 0,0 0-1 0 0,0-1 1 0 0,-1 1-1 0 0,1 0 0 0 0,0-1 1 0 0,0 1-1 0 0,0 0 0 0 0,-1-1 1 0 0,1 1-1 0 0,0 0 0 0 0,-1-1 1 0 0,-37-63 2050 0 0,-56-126 0 0 0,76 150-1940 0 0,10 23-219 0 0,4 10 38 0 0,1 0 0 0 0,-1 0 0 0 0,2 0 0 0 0,-4-12 1 0 0,6 16-224 0 0,-1 1 0 0 0,1-1 0 0 0,0 1 0 0 0,0-1 1 0 0,0 0-1 0 0,0 1 0 0 0,1-1 0 0 0,-1 1 0 0 0,1-1 1 0 0,1-4-1 0 0</inkml:trace>
</inkml:ink>
</file>

<file path=ppt/ink/ink2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10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18 2088 0 0,'-21'0'576'0'0,"21"-1"-488"0"0,-1 1 0 0 0,0 0 0 0 0,1 0 0 0 0,-1 0 0 0 0,0 1 0 0 0,1-1 0 0 0,-1 0 0 0 0,0 0 0 0 0,1 0-1 0 0,-1 0 1 0 0,1 1 0 0 0,-1-1 0 0 0,0 0 0 0 0,1 0 0 0 0,-1 1 0 0 0,1-1 0 0 0,-1 0 0 0 0,1 1 0 0 0,-1-1 0 0 0,1 1 0 0 0,-1-1 0 0 0,1 1 0 0 0,0-1 0 0 0,-1 1 0 0 0,1-1 0 0 0,-1 1 0 0 0,1-1 0 0 0,-1 2-1 0 0,12-1 1037 0 0,7-1-411 0 0,-4 2-572 0 0,0-1 1 0 0,0-1 0 0 0,0 0-1 0 0,0-1 1 0 0,0 0-1 0 0,17-4 1 0 0,-31 5-144 0 0,0 0 1 0 0,0 0 0 0 0,1 0-1 0 0,-1 0 1 0 0,0 0 0 0 0,0 0-1 0 0,1 0 1 0 0,-1 0 0 0 0,0 0-1 0 0,0-1 1 0 0,1 1 0 0 0,-1 0-1 0 0,0 0 1 0 0,0 0 0 0 0,1 0-1 0 0,-1 0 1 0 0,0 0-1 0 0,0 0 1 0 0,1 0 0 0 0,-1-1-1 0 0,0 1 1 0 0,0 0 0 0 0,0 0-1 0 0,0 0 1 0 0,1-1 0 0 0,-1 1-1 0 0,0 0 1 0 0,0 0 0 0 0,0 0-1 0 0,0-1 1 0 0,0 1 0 0 0,0 0-1 0 0,1 0 1 0 0,-1-1 0 0 0,0 1-1 0 0,0 0 1 0 0,0 0 0 0 0,0-1-1 0 0,-9-5-113 0 0,-17-2-53 0 0,19 8 250 0 0,1 0 1 0 0,0 0-1 0 0,-1 1 0 0 0,1-1 1 0 0,0 1-1 0 0,-1 1 1 0 0,1-1-1 0 0,0 1 1 0 0,0 0-1 0 0,0 1 1 0 0,-10 5-1 0 0,13-6-37 0 0,-1-1 0 0 0,1 2-1 0 0,1-1 1 0 0,-1 0 0 0 0,0 1 0 0 0,0-1 0 0 0,1 1-1 0 0,0 0 1 0 0,-1-1 0 0 0,1 1 0 0 0,0 1-1 0 0,1-1 1 0 0,-1 0 0 0 0,0 0 0 0 0,1 1-1 0 0,0-1 1 0 0,0 0 0 0 0,0 1 0 0 0,0-1-1 0 0,0 1 1 0 0,1 0 0 0 0,-1 5 0 0 0,2-6-29 0 0,-1 0 0 0 0,1 0 1 0 0,0 0-1 0 0,0 0 0 0 0,0 0 1 0 0,1 0-1 0 0,-1 0 0 0 0,4 4 0 0 0,-5-6-15 0 0,0 0-1 0 0,1 0 0 0 0,-1-1 1 0 0,0 1-1 0 0,1 0 0 0 0,-1-1 1 0 0,1 1-1 0 0,-1 0 0 0 0,1-1 1 0 0,-1 1-1 0 0,1 0 0 0 0,-1-1 1 0 0,1 1-1 0 0,0-1 0 0 0,-1 1 0 0 0,1-1 1 0 0,0 1-1 0 0,-1-1 0 0 0,1 0 1 0 0,0 1-1 0 0,0-1 0 0 0,0 0 1 0 0,-1 1-1 0 0,1-1 0 0 0,0 0 1 0 0,0 0-1 0 0,0 0 0 0 0,-1 0 1 0 0,1 0-1 0 0,0 0 0 0 0,0 0 0 0 0,0 0 1 0 0,1-1-1 0 0,5-4 26 0 0,0-1 1 0 0,0-1-1 0 0,-1 1 0 0 0,0-1 1 0 0,9-13-1 0 0,-13 17 29 0 0,0 0-1 0 0,0 0 1 0 0,0 0-1 0 0,0-1 1 0 0,-1 1 0 0 0,0-1-1 0 0,1 1 1 0 0,-1-1-1 0 0,0 0 1 0 0,-1 1-1 0 0,1-1 1 0 0,-1 0-1 0 0,0 0 1 0 0,0 1 0 0 0,0-1-1 0 0,0-5 1 0 0,-1 8-51 0 0,0-1 0 0 0,1 1 0 0 0,-1-1 0 0 0,0 1 1 0 0,1 0-1 0 0,-1-1 0 0 0,0 1 0 0 0,0 0 0 0 0,0 0 0 0 0,0 0 1 0 0,0 0-1 0 0,-1 0 0 0 0,1 0 0 0 0,0 0 0 0 0,0 0 0 0 0,-1 0 1 0 0,1 0-1 0 0,0 1 0 0 0,-1-1 0 0 0,1 1 0 0 0,-1-1 0 0 0,1 1 1 0 0,-1-1-1 0 0,1 1 0 0 0,-1 0 0 0 0,1 0 0 0 0,-1 0 1 0 0,1 0-1 0 0,-1 0 0 0 0,-2 0 0 0 0,2 0 2 0 0,-1 0-1 0 0,1 1 1 0 0,-1-1 0 0 0,1 1-1 0 0,0-1 1 0 0,-1 1 0 0 0,1 0-1 0 0,0-1 1 0 0,0 1 0 0 0,0 0-1 0 0,0 1 1 0 0,0-1 0 0 0,0 0-1 0 0,0 1 1 0 0,0-1 0 0 0,0 1-1 0 0,0-1 1 0 0,1 1 0 0 0,-3 3-1 0 0,3-3-78 0 0,0 0 0 0 0,-1 0 0 0 0,1 0 0 0 0,1 1 0 0 0,-1-1 0 0 0,0 0 0 0 0,1 1 0 0 0,-1-1 0 0 0,1 0 0 0 0,0 1 0 0 0,-1-1 0 0 0,1 1 0 0 0,0-1 0 0 0,1 1 0 0 0,-1-1 0 0 0,1 5 0 0 0</inkml:trace>
</inkml:ink>
</file>

<file path=ppt/ink/ink2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11.8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49 125 2208 0 0,'-3'0'201'0'0,"0"1"0"0"0,0 0-1 0 0,1 0 1 0 0,-1 0 0 0 0,0 1-1 0 0,0-1 1 0 0,1 1 0 0 0,-1-1-1 0 0,1 1 1 0 0,-1 0 0 0 0,1 0-1 0 0,0 0 1 0 0,0 0-1 0 0,0 1 1 0 0,0-1 0 0 0,0 0-1 0 0,0 1 1 0 0,1 0 0 0 0,-3 3-1 0 0,5-5-153 0 0,-1 0 1 0 0,1 0-1 0 0,-1 0 0 0 0,1 0 0 0 0,-1 0 0 0 0,1 0 0 0 0,0 0 0 0 0,-1 0 0 0 0,1 0 0 0 0,0-1 0 0 0,0 1 1 0 0,0 0-1 0 0,-1-1 0 0 0,1 1 0 0 0,0-1 0 0 0,0 1 0 0 0,0-1 0 0 0,0 1 0 0 0,0-1 0 0 0,0 1 0 0 0,0-1 1 0 0,0 0-1 0 0,1 0 0 0 0,-1 0 0 0 0,0 1 0 0 0,0-1 0 0 0,0 0 0 0 0,0 0 0 0 0,0 0 0 0 0,0-1 0 0 0,2 1 1 0 0,36-3 135 0 0,-33 1-166 0 0,1-1-1 0 0,0 1 1 0 0,-1-1-1 0 0,0-1 1 0 0,1 1-1 0 0,-1-1 1 0 0,-1 0-1 0 0,1 0 1 0 0,0-1-1 0 0,-1 1 1 0 0,0-1-1 0 0,5-6 1 0 0,-8 8 32 0 0,1 0-1 0 0,-1 0 1 0 0,0 0 0 0 0,0 0-1 0 0,0 0 1 0 0,0 0 0 0 0,-1 0-1 0 0,1-1 1 0 0,-1 1 0 0 0,0-1-1 0 0,0 1 1 0 0,0-1 0 0 0,0 1 0 0 0,-1-1-1 0 0,1 0 1 0 0,-1 1 0 0 0,0-1-1 0 0,0 0 1 0 0,-1 1 0 0 0,1-1-1 0 0,-1 0 1 0 0,1 1 0 0 0,-1-1-1 0 0,0 1 1 0 0,-2-5 0 0 0,2 8-37 0 0,1-1 1 0 0,-1 0-1 0 0,0 1 1 0 0,1-1-1 0 0,-1 0 1 0 0,0 1 0 0 0,0-1-1 0 0,1 1 1 0 0,-1-1-1 0 0,0 1 1 0 0,0 0-1 0 0,0-1 1 0 0,0 1-1 0 0,0 0 1 0 0,0 0 0 0 0,0 0-1 0 0,1-1 1 0 0,-1 1-1 0 0,0 0 1 0 0,0 0-1 0 0,0 0 1 0 0,0 0-1 0 0,0 1 1 0 0,0-1 0 0 0,0 0-1 0 0,0 0 1 0 0,0 0-1 0 0,0 1 1 0 0,1-1-1 0 0,-1 0 1 0 0,0 1-1 0 0,0-1 1 0 0,0 1 0 0 0,1-1-1 0 0,-1 1 1 0 0,0 0-1 0 0,0-1 1 0 0,0 2-1 0 0,-3 0-38 0 0,0 1 0 0 0,1 0-1 0 0,-1 0 1 0 0,1 0 0 0 0,0 0-1 0 0,-6 7 1 0 0,4 0-168 0 0,-1 1-1 0 0,2-1 1 0 0,-7 21 0 0 0,9-26 135 0 0,1 0-1 0 0,0 0 1 0 0,0 0 0 0 0,1 0 0 0 0,-1 0-1 0 0,1 0 1 0 0,0 0 0 0 0,0 1 0 0 0,1-1-1 0 0,0 0 1 0 0,1 6 0 0 0,-2-11 57 0 0,1 1-1 0 0,-1-1 1 0 0,0 1 0 0 0,1-1 0 0 0,-1 0-1 0 0,1 1 1 0 0,-1-1 0 0 0,1 1 0 0 0,-1-1 0 0 0,0 0-1 0 0,1 1 1 0 0,-1-1 0 0 0,1 0 0 0 0,0 0 0 0 0,-1 0-1 0 0,1 1 1 0 0,-1-1 0 0 0,1 0 0 0 0,-1 0-1 0 0,1 0 1 0 0,-1 0 0 0 0,1 0 0 0 0,0 0 0 0 0,-1 0-1 0 0,1 0 1 0 0,-1 0 0 0 0,1 0 0 0 0,-1 0 0 0 0,1 0-1 0 0,0 0 1 0 0,-1-1 0 0 0,1 1 0 0 0,-1 0-1 0 0,1 0 1 0 0,-1-1 0 0 0,1 1 0 0 0,-1 0 0 0 0,1-1-1 0 0,-1 1 1 0 0,1-1 0 0 0,29-19 240 0 0,-20 13-79 0 0,-8 5-143 0 0,-1 1 0 0 0,1-1 0 0 0,-1 0 0 0 0,0 0 0 0 0,1 0 0 0 0,-1 1 0 0 0,0-1 0 0 0,0 0 0 0 0,0 0-1 0 0,0-1 1 0 0,0 1 0 0 0,-1 0 0 0 0,1 0 0 0 0,-1 0 0 0 0,1 0 0 0 0,-1-1 0 0 0,0-3 0 0 0,-1-41-319 0 0,0 38 311 0 0,-7-31 4 0 0,8 38 57 0 0,0 1 0 0 0,-1 0 0 0 0,1 0 0 0 0,0 0 0 0 0,-1 0 0 0 0,1-1 1 0 0,-1 1-1 0 0,1 0 0 0 0,-1 0 0 0 0,0 0 0 0 0,1 0 0 0 0,-1 0 0 0 0,0 0 0 0 0,0 0 1 0 0,0 1-1 0 0,1-1 0 0 0,-1 0 0 0 0,0 0 0 0 0,0 1 0 0 0,0-1 0 0 0,-1 0 1 0 0,1 1-1 0 0,0-1 0 0 0,0 1 0 0 0,0-1 0 0 0,-2 1 0 0 0,0 2-29 0 0,0 0 1 0 0,1 0-1 0 0,-1 0 0 0 0,1 1 0 0 0,-1 0 0 0 0,1-1 1 0 0,0 1-1 0 0,0 0 0 0 0,0 0 0 0 0,1 0 0 0 0,-1 0 1 0 0,-1 4-1 0 0,1-3 0 0 0,-24 53-506 0 0,24-52 407 0 0,0 0 0 0 0,0 0-1 0 0,1 0 1 0 0,0 0 0 0 0,0 0-1 0 0,0 0 1 0 0,0 1 0 0 0,1-1-1 0 0,1 10 1 0 0,-1-15 60 0 0,0 1 0 0 0,0-1 0 0 0,0 0 0 0 0,0 0 0 0 0,0 1 0 0 0,0-1 0 0 0,0 0 0 0 0,0 0 0 0 0,0 0 0 0 0,1 1 0 0 0,-1-1 0 0 0,0 0 0 0 0,0 0 0 0 0,0 1 0 0 0,0-1 0 0 0,1 0 0 0 0,-1 0 0 0 0,0 0 0 0 0,0 0 0 0 0,1 1 0 0 0,-1-1 0 0 0,0 0 0 0 0,0 0 0 0 0,0 0 0 0 0,1 0 0 0 0,-1 0 0 0 0,0 0 0 0 0,0 0 0 0 0,1 0 0 0 0,-1 0 0 0 0,0 0 0 0 0,1 0 0 0 0,-1 0 0 0 0,0 0 0 0 0,0 0 0 0 0,1 0 0 0 0,-1 0 0 0 0,0 0 0 0 0,1 0 0 0 0,14-7 161 0 0,8-14 276 0 0,-15 11-307 0 0,-1 0 0 0 0,13-22-1 0 0,-18 25-530 0 0</inkml:trace>
</inkml:ink>
</file>

<file path=ppt/ink/ink2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13.2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190 498 1760 0 0,'-1'0'0'0'0,"1"0"0"0"0,-1-1 0 0 0,1 1 0 0 0,-1 0 0 0 0,1 0 0 0 0,-1 0 0 0 0,0 0 0 0 0,1 0 0 0 0,-1 0 0 0 0,1-1 0 0 0,-1 1 0 0 0,1 0 0 0 0,-1 0 0 0 0,1-1 0 0 0,0 1 0 0 0,-1 0 0 0 0,1-1 0 0 0,-1 1 0 0 0,1-1 0 0 0,0 1 0 0 0,-1 0 0 0 0,1-1 0 0 0,0 1 0 0 0,-1-1 0 0 0,1 1 0 0 0,0-1 0 0 0,0 1 0 0 0,-1-1 0 0 0,1 1 0 0 0,0-1 0 0 0,0 1 0 0 0,0-1 0 0 0,-1-20 0 0 0,1 11 0 0 0,-56-238 0 0 0,55 237 0 0 0,0 1 0 0 0,1-1 0 0 0,0 1 0 0 0,3-18 0 0 0,-1-12 0 0 0,-2 39 0 0 0,1 0 0 0 0,-2-1 0 0 0,1 1 0 0 0,0 0 0 0 0,0-1 0 0 0,0 1 0 0 0,-1 0 0 0 0,1 0 0 0 0,0-1 0 0 0,-1 1 0 0 0,1 0 0 0 0,-1 0 0 0 0,0 0 0 0 0,1-1 0 0 0,-1 1 0 0 0,0 0 0 0 0,0 0 0 0 0,1 0 0 0 0,-1 0 0 0 0,0 1 0 0 0,0-1 0 0 0,0 0 0 0 0,0 0 0 0 0,0 0 0 0 0,-1 1 0 0 0,1-1 0 0 0,0 0 0 0 0,0 1 0 0 0,0 0 0 0 0,0-1 0 0 0,-1 1 0 0 0,1-1 0 0 0,0 1 0 0 0,-1 0 0 0 0,1 0 0 0 0,-2 0 0 0 0,1-1 0 0 0,0 1 0 0 0,0-1 0 0 0,0 1 0 0 0,0-1 0 0 0,0 0 0 0 0,0 1 0 0 0,1-1 0 0 0,-1 0 0 0 0,0 0 0 0 0,-2-3 0 0 0,-9-16 1368 0 0,-2-6 1408 0 0,15 25-2718 0 0,-1 1 0 0 0,1-1 0 0 0,-1 1 0 0 0,1-1 0 0 0,-1 0 0 0 0,0 1 0 0 0,1-1 0 0 0,-1 1 0 0 0,0 0 1 0 0,0-1-1 0 0,1 1 0 0 0,-1-1 0 0 0,0 1 0 0 0,0 0 0 0 0,1 0 0 0 0,-1-1 0 0 0,0 1 0 0 0,0 0 0 0 0,0 0 0 0 0,0 0 0 0 0,1 0 0 0 0,-1 0 0 0 0,0 0 0 0 0,0 0 0 0 0,0 0 0 0 0,0 0 1 0 0,0 1-1 0 0,-1-1 35 0 0,1 1 0 0 0,0 0 1 0 0,0-1-1 0 0,0 1 0 0 0,0 0 1 0 0,0 0-1 0 0,0 0 1 0 0,0 0-1 0 0,0 0 0 0 0,0 0 1 0 0,0 0-1 0 0,0 0 0 0 0,1 0 1 0 0,-1 0-1 0 0,0 0 0 0 0,1 0 1 0 0,-1 1-1 0 0,1-1 1 0 0,-1 0-1 0 0,1 0 0 0 0,0 1 1 0 0,-1-1-1 0 0,1 2 0 0 0,-1 33 898 0 0,1-27-1056 0 0,3 24 115 0 0,0-1 0 0 0,3 1 0 0 0,0-1 0 0 0,20 54 0 0 0,7 35 41 0 0,-18-53-51 0 0,-3 0-1 0 0,-3 0 1 0 0,0 114 0 0 0,-12-117 461 0 0,-1-18 32 0 0,3 0-1 0 0,2-1 1 0 0,10 76-1 0 0,-11-110-415 0 0,0-6-65 0 0,2-8-589 0 0</inkml:trace>
</inkml:ink>
</file>

<file path=ppt/ink/ink2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14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65 280 1376 0 0,'-3'0'335'0'0,"1"-1"0"0"0,-1 0-1 0 0,0 0 1 0 0,0 0 0 0 0,1 0-1 0 0,-1-1 1 0 0,0 1-1 0 0,1-1 1 0 0,-1 1 0 0 0,1-1-1 0 0,-4-4 1 0 0,-9-5 1747 0 0,3-1-110 0 0,12 12-1945 0 0,0 0 0 0 0,-1 0-1 0 0,1 0 1 0 0,0-1 0 0 0,0 1 0 0 0,0 0 0 0 0,-1 0 0 0 0,1 0-1 0 0,0 0 1 0 0,0-1 0 0 0,0 1 0 0 0,0 0 0 0 0,0 0 0 0 0,0 0-1 0 0,-1-1 1 0 0,1 1 0 0 0,0 0 0 0 0,0 0 0 0 0,0 0 0 0 0,0-1-1 0 0,0 1 1 0 0,0 0 0 0 0,0 0 0 0 0,0-1 0 0 0,0 1-1 0 0,0 0 1 0 0,0 0 0 0 0,0-1 0 0 0,0 1 0 0 0,0 0 0 0 0,0 0-1 0 0,0 0 1 0 0,0-1 0 0 0,1 1 0 0 0,-1 0 0 0 0,0 0 0 0 0,0-1-1 0 0,0 1 1 0 0,0 0 0 0 0,5-2 2033 0 0,-1 3-1876 0 0,1 2-73 0 0,-1-1-1 0 0,1 1 1 0 0,-1 0 0 0 0,0 0 0 0 0,0 0-1 0 0,0 1 1 0 0,3 4 0 0 0,22 18 211 0 0,-25-23-314 0 0,0 0 0 0 0,0 0 0 0 0,-1-1-1 0 0,2 1 1 0 0,-1-1 0 0 0,0 0 0 0 0,0 0 0 0 0,1 0 0 0 0,-1 0-1 0 0,1-1 1 0 0,0 0 0 0 0,-1 0 0 0 0,1 0 0 0 0,0 0 0 0 0,0-1 0 0 0,7 0-1 0 0,-9 0-6 0 0,0 1 0 0 0,1-1 0 0 0,-1 1 0 0 0,1 0 0 0 0,-1 0 0 0 0,0 0 0 0 0,0 0 0 0 0,0 1 0 0 0,0 0 0 0 0,0-1-1 0 0,5 4 1 0 0,19 9-1 0 0,14-4 7 0 0,-29-8-19 0 0,1 1 0 0 0,-1 1 1 0 0,0 0-1 0 0,0 0 0 0 0,15 9 0 0 0,-27-12 14 0 0,1-1 0 0 0,-1 0-1 0 0,1 1 1 0 0,0-1 0 0 0,-1 0 0 0 0,1 1-1 0 0,0-1 1 0 0,-1 0 0 0 0,1 0 0 0 0,0 0-1 0 0,-1 1 1 0 0,1-1 0 0 0,0 0 0 0 0,-1 0 0 0 0,1 0-1 0 0,0 0 1 0 0,-1 0 0 0 0,1 0 0 0 0,0-1-1 0 0,0 1 1 0 0,-1 0 0 0 0,1 0 0 0 0,0 0 0 0 0,-1-1-1 0 0,1 1 1 0 0,-1 0 0 0 0,1 0 0 0 0,0-1-1 0 0,1-1 27 0 0,-1 1-1 0 0,0 0 0 0 0,0-1 0 0 0,0 1 0 0 0,0-1 0 0 0,0 1 0 0 0,-1-1 0 0 0,1 1 1 0 0,0-1-1 0 0,-1 1 0 0 0,1-3 0 0 0,5-47 668 0 0,-6 47-663 0 0,1-29 103 0 0,0 10 44 0 0,0 0 1 0 0,1 0-1 0 0,1 0 1 0 0,9-33-1 0 0,24-59-1045 0 0,-32 103-12 0 0</inkml:trace>
</inkml:ink>
</file>

<file path=ppt/ink/ink2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19.4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187 0 2304 0 0,'-10'0'386'0'0,"-1"0"-1"0"0,1 1 1 0 0,0 0-1 0 0,0 1 0 0 0,1 0 1 0 0,-1 0-1 0 0,0 1 0 0 0,1 0 1 0 0,-1 1-1 0 0,-11 6 0 0 0,16-7-178 0 0,1 1 0 0 0,-1-1 0 0 0,1 1 0 0 0,0 0 0 0 0,0 0 0 0 0,0 0 0 0 0,0 0 0 0 0,1 1 0 0 0,-1-1 0 0 0,1 1 0 0 0,1 0 0 0 0,-1 0 0 0 0,1 0 0 0 0,-1 1 0 0 0,1-1 0 0 0,1 0-1 0 0,-1 1 1 0 0,1-1 0 0 0,-1 11 0 0 0,0 2-240 0 0,0 1 0 0 0,1-1 0 0 0,1 0 0 0 0,1 1-1 0 0,1-1 1 0 0,0 0 0 0 0,9 30 0 0 0,-9-42 16 0 0,0 1 0 0 0,1-1 1 0 0,0 1-1 0 0,0-1 0 0 0,0 0 0 0 0,1 0 1 0 0,0 0-1 0 0,0 0 0 0 0,1-1 0 0 0,-1 0 1 0 0,1 0-1 0 0,0 0 0 0 0,1 0 0 0 0,-1-1 1 0 0,1 0-1 0 0,0 0 0 0 0,0-1 0 0 0,0 1 1 0 0,0-1-1 0 0,1-1 0 0 0,-1 1 0 0 0,13 2 0 0 0,1 1-474 0 0,0-2 0 0 0,1-1-1 0 0,-1 0 1 0 0,33 0 0 0 0,-46-4 434 0 0,0 1 0 0 0,0-2 1 0 0,0 1-1 0 0,0-1 0 0 0,0 0 1 0 0,0 0-1 0 0,-1 0 0 0 0,1-1 0 0 0,-1-1 1 0 0,1 1-1 0 0,-1-1 0 0 0,0 0 1 0 0,0 0-1 0 0,-1 0 0 0 0,1-1 0 0 0,8-9 1 0 0,-5 1 45 0 0,1 1-1 0 0,-1-1 1 0 0,-1-1 0 0 0,0 1 0 0 0,-1-1 0 0 0,-1-1-1 0 0,10-28 1 0 0,-13 34 94 0 0,-1-1-1 0 0,0 1 0 0 0,0-1 1 0 0,-1 0-1 0 0,0 0 1 0 0,0 0-1 0 0,-1 0 1 0 0,-1 0-1 0 0,0 0 0 0 0,0 1 1 0 0,-1-1-1 0 0,0 0 1 0 0,-5-15-1 0 0,4 20-1 0 0,0 0 1 0 0,1 0-1 0 0,-2 0 1 0 0,1 0-1 0 0,0 1 1 0 0,-1 0-1 0 0,0-1 1 0 0,0 1-1 0 0,0 1 1 0 0,-1-1-1 0 0,1 1 1 0 0,-1-1-1 0 0,0 1 1 0 0,0 1-1 0 0,0-1 1 0 0,0 1-1 0 0,0 0 1 0 0,-1 0-1 0 0,1 0 1 0 0,-1 1-1 0 0,1-1 1 0 0,-1 2-1 0 0,1-1 1 0 0,-1 0-1 0 0,0 1 1 0 0,-5 1-1 0 0,-15 0-163 0 0,-1 2-1 0 0,1 1 1 0 0,0 1 0 0 0,-31 10-1 0 0,38-10-218 0 0,6-1-2996 0 0</inkml:trace>
</inkml:ink>
</file>

<file path=ppt/ink/ink2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20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1193 456 0 0,'0'0'59'0'0,"-1"0"1"0"0,0-1-1 0 0,1 1 1 0 0,-1 0-1 0 0,1 0 0 0 0,-1-1 1 0 0,0 1-1 0 0,1 0 0 0 0,-1 0 1 0 0,1 0-1 0 0,-1 0 0 0 0,0 0 1 0 0,1 0-1 0 0,-1 0 1 0 0,0 0-1 0 0,1 0 0 0 0,-1 0 1 0 0,0 0-1 0 0,1 0 0 0 0,-1 0 1 0 0,1 0-1 0 0,-1 1 0 0 0,0-1 1 0 0,1 0-1 0 0,-1 1 0 0 0,1-1 1 0 0,-1 0-1 0 0,1 1 1 0 0,-2 0-1 0 0,-10 6 1086 0 0,12-8-1057 0 0,-1 1 1 0 0,1-1-1 0 0,-1 0 1 0 0,1 1-1 0 0,0-1 0 0 0,-1 0 1 0 0,1 1-1 0 0,0-1 1 0 0,0 0-1 0 0,-1 0 1 0 0,1 1-1 0 0,0-1 0 0 0,0 0 1 0 0,0 0-1 0 0,0 1 1 0 0,0-1-1 0 0,0 0 0 0 0,0 0 1 0 0,0 1-1 0 0,1-1 1 0 0,-1 0-1 0 0,0 0 0 0 0,3-22 661 0 0,1-37 492 0 0,-2 0 0 0 0,-2 0 0 0 0,-16-107 0 0 0,1 6 2 0 0,6-244 453 0 0,10 393-1733 0 0,-1 1-1 0 0,0-1 0 0 0,0 1 1 0 0,-2 0-1 0 0,1-1 1 0 0,-1 1-1 0 0,-1 0 1 0 0,0 0-1 0 0,-1 0 1 0 0,0 0-1 0 0,0 1 1 0 0,-1 0-1 0 0,-1-1 1 0 0,1 2-1 0 0,-9-11 1 0 0,-8-4-194 0 0,-14-16-2811 0 0</inkml:trace>
</inkml:ink>
</file>

<file path=ppt/ink/ink2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20.6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163 184 1840 0 0,'-1'-1'41'0'0,"1"-1"-1"0"0,0 1 1 0 0,-1 0-1 0 0,1-1 0 0 0,-1 1 1 0 0,1 0-1 0 0,-1 0 1 0 0,0-1-1 0 0,1 1 0 0 0,-1 0 1 0 0,0 0-1 0 0,0 0 1 0 0,0 0-1 0 0,0 0 0 0 0,0 0 1 0 0,0 0-1 0 0,0 0 1 0 0,0 0-1 0 0,0 1 0 0 0,0-1 1 0 0,-1 0-1 0 0,1 1 0 0 0,0-1 1 0 0,0 1-1 0 0,-1-1 1 0 0,1 1-1 0 0,0 0 0 0 0,-1-1 1 0 0,1 1-1 0 0,-3 0 1 0 0,1 0 47 0 0,0 1 1 0 0,0 0 0 0 0,0-1 0 0 0,0 1 0 0 0,0 0-1 0 0,0 0 1 0 0,0 1 0 0 0,0-1 0 0 0,1 1-1 0 0,-1-1 1 0 0,0 1 0 0 0,1 0 0 0 0,-4 3 0 0 0,3-2-45 0 0,-1 1 0 0 0,1 0 1 0 0,1-1-1 0 0,-1 1 0 0 0,0 0 1 0 0,1 0-1 0 0,0 0 0 0 0,0 1 1 0 0,0-1-1 0 0,-1 6 1 0 0,-10 50 587 0 0,9-34-527 0 0,3-23-169 0 0,-1 1-1 0 0,1 0 0 0 0,-1-1 1 0 0,0 1-1 0 0,0-1 1 0 0,0 0-1 0 0,0 0 1 0 0,-1 0-1 0 0,-3 4 0 0 0,-13 18-353 0 0,86-135 170 0 0,-60 91 906 0 0,0 0 1 0 0,0-1-1 0 0,-2 0 0 0 0,-1 0 1 0 0,0 0-1 0 0,1-38 1 0 0,-2 30-348 0 0,-3 25-200 0 0,0 1 1 0 0,0-1 0 0 0,1 0 0 0 0,-1 1 0 0 0,1-1 0 0 0,0 1 0 0 0,0-1-1 0 0,0 1 1 0 0,0-1 0 0 0,0 1 0 0 0,0 0 0 0 0,0 0 0 0 0,1-1 0 0 0,0 1-1 0 0,-1 0 1 0 0,1 0 0 0 0,0 0 0 0 0,0 1 0 0 0,0-1 0 0 0,3-2 0 0 0,-1 2-16 0 0,-1 1 0 0 0,1-1 0 0 0,0 1 0 0 0,-1 0 0 0 0,1 0 0 0 0,0 1 0 0 0,-1-1 1 0 0,1 1-1 0 0,0 0 0 0 0,0 0 0 0 0,0 0 0 0 0,6 1 0 0 0,7 3-30 0 0,0 0 0 0 0,-1 1 0 0 0,1 1-1 0 0,30 16 1 0 0,-38-18-319 0 0,1 0 0 0 0,0 0 0 0 0,15 2 0 0 0,-12-4-4085 0 0</inkml:trace>
</inkml:ink>
</file>

<file path=ppt/ink/ink2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5:49.9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74 456 0 0,'-88'-74'11464'0'0,"95"81"-8567"0"0,-2 0-3919 0 0,50 87 2143 0 0,4-3 0 0 0,119 142 0 0 0,-164-218-1074 0 0,269 313 680 0 0,-245-282-584 0 0,-8-9 22 0 0,28 43-1 0 0,-3 12-6600 0 0</inkml:trace>
</inkml:ink>
</file>

<file path=ppt/ink/ink2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5:50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0 989 920 0 0,'4'-9'4985'0'0,"-1"-7"-4245"0"0,2-57 2367 0 0,20-95 0 0 0,-3 70-2505 0 0,54-151 0 0 0,-53 197-646 0 0,2 0 0 0 0,2 1-1 0 0,68-92 1 0 0,-59 90-711 0 0,-18 29-181 0 0</inkml:trace>
</inkml:ink>
</file>

<file path=ppt/ink/ink2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5:51.1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0 153 3225 0 0,'0'0'240'0'0,"0"1"363"0"0,29-4 3531 0 0,-14 1-3598 0 0,0 2-1 0 0,0-1 1 0 0,0 2 0 0 0,0 0 0 0 0,30 6 0 0 0,25 3-375 0 0,50-9-191 0 0,160-20 1 0 0,-154 8 24 0 0,552-69 378 0 0,-645 73-1010 0 0,-1-2 1 0 0,62-25 0 0 0,-78 27-4 0 0</inkml:trace>
</inkml:ink>
</file>

<file path=ppt/ink/ink2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5:51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275 2482 3033 0 0,'2'-15'1890'0'0,"-2"15"-1752"0"0,1-1 1 0 0,-1 0 0 0 0,0 0 0 0 0,1 0-1 0 0,-1 0 1 0 0,0 0 0 0 0,0 0-1 0 0,0 0 1 0 0,0 0 0 0 0,0 1 0 0 0,0-1-1 0 0,0 0 1 0 0,0 0 0 0 0,0 0-1 0 0,0 0 1 0 0,0 0 0 0 0,-1 0 0 0 0,1 0-1 0 0,0 0 1 0 0,-1 0 0 0 0,1 1 0 0 0,0-1-1 0 0,-1 0 1 0 0,1 0 0 0 0,-1 0-1 0 0,0 1 1 0 0,1-1 0 0 0,-1 0 0 0 0,1 1-1 0 0,-1-1 1 0 0,0 0 0 0 0,0 1-1 0 0,1-1 1 0 0,-1 1 0 0 0,0-1 0 0 0,0 1-1 0 0,0 0 1 0 0,0-1 0 0 0,1 1-1 0 0,-1 0 1 0 0,0-1 0 0 0,-2 1 0 0 0,1-1-49 0 0,1 1 1 0 0,-1-1-1 0 0,1 0 1 0 0,-1 0-1 0 0,1 1 1 0 0,-1-1-1 0 0,1 0 1 0 0,-1-1-1 0 0,1 1 1 0 0,0 0-1 0 0,0 0 1 0 0,-1-1 0 0 0,1 1-1 0 0,0 0 1 0 0,0-1-1 0 0,0 1 1 0 0,1-1-1 0 0,-1 1 1 0 0,0-1-1 0 0,1 0 1 0 0,-1 1-1 0 0,1-1 1 0 0,-1 0-1 0 0,1 1 1 0 0,-1-4-1 0 0,-2-51 687 0 0,3 42-407 0 0,-6-286 2233 0 0,-12-278-798 0 0,-140-689-573 0 0,155 1247-1280 0 0,-1-7-495 0 0,-1 0 1 0 0,-1 1-1 0 0,-18-50 0 0 0,20 67-1105 0 0</inkml:trace>
</inkml:ink>
</file>

<file path=ppt/ink/ink2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5:52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6 1840 0 0,'-28'-6'4265'0'0,"19"9"-3324"0"0,16 10-999 0 0,-7-12 79 0 0,9-2 1 0 0,12-13-76 0 0</inkml:trace>
</inkml:ink>
</file>

<file path=ppt/ink/ink2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5:52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0 2304 0 0,'-2'1'272'0'0,"1"0"-1"0"0,-1-1 1 0 0,1 1-1 0 0,0 0 1 0 0,-1 0-1 0 0,1 0 1 0 0,0 0-1 0 0,-1 1 1 0 0,1-1-1 0 0,0 0 1 0 0,0 0-1 0 0,0 1 1 0 0,0-1-1 0 0,-1 3 1 0 0,-14 24 2114 0 0,16-28-2291 0 0,-7 14 771 0 0,1 0 0 0 0,1 1 0 0 0,1-1 1 0 0,0 1-1 0 0,0 0 0 0 0,2 0 0 0 0,0 0 0 0 0,0 17 1 0 0,7 126 427 0 0,-3-128-1038 0 0,92 690 231 0 0,-53-461-575 0 0,143 888-878 0 0,-173-1081 1006 0 0,28 262 831 0 0,-38-316-1028 0 0,2 26-1226 0 0,-2-36 1217 0 0,-1 0-1 0 0,0 0 1 0 0,0 0-1 0 0,1-1 0 0 0,-1 1 1 0 0,1 0-1 0 0,0 0 1 0 0,-1-1-1 0 0,1 1 1 0 0,0 0-1 0 0,0-1 0 0 0,0 1 1 0 0,0-1-1 0 0,2 3 1 0 0</inkml:trace>
</inkml:ink>
</file>

<file path=ppt/ink/ink2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5:53.0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9 3049 0 0,'-6'-2'0'0'0,"1"0"0"0"0,2 1 0 0 0,1-1 64 0 0,0 0-64 0 0</inkml:trace>
</inkml:ink>
</file>

<file path=ppt/ink/ink2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5:53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177 119 1376 0 0,'-4'-2'132'0'0,"1"1"0"0"0,-1-1 0 0 0,0 1 0 0 0,0 0 0 0 0,0 1 0 0 0,0-1 0 0 0,0 1 0 0 0,0 0 0 0 0,1-1 0 0 0,-1 2 0 0 0,0-1-1 0 0,0 0 1 0 0,0 1 0 0 0,0 0 0 0 0,0 0 0 0 0,0 0 0 0 0,-5 3 0 0 0,-6 3 730 0 0,0 0-1 0 0,-26 19 1 0 0,14-9 152 0 0,27-17-963 0 0,0 0 0 0 0,0 0 0 0 0,-1 0 0 0 0,1 0 0 0 0,0 1 1 0 0,0-1-1 0 0,0 0 0 0 0,0 0 0 0 0,-1 0 0 0 0,1 0 1 0 0,0 0-1 0 0,0 1 0 0 0,0-1 0 0 0,0 0 0 0 0,0 0 0 0 0,0 0 1 0 0,-1 1-1 0 0,1-1 0 0 0,0 0 0 0 0,0 0 0 0 0,0 0 1 0 0,0 1-1 0 0,0-1 0 0 0,0 0 0 0 0,0 0 0 0 0,0 0 0 0 0,0 1 1 0 0,0-1-1 0 0,0 0 0 0 0,0 0 0 0 0,0 0 0 0 0,0 1 0 0 0,0-1 1 0 0,0 0-1 0 0,0 0 0 0 0,0 1 0 0 0,0-1 0 0 0,1 0 1 0 0,-1 0-1 0 0,0 0 0 0 0,0 0 0 0 0,0 1 0 0 0,0-1 0 0 0,0 0 1 0 0,0 0-1 0 0,1 0 0 0 0,-1 0 0 0 0,0 1 0 0 0,0-1 1 0 0,0 0-1 0 0,1 0 0 0 0,17 10 784 0 0,24 2-472 0 0,-23-9-218 0 0,1-2 0 0 0,0-1 1 0 0,0 0-1 0 0,0-1 0 0 0,31-6 0 0 0,99-31 608 0 0,-52 12-143 0 0,-24 9-303 0 0,288-61 448 0 0,-259 60-819 0 0,160-5-1 0 0,-239 22-4 0 0,-13 0-434 0 0,1 1 0 0 0,-1 0 1 0 0,1 0-1 0 0,18 4 0 0 0,-14 1-408 0 0</inkml:trace>
</inkml:ink>
</file>

<file path=ppt/ink/ink2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5:54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2 2761 0 0,'-20'-1'10091'0'0,"19"2"-9900"0"0,-2 14 333 0 0,0 1 0 0 0,1-1 0 0 0,1 1 0 0 0,1 0 0 0 0,1 21 0 0 0,13 88 607 0 0,-6-66-852 0 0,7 83-19 0 0,23 146-1051 0 0,-38-283 484 0 0,1 0 0 0 0,0 0-1 0 0,0-1 1 0 0,1 1 0 0 0,0 0-1 0 0,0 0 1 0 0,0-1 0 0 0,0 1-1 0 0,1-1 1 0 0,-1 0-1 0 0,1 1 1 0 0,5 4 0 0 0</inkml:trace>
</inkml:ink>
</file>

<file path=ppt/ink/ink2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5:55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9 920 0 0,'0'0'67'0'0,"0"-1"58"0"0,0 0 161 0 0,1 1 0 0 0,0-1 1 0 0,0 0-1 0 0,-1 1 0 0 0,1-1 0 0 0,0 1 0 0 0,0-1 0 0 0,0 1 0 0 0,0-1 1 0 0,-1 1-1 0 0,1 0 0 0 0,0-1 0 0 0,0 1 0 0 0,0 0 0 0 0,0 0 0 0 0,0 0 0 0 0,0 0 1 0 0,0-1-1 0 0,0 1 0 0 0,0 1 0 0 0,0-1 0 0 0,0 0 0 0 0,0 0 0 0 0,0 0 0 0 0,0 0 1 0 0,1 1-1 0 0,21 3 998 0 0,-16-3-956 0 0,-1 1-1 0 0,0 0 1 0 0,1 1 0 0 0,-1 0-1 0 0,0 0 1 0 0,-1 0 0 0 0,1 0-1 0 0,0 1 1 0 0,7 7 0 0 0,41 45 1241 0 0,-24-24-868 0 0,30 29-239 0 0,-2-1-622 0 0,83 66-1 0 0,-136-122-19 0 0,0 1 0 0 0,-1 0 0 0 0,1 0-1 0 0,-1 0 1 0 0,0 0 0 0 0,6 10 0 0 0,1 3-1354 0 0,-11-18 1499 0 0,0 0 1 0 0,0-1-1 0 0,0 1 1 0 0,0 0-1 0 0,0 0 1 0 0,0 0-1 0 0,-1 0 1 0 0,1 0-1 0 0,0 0 1 0 0,0 0-1 0 0,0 0 1 0 0,0 0-1 0 0,0 0 1 0 0,0 0-1 0 0,0 0 1 0 0,-1 0-1 0 0,1 0 0 0 0,0 0 1 0 0,0 0-1 0 0,0 0 1 0 0,0 0-1 0 0,0 0 1 0 0,0 0-1 0 0,-1 0 1 0 0,1 0-1 0 0,0 0 1 0 0,0 0-1 0 0,0 0 1 0 0,0 0-1 0 0,0 0 1 0 0,0 0-1 0 0,0 0 1 0 0,0 0-1 0 0,-1 1 1 0 0,1-1-1 0 0,0 0 1 0 0,0 0-1 0 0,0 0 1 0 0,0 0-1 0 0,0 0 1 0 0,0 0-1 0 0,0 0 1 0 0,0 0-1 0 0,0 0 1 0 0,0 1-1 0 0,0-1 1 0 0,0 0-1 0 0,0 0 1 0 0,0 0-1 0 0,0 0 0 0 0,0 0 1 0 0,0 0-1 0 0,0 0 1 0 0,0 1-1 0 0,0-1 1 0 0,0 0-1 0 0,0 0 1 0 0,0 0-1 0 0,0 0 1 0 0,0 0-1 0 0,0 0 1 0 0,0 1-1 0 0,0-1 1 0 0,0 0-1 0 0,0 0 1 0 0,0 0-1 0 0,0 0 1 0 0,0 0-1 0 0,0 0 1 0 0,-5 1-81 0 0,-9 3 73 0 0</inkml:trace>
</inkml:ink>
</file>

<file path=ppt/ink/ink2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5:55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5 161 2304 0 0,'-5'10'5740'0'0,"25"-21"-1138"0"0,-11 5-5483 0 0,7-5 1251 0 0,-1-2 0 0 0,0 0-1 0 0,16-18 1 0 0,11-11-763 0 0,-19 21 195 0 0,-2-2 108 0 0</inkml:trace>
</inkml:ink>
</file>

<file path=ppt/ink/ink2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5:56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194 20 456 0 0,'-7'-7'6843'0'0,"6"6"-6771"0"0,0 0 0 0 0,0 0 0 0 0,0 0 0 0 0,0 0 0 0 0,0 0 0 0 0,-1 0 0 0 0,1 0 0 0 0,0 0 0 0 0,-1 1 0 0 0,1-1 0 0 0,-1 1 0 0 0,1-1 0 0 0,-1 1 0 0 0,1 0 0 0 0,-1-1 0 0 0,-1 1 0 0 0,0 0 59 0 0,0 1 1 0 0,1 0-1 0 0,-1-1 0 0 0,0 1 1 0 0,1 0-1 0 0,-1 0 0 0 0,1 1 1 0 0,-1-1-1 0 0,1 0 0 0 0,-3 3 0 0 0,-5 4-4 0 0,1 0 0 0 0,0 0-1 0 0,0 1 1 0 0,1 0-1 0 0,0 1 1 0 0,1-1-1 0 0,0 1 1 0 0,0 1 0 0 0,-10 22-1 0 0,9-16 66 0 0,1 0 1 0 0,1 1-1 0 0,1 0 0 0 0,0 0 0 0 0,-4 36 1 0 0,9-51-193 0 0,-1 0 1 0 0,1 0-1 0 0,0 1 1 0 0,0-1-1 0 0,0 0 1 0 0,1 1-1 0 0,-1-1 1 0 0,1 0 0 0 0,0 0-1 0 0,0 0 1 0 0,0 0-1 0 0,0 0 1 0 0,0 0-1 0 0,1 0 1 0 0,-1 0-1 0 0,1 0 1 0 0,0 0 0 0 0,0-1-1 0 0,4 5 1 0 0,-2-4 1 0 0,-1 0 0 0 0,1-1 0 0 0,0 1 0 0 0,0-1 0 0 0,1 0 0 0 0,-1-1 0 0 0,0 1 0 0 0,0-1 0 0 0,1 1 0 0 0,-1-1 0 0 0,1 0 0 0 0,7 0 0 0 0,5-1 6 0 0,1 0-1 0 0,-1-1 1 0 0,1-1 0 0 0,-1 0 0 0 0,0-2 0 0 0,23-7 0 0 0,10-7-582 0 0,-1-3 1 0 0,63-37 0 0 0,-87 44-1267 0 0,9-3-1990 0 0</inkml:trace>
</inkml:ink>
</file>

<file path=ppt/ink/ink2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29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91 6913 0 0,'-1'0'38'0'0,"1"0"-1"0"0,-1 0 1 0 0,1 0-1 0 0,0 0 1 0 0,-1 0-1 0 0,1 0 1 0 0,0 1-1 0 0,-1-1 1 0 0,1 0-1 0 0,0 0 1 0 0,-1 0-1 0 0,1 0 1 0 0,0 0-1 0 0,-1 1 1 0 0,1-1-1 0 0,0 0 1 0 0,-1 0-1 0 0,1 1 1 0 0,0-1-1 0 0,0 0 1 0 0,-1 0-1 0 0,1 1 1 0 0,0-1-1 0 0,0 0 1 0 0,-1 1-1 0 0,1-1 1 0 0,0 0-1 0 0,0 1 1 0 0,0-1-1 0 0,0 0 1 0 0,0 1-1 0 0,0-1 1 0 0,0 0-1 0 0,-1 1 1 0 0,1-1-1 0 0,0 0 1 0 0,0 1-1 0 0,0 0 1 0 0,17 2 384 0 0,30-7 94 0 0,97-26 994 0 0,-59 11-1029 0 0,94-9 1 0 0,-146 25-464 0 0,232-15 117 0 0,-193 16-116 0 0,123 14 1 0 0,-56 7-59 0 0,305 27-40 0 0,-140-34-10 0 0,426 12 510 0 0,-446-24 846 0 0,169 8 1148 0 0,-424-6-2241 0 0,75 8 35 0 0,-92-8-198 0 0,-1 0-1 0 0,1 1 1 0 0,-1 0-1 0 0,0 1 1 0 0,0 1-1 0 0,16 8 0 0 0,-23-11-5 0 0,-1 1 0 0 0,1-1 0 0 0,-1 0 0 0 0,0 1 0 0 0,0 0 0 0 0,0 0-1 0 0,0 0 1 0 0,0 0 0 0 0,-1 0 0 0 0,1 1 0 0 0,-1-1 0 0 0,0 1-1 0 0,0 0 1 0 0,0-1 0 0 0,-1 1 0 0 0,1 0 0 0 0,-1 0 0 0 0,0 0-1 0 0,0 0 1 0 0,0 0 0 0 0,-1 0 0 0 0,1 0 0 0 0,-1 1 0 0 0,0 7-1 0 0,-3 3-484 0 0,0 1-1 0 0,0-1 0 0 0,-2 0 1 0 0,0 0-1 0 0,-8 17 0 0 0,8-20-542 0 0,0 1-80 0 0</inkml:trace>
</inkml:ink>
</file>

<file path=ppt/ink/ink2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30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46 1376 0 0,'0'-2'289'0'0,"0"-1"-1"0"0,0 1 0 0 0,0-1 1 0 0,0 1-1 0 0,-1-1 1 0 0,1 1-1 0 0,-1 0 0 0 0,0-1 1 0 0,0 1-1 0 0,1 0 0 0 0,-2-1 1 0 0,1 1-1 0 0,0 0 0 0 0,0 0 1 0 0,-1 0-1 0 0,-1-3 1 0 0,2 5-142 0 0,1-1-1 0 0,-1 1 1 0 0,0 0 0 0 0,1-1 0 0 0,-1 1 0 0 0,1 0 0 0 0,-1 0 0 0 0,1-1 0 0 0,-1 1 0 0 0,0 0 0 0 0,1 0 0 0 0,-1 0 0 0 0,1 0 0 0 0,-1 0 0 0 0,0-1 0 0 0,1 1 0 0 0,-1 0 0 0 0,0 1-1 0 0,1-1 1 0 0,-1 0 0 0 0,0 0 0 0 0,1 0 0 0 0,-1 0 0 0 0,0 1 0 0 0,-1 0 65 0 0,1 0 1 0 0,-1 0-1 0 0,1 0 0 0 0,-1 0 1 0 0,1 0-1 0 0,-1 1 0 0 0,1-1 1 0 0,0 1-1 0 0,0-1 0 0 0,-1 1 0 0 0,1-1 1 0 0,-1 3-1 0 0,-1 2 98 0 0,1 0 0 0 0,-1 0 0 0 0,1 0 0 0 0,0 1 0 0 0,0-1 0 0 0,1 1 0 0 0,0-1 0 0 0,0 1 0 0 0,0-1 0 0 0,1 1 0 0 0,0 0 0 0 0,1 7 0 0 0,2 12-3 0 0,12 46 1 0 0,-3-19-180 0 0,133 853 1475 0 0,-94-633-1493 0 0,-36-219 63 0 0,2-1 0 0 0,46 100 1 0 0,-34-89 28 0 0,-2 1 1 0 0,-4 0 0 0 0,-3 2 0 0 0,-2 1 0 0 0,9 75 0 0 0,-17-84-353 0 0,7 66-4700 0 0,-16-113 3102 0 0</inkml:trace>
</inkml:ink>
</file>

<file path=ppt/ink/ink2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31.8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0 3681 0 0,'-10'4'269'0'0,"1"-1"0"0"0,-1 2-1 0 0,1-1 1 0 0,0 1 0 0 0,0 1 0 0 0,0 0 0 0 0,1 0 0 0 0,0 0 0 0 0,0 1 0 0 0,0 1 0 0 0,1-1-1 0 0,-7 10 1 0 0,0 2 239 0 0,0-1 0 0 0,2 2 1 0 0,0 0-1 0 0,-13 31 0 0 0,18-34-194 0 0,1 0 0 0 0,0 1-1 0 0,2 0 1 0 0,-4 21 0 0 0,7-33-257 0 0,0 0 0 0 0,1-1 1 0 0,-1 1-1 0 0,1 0 0 0 0,1 0 0 0 0,-1 0 0 0 0,1-1 0 0 0,0 1 0 0 0,0 0 1 0 0,0-1-1 0 0,1 1 0 0 0,0-1 0 0 0,0 1 0 0 0,0-1 0 0 0,1 0 0 0 0,0 0 0 0 0,4 6 1 0 0,-3-7-49 0 0,-1-1 0 0 0,1 0 0 0 0,0 0 0 0 0,0-1 1 0 0,0 1-1 0 0,0-1 0 0 0,0 0 0 0 0,1 0 0 0 0,-1 0 1 0 0,1 0-1 0 0,0-1 0 0 0,5 1 0 0 0,64 6 136 0 0,-30-4-105 0 0,-3 2 198 0 0,49 14 0 0 0,-74-15-159 0 0,0 1 0 0 0,0 0 1 0 0,0 1-1 0 0,-1 0 1 0 0,26 18-1 0 0,-39-23-67 0 0,-1-1 1 0 0,1 1-1 0 0,0 0 1 0 0,0 0-1 0 0,-1 0 1 0 0,1 0-1 0 0,-1 0 0 0 0,0 1 1 0 0,0-1-1 0 0,1 0 1 0 0,-2 1-1 0 0,1-1 1 0 0,0 0-1 0 0,0 1 1 0 0,-1-1-1 0 0,1 1 0 0 0,-1-1 1 0 0,0 1-1 0 0,0 0 1 0 0,0-1-1 0 0,0 1 1 0 0,0-1-1 0 0,0 1 1 0 0,-1-1-1 0 0,1 1 0 0 0,-1-1 1 0 0,0 1-1 0 0,0-1 1 0 0,-1 3-1 0 0,-4 10 110 0 0,-1-1 1 0 0,0 0-1 0 0,-15 21 0 0 0,18-29-103 0 0,-26 38 325 0 0,-58 66-1 0 0,81-101-300 0 0,0 1 0 0 0,0 0 0 0 0,1 0 0 0 0,-6 15 0 0 0,8-16 34 0 0,1-1 1 0 0,-1-1-1 0 0,-1 1 0 0 0,1-1 1 0 0,-1 1-1 0 0,-1-1 0 0 0,1-1 1 0 0,-1 1-1 0 0,0-1 0 0 0,-8 6 1 0 0,24-23 88 0 0,1 1-166 0 0,-6 8 0 0 0,1-1 0 0 0,0 1 0 0 0,0 0 0 0 0,0 1 0 0 0,0-1 0 0 0,0 1 0 0 0,0 0 0 0 0,1 1 0 0 0,-1 0 0 0 0,0 0 0 0 0,0 0 0 0 0,0 0 0 0 0,7 2 1 0 0,-10-1-1 0 0,0-1 0 0 0,0 1 0 0 0,0-1 0 0 0,0 1 0 0 0,0 0 0 0 0,-1 0 0 0 0,1 1 0 0 0,0-1 0 0 0,-1 0 0 0 0,1 1 0 0 0,-1 0 0 0 0,1 0 0 0 0,-1-1 0 0 0,0 1 0 0 0,1 0 0 0 0,-1 1 0 0 0,0-1 0 0 0,-1 0 0 0 0,1 1 0 0 0,0-1 0 0 0,-1 1 0 0 0,1-1 0 0 0,-1 1 0 0 0,0 0 0 0 0,0 0 0 0 0,0 0 0 0 0,0-1 0 0 0,0 1 0 0 0,-1 0 0 0 0,1 3-1 0 0,-1 2-8 0 0,-1 0 0 0 0,0-1 0 0 0,0 1 0 0 0,0-1 0 0 0,-1 1-1 0 0,0-1 1 0 0,-1 0 0 0 0,1 0 0 0 0,-1 0 0 0 0,-8 13 0 0 0,-6 7 111 0 0,-24 31-1 0 0,30-44 13 0 0,-19 25 92 0 0,-80 117 540 0 0,108-155-733 0 0,1 1 0 0 0,0 0 0 0 0,0-1 0 0 0,0 1 0 0 0,1 0 1 0 0,-1-1-1 0 0,0 1 0 0 0,1 0 0 0 0,-1 0 0 0 0,1 0 0 0 0,-1 0 0 0 0,1 0 1 0 0,0-1-1 0 0,0 1 0 0 0,0 0 0 0 0,0 0 0 0 0,0 0 0 0 0,0 0 0 0 0,1 0 0 0 0,-1 0 1 0 0,1 0-1 0 0,-1-1 0 0 0,1 1 0 0 0,0 0 0 0 0,-1 0 0 0 0,1-1 0 0 0,0 1 1 0 0,0 0-1 0 0,0-1 0 0 0,0 1 0 0 0,1-1 0 0 0,-1 1 0 0 0,2 0 0 0 0,1 1-9 0 0,0 0-1 0 0,0 0 1 0 0,1 0-1 0 0,-1-1 1 0 0,1 0-1 0 0,-1 0 1 0 0,1 0-1 0 0,0-1 0 0 0,0 0 1 0 0,0 1-1 0 0,9-1 1 0 0,82 3-223 0 0,-66-4-1541 0 0,0 1-1 0 0,42 6 1 0 0,-65-5-830 0 0</inkml:trace>
</inkml:ink>
</file>

<file path=ppt/ink/ink2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32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 1376 0 0,'-3'8'9690'0'0,"-16"191"-6345"0"0,13-112-2956 0 0,-11 193 2253 0 0,21 326 0 0 0,-3-590-3154 0 0,0 0-1 0 0,1 0 1 0 0,1 0-1 0 0,0 0 1 0 0,10 28-1 0 0</inkml:trace>
</inkml:ink>
</file>

<file path=ppt/ink/ink2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33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87 310 1880 0 0,'-26'8'224'0'0,"9"-2"342"0"0,12-4 62 0 0,0 1 0 0 0,0-2-1 0 0,-1 1 1 0 0,1-1 0 0 0,-1 1-1 0 0,-6-1 1 0 0,48-6 3844 0 0,-28 3-4344 0 0,-1 1 1 0 0,1 0-1 0 0,0 0 1 0 0,0 1-1 0 0,13 0 1 0 0,66 15 600 0 0,-41-6-620 0 0,47 2 0 0 0,-41-8-70 0 0,17 2-27 0 0,132-8 1 0 0,-59-14 55 0 0,-42 4 148 0 0,137-1 1 0 0,284-5 1271 0 0,-270-2-591 0 0,100-12 918 0 0,-33-31-1036 0 0,-176 32-423 0 0,227-23 0 0 0,-73 43 572 0 0,41-3-714 0 0,-321 14-214 0 0,-1 0 0 0 0,1 0 0 0 0,0-2 0 0 0,-1 0 0 0 0,0-1 0 0 0,1 0 0 0 0,-1-1 0 0 0,-1-1 0 0 0,1-1 0 0 0,24-14 0 0 0,-37 19-23 0 0,0 1-1 0 0,0-1 0 0 0,0 1 0 0 0,0 0 0 0 0,0 0 1 0 0,1 0-1 0 0,-1 0 0 0 0,0 0 0 0 0,1 0 0 0 0,-1 0 0 0 0,0 1 1 0 0,5-1-1 0 0,17 7-4361 0 0</inkml:trace>
</inkml:ink>
</file>

<file path=ppt/ink/ink2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34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1 2761 0 0,'-21'29'5157'0'0,"19"-24"-5020"0"0,-1 0-1 0 0,1 0 0 0 0,0 0 1 0 0,0 0-1 0 0,1 0 0 0 0,-1 1 0 0 0,1-1 1 0 0,0 1-1 0 0,1-1 0 0 0,-1 1 0 0 0,1-1 1 0 0,0 1-1 0 0,2 8 0 0 0,5-5 1272 0 0,-13-9-2357 0 0,6 0 957 0 0,-1 0 1 0 0,1 0 0 0 0,-1 1 0 0 0,0-1 0 0 0,1 0 0 0 0,-1 0 0 0 0,0 0 0 0 0,1 0 0 0 0,-1 0 0 0 0,0 0 0 0 0,1 0 0 0 0,-1 0 0 0 0,0 0 0 0 0,1 0 0 0 0,-1 0 0 0 0,1-1 0 0 0,-1 1-1 0 0,0 0 1 0 0,1 0 0 0 0,-1-1 0 0 0,1 1 0 0 0,-1 0 0 0 0,0-1 0 0 0,1 1 0 0 0,-1 0 0 0 0,1-1 0 0 0,-1 1 0 0 0,1-1 0 0 0,0 1 0 0 0,-1-1 0 0 0,1 1 0 0 0,-1-1 0 0 0,-10-2 4934 0 0,5 9-4793 0 0,0 1-1 0 0,1-1 0 0 0,-1 1 1 0 0,1 0-1 0 0,1 0 1 0 0,-1 1-1 0 0,1 0 0 0 0,1-1 1 0 0,-1 1-1 0 0,1 0 0 0 0,1 1 1 0 0,0-1-1 0 0,0 0 0 0 0,0 1 1 0 0,1-1-1 0 0,0 1 1 0 0,1 13-1 0 0,6 88 303 0 0,-5-58-7 0 0,2-1 0 0 0,3 1 0 0 0,18 76 0 0 0,-10-82-443 0 0,31 128 30 0 0,-39-147-22 0 0,-2 1-1 0 0,-1 0 0 0 0,-1 0 0 0 0,-3 37 0 0 0,0-51 109 0 0,-2 0 0 0 0,0-1 0 0 0,-6 16 0 0 0,5-20-31 0 0,1 0-1 0 0,1 0 0 0 0,-1 1 0 0 0,1-1 1 0 0,1 0-1 0 0,0 1 0 0 0,0 0 0 0 0,2 16 1 0 0,-1-25-87 0 0,0-1 1 0 0,0 0-1 0 0,0 0 1 0 0,0 1 0 0 0,0-1-1 0 0,0 0 1 0 0,0 0-1 0 0,0 1 1 0 0,0-1 0 0 0,0 0-1 0 0,0 0 1 0 0,0 1-1 0 0,0-1 1 0 0,0 0 0 0 0,0 0-1 0 0,0 1 1 0 0,0-1-1 0 0,0 0 1 0 0,0 0-1 0 0,1 0 1 0 0,-1 1 0 0 0,0-1-1 0 0,0 0 1 0 0,0 0-1 0 0,0 0 1 0 0,1 1 0 0 0,-1-1-1 0 0,0 0 1 0 0,0 0-1 0 0,0 0 1 0 0,1 0 0 0 0,-1 0-1 0 0,0 1 1 0 0,0-1-1 0 0,0 0 1 0 0,1 0 0 0 0,-1 0-1 0 0,0 0 1 0 0,0 0-1 0 0,1 0 1 0 0,-1 0 0 0 0,0 0-1 0 0,0 0 1 0 0,1 0-1 0 0,-1 0 1 0 0,0 0-1 0 0,0 0 1 0 0,1 0 0 0 0,-1 0-1 0 0,0 0 1 0 0,0 0-1 0 0,1 0 1 0 0,-1-1 0 0 0,0 1-1 0 0,0 0 1 0 0,1 0-1 0 0,-1 0 1 0 0,0 0 0 0 0,0 0-1 0 0,0-1 1 0 0,1 1-1 0 0,-1 0 1 0 0,0 0 0 0 0,0 0-1 0 0,0-1 1 0 0,1 1-1 0 0,9-18-2134 0 0</inkml:trace>
</inkml:ink>
</file>

<file path=ppt/ink/ink2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35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88 2705 0 0,'0'-15'2064'0'0,"-1"1"1"0"0,-4-26-1 0 0,3 29-313 0 0,2 11-1690 0 0,0-1-1 0 0,-1 1 1 0 0,1 0 0 0 0,0 0 0 0 0,0 0-1 0 0,0-1 1 0 0,0 1 0 0 0,0 0 0 0 0,0 0-1 0 0,0 0 1 0 0,0-1 0 0 0,0 1 0 0 0,0 0-1 0 0,0 0 1 0 0,0 0 0 0 0,0-1 0 0 0,0 1-1 0 0,0 0 1 0 0,0 0 0 0 0,0 0 0 0 0,0-1-1 0 0,0 1 1 0 0,0 0 0 0 0,0 0 0 0 0,0 0-1 0 0,0-1 1 0 0,0 1 0 0 0,1 0 0 0 0,-1 0-1 0 0,0 0 1 0 0,0 0 0 0 0,0-1 0 0 0,0 1-1 0 0,0 0 1 0 0,1 0 0 0 0,-1 0 0 0 0,0 0-1 0 0,0 0 1 0 0,0 0 0 0 0,0-1 0 0 0,1 1-1 0 0,-1 0 1 0 0,0 0 0 0 0,0 0 0 0 0,0 0-1 0 0,1 0 1 0 0,10 6 1352 0 0,7 13-367 0 0,4 20-163 0 0,-2 1 0 0 0,-1 1 1 0 0,-3 0-1 0 0,16 60 0 0 0,-18-57-512 0 0,151 492-1214 0 0,-161-513-3023 0 0</inkml:trace>
</inkml:ink>
</file>

<file path=ppt/ink/ink2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35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23 305 3913 0 0,'-3'-5'254'0'0,"0"-1"0"0"0,0 1 0 0 0,1-1 0 0 0,-1 0 0 0 0,1 0 0 0 0,1 0 0 0 0,-3-10 1 0 0,4 13-139 0 0,-1 0 0 0 0,1 0 0 0 0,0 0 0 0 0,0 0 0 0 0,0-1 0 0 0,0 1 0 0 0,0 0 0 0 0,1 0 0 0 0,0 0 0 0 0,-1 0 0 0 0,1 0 0 0 0,0 0 0 0 0,0 0 0 0 0,1 0 0 0 0,-1 0 0 0 0,1 0 0 0 0,2-3 0 0 0,18-6 1165 0 0,2-17-127 0 0,-4 3-181 0 0,1 1 1 0 0,27-23-1 0 0,-43 42-901 0 0,1 1 0 0 0,0 1-1 0 0,0-1 1 0 0,0 1 0 0 0,1 0-1 0 0,0 0 1 0 0,-1 1 0 0 0,1 0-1 0 0,1 0 1 0 0,-1 1 0 0 0,0 0-1 0 0,0 0 1 0 0,1 0 0 0 0,11 0-1 0 0,-16 2-70 0 0,0 1 0 0 0,0-1-1 0 0,0 1 1 0 0,1 0-1 0 0,-1 0 1 0 0,0 0 0 0 0,0 0-1 0 0,-1 0 1 0 0,1 1-1 0 0,0-1 1 0 0,0 1 0 0 0,-1 0-1 0 0,1 0 1 0 0,-1 0-1 0 0,1 0 1 0 0,-1 0 0 0 0,0 1-1 0 0,0-1 1 0 0,0 0-1 0 0,0 1 1 0 0,-1 0 0 0 0,1-1-1 0 0,0 1 1 0 0,-1 0-1 0 0,0 0 1 0 0,0 0 0 0 0,0 0-1 0 0,0 0 1 0 0,0 4-1 0 0,2 4-41 0 0,-1-1-1 0 0,0 1 1 0 0,-1 0 0 0 0,0-1-1 0 0,-1 1 1 0 0,0 0-1 0 0,-3 14 1 0 0,-6 18-170 0 0,-2 0 0 0 0,-3-1 0 0 0,-19 46 0 0 0,7-23 1488 0 0,22-43 155 0 0,4-21-1402 0 0,0-1 0 0 0,0 0 1 0 0,0 1-1 0 0,0-1 1 0 0,0 0-1 0 0,1 1 0 0 0,-1-1 1 0 0,0 0-1 0 0,0 1 1 0 0,0-1-1 0 0,0 0 0 0 0,1 0 1 0 0,-1 1-1 0 0,0-1 1 0 0,0 0-1 0 0,1 0 0 0 0,-1 1 1 0 0,0-1-1 0 0,1 0 0 0 0,-1 0 1 0 0,0 0-1 0 0,1 1 1 0 0,-1-1-1 0 0,0 0 0 0 0,1 0 1 0 0,-1 0-1 0 0,0 0 1 0 0,1 0-1 0 0,-1 0 0 0 0,0 0 1 0 0,1 0-1 0 0,3 0 97 0 0,1-1 0 0 0,-1 0 0 0 0,0 0 0 0 0,0-1-1 0 0,0 1 1 0 0,7-4 0 0 0,-2 1-67 0 0,26-11 556 0 0,41-10 0 0 0,-61 21-563 0 0,0 1 1 0 0,0 0 0 0 0,0 2-1 0 0,0-1 1 0 0,27 3-1 0 0,-25 0-274 0 0,4 0 365 0 0,-1 1 1 0 0,25 6-1 0 0,-40-7-403 0 0,-1 0 0 0 0,1 0 0 0 0,0 1 0 0 0,0 0 0 0 0,-1 0 0 0 0,1 0 0 0 0,-1 1 0 0 0,0 0 0 0 0,1-1 0 0 0,-1 1 0 0 0,-1 1-1 0 0,1-1 1 0 0,0 1 0 0 0,4 5 0 0 0</inkml:trace>
</inkml:ink>
</file>

<file path=ppt/ink/ink2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39.2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1 1376 0 0,'-2'0'107'0'0,"-3"1"173"0"0,0 0 0 0 0,0 1 0 0 0,1 0 0 0 0,-1-1 0 0 0,1 2 0 0 0,-1-1 0 0 0,1 0 0 0 0,0 1 0 0 0,0 0 0 0 0,0 0 0 0 0,0 0 0 0 0,0 0 0 0 0,1 1 0 0 0,-5 5 0 0 0,7-8-201 0 0,0 1 1 0 0,0-1 0 0 0,0 0-1 0 0,0 0 1 0 0,0 1-1 0 0,1-1 1 0 0,-1 1 0 0 0,0-1-1 0 0,1 1 1 0 0,-1-1 0 0 0,1 1-1 0 0,0-1 1 0 0,-1 1 0 0 0,1-1-1 0 0,0 1 1 0 0,0 0 0 0 0,0-1-1 0 0,0 1 1 0 0,0-1 0 0 0,0 1-1 0 0,1-1 1 0 0,-1 1 0 0 0,0-1-1 0 0,1 1 1 0 0,-1-1 0 0 0,1 1-1 0 0,0-1 1 0 0,-1 1 0 0 0,1-1-1 0 0,0 0 1 0 0,0 1 0 0 0,0-1-1 0 0,0 0 1 0 0,0 0 0 0 0,0 0-1 0 0,0 1 1 0 0,1-1 0 0 0,-1 0-1 0 0,0-1 1 0 0,0 1 0 0 0,4 1-1 0 0,3 2 205 0 0,1-1 0 0 0,0 0-1 0 0,0-1 1 0 0,0 0 0 0 0,15 2 0 0 0,-18-3 5 0 0,6 1-171 0 0,-1 1 1 0 0,1 0 0 0 0,0 0-1 0 0,-1 1 1 0 0,0 1 0 0 0,0 0 0 0 0,14 10-1 0 0,5 5-58 0 0,31 27-1 0 0,-43-32-51 0 0,0 0 1 0 0,0-1-1 0 0,2-1 1 0 0,0-1-1 0 0,37 16 1 0 0,-39-22 5 0 0,-12-4 63 0 0,0-1-1 0 0,0 1 1 0 0,1 0 0 0 0,-2 1 0 0 0,1 0 0 0 0,0 0 0 0 0,0 0-1 0 0,-1 0 1 0 0,0 1 0 0 0,1 0 0 0 0,8 9 0 0 0,-14-12-57 0 0,1 0 0 0 0,-1 1 1 0 0,0-1-1 0 0,0 0 0 0 0,0 0 0 0 0,0 0 0 0 0,0 0 1 0 0,0 0-1 0 0,0 0 0 0 0,0 1 0 0 0,0-1 1 0 0,0 0-1 0 0,-1 0 0 0 0,1 0 0 0 0,0 0 1 0 0,-1 0-1 0 0,1 0 0 0 0,-1 0 0 0 0,1 0 1 0 0,-1 0-1 0 0,0 0 0 0 0,1 0 0 0 0,-1 0 1 0 0,0-1-1 0 0,1 1 0 0 0,-1 0 0 0 0,0 0 1 0 0,-1 0-1 0 0,-30 26 417 0 0,26-23-249 0 0,-124 112 3034 0 0,9-8-1223 0 0,119-106-1976 0 0,-64 55 190 0 0,59-51-234 0 0,0 2 0 0 0,1-1-1 0 0,0 1 1 0 0,0 0 0 0 0,0 0 0 0 0,-6 15 0 0 0,12-23-12 0 0,0 0 1 0 0,0 0-1 0 0,0 0 0 0 0,0 0 0 0 0,1 0 0 0 0,-1 0 0 0 0,0 0 1 0 0,0 0-1 0 0,0 0 0 0 0,0 0 0 0 0,1 0 0 0 0,-1 0 0 0 0,0 0 1 0 0,0 0-1 0 0,0 0 0 0 0,0 0 0 0 0,1 0 0 0 0,-1 0 1 0 0,0 0-1 0 0,0 0 0 0 0,0 0 0 0 0,0 0 0 0 0,0 1 0 0 0,1-1 1 0 0,-1 0-1 0 0,0 0 0 0 0,0 0 0 0 0,0 0 0 0 0,0 0 0 0 0,0 0 1 0 0,0 1-1 0 0,0-1 0 0 0,0 0 0 0 0,0 0 0 0 0,1 0 1 0 0,-1 0-1 0 0,0 0 0 0 0,0 1 0 0 0,0-1 0 0 0,0 0 0 0 0,0 0 1 0 0,0 0-1 0 0,0 0 0 0 0,0 1 0 0 0,0-1 0 0 0,0 0 0 0 0,0 0 1 0 0,0 0-1 0 0,0 0 0 0 0,0 1 0 0 0,0-1 0 0 0,0 0 1 0 0,-1 0-1 0 0,1 0 0 0 0,0 0 0 0 0,0 0 0 0 0,0 1 0 0 0,0-1 1 0 0,0 0-1 0 0,0 0 0 0 0,0 0 0 0 0,0 0 0 0 0,-1 0 1 0 0,1 0-1 0 0,0 0 0 0 0,0 1 0 0 0</inkml:trace>
</inkml:ink>
</file>

<file path=ppt/ink/ink2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39.9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58 5065 0 0,'-10'-41'4334'0'0,"6"24"949"0"0,2 42-2669 0 0,3 5-2188 0 0,1 0 0 0 0,2 0 0 0 0,1 0 0 0 0,13 42 1 0 0,47 110-266 0 0,-41-121-177 0 0,-2 1 0 0 0,15 70 0 0 0,-17-11-35 0 0,-12-67-1056 0 0,1 0 0 0 0,24 70 1 0 0,-22-93-332 0 0</inkml:trace>
</inkml:ink>
</file>

<file path=ppt/ink/ink2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40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74 4145 0 0,'0'-1'319'0'0,"34"-9"3292"0"0,6-3-2100 0 0,-6 1-1309 0 0,2 1 1 0 0,-1 2-1 0 0,1 2 1 0 0,39-3-1 0 0,-40 9-502 0 0</inkml:trace>
</inkml:ink>
</file>

<file path=ppt/ink/ink2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41.1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248 317 1376 0 0,'-3'-3'187'0'0,"0"0"-1"0"0,0 1 1 0 0,-1-1-1 0 0,1 1 1 0 0,-1 0-1 0 0,1 0 1 0 0,-1 0-1 0 0,0 1 1 0 0,1 0-1 0 0,-1-1 1 0 0,0 1-1 0 0,0 0 1 0 0,0 1-1 0 0,0-1 1 0 0,0 1-1 0 0,0-1 1 0 0,0 1-1 0 0,0 1 1 0 0,0-1-1 0 0,0 0 1 0 0,0 1-1 0 0,0 0 1 0 0,0 0-1 0 0,0 0 0 0 0,0 1 1 0 0,0-1-1 0 0,-3 3 1 0 0,-1-1 60 0 0,1 1 0 0 0,0 1 0 0 0,0-1 0 0 0,1 1 0 0 0,0 0 0 0 0,-1 0 1 0 0,1 1-1 0 0,1 0 0 0 0,-1 0 0 0 0,1 0 0 0 0,1 1 0 0 0,-9 13 0 0 0,4-1-221 0 0,1 1 0 0 0,0 0 1 0 0,2 1-1 0 0,0 0 0 0 0,1 0 0 0 0,2 0 0 0 0,0 1 1 0 0,1-1-1 0 0,1 1 0 0 0,2 25 0 0 0,-1-45-28 0 0,0-1 1 0 0,0 1-1 0 0,0-1 0 0 0,0 0 1 0 0,1 1-1 0 0,-1-1 0 0 0,0 0 1 0 0,1 1-1 0 0,-1-1 0 0 0,1 0 1 0 0,0 1-1 0 0,-1-1 0 0 0,1 0 1 0 0,0 0-1 0 0,0 0 0 0 0,0 0 1 0 0,-1 0-1 0 0,1 0 0 0 0,0 0 1 0 0,0 0-1 0 0,1 0 0 0 0,-1 0 1 0 0,0 0-1 0 0,0-1 0 0 0,0 1 1 0 0,1 0-1 0 0,-1-1 0 0 0,0 1 1 0 0,0-1-1 0 0,1 1 0 0 0,-1-1 1 0 0,1 0-1 0 0,-1 0 0 0 0,0 0 1 0 0,1 1-1 0 0,-1-1 0 0 0,0 0 1 0 0,1-1-1 0 0,-1 1 0 0 0,1 0 1 0 0,-1 0-1 0 0,0-1 0 0 0,1 1 1 0 0,-1 0-1 0 0,0-1 0 0 0,1 0 1 0 0,-1 1-1 0 0,2-2 0 0 0,3-1-12 0 0,1 0-1 0 0,0 0 0 0 0,-1-1 0 0 0,0 0 0 0 0,0 0 0 0 0,0-1 0 0 0,10-9 0 0 0,-2-4-65 0 0,-1 0 1 0 0,0-1-1 0 0,-1 0 0 0 0,-2-1 1 0 0,0 0-1 0 0,15-43 1 0 0,-11 18 212 0 0,-2-1 1 0 0,8-61 0 0 0,-18 91-27 0 0,0 1 0 0 0,-1-1 0 0 0,-1 0 0 0 0,-1 0 0 0 0,0 1 0 0 0,0-1 0 0 0,-2 1 0 0 0,0-1 0 0 0,-1 1 0 0 0,0 0 0 0 0,-1 0 0 0 0,-13-25 0 0 0,17 38-34 0 0,0 0 0 0 0,0 1 1 0 0,-1-1-1 0 0,1 0 1 0 0,0 1-1 0 0,0 0 0 0 0,-1-1 1 0 0,1 1-1 0 0,-1 0 0 0 0,1-1 1 0 0,-1 1-1 0 0,0 0 0 0 0,1 0 1 0 0,-1 0-1 0 0,0 1 1 0 0,0-1-1 0 0,0 0 0 0 0,0 1 1 0 0,0-1-1 0 0,0 1 0 0 0,0-1 1 0 0,1 1-1 0 0,-1 0 1 0 0,0 0-1 0 0,0 0 0 0 0,0 0 1 0 0,0 0-1 0 0,0 1 0 0 0,0-1 1 0 0,0 0-1 0 0,0 1 0 0 0,0 0 1 0 0,0-1-1 0 0,0 1 1 0 0,0 0-1 0 0,1 0 0 0 0,-3 1 1 0 0,2 0 5 0 0,-1-1 1 0 0,0 1 0 0 0,1 0 0 0 0,-1 0 0 0 0,1 0 0 0 0,0 1-1 0 0,-1-1 1 0 0,1 1 0 0 0,0-1 0 0 0,1 1 0 0 0,-1-1-1 0 0,0 1 1 0 0,1 0 0 0 0,0 0 0 0 0,-1 0 0 0 0,1 0-1 0 0,0 0 1 0 0,0 0 0 0 0,1 0 0 0 0,-1 1 0 0 0,1-1 0 0 0,-1 5-1 0 0,5 21 16 0 0,2 0 0 0 0,0-1-1 0 0,2 1 1 0 0,1-1 0 0 0,16 35-1 0 0,-13-36-103 0 0,2-1 0 0 0,1 0 0 0 0,25 34 0 0 0,-29-47 2 0 0,0 1-1 0 0,1-1 1 0 0,1-1-1 0 0,0 0 1 0 0,0-1-1 0 0,1-1 1 0 0,19 12-1 0 0,-30-20-139 0 0,1 0 0 0 0,0 0 0 0 0,0-1-1 0 0,1 1 1 0 0,-1-1 0 0 0,0 0-1 0 0,0 0 1 0 0,1 0 0 0 0,-1 0-1 0 0,0-1 1 0 0,1 0 0 0 0,-1 0-1 0 0,0 0 1 0 0,1 0 0 0 0,-1-1-1 0 0,1 1 1 0 0,-1-1 0 0 0,0 0-1 0 0,0-1 1 0 0,0 1 0 0 0,1-1 0 0 0,-1 0-1 0 0,-1 0 1 0 0,1 0 0 0 0,7-5-1 0 0,-6 2 12 0 0,0 0-1 0 0,0 1 0 0 0,0-1 1 0 0,-1-1-1 0 0,0 1 0 0 0,0-1 1 0 0,0 0-1 0 0,-1 0 0 0 0,0 0 1 0 0,0 0-1 0 0,0 0 0 0 0,-1-1 1 0 0,0 1-1 0 0,0-1 0 0 0,0 0 1 0 0,0-7-1 0 0,-2 12 141 0 0,2-56-166 0 0,-2 56 195 0 0,0-1 0 0 0,0 1 0 0 0,-1 0 0 0 0,1-1 1 0 0,-1 1-1 0 0,1-1 0 0 0,-1 1 0 0 0,0 0 0 0 0,0 0 0 0 0,0-1 0 0 0,0 1 1 0 0,0 0-1 0 0,0 0 0 0 0,-1 0 0 0 0,1 0 0 0 0,-1 0 0 0 0,1 0 0 0 0,-1 1 1 0 0,0-1-1 0 0,0 0 0 0 0,-2-1 0 0 0,4 3 17 0 0,0 0 1 0 0,-1 0-1 0 0,1 0 1 0 0,0 0-1 0 0,0 0 1 0 0,-1 0-1 0 0,1 0 0 0 0,0 0 1 0 0,0 0-1 0 0,0 0 1 0 0,-1 0-1 0 0,1 0 1 0 0,0 0-1 0 0,0 0 0 0 0,0 0 1 0 0,-1 0-1 0 0,1 0 1 0 0,0 0-1 0 0,0 0 1 0 0,-1 0-1 0 0,1 0 0 0 0,0 0 1 0 0,0 0-1 0 0,0 0 1 0 0,-1 0-1 0 0,1 1 1 0 0,0-1-1 0 0,0 0 0 0 0,0 0 1 0 0,0 0-1 0 0,-1 0 1 0 0,1 0-1 0 0,0 1 1 0 0,0-1-1 0 0,0 0 0 0 0,0 0 1 0 0,0 0-1 0 0,0 1 1 0 0,0-1-1 0 0,-1 0 0 0 0,1 0 1 0 0,-2 15 1092 0 0,3 13-200 0 0,3-10-756 0 0,0-1 1 0 0,1 1 0 0 0,1-1-1 0 0,0-1 1 0 0,10 19 0 0 0,-10-24-774 0 0,0 0 0 0 0,1-1-1 0 0,0 0 1 0 0,15 17 0 0 0,-15-22-679 0 0</inkml:trace>
</inkml:ink>
</file>

<file path=ppt/ink/ink2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41.5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49 1840 0 0,'-3'0'305'0'0,"0"0"-1"0"0,0-1 0 0 0,0 0 0 0 0,0 1 1 0 0,0-1-1 0 0,0 0 0 0 0,0 0 0 0 0,0-1 1 0 0,1 1-1 0 0,-6-4 0 0 0,8 5-184 0 0,-1-1-1 0 0,0 1 0 0 0,1 0 1 0 0,-1-1-1 0 0,0 1 0 0 0,1-1 1 0 0,-1 0-1 0 0,1 1 0 0 0,-1-1 1 0 0,1 1-1 0 0,-1-1 0 0 0,1 0 0 0 0,-1 1 1 0 0,1-1-1 0 0,-1 0 0 0 0,1 0 1 0 0,0 1-1 0 0,0-1 0 0 0,-1 0 1 0 0,1 0-1 0 0,0 0 0 0 0,0 1 1 0 0,0-1-1 0 0,0 0 0 0 0,0 0 1 0 0,0 0-1 0 0,0 0 0 0 0,0 1 1 0 0,0-1-1 0 0,0 0 0 0 0,0 0 1 0 0,1 0-1 0 0,-1 1 0 0 0,0-1 1 0 0,1 0-1 0 0,-1 0 0 0 0,0 1 1 0 0,1-1-1 0 0,-1 0 0 0 0,1 1 1 0 0,-1-1-1 0 0,1 0 0 0 0,-1 1 1 0 0,2-1-1 0 0,-2 0-170 0 0,0 1 0 0 0,1 0 0 0 0,-1-1 0 0 0,1 1 0 0 0,-1 0 0 0 0,0-1 0 0 0,1 1 0 0 0,-1 0 0 0 0,1 0 1 0 0,-1 0-1 0 0,1-1 0 0 0,-1 1 0 0 0,1 0 0 0 0,-1 0 0 0 0,1 0 0 0 0,-1 0 0 0 0,1 0 0 0 0,-1 0 0 0 0,1 0 0 0 0,-1 0 0 0 0,1 0 0 0 0,-1 0 0 0 0,0 0 0 0 0,1 0 0 0 0,-1 0 0 0 0,1 1 1 0 0,-1-1-1 0 0,1 0 0 0 0,-1 0 0 0 0,1 0 0 0 0,-1 1 0 0 0,1-1 0 0 0,-1 0 0 0 0,0 1 0 0 0,1-1 0 0 0,-1 0 0 0 0,0 1 0 0 0,1-1 0 0 0,-1 0 0 0 0,0 1 0 0 0,1-1 0 0 0,-1 1 0 0 0,11 19-1519 0 0,-5-6 1479 0 0</inkml:trace>
</inkml:ink>
</file>

<file path=ppt/ink/ink2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41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30 108 1840 0 0,'0'0'33'0'0,"-1"-1"-1"0"0,1 1 1 0 0,-1 0-1 0 0,1-1 0 0 0,-1 1 1 0 0,0 0-1 0 0,1 0 1 0 0,-1-1-1 0 0,0 1 0 0 0,1 0 1 0 0,-1 0-1 0 0,0 0 1 0 0,0 0-1 0 0,1 0 0 0 0,-1 0 1 0 0,0 0-1 0 0,1 0 1 0 0,-1 0-1 0 0,0 0 0 0 0,1 0 1 0 0,-1 1-1 0 0,0-1 1 0 0,1 0-1 0 0,-1 0 1 0 0,1 1-1 0 0,-1-1 0 0 0,0 0 1 0 0,1 1-1 0 0,-1-1 1 0 0,1 1-1 0 0,-1-1 0 0 0,1 1 1 0 0,-1-1-1 0 0,1 1 1 0 0,-1-1-1 0 0,1 1 0 0 0,0-1 1 0 0,-1 2-1 0 0,-3 28 1876 0 0,3-20-1919 0 0,0 4 108 0 0,1 1 1 0 0,0-1-1 0 0,1 1 0 0 0,0-1 1 0 0,8 29-1 0 0,-8-39-83 0 0,0 0-1 0 0,0 0 1 0 0,1 0-1 0 0,0 0 1 0 0,0-1-1 0 0,0 1 1 0 0,0-1 0 0 0,1 1-1 0 0,-1-1 1 0 0,1 0-1 0 0,0 0 1 0 0,0 0-1 0 0,0 0 1 0 0,0-1-1 0 0,0 1 1 0 0,1-1-1 0 0,-1 0 1 0 0,1 0-1 0 0,0 0 1 0 0,-1 0 0 0 0,1-1-1 0 0,0 0 1 0 0,0 1-1 0 0,0-1 1 0 0,8 1-1 0 0,2-1 210 0 0,1-1 0 0 0,-1 0 0 0 0,0-1-1 0 0,0 0 1 0 0,1-1 0 0 0,-1-1 0 0 0,0 0 0 0 0,-1-1-1 0 0,1 0 1 0 0,-1-1 0 0 0,1-1 0 0 0,-1 0 0 0 0,-1-1-1 0 0,1 0 1 0 0,19-16 0 0 0,-23 16-43 0 0,0 0 0 0 0,0 0 0 0 0,-1-2 0 0 0,0 1 0 0 0,-1-1 0 0 0,0 0 0 0 0,0 0 0 0 0,-1-1 0 0 0,0 1 0 0 0,0-2 0 0 0,-1 1 0 0 0,-1 0 1 0 0,0-1-1 0 0,0 0 0 0 0,-1 0 0 0 0,0 0 0 0 0,-1-1 0 0 0,-1 1 0 0 0,1 0 0 0 0,-2-14 0 0 0,0 23-143 0 0,0 0 1 0 0,0 0-1 0 0,0 0 1 0 0,0 0-1 0 0,-1 0 0 0 0,1 0 1 0 0,-1 0-1 0 0,0 0 1 0 0,1 0-1 0 0,-1 0 1 0 0,0 0-1 0 0,0 1 0 0 0,0-1 1 0 0,0 0-1 0 0,-1 1 1 0 0,1-1-1 0 0,0 0 1 0 0,-1 1-1 0 0,1 0 0 0 0,-1-1 1 0 0,-2-1-1 0 0,1 2-17 0 0,-1-1 0 0 0,1 1 0 0 0,0 0 0 0 0,-1 0 0 0 0,1 0 0 0 0,-1 0 0 0 0,1 1 0 0 0,-1-1 0 0 0,1 1 0 0 0,-1 0 0 0 0,-5 0 0 0 0,-5 2-191 0 0,0 1 0 0 0,0 0 0 0 0,0 0 0 0 0,0 1 0 0 0,-13 7 0 0 0,12-5-1442 0 0,1 2 0 0 0,-21 13-1 0 0,20-10-2049 0 0</inkml:trace>
</inkml:ink>
</file>

<file path=ppt/ink/ink2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42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290 376 2761 0 0,'-2'-4'311'0'0,"1"-1"0"0"0,-2 1 0 0 0,1 0 1 0 0,0 0-1 0 0,-1 0 0 0 0,0 0 0 0 0,0 0 1 0 0,0 0-1 0 0,0 1 0 0 0,0-1 1 0 0,-1 1-1 0 0,0 0 0 0 0,0 0 0 0 0,1 0 1 0 0,-2 1-1 0 0,1-1 0 0 0,-9-2 0 0 0,10 3-104 0 0,0 1 0 0 0,0-1 0 0 0,-1 1-1 0 0,1 0 1 0 0,0 0 0 0 0,-1 0-1 0 0,1 1 1 0 0,-1-1 0 0 0,1 1-1 0 0,-1 0 1 0 0,1 0 0 0 0,0 0 0 0 0,-1 1-1 0 0,1-1 1 0 0,-1 1 0 0 0,1 0-1 0 0,-1 0 1 0 0,1 0 0 0 0,0 0-1 0 0,0 0 1 0 0,0 1 0 0 0,0-1 0 0 0,0 1-1 0 0,0 0 1 0 0,-4 3 0 0 0,-7 11-63 0 0,2 0 1 0 0,0 0 0 0 0,1 1 0 0 0,0 1 0 0 0,2 0 0 0 0,0 0 0 0 0,1 1 0 0 0,0 0 0 0 0,2 1-1 0 0,-7 33 1 0 0,13-48-149 0 0,-1-1 0 0 0,1 1 0 0 0,0 0-1 0 0,0 0 1 0 0,0 0 0 0 0,1-1 0 0 0,0 1 0 0 0,0 0-1 0 0,0-1 1 0 0,0 1 0 0 0,4 7 0 0 0,-4-11-19 0 0,-1 0 0 0 0,1 0 1 0 0,0 0-1 0 0,-1 0 1 0 0,1 0-1 0 0,0 0 0 0 0,0 0 1 0 0,-1 0-1 0 0,1-1 0 0 0,0 1 1 0 0,0 0-1 0 0,0-1 0 0 0,0 1 1 0 0,0 0-1 0 0,0-1 0 0 0,0 1 1 0 0,0-1-1 0 0,0 0 0 0 0,0 1 1 0 0,2-1-1 0 0,-1 0-44 0 0,0 0 0 0 0,0 0-1 0 0,0-1 1 0 0,0 1 0 0 0,0-1 0 0 0,0 1-1 0 0,0-1 1 0 0,-1 0 0 0 0,1 0-1 0 0,0 1 1 0 0,-1-1 0 0 0,1-1 0 0 0,0 1-1 0 0,-1 0 1 0 0,1 0 0 0 0,1-3 0 0 0,10-8-546 0 0,-1-1 0 0 0,-1-1 0 0 0,0 0 0 0 0,-1-1 0 0 0,0 0 1 0 0,-2 0-1 0 0,0-1 0 0 0,9-23 0 0 0,-9 17 331 0 0,-1 1-1 0 0,-1-1 1 0 0,-1 0-1 0 0,-1 0 1 0 0,-1 0 0 0 0,0-29-1 0 0,-4 35 374 0 0,0 1-1 0 0,-1-1 0 0 0,-1 0 1 0 0,0 1-1 0 0,-1 0 0 0 0,-1 0 1 0 0,0 0-1 0 0,-1 0 0 0 0,-8-14 1 0 0,7 17 419 0 0,-1 0 0 0 0,0 0 0 0 0,0 0-1 0 0,-1 1 1 0 0,0 1 0 0 0,-13-12 0 0 0,20 20-303 0 0,-1 0-1 0 0,1 0 0 0 0,0 1 0 0 0,-1-1 0 0 0,0 0 1 0 0,1 1-1 0 0,-1 0 0 0 0,0-1 0 0 0,0 1 1 0 0,0 0-1 0 0,1 1 0 0 0,-1-1 0 0 0,-4 0 0 0 0,5 1-69 0 0,0 0-1 0 0,0 0 0 0 0,0 0 1 0 0,0 0-1 0 0,1 1 0 0 0,-1-1 0 0 0,0 1 1 0 0,0-1-1 0 0,0 1 0 0 0,0 0 1 0 0,1 0-1 0 0,-1-1 0 0 0,0 1 0 0 0,1 1 1 0 0,-1-1-1 0 0,-1 1 0 0 0,0 2-12 0 0,-1 0-1 0 0,1 0 1 0 0,1 0 0 0 0,-1 0-1 0 0,0 0 1 0 0,1 0-1 0 0,0 1 1 0 0,0-1-1 0 0,0 1 1 0 0,1-1 0 0 0,0 1-1 0 0,-1 0 1 0 0,2 0-1 0 0,-2 9 1 0 0,2 0-61 0 0,1 0 0 0 0,0 1 1 0 0,1-1-1 0 0,0 0 1 0 0,1 0-1 0 0,1 0 0 0 0,0 0 1 0 0,1 0-1 0 0,0-1 0 0 0,1 0 1 0 0,1 0-1 0 0,10 16 0 0 0,14 15-381 0 0,68 78-1 0 0,-90-112 178 0 0,45 44-2369 0 0,-26-27-3091 0 0</inkml:trace>
</inkml:ink>
</file>

<file path=ppt/ink/ink2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42.8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49 331 3681 0 0,'0'0'83'0'0,"0"0"0"0"0,-1 0 0 0 0,1 0-1 0 0,-1 0 1 0 0,1 0 0 0 0,0 0 0 0 0,-1 0 0 0 0,1 0 0 0 0,0 0 0 0 0,-1 0 0 0 0,1 0 0 0 0,-1-1 0 0 0,1 1 0 0 0,0 0 0 0 0,-1 0 0 0 0,1 0-1 0 0,0 0 1 0 0,-1-1 0 0 0,1 1 0 0 0,0 0 0 0 0,0-1 0 0 0,-1 1 0 0 0,1 0 0 0 0,0 0 0 0 0,0-1 0 0 0,-1 1 0 0 0,1 0 0 0 0,0-1 0 0 0,0 1-1 0 0,0 0 1 0 0,0-1 0 0 0,0 1 0 0 0,-1-1 0 0 0,1 1 0 0 0,0 0 0 0 0,3-9 3461 0 0,1 5-2692 0 0,9-12-421 0 0,5-6 73 0 0,-1-2-1 0 0,0 1 1 0 0,15-33 0 0 0,-28 49-460 0 0,-1 0 0 0 0,0 0 0 0 0,0 0 0 0 0,-1-1-1 0 0,0 1 1 0 0,0-1 0 0 0,-1 1 0 0 0,0-1 0 0 0,0 0 0 0 0,-1 1 0 0 0,0-1 0 0 0,0 0 0 0 0,-1 1 0 0 0,0-1 0 0 0,0 0 0 0 0,-1 1 0 0 0,-4-13 0 0 0,6 18-42 0 0,-1 1 1 0 0,1 0-1 0 0,-1 0 1 0 0,0-1-1 0 0,1 1 1 0 0,-1 0-1 0 0,0 0 1 0 0,1 0-1 0 0,-1 0 1 0 0,0 0-1 0 0,0 0 0 0 0,0 0 1 0 0,0 0-1 0 0,0 1 1 0 0,0-1-1 0 0,0 0 1 0 0,0 1-1 0 0,-1-1 1 0 0,1 0-1 0 0,0 1 0 0 0,0-1 1 0 0,0 1-1 0 0,-1 0 1 0 0,1-1-1 0 0,0 1 1 0 0,-2 0-1 0 0,0 0-27 0 0,0 0 1 0 0,0 1-1 0 0,1-1 0 0 0,-1 1 0 0 0,0 0 0 0 0,0 0 1 0 0,1 0-1 0 0,-1 0 0 0 0,1 0 0 0 0,-1 1 0 0 0,-3 2 1 0 0,-3 2-172 0 0,1 1 1 0 0,-1 0 0 0 0,2 1 0 0 0,-1 0-1 0 0,-8 11 1 0 0,11-12 208 0 0,1 0 0 0 0,0 0-1 0 0,1 0 1 0 0,-1 0 0 0 0,1 1 0 0 0,1-1-1 0 0,0 1 1 0 0,0 0 0 0 0,0 0 0 0 0,1-1-1 0 0,0 1 1 0 0,0 0 0 0 0,1 0 0 0 0,0 0-1 0 0,2 14 1 0 0,-1-16 91 0 0,1 0 0 0 0,-1-1 0 0 0,1 1 0 0 0,0 0 0 0 0,0 0 0 0 0,1-1 0 0 0,-1 1 0 0 0,1-1 0 0 0,1 0 0 0 0,-1 0 0 0 0,1 0 0 0 0,-1 0 0 0 0,1-1 0 0 0,1 1 0 0 0,-1-1 0 0 0,1 0 1 0 0,0 0-1 0 0,-1-1 0 0 0,2 1 0 0 0,-1-1 0 0 0,6 3 0 0 0,12 3-327 0 0,1 0 0 0 0,0-1 0 0 0,0-2 1 0 0,31 5-1 0 0,-24-7-4906 0 0</inkml:trace>
</inkml:ink>
</file>

<file path=ppt/ink/ink2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5:31.9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126 117 4609 0 0,'-7'-15'742'0'0,"2"3"-238"0"0,0 1 0 0 0,-1 0 0 0 0,0 0 1 0 0,-1 1-1 0 0,0 0 0 0 0,-1 0 0 0 0,-15-16 1 0 0,22 26-482 0 0,1 0 1 0 0,-1 0 0 0 0,1 0-1 0 0,-1 0 1 0 0,0 0 0 0 0,1 0-1 0 0,-1 0 1 0 0,1 0 0 0 0,-1 0-1 0 0,0 0 1 0 0,1 0 0 0 0,-1 0-1 0 0,1 0 1 0 0,-1 0 0 0 0,0 0-1 0 0,1 0 1 0 0,-1 1 0 0 0,1-1-1 0 0,-1 0 1 0 0,1 0 0 0 0,-1 1-1 0 0,1-1 1 0 0,-1 0 0 0 0,1 1-1 0 0,-1-1 1 0 0,1 1 0 0 0,-1-1-1 0 0,1 1 1 0 0,0-1 0 0 0,-1 1-1 0 0,1-1 1 0 0,0 1 0 0 0,-1-1-1 0 0,1 1 1 0 0,0-1 0 0 0,0 1-1 0 0,0-1 1 0 0,-1 1 0 0 0,1 0-1 0 0,0-1 1 0 0,0 1 0 0 0,0 0-1 0 0,-9 29 301 0 0,-2 49 54 0 0,3 0-1 0 0,4 100 1 0 0,3-116-257 0 0,32 813 1379 0 0,57-5-1113 0 0,-69-714 233 0 0,6-2-1 0 0,82 273 1 0 0,-83-331-533 0 0,-20-73-614 0 0,1 0-1 0 0,1 0 1 0 0,13 31-1 0 0,-18-54 319 0 0,-1-1 161 0 0,0 0 0 0 0,0 1 0 0 0,0-1 0 0 0,0 0 0 0 0,0 0 1 0 0,0 0-1 0 0,0 0 0 0 0,0 1 0 0 0,0-1 0 0 0,0 0 0 0 0,0 0 0 0 0,0 0 0 0 0,0 0 0 0 0,1 1 1 0 0,-1-1-1 0 0,0 0 0 0 0,0 0 0 0 0,0 0 0 0 0,0 0 0 0 0,0 0 0 0 0,0 0 0 0 0,1 0 0 0 0,-1 1 1 0 0,0-1-1 0 0,0 0 0 0 0,0 0 0 0 0,0 0 0 0 0,1 0 0 0 0,-1 0 0 0 0,0 0 0 0 0,0 0 0 0 0,0 0 1 0 0,0 0-1 0 0,1 0 0 0 0,-1 0 0 0 0,0 0 0 0 0,0 0 0 0 0,0 0 0 0 0,0 0 0 0 0,1 0 0 0 0</inkml:trace>
</inkml:ink>
</file>

<file path=ppt/ink/ink2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5:32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14 1376 0 0,'-4'0'56'0'0,"-1"0"0"0"0,1 1 0 0 0,-1 0 0 0 0,1 0-1 0 0,0 0 1 0 0,0 0 0 0 0,-1 1 0 0 0,1-1 0 0 0,0 1-1 0 0,0 0 1 0 0,0 1 0 0 0,0-1 0 0 0,1 0 0 0 0,-1 1 0 0 0,1 0-1 0 0,-1 0 1 0 0,1 0 0 0 0,0 1 0 0 0,0-1 0 0 0,1 0-1 0 0,-1 1 1 0 0,1 0 0 0 0,-1 0 0 0 0,1 0 0 0 0,0 0 0 0 0,1 0-1 0 0,-1 0 1 0 0,1 0 0 0 0,-1 1 0 0 0,1-1 0 0 0,1 1-1 0 0,-1-1 1 0 0,0 5 0 0 0,1-8 1 0 0,1 0 1 0 0,-1-1-1 0 0,0 1 1 0 0,0 0-1 0 0,0-1 0 0 0,0 1 1 0 0,0-1-1 0 0,1 1 0 0 0,-1 0 1 0 0,0-1-1 0 0,1 1 0 0 0,-1-1 1 0 0,0 1-1 0 0,1-1 1 0 0,-1 1-1 0 0,1-1 0 0 0,-1 1 1 0 0,1-1-1 0 0,-1 1 0 0 0,1-1 1 0 0,-1 0-1 0 0,1 1 0 0 0,-1-1 1 0 0,1 0-1 0 0,-1 1 1 0 0,1-1-1 0 0,0 0 0 0 0,-1 0 1 0 0,1 0-1 0 0,-1 0 0 0 0,1 1 1 0 0,0-1-1 0 0,-1 0 0 0 0,1 0 1 0 0,0 0-1 0 0,-1 0 1 0 0,1 0-1 0 0,-1 0 0 0 0,2-1 1 0 0,32-3 453 0 0,-28 3-387 0 0,111-20 1185 0 0,42-7-53 0 0,-37 17-715 0 0,223-30 695 0 0,-263 30-928 0 0,0 3 1 0 0,123 6-1 0 0,169 29 293 0 0,-175-10-332 0 0,222 36 268 0 0,88 4 84 0 0,-383-50-288 0 0,0 5 1 0 0,236 55-1 0 0,-294-50-235 0 0,-16-6 95 0 0,-1 3 1 0 0,0 2 0 0 0,83 38-1 0 0,-128-50-198 0 0,0-1-1 0 0,1 1 1 0 0,-2 0-1 0 0,1 0 0 0 0,0 1 1 0 0,-1 0-1 0 0,0 0 1 0 0,0 0-1 0 0,-1 1 0 0 0,1-1 1 0 0,-1 1-1 0 0,0 0 1 0 0,-1 0-1 0 0,1 1 1 0 0,3 8-1 0 0,-3-2-409 0 0</inkml:trace>
</inkml:ink>
</file>

<file path=ppt/ink/ink2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5:33.1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 3225 0 0,'3'-15'580'0'0,"4"15"678"0"0,-5 1-1099 0 0,-1 1-1 0 0,0 0 0 0 0,0-1 0 0 0,1 1 0 0 0,-1 0 0 0 0,0-1 1 0 0,0 1-1 0 0,-1 0 0 0 0,1 0 0 0 0,0 0 0 0 0,0 2 0 0 0,4 27 1182 0 0,-1-1-1 0 0,-1 54 0 0 0,1 9 146 0 0,29 217 531 0 0,26 292-1957 0 0,-19-215-15 0 0,-24-291 268 0 0,4-1-1 0 0,34 91 1 0 0,-36-130-198 0 0,13 60 1 0 0,-27-96-200 0 0,-1 0 1 0 0,-1 0-1 0 0,0 1 1 0 0,-2 0-1 0 0,0-1 1 0 0,-6 34-1 0 0,5-48-1000 0 0</inkml:trace>
</inkml:ink>
</file>

<file path=ppt/ink/ink2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5:33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5 334 6913 0 0,'0'0'12'0'0,"0"0"-1"0"0,0 0 0 0 0,-1 0 0 0 0,1 0 0 0 0,0 0 0 0 0,0 0 0 0 0,0 0 0 0 0,-1 0 0 0 0,1 0 0 0 0,0 1 0 0 0,0-1 0 0 0,0 0 0 0 0,0 0 0 0 0,-1 0 0 0 0,1 0 0 0 0,0 1 1 0 0,0-1-1 0 0,0 0 0 0 0,0 0 0 0 0,0 0 0 0 0,-1 0 0 0 0,1 1 0 0 0,0-1 0 0 0,0 0 0 0 0,0 0 0 0 0,0 1 0 0 0,0-1 0 0 0,0 0 0 0 0,0 0 0 0 0,0 0 0 0 0,0 1 0 0 0,0-1 1 0 0,0 0-1 0 0,0 0 0 0 0,0 1 0 0 0,0-1 0 0 0,0 0 0 0 0,0 0 0 0 0,0 0 0 0 0,0 1 0 0 0,0-1 0 0 0,0 0 0 0 0,0 0 0 0 0,1 0 0 0 0,-1 1 0 0 0,0-1 0 0 0,0 0 0 0 0,0 0 1 0 0,0 0-1 0 0,1 1 0 0 0,15 4 575 0 0,24 0 88 0 0,-4-5-240 0 0,1-2 0 0 0,60-10 0 0 0,72-24-161 0 0,-131 28-149 0 0,117-34 234 0 0,-85 21 82 0 0,124-20-1 0 0,113 10 96 0 0,133-18-285 0 0,-271 30 164 0 0,206 4-1 0 0,-260 13-115 0 0,80 0-35 0 0,-50 3-217 0 0,238-30 0 0 0,-302 15 4 0 0,-19 3 74 0 0,1 2 1 0 0,73-1 0 0 0,210 37 43 0 0,-226-13-160 0 0,278 19-35 0 0,-377-31-106 0 0</inkml:trace>
</inkml:ink>
</file>

<file path=ppt/ink/ink2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27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 3681 0 0,'-1'6'277'0'0,"0"0"-1"0"0,1 1 1 0 0,0-1 0 0 0,0 1-1 0 0,0-1 1 0 0,1 0 0 0 0,3 13 0 0 0,-1 6 200 0 0,26 532 2830 0 0,-24-315-1744 0 0,45 313 0 0 0,-30-463-3236 0 0,-5-32 228 0 0,-14-33 1436 0 0,-5-17 69 0 0</inkml:trace>
</inkml:ink>
</file>

<file path=ppt/ink/ink2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27.3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2 137 11058 0 0,'0'1'72'0'0,"-1"1"0"0"0,1-1-1 0 0,0 0 1 0 0,-1 0-1 0 0,1 1 1 0 0,0-1 0 0 0,0 0-1 0 0,0 0 1 0 0,0 1 0 0 0,0-1-1 0 0,0 0 1 0 0,1 1-1 0 0,-1-1 1 0 0,0 0 0 0 0,1 0-1 0 0,-1 1 1 0 0,1-1 0 0 0,-1 0-1 0 0,1 0 1 0 0,-1 0-1 0 0,1 0 1 0 0,1 2 0 0 0,1 0 27 0 0,0-1 0 0 0,1 0 0 0 0,-1 0 0 0 0,0 0 0 0 0,1 0 0 0 0,6 2 0 0 0,17 6 174 0 0,1-2 0 0 0,0 0 0 0 0,0-2-1 0 0,0-1 1 0 0,1-1 0 0 0,49 0 0 0 0,176-20 669 0 0,-223 13-781 0 0,221-27 479 0 0,118-9 206 0 0,193-20 25 0 0,-374 36-604 0 0,-157 19-237 0 0,125-15 179 0 0,173 2 0 0 0,-237 19-73 0 0,222-3 304 0 0,-308 0-742 0 0,0 1 0 0 0,-1-1 0 0 0,1 0 0 0 0,0 0-1 0 0,-1-1 1 0 0,9-3 0 0 0,0-3-6185 0 0</inkml:trace>
</inkml:ink>
</file>

<file path=ppt/ink/ink2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25.6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1401 3225 0 0,'1'0'320'0'0,"-3"0"78"0"0,-1 0 0 0 0,1 0 0 0 0,0-1 0 0 0,0 1 1 0 0,-1 0-1 0 0,1-1 0 0 0,0 0 0 0 0,0 1 0 0 0,0-1 0 0 0,0 0 0 0 0,0 0 1 0 0,0 0-1 0 0,0 0 0 0 0,0-1 0 0 0,0 1 0 0 0,0-1 0 0 0,1 1 1 0 0,-3-3-1 0 0,1 0-185 0 0,1 0-1 0 0,-1 1 1 0 0,1-1 0 0 0,0 0 0 0 0,0 0 0 0 0,1 0-1 0 0,-1 0 1 0 0,1 0 0 0 0,-1-6 0 0 0,0-9-227 0 0,0 1 1 0 0,1-1-1 0 0,2-30 1 0 0,0 38 584 0 0,36-417 1189 0 0,3-112-1120 0 0,-42 472-506 0 0,0 33-96 0 0,2-1 1 0 0,6-50-1 0 0,-6 85-105 0 0,0-1 1 0 0,0 1 0 0 0,1 0 0 0 0,-1-1 0 0 0,0 1 0 0 0,1 0 0 0 0,-1-1 0 0 0,0 1 0 0 0,1 0 0 0 0,-1 0 0 0 0,1-1 0 0 0,0 1 0 0 0,-1 0 0 0 0,1 0-1 0 0,0 0 1 0 0,0 0 0 0 0,0 0 0 0 0,0 0 0 0 0,0 0 0 0 0,0 0 0 0 0,0 0 0 0 0,0 1 0 0 0,2-2 0 0 0</inkml:trace>
</inkml:ink>
</file>

<file path=ppt/ink/ink2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26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 8290 0 0,'-1'0'202'0'0,"-1"0"0"0"0,0 0 0 0 0,0 1 1 0 0,0-1-1 0 0,1 1 0 0 0,-1-1 0 0 0,0 1 1 0 0,1 0-1 0 0,-1 0 0 0 0,0 0 0 0 0,1 0 1 0 0,-1 0-1 0 0,1 0 0 0 0,-1 0 0 0 0,-1 3 0 0 0,3-4-119 0 0,0 1 0 0 0,0-1 0 0 0,0 1 0 0 0,0 0-1 0 0,0-1 1 0 0,0 1 0 0 0,1-1 0 0 0,-1 1 0 0 0,0-1-1 0 0,0 1 1 0 0,0-1 0 0 0,1 1 0 0 0,-1-1 0 0 0,0 1-1 0 0,1-1 1 0 0,-1 1 0 0 0,0-1 0 0 0,1 0 0 0 0,-1 1-1 0 0,1-1 1 0 0,-1 1 0 0 0,1-1 0 0 0,-1 0 0 0 0,1 0-1 0 0,-1 1 1 0 0,1-1 0 0 0,-1 0 0 0 0,1 0 0 0 0,-1 1-1 0 0,2-1 1 0 0,5 3 264 0 0,2 0 0 0 0,-1 0 0 0 0,0-1 0 0 0,17 2 0 0 0,53 0 911 0 0,120-10 0 0 0,-115 0-871 0 0,92 7 0 0 0,430 54 320 0 0,653-5 428 0 0,-719-25-913 0 0,-168-3-222 0 0,-128-24 178 0 0,-215-1-494 0 0,0 0-1 0 0,0-2 0 0 0,0-1 1 0 0,-1-2-1 0 0,0 0 0 0 0,41-20 1 0 0,-42 15-6576 0 0</inkml:trace>
</inkml:ink>
</file>

<file path=ppt/ink/ink2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28.1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 6449 0 0,'0'0'112'0'0,"1"-1"0"0"0,-1 1-1 0 0,1-1 1 0 0,-1 0 0 0 0,1 1-1 0 0,-1-1 1 0 0,1 1-1 0 0,-1 0 1 0 0,1-1 0 0 0,-1 1-1 0 0,1-1 1 0 0,0 1 0 0 0,-1 0-1 0 0,1-1 1 0 0,0 1 0 0 0,-1 0-1 0 0,1 0 1 0 0,0-1-1 0 0,-1 1 1 0 0,1 0 0 0 0,0 0-1 0 0,-1 0 1 0 0,1 0 0 0 0,0 0-1 0 0,0 0 1 0 0,-1 0 0 0 0,1 0-1 0 0,0 0 1 0 0,-1 1-1 0 0,1-1 1 0 0,0 0 0 0 0,-1 0-1 0 0,2 1 1 0 0,0 0 49 0 0,-1 1 0 0 0,0 0-1 0 0,0-1 1 0 0,0 1 0 0 0,0-1 0 0 0,0 1 0 0 0,0 0-1 0 0,0 0 1 0 0,-1-1 0 0 0,1 1 0 0 0,-1 0 0 0 0,1 3-1 0 0,5 56 1390 0 0,-6-60-1520 0 0,-8 458 2950 0 0,-1 10-2150 0 0,47 80 114 0 0,-11-223-1312 0 0,-13-186-953 0 0,-7-94 272 0 0</inkml:trace>
</inkml:ink>
</file>

<file path=ppt/ink/ink2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29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6 118 2761 0 0,'-6'6'9173'0'0,"20"-10"-9108"0"0,168-26 3901 0 0,52-13-2981 0 0,-195 32-876 0 0,-1 1-15 0 0,1 1-1 0 0,46-5 1 0 0,-74 12-94 0 0,1 2 0 0 0,-1 0 0 0 0,0 0 0 0 0,1 1 0 0 0,-1 0 0 0 0,0 1 0 0 0,0 0 1 0 0,0 1-1 0 0,0 0 0 0 0,0 1 0 0 0,-1 0 0 0 0,14 8 0 0 0,-2 1-65 0 0,31 18-853 0 0,-49-29 768 0 0,-1 0-1 0 0,1-1 1 0 0,0 0-1 0 0,0 1 1 0 0,0-1-1 0 0,0-1 1 0 0,0 1-1 0 0,0-1 1 0 0,0 1-1 0 0,0-1 1 0 0,0 0-1 0 0,4-1 1 0 0,-7 1 101 0 0,-1 0 1 0 0,1 0-1 0 0,0-1 1 0 0,-1 1-1 0 0,1 0 1 0 0,-1-1-1 0 0,1 1 1 0 0,0 0-1 0 0,-1-1 1 0 0,1 1-1 0 0,-1-1 1 0 0,1 1-1 0 0,-1-1 0 0 0,1 1 1 0 0,-1-1-1 0 0,0 1 1 0 0,1-1-1 0 0,-1 1 1 0 0,0-1-1 0 0,1 1 1 0 0,-1-1-1 0 0,0 0 1 0 0,0 1-1 0 0,1-1 1 0 0,-1 0-1 0 0,0 1 1 0 0,0-1-1 0 0,0 0 1 0 0,0 1-1 0 0,0-1 1 0 0,0 0-1 0 0,0 0 1 0 0,-4-23-3118 0 0,4 24 2948 0 0,-4-13-1685 0 0</inkml:trace>
</inkml:ink>
</file>

<file path=ppt/ink/ink2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30.2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1117 11058 0 0,'0'1'11'0'0,"-1"-1"-1"0"0,1 0 0 0 0,0 1 0 0 0,0-1 1 0 0,0 0-1 0 0,0 0 0 0 0,-1 1 0 0 0,1-1 1 0 0,0 0-1 0 0,0 0 0 0 0,-1 1 1 0 0,1-1-1 0 0,0 0 0 0 0,0 0 0 0 0,-1 0 1 0 0,1 1-1 0 0,0-1 0 0 0,-1 0 0 0 0,1 0 1 0 0,0 0-1 0 0,-1 0 0 0 0,1 0 0 0 0,0 0 1 0 0,-1 0-1 0 0,1 0 0 0 0,0 0 1 0 0,-1 0-1 0 0,1 0 0 0 0,0 0 0 0 0,-1 0 1 0 0,1 0-1 0 0,0 0 0 0 0,-1 0 0 0 0,1 0 1 0 0,0 0-1 0 0,-1 0 0 0 0,1-1 0 0 0,-9-12 574 0 0,-1-28 332 0 0,9 37-885 0 0,-19-120-1576 0 0,-7-211 1 0 0,25 231 782 0 0,5 0 0 0 0,25-161 0 0 0,-26 250 500 0 0,1 0 0 0 0,1 0 0 0 0,0 1 0 0 0,1-1 0 0 0,1 1-1 0 0,9-17 1 0 0,-8 20 342 0 0</inkml:trace>
</inkml:ink>
</file>

<file path=ppt/ink/ink2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31.2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308 879 3225 0 0,'-30'-6'2888'0'0,"1"-6"-2327"0"0,1-1-1 0 0,-37-24 1 0 0,-29-14 2773 0 0,90 49-3142 0 0,0 0 0 0 0,0 0 0 0 0,0 1 0 0 0,0-1 0 0 0,0 1 0 0 0,0 0 0 0 0,-1 0 0 0 0,1 0-1 0 0,0 1 1 0 0,-1 0 0 0 0,1 0 0 0 0,-8 0 0 0 0,23-3-22 0 0,0 0 1 0 0,1 1-1 0 0,-1 0 0 0 0,14 0 0 0 0,-14 1-146 0 0,19-1 43 0 0,45 4 0 0 0,-46-1 77 0 0,60-3 1 0 0,-81 1-68 0 0,1-1-1 0 0,0 0 1 0 0,-1 0 0 0 0,1 0 0 0 0,-1-1 0 0 0,0 0-1 0 0,0-1 1 0 0,0 0 0 0 0,-1 0 0 0 0,1-1 0 0 0,7-5-1 0 0,-14 9-66 0 0,-1 1 0 0 0,1-1 0 0 0,0 0-1 0 0,0 1 1 0 0,-1-1 0 0 0,1 0 0 0 0,0 0-1 0 0,-1 1 1 0 0,1-1 0 0 0,-1 0 0 0 0,1 0-1 0 0,-1 0 1 0 0,1 0 0 0 0,-1 0 0 0 0,0 0-1 0 0,1 0 1 0 0,-1 1 0 0 0,0-1 0 0 0,0 0 0 0 0,1 0-1 0 0,-1 0 1 0 0,0 0 0 0 0,0 0 0 0 0,0 0-1 0 0,-1-2 1 0 0,1 2 1 0 0,-1-1-1 0 0,0 0 1 0 0,0 0-1 0 0,0 1 1 0 0,0-1-1 0 0,0 1 1 0 0,0-1-1 0 0,0 1 1 0 0,0-1-1 0 0,-1 1 1 0 0,1 0-1 0 0,-3-2 1 0 0,-5-3-73 0 0,0 0 0 0 0,0 0 0 0 0,-16-6 1 0 0,22 11-19 0 0,-25-11-381 0 0,6 3 108 0 0,0-2 1 0 0,-22-13-1 0 0,39 21 390 0 0,0 0 0 0 0,1 0 1 0 0,-1-1-1 0 0,1 1 0 0 0,0-1 0 0 0,0 0 1 0 0,0 0-1 0 0,1-1 0 0 0,0 1 1 0 0,-1-1-1 0 0,2 1 0 0 0,-1-1 1 0 0,0 0-1 0 0,-2-9 0 0 0,4 11 11 0 0,0 0 0 0 0,0 0-1 0 0,1 0 1 0 0,-1 0 0 0 0,1 0-1 0 0,0 0 1 0 0,0 0-1 0 0,0 0 1 0 0,0 0 0 0 0,0 0-1 0 0,1 0 1 0 0,-1 0 0 0 0,1 0-1 0 0,0 0 1 0 0,0 0 0 0 0,0 0-1 0 0,0 0 1 0 0,1 1 0 0 0,-1-1-1 0 0,1 1 1 0 0,-1-1 0 0 0,1 1-1 0 0,0-1 1 0 0,0 1 0 0 0,0 0-1 0 0,0 0 1 0 0,1 0 0 0 0,-1 0-1 0 0,1 0 1 0 0,-1 0 0 0 0,1 1-1 0 0,-1-1 1 0 0,1 1 0 0 0,4-2-1 0 0,10-3 96 0 0,-1 1 0 0 0,1 1 0 0 0,0 0 0 0 0,34-2-1 0 0,-17 1 57 0 0,-26 4-195 0 0,4 0-3 0 0,1-1 0 0 0,-1 0-1 0 0,1-1 1 0 0,-1-1 0 0 0,0 0 0 0 0,-1 0 0 0 0,1-1 0 0 0,18-11 0 0 0,-30 15-17 0 0,0 1-1 0 0,-1-1 1 0 0,1 0 0 0 0,0 1 0 0 0,0-1 0 0 0,-1 1 0 0 0,1-1-1 0 0,0 1 1 0 0,-1-1 0 0 0,1 1 0 0 0,0-1 0 0 0,-1 1 0 0 0,1 0 0 0 0,-1-1-1 0 0,1 1 1 0 0,-1 0 0 0 0,1-1 0 0 0,-1 1 0 0 0,1 0 0 0 0,-1-1-1 0 0,1 1 1 0 0,-1 0 0 0 0,1 0 0 0 0,-1 0 0 0 0,0-1 0 0 0,-26-12-509 0 0,19 10 370 0 0,-208-124-2594 0 0,207 121 2633 0 0,1 0 1 0 0,0-1-1 0 0,0 0 1 0 0,1 0-1 0 0,0 0 1 0 0,0-1-1 0 0,-8-12 0 0 0,11 14-92 0 0,1 1-1 0 0,0 0 0 0 0,0-1 0 0 0,1 0 0 0 0,-1 0 1 0 0,1 0-1 0 0,0 0 0 0 0,1 0 0 0 0,0 0 1 0 0,0 0-1 0 0,0 0 0 0 0,1 0 0 0 0,0-9 0 0 0,1 2-4025 0 0</inkml:trace>
</inkml:ink>
</file>

<file path=ppt/ink/ink2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31.6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1655 3681 0 0,'0'1'113'0'0,"0"0"0"0"0,0 0-1 0 0,-1 0 1 0 0,1-1 0 0 0,-1 1 0 0 0,1 0 0 0 0,-1-1 0 0 0,1 1 0 0 0,-1 0 0 0 0,1-1 0 0 0,-1 1-1 0 0,1 0 1 0 0,-1-1 0 0 0,0 1 0 0 0,1-1 0 0 0,-1 1 0 0 0,0-1 0 0 0,0 0 0 0 0,1 1 0 0 0,-1-1-1 0 0,0 0 1 0 0,0 1 0 0 0,0-1 0 0 0,-1 0 0 0 0,2 0 85 0 0,-1-1 1 0 0,0 1-1 0 0,1-1 1 0 0,-1 1 0 0 0,0-1-1 0 0,1 1 1 0 0,-1-1-1 0 0,1 0 1 0 0,-1 1-1 0 0,1-1 1 0 0,-1 0-1 0 0,1 1 1 0 0,0-1-1 0 0,-1 0 1 0 0,1 0-1 0 0,0 1 1 0 0,0-1-1 0 0,-1 0 1 0 0,1-1-1 0 0,-5-43 3277 0 0,15-304-470 0 0,-10-249-2277 0 0,-10 490-620 0 0,-6-143 149 0 0,17 220-275 0 0,0 1-1 0 0,2-1 1 0 0,2 1 0 0 0,1 0-1 0 0,1 0 1 0 0,12-33-1 0 0,-17 57 10 0 0,0 1 0 0 0,0-1 0 0 0,1 1 0 0 0,-1 0 0 0 0,1 0 1 0 0,1 0-1 0 0,-1 0 0 0 0,0 0 0 0 0,8-6 0 0 0,-11 11-36 0 0,1 0 1 0 0,-1 0-1 0 0,0 0 0 0 0,1 0 1 0 0,-1 0-1 0 0,0 0 1 0 0,0 1-1 0 0,1-1 1 0 0,-1 0-1 0 0,0 0 0 0 0,0 0 1 0 0,1 1-1 0 0,-1-1 1 0 0,0 0-1 0 0,0 0 0 0 0,1 1 1 0 0,-1-1-1 0 0,0 0 1 0 0,0 1-1 0 0,0-1 1 0 0,0 0-1 0 0,0 0 0 0 0,1 1 1 0 0,-1-1-1 0 0,0 0 1 0 0,0 1-1 0 0,0-1 0 0 0,0 0 1 0 0,0 1-1 0 0,0-1 1 0 0,0 0-1 0 0,0 1 1 0 0,0 0-1 0 0,0 1-865 0 0</inkml:trace>
</inkml:ink>
</file>

<file path=ppt/ink/ink2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34.5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46 7370 0 0,'-11'-28'2984'0'0,"3"10"215"0"0,6 39-1573 0 0,20 205-906 0 0,-47 722-830 0 0,24-874 84 0 0,4-1 0 0 0,3 1 1 0 0,18 119-1 0 0,-17-178 5 0 0,9 78-477 0 0,-12-79-186 0 0</inkml:trace>
</inkml:ink>
</file>

<file path=ppt/ink/ink2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35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148 255 1376 0 0,'-10'12'476'0'0,"1"-1"0"0"0,1 1 0 0 0,0 1 0 0 0,1 0 0 0 0,-11 24 0 0 0,-15 27 250 0 0,23-48-605 0 0,5-8 262 0 0,0 1 0 0 0,0-1 0 0 0,-1-1 0 0 0,0 1 1 0 0,-12 10-1 0 0,42-49 2995 0 0,14-36-3383 0 0,-31 54 440 0 0,61-143 470 0 0,-47 103-663 0 0,46-83 0 0 0,-65 132-85 0 0,0 0 1 0 0,0 1-1 0 0,1-1 0 0 0,-1 1 1 0 0,1 0-1 0 0,0 0 1 0 0,6-6-1 0 0,-9 9-88 0 0,1 0-1 0 0,-1-1 1 0 0,1 1-1 0 0,-1 0 1 0 0,1 0 0 0 0,0 0-1 0 0,-1-1 1 0 0,1 1-1 0 0,-1 0 1 0 0,1 0-1 0 0,0 0 1 0 0,-1 0-1 0 0,1 0 1 0 0,-1 0 0 0 0,1 0-1 0 0,0 0 1 0 0,-1 0-1 0 0,1 1 1 0 0,-1-1-1 0 0,1 0 1 0 0,0 0 0 0 0,0 1-1 0 0,0 0 41 0 0,1 0 0 0 0,-1 0 1 0 0,1 0-1 0 0,-1 1 0 0 0,1-1 0 0 0,-1 0 0 0 0,0 1 0 0 0,0-1 0 0 0,0 1 0 0 0,2 3 1 0 0,53 103 1801 0 0,8 15-2752 0 0,-38-81-5455 0 0</inkml:trace>
</inkml:ink>
</file>

<file path=ppt/ink/ink2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36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13363 0 0,'0'6'6631'0'0,"23"10"-6349"0"0,-1 1 1 0 0,-1 1-1 0 0,0 1 1 0 0,-1 1-1 0 0,17 23 1 0 0,-13-16-97 0 0,24 32-53 0 0,-3 2-1 0 0,-2 1 0 0 0,36 73 1 0 0,55 79-1288 0 0,-97-160 699 0 0,-25-34-662 0 0</inkml:trace>
</inkml:ink>
</file>

<file path=ppt/ink/ink2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36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6 176 11522 0 0,'-6'8'2302'0'0,"22"-24"-512"0"0,23-30 461 0 0,28-59-2954 0 0,-56 89-5481 0 0</inkml:trace>
</inkml:ink>
</file>

<file path=ppt/ink/ink2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36.9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14283 0 0,'63'56'5030'0'0,"-37"-27"-4374"0"0,40 57-1 0 0,-51-64-765 0 0,1 1-1 0 0,1-2 1 0 0,1 0-1 0 0,1-1 1 0 0,30 25 0 0 0,-31-35-736 0 0</inkml:trace>
</inkml:ink>
</file>

<file path=ppt/ink/ink2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37.2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133 332 2761 0 0,'-10'-6'144'0'0,"0"-1"1"0"0,1 1-1 0 0,0-2 1 0 0,0 1-1 0 0,0-1 1 0 0,1-1 0 0 0,0 0-1 0 0,1 0 1 0 0,0 0-1 0 0,0-1 1 0 0,1 0-1 0 0,0 0 1 0 0,1-1-1 0 0,-6-15 1 0 0,8 20 31 0 0,1 0 0 0 0,0-1 0 0 0,1 1-1 0 0,-1-1 1 0 0,1 0 0 0 0,1 1 0 0 0,-1-1 0 0 0,1 0 0 0 0,0 0-1 0 0,1 1 1 0 0,-1-1 0 0 0,1 0 0 0 0,1 1 0 0 0,-1-1 0 0 0,1 1-1 0 0,0-1 1 0 0,1 1 0 0 0,-1 0 0 0 0,1 0 0 0 0,1 0 0 0 0,-1 0 0 0 0,1 1-1 0 0,0-1 1 0 0,0 1 0 0 0,0 0 0 0 0,8-6 0 0 0,-11 10-45 0 0,0-1-1 0 0,0 1 1 0 0,1 0 0 0 0,-1 0 0 0 0,1 0 0 0 0,-1 0 0 0 0,1 0 0 0 0,0 1-1 0 0,-1-1 1 0 0,1 0 0 0 0,0 1 0 0 0,-1-1 0 0 0,1 1 0 0 0,0 0 0 0 0,0-1-1 0 0,0 1 1 0 0,-1 0 0 0 0,1 0 0 0 0,0 0 0 0 0,0 0 0 0 0,0 1 0 0 0,1-1-1 0 0,0 2 34 0 0,0-1 0 0 0,0 0-1 0 0,0 1 1 0 0,0-1-1 0 0,-1 1 1 0 0,1 0-1 0 0,-1 0 1 0 0,1 0 0 0 0,-1 0-1 0 0,0 1 1 0 0,3 3-1 0 0,5 6 279 0 0,-2 1-1 0 0,0 0 1 0 0,12 28-1 0 0,-20-40-428 0 0,6 15 121 0 0,-1 0 1 0 0,0 1 0 0 0,-1 0 0 0 0,2 26 0 0 0,-3-24-1112 0 0,0 0-1 0 0,11 34 1 0 0</inkml:trace>
</inkml:ink>
</file>

<file path=ppt/ink/ink2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37.6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44 6913 0 0,'-1'-15'5744'0'0,"8"19"-5342"0"0,0 0 0 0 0,-1 0 0 0 0,0 0 0 0 0,0 0 0 0 0,0 1 0 0 0,-1 0 0 0 0,8 9 1 0 0,36 49 1242 0 0,-5-6-792 0 0,-36-47-846 0 0,1 0 1 0 0,1-1-1 0 0,0 0 0 0 0,0-1 1 0 0,1 0-1 0 0,0 0 0 0 0,17 8 1 0 0,-28-16-53 0 0,1 1 0 0 0,-1-1 0 0 0,1 0 0 0 0,-1 1 0 0 0,1-1 0 0 0,-1 0 0 0 0,1 0 0 0 0,-1 0 0 0 0,1 0 0 0 0,-1 0 0 0 0,1 1 0 0 0,-1-1 0 0 0,1 0 0 0 0,-1 0 0 0 0,1 0 0 0 0,-1 0 0 0 0,1 0 0 0 0,-1-1 0 0 0,1 1 0 0 0,0 0 0 0 0,-1 0 0 0 0,1 0 0 0 0,-1 0 0 0 0,1-1 0 0 0,-1 1 0 0 0,1 0 0 0 0,-1 0 0 0 0,0-1 0 0 0,1 1 0 0 0,-1 0 0 0 0,1-1 0 0 0,-1 1 0 0 0,0 0 0 0 0,1-1 0 0 0,-1 1 0 0 0,0-1 0 0 0,1 1 0 0 0,-1-1 0 0 0,0 1 0 0 0,1-1 0 0 0,-1 1 0 0 0,0-1 0 0 0,0 1 0 0 0,0-1 0 0 0,0 1 0 0 0,0-1 0 0 0,1 1 1 0 0,-1-1-1 0 0,0 1 0 0 0,0-1 0 0 0,0 1 0 0 0,0-1 0 0 0,0 1 0 0 0,-1-1 0 0 0,1 1 0 0 0,0-1 0 0 0,0 0 0 0 0,-1 0 0 0 0,-6-37-2229 0 0,6 34 2150 0 0,-8-27-768 0 0,1 5 612 0 0,-6-33 0 0 0,13 52 527 0 0,0 1 0 0 0,1 0 0 0 0,-1 0 0 0 0,1-1 0 0 0,1 1 0 0 0,-1 0 0 0 0,1-1 0 0 0,0 1 0 0 0,0 0 0 0 0,1 0 0 0 0,2-6 0 0 0,-4 11-139 0 0,1 0 0 0 0,-1 0 0 0 0,1 0 0 0 0,-1 0 0 0 0,1 0 0 0 0,-1 0 0 0 0,1 0 0 0 0,-1 1 0 0 0,1-1 0 0 0,0 0 0 0 0,0 0 0 0 0,-1 1 0 0 0,1-1 0 0 0,0 1 0 0 0,0-1 0 0 0,0 0 0 0 0,0 1 0 0 0,0 0 0 0 0,0-1 0 0 0,0 1 0 0 0,0-1 0 0 0,0 1 0 0 0,0 0 0 0 0,1-1 0 0 0,0 2 5 0 0,0-1 1 0 0,0 0-1 0 0,1 0 1 0 0,-1 1-1 0 0,0-1 1 0 0,0 1-1 0 0,-1 0 1 0 0,1 0-1 0 0,0 0 1 0 0,0 0-1 0 0,3 2 1 0 0,4 4 130 0 0,0 0 0 0 0,0 1 0 0 0,11 13 0 0 0,-15-17-81 0 0,7 9-797 0 0,0-1 1 0 0,1 0-1 0 0,24 17 0 0 0</inkml:trace>
</inkml:ink>
</file>

<file path=ppt/ink/ink2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37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37 2304 0 0,'-2'1'231'0'0,"1"1"-1"0"0,-1-1 0 0 0,1 0 0 0 0,-1 1 0 0 0,1-1 0 0 0,-1 1 0 0 0,1 0 0 0 0,0-1 0 0 0,0 1 0 0 0,0 0 0 0 0,0 0 0 0 0,0 0 0 0 0,0-1 0 0 0,1 1 0 0 0,-1 0 0 0 0,0 0 1 0 0,1 0-1 0 0,0 0 0 0 0,-1 0 0 0 0,1 1 0 0 0,0-1 0 0 0,0 0 0 0 0,0 0 0 0 0,0 0 0 0 0,1 0 0 0 0,-1 0 0 0 0,0 0 0 0 0,1 0 0 0 0,1 3 0 0 0,1 7 361 0 0,1 0-1 0 0,0-1 0 0 0,10 18 1 0 0,-10-23-501 0 0,0 1 0 0 0,0-1 0 0 0,1 1 0 0 0,0-1 0 0 0,0-1 1 0 0,0 1-1 0 0,1-1 0 0 0,0 0 0 0 0,0 0 0 0 0,0 0 0 0 0,8 3 0 0 0,-11-6-57 0 0,1 0 0 0 0,-1 0-1 0 0,0-1 1 0 0,1 0 0 0 0,-1 1-1 0 0,1-1 1 0 0,0-1 0 0 0,-1 1-1 0 0,1 0 1 0 0,0-1 0 0 0,-1 0-1 0 0,1 0 1 0 0,0 0 0 0 0,-1 0-1 0 0,1-1 1 0 0,0 1 0 0 0,0-1-1 0 0,-1 0 1 0 0,1 0 0 0 0,-1 0 0 0 0,1-1-1 0 0,-1 1 1 0 0,0-1 0 0 0,1 0-1 0 0,3-2 1 0 0,-5 2-25 0 0,-1 0 0 0 0,1 0 0 0 0,0 0 0 0 0,-1 0 0 0 0,1 0 0 0 0,-1 0 0 0 0,0 0 0 0 0,0 0 0 0 0,0-1 0 0 0,0 1 0 0 0,0 0 0 0 0,0-1 0 0 0,-1 1 0 0 0,1-1 0 0 0,-1 1 0 0 0,1-1 0 0 0,-1 1 0 0 0,0-1 0 0 0,0 1 0 0 0,0-1 0 0 0,0 1 0 0 0,-1-1 0 0 0,1 1 0 0 0,-1-1 0 0 0,0 1 0 0 0,1 0 0 0 0,-1-1 0 0 0,0 1 0 0 0,0 0 0 0 0,-2-3 0 0 0,-5-10 89 0 0,0 0 0 0 0,0 1 0 0 0,-15-18 0 0 0,17 24-61 0 0,4 5-97 0 0,-37-43 966 0 0,38 44-1036 0 0,-1 1 0 0 0,0-1 0 0 0,0 0-1 0 0,0 1 1 0 0,0-1 0 0 0,0 1 0 0 0,0 0-1 0 0,0 0 1 0 0,0 0 0 0 0,0 0 0 0 0,-1 0-1 0 0,1 0 1 0 0,0 0 0 0 0,-1 1 0 0 0,1-1-1 0 0,-1 1 1 0 0,1 0 0 0 0,-1-1 0 0 0,1 1-1 0 0,0 0 1 0 0,-4 1 0 0 0</inkml:trace>
</inkml:ink>
</file>

<file path=ppt/ink/ink2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38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19 9218 0 0,'-14'-18'8511'0'0,"30"26"-6253"0"0,8 8-1950 0 0,-1 2 0 0 0,0 1 0 0 0,-2 0 0 0 0,0 2 0 0 0,-1 0 0 0 0,21 30 0 0 0,32 32-320 0 0,-66-75-379 0 0,39 37 296 0 0,-12-18-6620 0 0</inkml:trace>
</inkml:ink>
</file>

<file path=ppt/ink/ink2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38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8 340 6913 0 0,'-1'1'396'0'0,"1"-1"-330"0"0,0 0-1 0 0,-1 0 1 0 0,1 0 0 0 0,0 0 0 0 0,0 0 0 0 0,0 0 0 0 0,0 0 0 0 0,-1 0-1 0 0,1 0 1 0 0,0 0 0 0 0,0 0 0 0 0,0 0 0 0 0,-1 0 0 0 0,1 0 0 0 0,-3-2 1317 0 0,3 2-1317 0 0,0 0 0 0 0,0 0-1 0 0,0 0 1 0 0,0 0 0 0 0,0-1 0 0 0,0 1 0 0 0,-1 0 0 0 0,1 0 0 0 0,0 0 0 0 0,0 0-1 0 0,0-1 1 0 0,0 1 0 0 0,0 0 0 0 0,0 0 0 0 0,0 0 0 0 0,0-1 0 0 0,0 1-1 0 0,0 0 1 0 0,1 0 0 0 0,-1 0 0 0 0,0 0 0 0 0,0-1 0 0 0,0 1 0 0 0,0 0 0 0 0,0 0-1 0 0,0 0 1 0 0,0-1 0 0 0,8-24 1943 0 0,17-30-803 0 0,-21 49-1597 0 0,0-1 0 0 0,1 1 0 0 0,0 0 0 0 0,-1 0 0 0 0,2 0 0 0 0,-1 1 0 0 0,1 0 0 0 0,0 0 0 0 0,0 0 0 0 0,7-4 0 0 0,4 0 118 0 0,0 1 0 0 0,30-9 0 0 0,27-14 95 0 0,-68 27 100 0 0,0 0-1 0 0,0-1 1 0 0,0 0 0 0 0,-1 0 0 0 0,0 0 0 0 0,0-1 0 0 0,0 0 0 0 0,0 0 0 0 0,7-13 0 0 0,21-26-724 0 0,-35 49 1095 0 0,0 0 0 0 0,0 0 0 0 0,0 1 0 0 0,1-1 1 0 0,-1 0-1 0 0,1 1 0 0 0,0-1 0 0 0,0 1 0 0 0,0 7 0 0 0,-4 50 2049 0 0,5-56-2278 0 0,0 0 0 0 0,1 0 1 0 0,-1 0-1 0 0,1 0 0 0 0,0 0 0 0 0,0-1 1 0 0,1 1-1 0 0,3 8 0 0 0,-5-13-43 0 0,1 1 0 0 0,-1-1 1 0 0,1 0-1 0 0,0 0 0 0 0,0 0 0 0 0,-1 0 0 0 0,1 0 0 0 0,0 0 1 0 0,0 0-1 0 0,0-1 0 0 0,0 1 0 0 0,0 0 0 0 0,0 0 0 0 0,0-1 0 0 0,0 1 1 0 0,0-1-1 0 0,1 1 0 0 0,0 0 0 0 0,0-1 25 0 0,0 0 0 0 0,0 0 0 0 0,-1 0 0 0 0,1 0 0 0 0,0 0 1 0 0,0-1-1 0 0,-1 1 0 0 0,1 0 0 0 0,0-1 0 0 0,-1 1 0 0 0,1-1 0 0 0,0 0 0 0 0,-1 0 0 0 0,1 1 0 0 0,-1-1 0 0 0,1 0 0 0 0,1-2 1 0 0,0 1 87 0 0,0-1 0 0 0,-1 1 0 0 0,1-1 1 0 0,0 0-1 0 0,-1 0 0 0 0,0 0 1 0 0,0 0-1 0 0,0 0 0 0 0,0-1 1 0 0,0 1-1 0 0,-1-1 0 0 0,1 1 1 0 0,-1-1-1 0 0,0 0 0 0 0,0 1 1 0 0,0-1-1 0 0,-1 0 0 0 0,1 0 1 0 0,-1 0-1 0 0,0 1 0 0 0,0-1 1 0 0,0 0-1 0 0,-1 0 0 0 0,1 0 1 0 0,-1 0-1 0 0,0 1 0 0 0,0-1 0 0 0,0 0 1 0 0,0 1-1 0 0,-1-1 0 0 0,0 1 1 0 0,-2-5-1 0 0,2 3-82 0 0,-1 0 0 0 0,0 0 0 0 0,0 1-1 0 0,0-1 1 0 0,0 1 0 0 0,-1-1 0 0 0,0 1 0 0 0,0 0 0 0 0,0 1 0 0 0,0-1-1 0 0,0 1 1 0 0,-1-1 0 0 0,0 1 0 0 0,0 1 0 0 0,0-1 0 0 0,0 1 0 0 0,0-1-1 0 0,0 2 1 0 0,0-1 0 0 0,-1 0 0 0 0,1 1 0 0 0,-6-1 0 0 0,-5 3-478 0 0</inkml:trace>
</inkml:ink>
</file>

<file path=ppt/ink/ink2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41.9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5985 0 0,'7'16'1627'0'0,"-1"0"0"0"0,-1 1 0 0 0,0 0 0 0 0,3 22 0 0 0,8 85-661 0 0,-7-51-242 0 0,50 348-10 0 0,-53-350-1367 0 0,-3-39-47 0 0</inkml:trace>
</inkml:ink>
</file>

<file path=ppt/ink/ink2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42.2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0 227 3681 0 0,'4'-15'405'0'0,"1"-1"0"0"0,1 1 0 0 0,0 0 1 0 0,1 1-1 0 0,1-1 0 0 0,0 1 0 0 0,0 1 1 0 0,2 0-1 0 0,0 0 0 0 0,0 1 0 0 0,1 0 1 0 0,0 0-1 0 0,24-17 0 0 0,-33 27-314 0 0,1 0-1 0 0,0 0 1 0 0,-1 1 0 0 0,1-1-1 0 0,0 0 1 0 0,0 1 0 0 0,0 0-1 0 0,0 0 1 0 0,0 0 0 0 0,0 0-1 0 0,0 0 1 0 0,1 0-1 0 0,-1 1 1 0 0,0 0 0 0 0,0-1-1 0 0,0 1 1 0 0,1 1 0 0 0,-1-1-1 0 0,0 0 1 0 0,4 1 0 0 0,-4 1-48 0 0,0-1 0 0 0,0 1 0 0 0,0 0 1 0 0,-1-1-1 0 0,1 1 0 0 0,0 0 0 0 0,-1 1 1 0 0,1-1-1 0 0,-1 0 0 0 0,0 1 0 0 0,0-1 1 0 0,0 1-1 0 0,0 0 0 0 0,0 0 0 0 0,-1 0 1 0 0,1 0-1 0 0,-1 0 0 0 0,0 0 0 0 0,2 5 1 0 0,1 7 101 0 0,0 1 1 0 0,-1 0 0 0 0,-1 0-1 0 0,0 0 1 0 0,-1 0-1 0 0,-1 0 1 0 0,-3 23 0 0 0,-23 113 632 0 0,22-131-697 0 0,1-4 48 0 0,-4 17 440 0 0,-12 35 0 0 0,16-61-306 0 0,0 0 0 0 0,0 0-1 0 0,-1 0 1 0 0,0-1 0 0 0,0 1 0 0 0,0-1 0 0 0,-1 0 0 0 0,0-1 0 0 0,-1 1-1 0 0,-6 6 1 0 0,12-14-225 0 0,0 1 0 0 0,0 0 0 0 0,0 0 0 0 0,0 0 0 0 0,0 0 0 0 0,0-1 0 0 0,0 1 0 0 0,0 0 0 0 0,0 0 0 0 0,0 0-1 0 0,-1 0 1 0 0,1 0 0 0 0,0 0 0 0 0,0-1 0 0 0,0 1 0 0 0,0 0 0 0 0,0 0 0 0 0,0 0 0 0 0,0 0 0 0 0,0 0 0 0 0,0 0 0 0 0,-1 0 0 0 0,1-1 0 0 0,0 1 0 0 0,0 0-1 0 0,0 0 1 0 0,0 0 0 0 0,0 0 0 0 0,0 0 0 0 0,-1 0 0 0 0,1 0 0 0 0,0 0 0 0 0,0 0 0 0 0,0 0 0 0 0,0 0 0 0 0,0 0 0 0 0,-1 0 0 0 0,1 0 0 0 0,0 0-1 0 0,0 0 1 0 0,0 0 0 0 0,10-15 532 0 0,-5 12-530 0 0,-1 0 0 0 0,1 1-1 0 0,0 0 1 0 0,0 0 0 0 0,0 0 0 0 0,0 1-1 0 0,0-1 1 0 0,0 1 0 0 0,0 0-1 0 0,0 1 1 0 0,0-1 0 0 0,0 1-1 0 0,1 0 1 0 0,-1 1 0 0 0,0-1-1 0 0,6 2 1 0 0,34 12-949 0 0,-2 7-4479 0 0,-21-9-992 0 0</inkml:trace>
</inkml:ink>
</file>

<file path=ppt/ink/ink2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42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119 248 5065 0 0,'-20'-8'2232'0'0,"15"6"-1351"0"0,0 0-1 0 0,0 0 0 0 0,0 0 0 0 0,1-1 0 0 0,-1 1 1 0 0,-6-6-1 0 0,47-11 1924 0 0,-30 17-2727 0 0,-1-1-1 0 0,0-1 1 0 0,0 1-1 0 0,0-1 1 0 0,0 0-1 0 0,-1 0 1 0 0,0 0-1 0 0,1 0 1 0 0,-2-1-1 0 0,5-5 1 0 0,-6 7-48 0 0,-1 1 0 0 0,0-1 1 0 0,0 0-1 0 0,0 0 0 0 0,0 0 1 0 0,0 1-1 0 0,-1-1 0 0 0,1 0 1 0 0,-1 0-1 0 0,1 0 1 0 0,-1 0-1 0 0,0 0 0 0 0,-1 0 1 0 0,1 0-1 0 0,0 0 0 0 0,-1 0 1 0 0,1 0-1 0 0,-1 0 0 0 0,0 1 1 0 0,0-1-1 0 0,0 0 0 0 0,-2-3 1 0 0,-2-2-46 0 0,1 0 1 0 0,-1 0 0 0 0,0 0-1 0 0,-1 1 1 0 0,0 0 0 0 0,0 0-1 0 0,-13-11 1 0 0,18 17 12 0 0,-1-1-1 0 0,0 1 1 0 0,1 0 0 0 0,-1 0-1 0 0,0 0 1 0 0,0 0-1 0 0,0 0 1 0 0,0 0 0 0 0,1 1-1 0 0,-1-1 1 0 0,0 0 0 0 0,0 1-1 0 0,-1 0 1 0 0,1-1-1 0 0,0 1 1 0 0,0 0 0 0 0,0 0-1 0 0,0 0 1 0 0,0 0-1 0 0,0 1 1 0 0,0-1 0 0 0,0 0-1 0 0,0 1 1 0 0,0 0 0 0 0,0-1-1 0 0,0 1 1 0 0,0 0-1 0 0,0 0 1 0 0,1 0 0 0 0,-1 0-1 0 0,0 0 1 0 0,1 1-1 0 0,-1-1 1 0 0,0 0 0 0 0,1 1-1 0 0,0-1 1 0 0,-1 1 0 0 0,1 0-1 0 0,0-1 1 0 0,-2 4-1 0 0,1-2 9 0 0,0 0 0 0 0,0 0 0 0 0,0 0-1 0 0,0 0 1 0 0,0 1 0 0 0,1-1-1 0 0,0 1 1 0 0,-1-1 0 0 0,1 1-1 0 0,1-1 1 0 0,-1 1 0 0 0,0 0-1 0 0,1-1 1 0 0,0 1 0 0 0,0 0 0 0 0,0-1-1 0 0,0 1 1 0 0,1 0 0 0 0,-1 0-1 0 0,3 6 1 0 0,-1-5 5 0 0,1 0-1 0 0,0 1 1 0 0,0-1-1 0 0,0 0 1 0 0,1 0-1 0 0,-1-1 1 0 0,1 1 0 0 0,1-1-1 0 0,-1 0 1 0 0,0 0-1 0 0,11 7 1 0 0,13 9-426 0 0,-9-5-889 0 0,-1-2 0 0 0,2 0 0 0 0,0-1 0 0 0,29 12-1 0 0,-34-19-3363 0 0</inkml:trace>
</inkml:ink>
</file>

<file path=ppt/ink/ink2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43.0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29 199 6449 0 0,'-22'-16'924'0'0,"22"15"-776"0"0,-1 1 1 0 0,1-1-1 0 0,-1 1 1 0 0,0-1-1 0 0,1 0 1 0 0,-1 0-1 0 0,1 1 1 0 0,0-1-1 0 0,-1 0 1 0 0,1 0-1 0 0,0 0 1 0 0,-1 0 0 0 0,1 1-1 0 0,0-1 1 0 0,0 0-1 0 0,0 0 1 0 0,0 0-1 0 0,0 0 1 0 0,0 0-1 0 0,0 0 1 0 0,0 1-1 0 0,0-1 1 0 0,0 0-1 0 0,0 0 1 0 0,0 0-1 0 0,1 0 1 0 0,-1 0-1 0 0,1 0 1 0 0,-1 0-54 0 0,1 1 0 0 0,-1 0 1 0 0,1-1-1 0 0,-1 1 0 0 0,1 0 1 0 0,-1 0-1 0 0,1-1 0 0 0,-1 1 0 0 0,1 0 1 0 0,-1 0-1 0 0,1 0 0 0 0,-1 0 1 0 0,1-1-1 0 0,-1 1 0 0 0,1 0 1 0 0,-1 0-1 0 0,1 0 0 0 0,-1 0 0 0 0,1 1 1 0 0,0-1-1 0 0,-1 0 0 0 0,1 0 1 0 0,-1 0-1 0 0,1 0 0 0 0,-1 0 1 0 0,1 1-1 0 0,-1-1 0 0 0,1 0 0 0 0,-1 0 1 0 0,1 1-1 0 0,-1-1 0 0 0,0 0 1 0 0,1 1-1 0 0,-1-1 0 0 0,1 1 0 0 0,-1-1 1 0 0,1 1-1 0 0,16 14 430 0 0,2 4-150 0 0,35 34 92 0 0,-49-49-437 0 0,1 0 1 0 0,-1 0-1 0 0,1 0 0 0 0,-1-1 0 0 0,1 1 0 0 0,0-2 0 0 0,0 1 0 0 0,11 3 1 0 0,-16-6 21 0 0,1 0 0 0 0,-1 1 0 0 0,0-1 0 0 0,0 0 1 0 0,1 0-1 0 0,-1 0 0 0 0,0 0 0 0 0,0 0 0 0 0,1 0 1 0 0,-1-1-1 0 0,0 1 0 0 0,1 0 0 0 0,-1-1 0 0 0,0 1 1 0 0,0-1-1 0 0,0 1 0 0 0,0-1 0 0 0,1 1 0 0 0,-1-1 1 0 0,0 0-1 0 0,0 0 0 0 0,0 1 0 0 0,0-1 1 0 0,1-2-1 0 0,0 1 39 0 0,-1-1 1 0 0,1 0-1 0 0,0 0 1 0 0,-1 0-1 0 0,0 0 0 0 0,1 0 1 0 0,-1 0-1 0 0,-1 0 1 0 0,2-6-1 0 0,0-7 101 0 0,-1 0 0 0 0,0-1 0 0 0,-3-16 0 0 0,2 27-187 0 0,-1-8-307 0 0,-1-55 476 0 0,5 23-6026 0 0,0 26-146 0 0</inkml:trace>
</inkml:ink>
</file>

<file path=ppt/ink/ink2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43.4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1 592 920 0 0,'0'6'396'0'0,"1"-1"-1"0"0,0 0 1 0 0,1 1 0 0 0,-1-1-1 0 0,1 0 1 0 0,0 0 0 0 0,0 0-1 0 0,0 0 1 0 0,1 0-1 0 0,0-1 1 0 0,3 6 0 0 0,-5-9-220 0 0,1 1 0 0 0,-1-1 0 0 0,1 1 0 0 0,-1-1 0 0 0,1 1 0 0 0,-1-1 0 0 0,1 0 0 0 0,0 0 0 0 0,0 0 0 0 0,-1 0 0 0 0,1 0 0 0 0,0 0 0 0 0,0-1 0 0 0,0 1 0 0 0,0-1 0 0 0,0 1 0 0 0,0-1 0 0 0,0 1 0 0 0,0-1 1 0 0,0 0-1 0 0,0 0 0 0 0,0 0 0 0 0,0-1 0 0 0,0 1 0 0 0,0 0 0 0 0,0-1 0 0 0,0 1 0 0 0,0-1 0 0 0,0 1 0 0 0,0-1 0 0 0,0 0 0 0 0,2-2 0 0 0,2 0-85 0 0,-2-1 1 0 0,1 0-1 0 0,0 0 1 0 0,-1 0-1 0 0,0-1 0 0 0,0 1 1 0 0,0-1-1 0 0,0 0 1 0 0,-1 0-1 0 0,0-1 0 0 0,0 1 1 0 0,-1-1-1 0 0,1 1 0 0 0,-1-1 1 0 0,0 0-1 0 0,0 0 1 0 0,-1 0-1 0 0,1-11 0 0 0,0 8-31 0 0,-1-1 0 0 0,-1 1 0 0 0,1 0 0 0 0,-2-1-1 0 0,1 1 1 0 0,-1 0 0 0 0,-1 0 0 0 0,0-1 0 0 0,0 1-1 0 0,-1 0 1 0 0,-6-15 0 0 0,9 23-56 0 0,-1 0 1 0 0,1 0-1 0 0,-1 0 0 0 0,1 0 1 0 0,-1 0-1 0 0,1 0 0 0 0,-1 0 1 0 0,1 0-1 0 0,-1 0 0 0 0,0 0 0 0 0,0 0 1 0 0,0 0-1 0 0,1 1 0 0 0,-1-1 1 0 0,0 0-1 0 0,0 1 0 0 0,0-1 1 0 0,0 0-1 0 0,0 1 0 0 0,0-1 1 0 0,0 1-1 0 0,0 0 0 0 0,-1-1 1 0 0,1 1-1 0 0,0 0 0 0 0,0 0 1 0 0,0-1-1 0 0,0 1 0 0 0,0 0 1 0 0,0 0-1 0 0,-1 0 0 0 0,1 0 0 0 0,0 1 1 0 0,0-1-1 0 0,0 0 0 0 0,0 0 1 0 0,0 1-1 0 0,0-1 0 0 0,0 1 1 0 0,-1-1-1 0 0,1 1 0 0 0,0-1 1 0 0,1 1-1 0 0,-1 0 0 0 0,-2 0 1 0 0,2 1-2 0 0,0-1 0 0 0,0 0 0 0 0,0 1 1 0 0,1-1-1 0 0,-1 0 0 0 0,0 1 0 0 0,0-1 1 0 0,1 1-1 0 0,-1-1 0 0 0,1 1 0 0 0,-1 0 1 0 0,1-1-1 0 0,0 1 0 0 0,-1 0 0 0 0,1-1 1 0 0,0 1-1 0 0,0-1 0 0 0,0 1 0 0 0,0 0 1 0 0,1-1-1 0 0,-1 1 0 0 0,0 0 1 0 0,1-1-1 0 0,-1 1 0 0 0,1-1 0 0 0,0 1 1 0 0,-1-1-1 0 0,1 1 0 0 0,0-1 0 0 0,0 1 1 0 0,0-1-1 0 0,0 0 0 0 0,1 2 0 0 0,8 7 49 0 0,0 0 0 0 0,0-1 0 0 0,1-1 0 0 0,0 0 0 0 0,1 0 0 0 0,0-1 0 0 0,0-1-1 0 0,0 0 1 0 0,1 0 0 0 0,-1-1 0 0 0,21 4 0 0 0,-26-6-108 0 0,1-1 0 0 0,0-1 0 0 0,1 1 1 0 0,-1-1-1 0 0,0-1 0 0 0,0 0 0 0 0,0 0 0 0 0,0 0 1 0 0,1-1-1 0 0,-1 0 0 0 0,0-1 0 0 0,0 0 0 0 0,0 0 1 0 0,-1 0-1 0 0,1-1 0 0 0,0-1 0 0 0,-1 1 0 0 0,0-1 1 0 0,0 0-1 0 0,9-7 0 0 0,-12 7-239 0 0,0 0 1 0 0,-1 0 0 0 0,1 0-1 0 0,-1-1 1 0 0,1 1-1 0 0,-1-1 1 0 0,-1 0-1 0 0,1 0 1 0 0,-1 0-1 0 0,0-1 1 0 0,0 1-1 0 0,1-6 1 0 0,0-5-261 0 0,0-1 0 0 0,0-28 1 0 0,-3 32 545 0 0,1 0 1 0 0,0 0 0 0 0,1 0-1 0 0,0 1 1 0 0,7-21-1 0 0,-9 32 60 0 0,1 0 0 0 0,-1 0 0 0 0,0 0 0 0 0,0 0 0 0 0,1 0 0 0 0,-1 0 0 0 0,1 0 0 0 0,-1 0 0 0 0,1 0 0 0 0,-1 0 0 0 0,1 0 1 0 0,-1 0-1 0 0,1 0 0 0 0,0 0 0 0 0,0 1 0 0 0,-1-1 0 0 0,1 0 0 0 0,0 0 0 0 0,0 1 0 0 0,0-1 0 0 0,0 1 0 0 0,0-1 0 0 0,0 1 0 0 0,0-1 0 0 0,0 1 0 0 0,0-1 0 0 0,0 1 0 0 0,0 0 0 0 0,0 0 0 0 0,0-1 0 0 0,0 1 0 0 0,1 0 0 0 0,-1 0 0 0 0,0 0 0 0 0,0 0 0 0 0,0 0 0 0 0,0 1 0 0 0,0-1 0 0 0,0 0 0 0 0,0 0 0 0 0,0 1 0 0 0,0-1 0 0 0,0 1 0 0 0,0-1 0 0 0,0 1 0 0 0,0-1 0 0 0,0 1 0 0 0,1 0 0 0 0,6 5 697 0 0,-1 1 0 0 0,0 0 1 0 0,-1 0-1 0 0,11 13 0 0 0,-1-1 380 0 0,-16-19-1133 0 0,21 18 2110 0 0,-21-18-2071 0 0,0 0-1 0 0,0 0 1 0 0,0 0-1 0 0,1 0 0 0 0,-1 0 1 0 0,0 0-1 0 0,0 0 1 0 0,0 0-1 0 0,0 0 0 0 0,0 0 1 0 0,1 0-1 0 0,-1 0 1 0 0,0 0-1 0 0,0 0 0 0 0,0 0 1 0 0,0 0-1 0 0,0 0 1 0 0,0 0-1 0 0,1 0 1 0 0,-1 0-1 0 0,0 0 0 0 0,0 0 1 0 0,0 0-1 0 0,0 0 1 0 0,0 0-1 0 0,0 0 0 0 0,1 0 1 0 0,-1 0-1 0 0,0 0 1 0 0,0-1-1 0 0,0 1 0 0 0,0 0 1 0 0,0 0-1 0 0,0 0 1 0 0,0 0-1 0 0,0 0 1 0 0,0 0-1 0 0,0-1 0 0 0,0 1 1 0 0,0 0-1 0 0,0 0 1 0 0,1 0-1 0 0,-1 0 0 0 0,0 0 1 0 0,0 0-1 0 0,0-1 1 0 0,0 1-1 0 0,-3-17 830 0 0,-12-40 234 0 0,-14-63 51 0 0,26 104-1463 0 0,0-1 0 0 0,2 0 0 0 0,0 0 1 0 0,1 0-1 0 0,2-18 0 0 0,3 12-1765 0 0,3-1-4662 0 0</inkml:trace>
</inkml:ink>
</file>

<file path=ppt/ink/ink2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44.1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34 5065 0 0,'0'-2'247'0'0,"0"1"0"0"0,0-1 1 0 0,0 0-1 0 0,-1 1 0 0 0,1-1 0 0 0,0 0 0 0 0,-1 1 0 0 0,1-1 0 0 0,-1 0 1 0 0,1 1-1 0 0,-1-1 0 0 0,0 1 0 0 0,0-1 0 0 0,0 1 0 0 0,0-1 0 0 0,0 1 1 0 0,0 0-1 0 0,-2-3 0 0 0,2 4-152 0 0,0-1-1 0 0,0 1 1 0 0,1 0-1 0 0,-1 0 1 0 0,0-1 0 0 0,0 1-1 0 0,0 0 1 0 0,0 0-1 0 0,0 0 1 0 0,1 0 0 0 0,-1 0-1 0 0,0 0 1 0 0,0 0 0 0 0,0 1-1 0 0,0-1 1 0 0,0 0-1 0 0,1 0 1 0 0,-1 1 0 0 0,0-1-1 0 0,0 0 1 0 0,0 1-1 0 0,1-1 1 0 0,-1 1 0 0 0,0-1-1 0 0,1 1 1 0 0,-1-1-1 0 0,0 1 1 0 0,1-1 0 0 0,-1 1-1 0 0,0 0 1 0 0,1-1 0 0 0,-1 1-1 0 0,1 0 1 0 0,0 0-1 0 0,-1-1 1 0 0,1 1 0 0 0,0 0-1 0 0,-1 1 1 0 0,-13 23 124 0 0,0 0-1 0 0,2 1 1 0 0,1 1 0 0 0,1 0-1 0 0,1 0 1 0 0,2 1 0 0 0,1 0 0 0 0,-5 45-1 0 0,11-68-212 0 0,-1-1 1 0 0,1 1-1 0 0,1 0 0 0 0,-1-1 0 0 0,0 1 0 0 0,1-1 0 0 0,0 1 0 0 0,0-1 0 0 0,1 1 0 0 0,-1-1 0 0 0,1 1 1 0 0,0-1-1 0 0,0 0 0 0 0,0 0 0 0 0,0 0 0 0 0,1 0 0 0 0,0-1 0 0 0,0 1 0 0 0,5 5 0 0 0,-3-5 0 0 0,-1-1-1 0 0,1 0 0 0 0,0 0 1 0 0,0-1-1 0 0,0 1 1 0 0,1-1-1 0 0,-1 0 0 0 0,0-1 1 0 0,1 1-1 0 0,-1-1 0 0 0,1 0 1 0 0,0-1-1 0 0,-1 1 1 0 0,1-1-1 0 0,10-1 0 0 0,25-4-43 0 0,18-3-64 0 0,-55 8 96 0 0,0 0-1 0 0,0 0 1 0 0,0 0-1 0 0,0 1 1 0 0,1-1-1 0 0,-1 1 1 0 0,0 0-1 0 0,0 0 0 0 0,0 1 1 0 0,5 2-1 0 0,-7-4 2 0 0,-1 1 1 0 0,0 0-1 0 0,0 0 0 0 0,0 0 0 0 0,0 0 1 0 0,0 0-1 0 0,0 0 0 0 0,0 0 0 0 0,0 0 0 0 0,0 0 1 0 0,-1 1-1 0 0,1-1 0 0 0,0 0 0 0 0,-1 1 0 0 0,1-1 1 0 0,-1 0-1 0 0,1 1 0 0 0,-1-1 0 0 0,0 1 0 0 0,1-1 1 0 0,-1 0-1 0 0,0 1 0 0 0,0-1 0 0 0,0 1 0 0 0,0-1 1 0 0,0 1-1 0 0,-1-1 0 0 0,1 0 0 0 0,0 1 0 0 0,-1-1 1 0 0,1 1-1 0 0,-1-1 0 0 0,1 0 0 0 0,-1 1 0 0 0,0-1 1 0 0,0 1-1 0 0,-4 7-390 0 0,-1 0 0 0 0,1 0 0 0 0,-14 14 0 0 0,15-18-174 0 0,-9 10-4198 0 0</inkml:trace>
</inkml:ink>
</file>

<file path=ppt/ink/ink2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44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0 375 3225 0 0,'19'-19'619'0'0,"0"0"1"0"0,29-22-1 0 0,-29 25 101 0 0,0 0-1 0 0,24-28 1 0 0,-37 37-545 0 0,0-1-1 0 0,-1 0 1 0 0,0 0-1 0 0,-1 0 1 0 0,0 0-1 0 0,0-1 1 0 0,0 1-1 0 0,-1-1 1 0 0,-1 0-1 0 0,3-13 1 0 0,-3 11 28 0 0,-1 0-1 0 0,0-1 1 0 0,-1-15 0 0 0,0 24-181 0 0,0 1 0 0 0,0-1-1 0 0,-1 0 1 0 0,1 0 0 0 0,-1 1 0 0 0,1-1 0 0 0,-1 1 0 0 0,0-1-1 0 0,0 1 1 0 0,0-1 0 0 0,0 1 0 0 0,-1-1 0 0 0,1 1 0 0 0,-1 0-1 0 0,1 0 1 0 0,-1-1 0 0 0,0 1 0 0 0,0 0 0 0 0,0 1 0 0 0,-2-3 0 0 0,2 4 82 0 0,1-1 1 0 0,-1 1-1 0 0,0-1 1 0 0,0 1-1 0 0,1 0 1 0 0,-1 0-1 0 0,0-1 1 0 0,0 2-1 0 0,1-1 1 0 0,-1 0-1 0 0,0 0 1 0 0,0 0 0 0 0,1 1-1 0 0,-1-1 1 0 0,0 1-1 0 0,1-1 1 0 0,-1 1-1 0 0,0 0 1 0 0,1 0-1 0 0,-1 0 1 0 0,1 0-1 0 0,-1 0 1 0 0,1 0-1 0 0,0 0 1 0 0,-1 0-1 0 0,1 0 1 0 0,0 1 0 0 0,0-1-1 0 0,0 0 1 0 0,-1 2-1 0 0,-3 4 166 0 0,0-1 0 0 0,0 1 0 0 0,1 0 0 0 0,0 0-1 0 0,-3 9 1 0 0,5-13-173 0 0,0 1 1 0 0,1 0-1 0 0,0 0 0 0 0,0 0 0 0 0,0 0 0 0 0,1 0 1 0 0,-1 0-1 0 0,1 0 0 0 0,0 0 0 0 0,0 0 0 0 0,0 0 1 0 0,0 0-1 0 0,1 0 0 0 0,0 0 0 0 0,0 0 0 0 0,0 0 0 0 0,3 7 1 0 0,-1-7 2 0 0,-1 1 1 0 0,1-1 0 0 0,1 0 0 0 0,-1 0-1 0 0,1 0 1 0 0,-1 0 0 0 0,1 0 0 0 0,0-1 0 0 0,0 0-1 0 0,1 0 1 0 0,-1 0 0 0 0,6 3 0 0 0,3 0 17 0 0,1-1-1 0 0,0 0 1 0 0,0 0 0 0 0,0-1 0 0 0,0-1 0 0 0,1 0 0 0 0,-1-2 0 0 0,29 1 0 0 0,18-5-1418 0 0,-28-1-5202 0 0</inkml:trace>
</inkml:ink>
</file>

<file path=ppt/ink/ink2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45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64 8754 0 0,'-24'-64'6137'0'0,"30"114"-4095"0"0,-2-28-1941 0 0,1 1-1 0 0,1-1 1 0 0,1 0-1 0 0,1 0 1 0 0,1-1-1 0 0,1 0 1 0 0,22 37-1 0 0,-24-48-55 0 0,-1 1-1 0 0,2-1 0 0 0,-1-1 0 0 0,1 1 0 0 0,1-2 0 0 0,0 1 1 0 0,0-1-1 0 0,0-1 0 0 0,1 1 0 0 0,0-2 0 0 0,1 0 0 0 0,-1 0 0 0 0,1-1 1 0 0,0 0-1 0 0,21 4 0 0 0,-32-8-42 0 0,1-1 0 0 0,0 1 0 0 0,-1-1 0 0 0,1 0 0 0 0,-1 1 0 0 0,1-1 1 0 0,0 0-1 0 0,-1 0 0 0 0,1 0 0 0 0,0 0 0 0 0,-1 0 0 0 0,1-1 0 0 0,0 1 0 0 0,-1 0 0 0 0,1-1 0 0 0,0 1 0 0 0,-1-1 0 0 0,1 0 1 0 0,-1 1-1 0 0,1-1 0 0 0,-1 0 0 0 0,0 0 0 0 0,1 0 0 0 0,-1 0 0 0 0,0 0 0 0 0,1 0 0 0 0,-1 0 0 0 0,0-1 0 0 0,0 1 0 0 0,0 0 1 0 0,1-3-1 0 0,-1 0-165 0 0,1 0 0 0 0,-1-1 1 0 0,0 1-1 0 0,0-1 0 0 0,-1 1 0 0 0,1-1 1 0 0,-1 1-1 0 0,0-1 0 0 0,0 1 1 0 0,-2-7-1 0 0,0-7-5860 0 0</inkml:trace>
</inkml:ink>
</file>

<file path=ppt/ink/ink2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45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95 223 4609 0 0,'1'-1'238'0'0,"0"1"0"0"0,0-1 0 0 0,-1 1 0 0 0,1 0-1 0 0,0-1 1 0 0,0 1 0 0 0,0 0 0 0 0,0 0 0 0 0,-1 0 0 0 0,1-1 0 0 0,0 1 0 0 0,0 0-1 0 0,0 0 1 0 0,0 0 0 0 0,0 0 0 0 0,0 1 0 0 0,-1-1 0 0 0,1 0 0 0 0,0 0 0 0 0,0 0 0 0 0,0 1-1 0 0,0-1 1 0 0,-1 1 0 0 0,1-1 0 0 0,0 0 0 0 0,0 1 0 0 0,-1-1 0 0 0,1 1 0 0 0,0-1 0 0 0,-1 1-1 0 0,1 0 1 0 0,-1-1 0 0 0,1 1 0 0 0,-1 0 0 0 0,1-1 0 0 0,-1 1 0 0 0,1 1 0 0 0,2 1 221 0 0,0 1-1 0 0,-1-1 1 0 0,1 1 0 0 0,-1-1 0 0 0,0 1 0 0 0,2 6 0 0 0,-1 2-512 0 0,-1 0-1 0 0,-1 0 1 0 0,0 16 0 0 0,0-21-606 0 0,-1 9-5112 0 0</inkml:trace>
  <inkml:trace contextRef="#ctx0" brushRef="#br0" timeOffset="1">18 14 9674 0 0,'-9'-5'424'0'0,"6"1"96"0"0,0 2-416 0 0,2 0-104 0 0,0 1 64 0 0,2 1 0 0 0,0 1-64 0 0,0 3 96 0 0,2 3-256 0 0,1 1-48 0 0,2 4-16 0 0,0 3 0 0 0,3 1 224 0 0</inkml:trace>
</inkml:ink>
</file>

<file path=ppt/ink/ink2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45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216 23 5529 0 0,'0'-1'50'0'0,"0"0"0"0"0,0 0 0 0 0,0 0 0 0 0,0 1-1 0 0,0-1 1 0 0,0 0 0 0 0,0 0 0 0 0,0 1 0 0 0,-1-1 0 0 0,1 0 0 0 0,0 0-1 0 0,0 0 1 0 0,-1 1 0 0 0,1-1 0 0 0,0 0 0 0 0,-1 1 0 0 0,1-1 0 0 0,-1 0-1 0 0,1 1 1 0 0,-1-1 0 0 0,1 1 0 0 0,-1-1 0 0 0,1 0 0 0 0,-1 1-1 0 0,0-1 1 0 0,1 1 0 0 0,-1 0 0 0 0,0-1 0 0 0,1 1 0 0 0,-1 0 0 0 0,0-1-1 0 0,1 1 1 0 0,-1 0 0 0 0,0 0 0 0 0,0-1 0 0 0,0 1 0 0 0,1 0 0 0 0,-1 0-1 0 0,0 0 1 0 0,0 0 0 0 0,1 0 0 0 0,-1 0 0 0 0,-1 1 0 0 0,-3-2 395 0 0,1 1 1 0 0,-1 0 0 0 0,1 0 0 0 0,-1 1 0 0 0,1-1-1 0 0,-1 1 1 0 0,-3 1 0 0 0,0 2-303 0 0,0 0 1 0 0,1 1-1 0 0,0 0 1 0 0,0 0-1 0 0,0 1 0 0 0,1-1 1 0 0,-1 1-1 0 0,1 1 1 0 0,1-1-1 0 0,-1 1 0 0 0,1 0 1 0 0,-5 10-1 0 0,-2 4-64 0 0,1 0-1 0 0,1 1 0 0 0,-9 27 1 0 0,16-39 88 0 0,0 0 0 0 0,1 0 0 0 0,0 0-1 0 0,1 0 1 0 0,0 1 0 0 0,1 13 0 0 0,0-22-120 0 0,0 0 1 0 0,0 0-1 0 0,1 1 0 0 0,-1-1 0 0 0,1 0 1 0 0,-1 0-1 0 0,1 0 0 0 0,0 0 0 0 0,0 1 1 0 0,0-1-1 0 0,0 0 0 0 0,0 0 0 0 0,0-1 1 0 0,1 1-1 0 0,1 2 0 0 0,-2-3-32 0 0,1 0 0 0 0,-1 0-1 0 0,1-1 1 0 0,-1 1 0 0 0,1 0 0 0 0,-1-1 0 0 0,1 1-1 0 0,0-1 1 0 0,-1 1 0 0 0,1-1 0 0 0,0 0 0 0 0,-1 0-1 0 0,1 0 1 0 0,0 0 0 0 0,0 0 0 0 0,-1 0 0 0 0,1 0-1 0 0,0 0 1 0 0,-1-1 0 0 0,1 1 0 0 0,0-1 0 0 0,2-1-1 0 0,3 0-101 0 0,-1-1 0 0 0,0 0-1 0 0,-1 0 1 0 0,1-1 0 0 0,0 1 0 0 0,-1-1-1 0 0,0 0 1 0 0,0-1 0 0 0,0 1-1 0 0,-1-1 1 0 0,1 0 0 0 0,-1 0-1 0 0,0-1 1 0 0,-1 1 0 0 0,5-9 0 0 0,3-8-476 0 0,-2 0 1 0 0,13-43-1 0 0,-18 50 517 0 0,-4 14 72 0 0,0 0-1 0 0,1 1 1 0 0,-1-1-1 0 0,0 1 1 0 0,0-1-1 0 0,0 0 0 0 0,0 1 1 0 0,0-1-1 0 0,1 1 1 0 0,-1-1-1 0 0,0 1 1 0 0,1-1-1 0 0,-1 1 1 0 0,0-1-1 0 0,1 1 0 0 0,-1-1 1 0 0,1 1-1 0 0,-1-1 1 0 0,0 1-1 0 0,1-1 1 0 0,-1 1-1 0 0,1 0 1 0 0,-1-1-1 0 0,1 1 0 0 0,0 0 1 0 0,-1 0-1 0 0,1-1 1 0 0,-1 1-1 0 0,1 0 1 0 0,1 0-1 0 0,-1 0 74 0 0,0 0 0 0 0,0 1 1 0 0,0 0-1 0 0,0-1 0 0 0,0 1 0 0 0,-1-1 0 0 0,1 1 0 0 0,0 0 1 0 0,0 0-1 0 0,0-1 0 0 0,-1 1 0 0 0,1 0 0 0 0,0 0 0 0 0,-1 0 0 0 0,2 1 1 0 0,17 37 2087 0 0,-11-16-1774 0 0,-4-10-490 0 0,1 0-1 0 0,0-1 1 0 0,0 0 0 0 0,1 0-1 0 0,1 0 1 0 0,0-1 0 0 0,0 1-1 0 0,12 11 1 0 0</inkml:trace>
</inkml:ink>
</file>

<file path=ppt/ink/ink2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46.0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0 5529 0 0,'0'0'104'0'0,"-1"1"-1"0"0,0-1 1 0 0,0 1 0 0 0,1-1-1 0 0,-1 1 1 0 0,0-1 0 0 0,0 1-1 0 0,1-1 1 0 0,-1 1-1 0 0,1-1 1 0 0,-1 1 0 0 0,1 0-1 0 0,-1-1 1 0 0,1 1-1 0 0,-1 0 1 0 0,1 0 0 0 0,-1-1-1 0 0,1 1 1 0 0,0 0 0 0 0,0 0-1 0 0,-1 0 1 0 0,1 0-1 0 0,0-1 1 0 0,0 1 0 0 0,0 0-1 0 0,0 1 1 0 0,-4 31 1411 0 0,4-25-841 0 0,-1 3-269 0 0,0 1 1 0 0,0-1 0 0 0,1 0-1 0 0,1 1 1 0 0,3 15 0 0 0,-3-23-359 0 0,0 0 0 0 0,0-1 1 0 0,1 1-1 0 0,-1 0 0 0 0,1 0 1 0 0,0-1-1 0 0,0 1 0 0 0,1-1 0 0 0,-1 0 1 0 0,1 1-1 0 0,-1-1 0 0 0,1 0 1 0 0,0 0-1 0 0,0-1 0 0 0,1 1 0 0 0,-1-1 1 0 0,0 0-1 0 0,6 3 0 0 0,48 19 85 0 0,12 4-98 0 0,-64-26-23 0 0,-1 1 1 0 0,0-1 0 0 0,0 1 0 0 0,0 0 0 0 0,0 0-1 0 0,-1 0 1 0 0,1 0 0 0 0,-1 1 0 0 0,0 0-1 0 0,0 0 1 0 0,5 8 0 0 0,-7-10 52 0 0,0 0 1 0 0,-1 0-1 0 0,1 0 1 0 0,0 0-1 0 0,-1 0 0 0 0,0 0 1 0 0,1 0-1 0 0,-1 1 1 0 0,0-1-1 0 0,0 0 0 0 0,0 0 1 0 0,0 0-1 0 0,-1 1 1 0 0,1-1-1 0 0,-1 0 1 0 0,1 0-1 0 0,-1 0 0 0 0,0 0 1 0 0,1 0-1 0 0,-1 0 1 0 0,0 0-1 0 0,-1 0 0 0 0,1 0 1 0 0,0 0-1 0 0,0-1 1 0 0,-1 1-1 0 0,1 0 0 0 0,-3 1 1 0 0,-2 3 403 0 0,-1-1 0 0 0,1 1 0 0 0,-2-1 0 0 0,1 0 0 0 0,-14 6 0 0 0,6-3-215 0 0</inkml:trace>
</inkml:ink>
</file>

<file path=ppt/ink/ink2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03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128 220 5169 0 0,'-4'-22'344'0'0,"-1"0"-1"0"0,-2 0 0 0 0,0 1 1 0 0,-1-1-1 0 0,-20-36 1 0 0,2 19 2403 0 0,7 26 203 0 0,19 13-2804 0 0,-1 0 1 0 0,0-1-1 0 0,1 1 0 0 0,-1 0 1 0 0,0 0-1 0 0,1 0 0 0 0,-1 0 1 0 0,1 0-1 0 0,-1 0 0 0 0,0 0 1 0 0,1 1-1 0 0,-1-1 0 0 0,0 0 1 0 0,1 0-1 0 0,-1 0 0 0 0,1 1 1 0 0,-1-1-1 0 0,1 0 0 0 0,-1 1 1 0 0,0-1-1 0 0,1 0 0 0 0,-1 1 1 0 0,1-1-1 0 0,-1 1 0 0 0,1-1 1 0 0,0 1-1 0 0,-1-1 0 0 0,1 1 1 0 0,-1 0-1 0 0,0 1 67 0 0,0 1-1 0 0,0-1 1 0 0,0 1 0 0 0,0 0-1 0 0,1-1 1 0 0,-1 1 0 0 0,1 0-1 0 0,0 0 1 0 0,-1-1 0 0 0,1 1-1 0 0,1 0 1 0 0,-1 0 0 0 0,0-1-1 0 0,1 1 1 0 0,0 4 0 0 0,16 47 502 0 0,-12-41-416 0 0,30 74-73 0 0,3-2-1 0 0,50 80 1 0 0,37 80-344 0 0,-75-133-318 0 0,-26-66-6031 0 0</inkml:trace>
</inkml:ink>
</file>

<file path=ppt/ink/ink2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03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1 168 6449 0 0,'7'1'632'0'0,"0"0"0"0"0,-1-1-1 0 0,1 1 1 0 0,0-1-1 0 0,0-1 1 0 0,0 1 0 0 0,0-1-1 0 0,12-3 1 0 0,72-19 1596 0 0,-38 3-2098 0 0,-1-3 1 0 0,88-52 0 0 0,-94 55-6179 0 0,-33 17 2263 0 0</inkml:trace>
</inkml:ink>
</file>

<file path=ppt/ink/ink2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04.3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0 7834 0 0,'-33'0'5938'0'0,"45"6"-5162"0"0,0-1-216 0 0,1-1-1 0 0,-1-1 0 0 0,1 0 1 0 0,0 0-1 0 0,25 1 0 0 0,68-5 952 0 0,-59 0-1027 0 0,83-2 335 0 0,287 0 156 0 0,-359 5-956 0 0,-6 0-659 0 0,89-8-1 0 0,-123 1-5590 0 0</inkml:trace>
</inkml:ink>
</file>

<file path=ppt/ink/ink2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04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546 0 456 0 0,'-2'5'11683'0'0,"-5"9"-5787"0"0,-38 77-4543 0 0,-115 239-38 0 0,-52 95 491 0 0,102-226-15674 0 0,103-190 10660 0 0,4-7 3008 0 0</inkml:trace>
</inkml:ink>
</file>

<file path=ppt/ink/ink2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05.2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75 10138 0 0,'-45'15'2079'0'0,"34"-13"-1824"0"0,0 2-1 0 0,0-1 1 0 0,0 2 0 0 0,-19 9 0 0 0,29-13 243 0 0,1-1-465 0 0,0 0 0 0 0,0 0 1 0 0,0 0-1 0 0,0 1 0 0 0,0-1 0 0 0,0 0 0 0 0,0 0 1 0 0,0 0-1 0 0,0 0 0 0 0,0 0 0 0 0,0 0 0 0 0,0 0 1 0 0,0 0-1 0 0,0 0 0 0 0,0 1 0 0 0,0-1 0 0 0,0 0 1 0 0,0 0-1 0 0,0 0 0 0 0,0 0 0 0 0,1 1 465 0 0,-1-1-465 0 0,0 0 1 0 0,0 0-1 0 0,0 0 0 0 0,0 0 0 0 0,0 0 0 0 0,0 0 1 0 0,0 0-1 0 0,1 0 0 0 0,-1 1 0 0 0,0-1 0 0 0,0 0 1 0 0,0 0-1 0 0,0 0 0 0 0,0 0 0 0 0,0 0 0 0 0,13 2 1135 0 0,14 0-394 0 0,66-8 100 0 0,0-3 0 0 0,143-34 0 0 0,-108 18-317 0 0,-29 8-241 0 0,2 4-1 0 0,-1 4 0 0 0,1 5 1 0 0,178 15-1 0 0,19 33-313 0 0,-289-42-356 0 0</inkml:trace>
</inkml:ink>
</file>

<file path=ppt/ink/ink2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05.7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1753 14283 0 0,'-1'0'45'0'0,"0"1"1"0"0,1-1-1 0 0,-1 1 0 0 0,0-1 0 0 0,1 0 1 0 0,-1 1-1 0 0,0-1 0 0 0,1 0 1 0 0,-1 0-1 0 0,0 0 0 0 0,0 1 0 0 0,1-1 1 0 0,-1 0-1 0 0,0 0 0 0 0,0 0 1 0 0,1 0-1 0 0,-1 0 0 0 0,0 0 0 0 0,0 0 1 0 0,1-1-1 0 0,-1 1 0 0 0,0 0 1 0 0,1 0-1 0 0,-1-1 0 0 0,-1 0 0 0 0,-2-18-1229 0 0,4 7 971 0 0,-10-108-1272 0 0,-28-348 7215 0 0,17-2-3297 0 0,-4-41-2384 0 0,22 468-157 0 0,2 19-816 0 0,-2 0-1 0 0,-8-38 1 0 0</inkml:trace>
</inkml:ink>
</file>

<file path=ppt/ink/ink2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06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 12515 0 0,'0'-1'0'0'0</inkml:trace>
</inkml:ink>
</file>

<file path=ppt/ink/ink2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06.4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 7370 0 0,'3'-6'8449'0'0,"6"359"-5493"0"0,0-162-2135 0 0,-3-4 188 0 0,5 355 479 0 0,-12-528-1797 0 0,2 13-3000 0 0</inkml:trace>
</inkml:ink>
</file>

<file path=ppt/ink/ink2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07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11 3681 0 0,'-11'-1'-560'0'0,"9"1"1384"0"0,-1-1-1 0 0,0 1 0 0 0,1 0 0 0 0,-1 0 1 0 0,1 0-1 0 0,-1 0 0 0 0,0 0 0 0 0,1 0 0 0 0,-1 1 1 0 0,1-1-1 0 0,-4 2 0 0 0,8 1-814 0 0,1-1 0 0 0,0 0-1 0 0,0 0 1 0 0,0 0 0 0 0,0-1 0 0 0,0 1-1 0 0,0 0 1 0 0,4 0 0 0 0,5 2 439 0 0,0-1 0 0 0,0-1 0 0 0,0 0 0 0 0,0-1 0 0 0,0 0-1 0 0,24-1 1 0 0,78-15 1024 0 0,-61 7-1083 0 0,49-2 87 0 0,130 3 1 0 0,104 22-174 0 0,-302-13-182 0 0,935 4 2718 0 0,-763-18-2518 0 0,-107 3-169 0 0,0 5 1 0 0,172 14-1 0 0,-241-4-152 0 0,55 16 0 0 0,12 4 0 0 0,-85-24 0 0 0,0-1 0 0 0,0 0 0 0 0,1-1 0 0 0,-1 0 0 0 0,0-1 0 0 0,18-3 0 0 0,-19 2-419 0 0,-1 0-1 0 0,0-1 1 0 0,0-1 0 0 0,11-5-1 0 0</inkml:trace>
</inkml:ink>
</file>

<file path=ppt/ink/ink2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07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0 2761 0 0,'-1'0'248'0'0,"1"1"144"0"0,-1-1-272 0 0,-2 0-120 0 0,1 2 88 0 0,-2-1 8 0 0,-16 8-192 0 0,16-7 96 0 0</inkml:trace>
</inkml:ink>
</file>

<file path=ppt/ink/ink2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07.9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 5065 0 0,'22'-27'14132'0'0,"-23"27"-14068"0"0,0 1-1 0 0,0 0 1 0 0,0-1-1 0 0,0 1 1 0 0,1 0-1 0 0,-1 0 0 0 0,0 0 1 0 0,1 0-1 0 0,-1 0 1 0 0,0 0-1 0 0,1 0 1 0 0,-1 0-1 0 0,1 0 1 0 0,0 0-1 0 0,-1 0 0 0 0,1 0 1 0 0,0 0-1 0 0,0 0 1 0 0,-1 0-1 0 0,1 0 1 0 0,0 0-1 0 0,0 0 0 0 0,0 1 1 0 0,0-1-1 0 0,1 0 1 0 0,-1 0-1 0 0,0 0 1 0 0,0 0-1 0 0,1 0 0 0 0,-1 0 1 0 0,0 0-1 0 0,1 0 1 0 0,-1 0-1 0 0,1 0 1 0 0,0 0-1 0 0,-1 0 0 0 0,2 1 1 0 0,6 17 49 0 0,8 36-54 0 0,-2 2 0 0 0,9 92 1 0 0,-14-84-42 0 0,47 425 322 0 0,-45-380-280 0 0,19 182 612 0 0,-28-281-1135 0 0,-2 1 0 0 0,1 0 1 0 0,-2 0-1 0 0,1 0 0 0 0,-2 0 0 0 0,1-1 1 0 0,-2 1-1 0 0,0-1 0 0 0,0 1 0 0 0,-1-1 0 0 0,0 0 1 0 0,-1 0-1 0 0,0-1 0 0 0,-1 1 0 0 0,0-1 1 0 0,-8 10-1 0 0</inkml:trace>
</inkml:ink>
</file>

<file path=ppt/ink/ink2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09.3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60 6913 0 0,'-2'-1'254'0'0,"0"0"-1"0"0,0 0 1 0 0,0-1-1 0 0,0 1 1 0 0,1 0-1 0 0,-1-1 1 0 0,0 0-1 0 0,1 1 1 0 0,-1-1-1 0 0,1 0 1 0 0,-1 0-1 0 0,1 0 1 0 0,0 0-1 0 0,-2-3 0 0 0,3 4-132 0 0,0 0 0 0 0,0 1 0 0 0,0-1-1 0 0,0 1 1 0 0,0-1 0 0 0,0 0-1 0 0,0 1 1 0 0,0-1 0 0 0,0 1-1 0 0,0-1 1 0 0,0 0 0 0 0,0 1-1 0 0,1-1 1 0 0,-1 1 0 0 0,0-1 0 0 0,0 1-1 0 0,1-1 1 0 0,-1 1 0 0 0,0-1-1 0 0,1 1 1 0 0,-1-1 0 0 0,1 0-1 0 0,19-8 848 0 0,1 5-220 0 0,0 1 0 0 0,-1 2 0 0 0,1 0 0 0 0,0 1 0 0 0,0 1-1 0 0,26 4 1 0 0,39 12-1162 0 0,-4 6-5027 0 0,-64-17-508 0 0</inkml:trace>
</inkml:ink>
</file>

<file path=ppt/ink/ink2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09.8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49 10594 0 0,'-14'-4'738'0'0,"9"2"-799"0"0,-1 1 1 0 0,1-1-1 0 0,0 1 1 0 0,0 0-1 0 0,-1 0 1 0 0,1 1-1 0 0,-11 0 1 0 0,16 0 73 0 0,0 0 0 0 0,0 0-1 0 0,0 0 1 0 0,0 0 0 0 0,0 0 0 0 0,-1 0 0 0 0,1 0 0 0 0,0 0 0 0 0,0 0 0 0 0,0 0 0 0 0,0 0 0 0 0,0 0 0 0 0,0 0 0 0 0,0 0 0 0 0,-1 0 0 0 0,1 0 0 0 0,0 0-1 0 0,0 0 1 0 0,0 0 0 0 0,0 1 0 0 0,0-1 0 0 0,0 0 0 0 0,0 0 0 0 0,0 0 0 0 0,0 0 0 0 0,0 0 0 0 0,0 0 0 0 0,-1 0 0 0 0,1 0 0 0 0,0 0 0 0 0,0 1 0 0 0,0-1 0 0 0,0 0-1 0 0,0 0 1 0 0,0 0 0 0 0,0 0 0 0 0,0 0 0 0 0,0 0 0 0 0,0 1 0 0 0,0-1 0 0 0,0 0 0 0 0,0 0 0 0 0,0 0 0 0 0,0 0 0 0 0,0 0 0 0 0,0 0 0 0 0,0 0 0 0 0,0 1-1 0 0,0-1 1 0 0,0 0 0 0 0,1 0 0 0 0,-1 0 0 0 0,7 7 198 0 0,9 3 492 0 0,-3-6-167 0 0,1 0 1 0 0,-1-1-1 0 0,1-1 0 0 0,0 0 1 0 0,0-1-1 0 0,27-1 1 0 0,87-14 644 0 0,-82 7-680 0 0,109-6 1107 0 0,281 12-1 0 0,-327 6-1490 0 0,198 2-48 0 0,-230-9-23 0 0,-16 1 235 0 0,1-1 0 0 0,-1-4 0 0 0,113-25 0 0 0,-171 30-443 0 0,22-5 80 0 0,-8 4-5962 0 0</inkml:trace>
</inkml:ink>
</file>

<file path=ppt/ink/ink2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10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0 14283 0 0,'-2'3'168'0'0,"0"0"0"0"0,0 0 0 0 0,0 0 0 0 0,0 0 0 0 0,0 1 0 0 0,1-1 0 0 0,0 1 0 0 0,-1-1 0 0 0,1 1 0 0 0,1-1 0 0 0,-1 1 0 0 0,0 7 0 0 0,0 53 247 0 0,1-32-397 0 0,-14 226 151 0 0,0 217 1041 0 0,26-376-2879 0 0,-7-70-4307 0 0</inkml:trace>
</inkml:ink>
</file>

<file path=ppt/ink/ink2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11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5 4545 0 0,'-12'-4'9273'0'0,"49"568"-1541"0"0,-37-559-7830 0 0,0 22 1020 0 0,0-27-992 0 0,0 1 0 0 0,0-1 0 0 0,0 1 0 0 0,0-1 0 0 0,0 0 0 0 0,0 1 0 0 0,0-1-1 0 0,0 0 1 0 0,0 1 0 0 0,0-1 0 0 0,0 1 0 0 0,0-1 0 0 0,-1 0 0 0 0,1 1 0 0 0,0-1 0 0 0,0 0 0 0 0,0 1-1 0 0,0-1 1 0 0,-1 0 0 0 0,1 1 0 0 0,0-1 0 0 0,0 0 0 0 0,-1 1 0 0 0,1-1 0 0 0,0 0 0 0 0,-1 0 0 0 0,1 1 0 0 0,0-1-1 0 0,-1 0 1 0 0,1 0 0 0 0,0 0 0 0 0,-1 0 0 0 0,1 1 0 0 0,0-1 0 0 0,-1 0 0 0 0,1 0 0 0 0,0 0 0 0 0,-1 0-1 0 0,1 0 1 0 0,-1 0 0 0 0,1 0 0 0 0,0 0 0 0 0,-1 0 0 0 0,1 0 0 0 0,-1 0 0 0 0,1 0 0 0 0,0 0 0 0 0,-1 0 0 0 0,0-1-1 0 0</inkml:trace>
</inkml:ink>
</file>

<file path=ppt/ink/ink2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11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1 11522 0 0,'-6'1'202'0'0,"0"1"0"0"0,0-1 0 0 0,-1 1-1 0 0,1 1 1 0 0,0-1 0 0 0,1 1 0 0 0,-1 0-1 0 0,0 0 1 0 0,-6 6 0 0 0,11-8-192 0 0,0 0 0 0 0,-1 1 0 0 0,1-1 1 0 0,0 0-1 0 0,0 1 0 0 0,0-1 0 0 0,0 1 1 0 0,0 0-1 0 0,0-1 0 0 0,0 1 0 0 0,0 0 0 0 0,1 0 1 0 0,-1-1-1 0 0,1 1 0 0 0,-1 0 0 0 0,1 0 0 0 0,0 0 1 0 0,-1 0-1 0 0,1-1 0 0 0,0 1 0 0 0,0 0 0 0 0,1 0 1 0 0,-1 0-1 0 0,0 0 0 0 0,1 0 0 0 0,-1-1 1 0 0,1 1-1 0 0,-1 0 0 0 0,1 0 0 0 0,0-1 0 0 0,0 1 1 0 0,0 0-1 0 0,0-1 0 0 0,0 1 0 0 0,0-1 0 0 0,2 3 1 0 0,0 0 156 0 0,1-1 1 0 0,0 1 0 0 0,-1-1 0 0 0,1 0 0 0 0,0 0 0 0 0,0-1 0 0 0,0 1-1 0 0,1-1 1 0 0,-1 0 0 0 0,1 0 0 0 0,-1 0 0 0 0,1-1 0 0 0,0 1-1 0 0,0-1 1 0 0,-1 0 0 0 0,1-1 0 0 0,6 1 0 0 0,12 0 78 0 0,1-1 1 0 0,30-3-1 0 0,-25 1-198 0 0,-17 0-21 0 0,5 2 33 0 0,-17 1-63 0 0,0-1-1 0 0,0 1 0 0 0,1-1 0 0 0,-1 0 0 0 0,0 1 0 0 0,0-1 0 0 0,0 1 0 0 0,0-1 0 0 0,0 1 0 0 0,0-1 0 0 0,0 1 0 0 0,0-1 0 0 0,0 1 0 0 0,0-1 0 0 0,0 1 1 0 0,0-1-1 0 0,0 1 0 0 0,0-1 0 0 0,0 0 0 0 0,-1 1 0 0 0,1-1 0 0 0,0 1 0 0 0,0-1 0 0 0,-1 1 0 0 0,1-1 0 0 0,0 0 0 0 0,0 1 0 0 0,-1-1 0 0 0,1 0 0 0 0,0 1 0 0 0,-1-1 1 0 0,1 0-1 0 0,0 1 0 0 0,-1-1 0 0 0,0 0 0 0 0,-18 22-348 0 0,-1-2 0 0 0,0 0 1 0 0,-2-1-1 0 0,0-1 0 0 0,-1-1 1 0 0,-45 24-1 0 0,59-34-636 0 0,10-2 236 0 0,21 1-156 0 0,33-5 698 0 0,-24-3 964 0 0,-18 0-163 0 0,1 1 0 0 0,0 1 0 0 0,-1 0 0 0 0,1 1 0 0 0,25 5 0 0 0,-39-6-570 0 0,0 0 1 0 0,1 0 0 0 0,-1 1 0 0 0,0-1 0 0 0,0 0-1 0 0,1 0 1 0 0,-1 0 0 0 0,0 0 0 0 0,1 0 0 0 0,-1 1-1 0 0,0-1 1 0 0,0 0 0 0 0,0 0 0 0 0,1 0 0 0 0,-1 1 0 0 0,0-1-1 0 0,0 0 1 0 0,0 0 0 0 0,1 1 0 0 0,-1-1 0 0 0,0 0-1 0 0,0 1 1 0 0,0-1 0 0 0,0 0 0 0 0,0 1 0 0 0,0-1-1 0 0,0 0 1 0 0,0 0 0 0 0,1 1 0 0 0,-1-1 0 0 0,0 0 0 0 0,0 1-1 0 0,-1-1 1 0 0,1 1 0 0 0,-6 13 163 0 0,-16 13-583 0 0,20-25 333 0 0,-52 51-803 0 0,40-41 725 0 0,-1 1 0 0 0,2 1 0 0 0,0 1 0 0 0,1 0 0 0 0,-17 26 0 0 0,28-39 116 0 0,0-1-1 0 0,0 1 0 0 0,0 0 1 0 0,0 0-1 0 0,1 0 1 0 0,-1 0-1 0 0,1 0 0 0 0,-1 0 1 0 0,1 0-1 0 0,0 0 1 0 0,-1 0-1 0 0,1 0 0 0 0,0 0 1 0 0,0 0-1 0 0,1 0 1 0 0,-1 3-1 0 0,1-4 11 0 0,-1 0-1 0 0,1 1 1 0 0,0-1-1 0 0,0 0 1 0 0,-1 0-1 0 0,1 0 1 0 0,0 0-1 0 0,0 0 1 0 0,0 0-1 0 0,0 0 1 0 0,0 0-1 0 0,0 0 1 0 0,0 0-1 0 0,0-1 1 0 0,0 1-1 0 0,1 0 1 0 0,-1-1-1 0 0,2 2 1 0 0,2-1 24 0 0,-1 0 1 0 0,1 0 0 0 0,-1 0 0 0 0,1-1 0 0 0,-1 0-1 0 0,1 0 1 0 0,-1 0 0 0 0,1 0 0 0 0,0-1 0 0 0,-1 1 0 0 0,1-1-1 0 0,8-3 1 0 0,32-19 245 0 0,-37 18-641 0 0,1 0 1 0 0,-1 1-1 0 0,1 0 1 0 0,-1 1-1 0 0,13-4 1 0 0,-15 7-1079 0 0</inkml:trace>
</inkml:ink>
</file>

<file path=ppt/ink/ink2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12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11058 0 0,'4'1'4450'0'0,"2"16"-3417"0"0,-1 21-1763 0 0,5 324 4707 0 0,28 54-1392 0 0,-36-405-2667 0 0,-1-8-21 0 0,0 1 0 0 0,0 0 0 0 0,-1 0 0 0 0,0-1 0 0 0,1 1 1 0 0,-1 0-1 0 0,-1 0 0 0 0,1 0 0 0 0,0-1 0 0 0,-2 6 0 0 0</inkml:trace>
</inkml:ink>
</file>

<file path=ppt/ink/ink2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12.8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55 119 10138 0 0,'-3'-5'-57'0'0,"0"1"0"0"0,1 0 1 0 0,0-1-1 0 0,-1 1 0 0 0,2-1 0 0 0,-1 1 0 0 0,0-1 0 0 0,1 0 0 0 0,0 0 1 0 0,0 0-1 0 0,0-6 0 0 0,-5-16-2340 0 0,6 24 2085 0 0,-1 1 1 0 0,0-1-1 0 0,0 1 0 0 0,0-1 1 0 0,0 1-1 0 0,0 0 0 0 0,-1-1 1 0 0,1 1-1 0 0,0 0 0 0 0,-4-3 1 0 0,5 5 303 0 0,0 0 0 0 0,0 0 0 0 0,0 0 1 0 0,-1 0-1 0 0,1 0 0 0 0,0 0 0 0 0,0 0 0 0 0,0 0 1 0 0,-1 0-1 0 0,1 0 0 0 0,0 0 0 0 0,0 0 0 0 0,0 0 1 0 0,-1 0-1 0 0,1 0 0 0 0,0 0 0 0 0,0 0 0 0 0,0 0 1 0 0,-1 0-1 0 0,1 0 0 0 0,0 0 0 0 0,0 0 1 0 0,0 0-1 0 0,0 1 0 0 0,-1-1 0 0 0,1 0 0 0 0,0 0 1 0 0,0 0-1 0 0,0 0 0 0 0,0 0 0 0 0,0 1 0 0 0,-1-1 1 0 0,1 0-1 0 0,0 0 0 0 0,0 0 0 0 0,0 0 0 0 0,0 1 1 0 0,0-1-1 0 0,0 0 0 0 0,-6 31 8985 0 0,7-19-3942 0 0,7 27-2439 0 0,0-5-2117 0 0,8 255 647 0 0,-13-185-856 0 0,17 124 1 0 0,-16-205-190 0 0,1-1 1 0 0,1 1-1 0 0,10 26 1 0 0,-11-39-564 0 0,0 1 1 0 0,0-1 0 0 0,1 1-1 0 0,1-2 1 0 0,-1 1 0 0 0,2-1-1 0 0,-1 0 1 0 0,11 10 0 0 0</inkml:trace>
</inkml:ink>
</file>

<file path=ppt/ink/ink2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13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15 127 13363 0 0,'-15'11'1294'0'0,"26"-17"-1621"0"0,26-17-687 0 0,-17 16 1097 0 0,1 1 0 0 0,0 1 0 0 0,-1 1 0 0 0,1 0 0 0 0,30 0-1 0 0,111 5 3059 0 0,-80 2-2084 0 0,94 0 126 0 0,160 0-98 0 0,0-27-406 0 0,34-15 112 0 0,-297 36-739 0 0,1 4 0 0 0,0 3 0 0 0,75 13 0 0 0,-88-7-52 0 0,-1-2 0 0 0,1-3 0 0 0,0-2 0 0 0,1-3 0 0 0,88-12 0 0 0,-117 7 5 0 0,-7 3 40 0 0,0-2 0 0 0,0-1 0 0 0,-1-1-1 0 0,0-2 1 0 0,30-11 0 0 0,-48 13-366 0 0,-7 3-112 0 0</inkml:trace>
</inkml:ink>
</file>

<file path=ppt/ink/ink2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14.1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31 414 9674 0 0,'-24'-52'5980'0'0,"18"32"-3124"0"0,6 19-2980 0 0,3 7-1613 0 0,12 30 2586 0 0,5 13-115 0 0,38 65 1 0 0,-50-101-736 0 0,-1-1 0 0 0,2 0 0 0 0,0 0 0 0 0,0-1 0 0 0,1-1 0 0 0,1 1 0 0 0,-1-2 0 0 0,2 1 0 0 0,-1-1 0 0 0,14 7 0 0 0,-23-15-13 0 0,0 1 1 0 0,0-1-1 0 0,0 0 1 0 0,0 0-1 0 0,1 0 1 0 0,-1-1-1 0 0,0 1 0 0 0,0 0 1 0 0,1-1-1 0 0,-1 1 1 0 0,0-1-1 0 0,1 0 1 0 0,-1 0-1 0 0,0 0 0 0 0,1 0 1 0 0,-1 0-1 0 0,0-1 1 0 0,1 1-1 0 0,-1 0 1 0 0,0-1-1 0 0,4-1 0 0 0,-4 0 37 0 0,1 0-1 0 0,-1 1 0 0 0,0-1 1 0 0,0 0-1 0 0,0-1 0 0 0,0 1 0 0 0,0 0 1 0 0,-1 0-1 0 0,1-1 0 0 0,-1 1 1 0 0,1-1-1 0 0,-1 0 0 0 0,0 1 0 0 0,1-6 1 0 0,2-6 240 0 0,-1-1 1 0 0,-1 1 0 0 0,0-1-1 0 0,-1 1 1 0 0,-2-24 0 0 0,-8-84 969 0 0,-2-68-724 0 0,11 166-1124 0 0,2 0-1 0 0,0 0 1 0 0,2 0 0 0 0,1 1-1 0 0,14-43 1 0 0,-4 35-2874 0 0</inkml:trace>
</inkml:ink>
</file>

<file path=ppt/ink/ink2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14.6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86 114 4145 0 0,'18'-59'508'0'0,"-4"5"5123"0"0,-22 60-3736 0 0,-7 9 40 0 0,-2 7-1089 0 0,2 1 0 0 0,-14 25 1 0 0,23-37-721 0 0,1-1 0 0 0,1 0 0 0 0,0 1 0 0 0,0 0 0 0 0,1 0 0 0 0,1 0 0 0 0,-3 20 0 0 0,5-29-100 0 0,0 0-1 0 0,0 0 0 0 0,0 0 1 0 0,0-1-1 0 0,0 1 1 0 0,0 0-1 0 0,1 0 1 0 0,-1 0-1 0 0,1 0 0 0 0,-1 0 1 0 0,1 0-1 0 0,0 0 1 0 0,0-1-1 0 0,0 1 1 0 0,0 0-1 0 0,0 0 0 0 0,0-1 1 0 0,0 1-1 0 0,1-1 1 0 0,-1 1-1 0 0,1-1 1 0 0,-1 0-1 0 0,1 0 0 0 0,-1 1 1 0 0,1-1-1 0 0,0 0 1 0 0,-1 0-1 0 0,3 0 1 0 0,5 2-34 0 0,-1 0 1 0 0,1-1 0 0 0,0-1 0 0 0,0 1 0 0 0,11-1-1 0 0,22 5-134 0 0,-33-4 129 0 0,-1 1-1 0 0,1 0 0 0 0,-1 1 1 0 0,0 0-1 0 0,0 0 1 0 0,-1 1-1 0 0,1 0 0 0 0,12 11 1 0 0,-18-14 61 0 0,0-1-1 0 0,-1 1 1 0 0,1 0 0 0 0,0 0 0 0 0,-1 0 0 0 0,1 0 0 0 0,-1 0 0 0 0,1 0-1 0 0,-1 1 1 0 0,0-1 0 0 0,0 0 0 0 0,0 1 0 0 0,-1-1 0 0 0,1 0 0 0 0,0 1-1 0 0,-1-1 1 0 0,1 1 0 0 0,-1 0 0 0 0,0-1 0 0 0,0 1 0 0 0,0-1-1 0 0,0 1 1 0 0,-1-1 0 0 0,1 1 0 0 0,-1-1 0 0 0,1 1 0 0 0,-1-1 0 0 0,0 1-1 0 0,0-1 1 0 0,0 0 0 0 0,0 1 0 0 0,0-1 0 0 0,-1 0 0 0 0,-2 4 0 0 0,-26 26-214 0 0,7-12-4488 0 0,-1-1-1754 0 0</inkml:trace>
</inkml:ink>
</file>

<file path=ppt/ink/ink2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18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43 8290 0 0,'-6'-12'1337'0'0,"5"10"-972"0"0,0 0 0 0 0,1 0 0 0 0,-1 0 1 0 0,0 0-1 0 0,0 0 0 0 0,0 1 1 0 0,-1-1-1 0 0,1 0 0 0 0,0 1 1 0 0,0-1-1 0 0,-1 1 0 0 0,1-1 1 0 0,-1 1-1 0 0,0 0 0 0 0,1-1 0 0 0,-1 1 1 0 0,-3-2-1 0 0,4 6-18 0 0,1-1 0 0 0,0 1 0 0 0,0-1 0 0 0,0 1-1 0 0,0-1 1 0 0,1 1 0 0 0,-1-1 0 0 0,0 1 0 0 0,1-1 0 0 0,1 5 0 0 0,4 8 3 0 0,-1-1 1 0 0,2 0 0 0 0,0 0 0 0 0,0-1 0 0 0,15 20 0 0 0,54 60 75 0 0,-31-42-235 0 0,98 145 611 0 0,-96-130-2467 0 0,1 0-3783 0 0,-34-46-1619 0 0</inkml:trace>
</inkml:ink>
</file>

<file path=ppt/ink/ink2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18.6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0 353 3225 0 0,'4'-8'167'0'0,"0"0"0"0"0,1 1-1 0 0,0-1 1 0 0,0 1 0 0 0,1 0 0 0 0,0 0 0 0 0,0 0 0 0 0,0 1 0 0 0,1 0 0 0 0,10-7 0 0 0,7-8 1100 0 0,29-30 2421 0 0,46-43 1023 0 0,-29 35-5075 0 0,-39 30 12 0 0,-19 15 352 0 0</inkml:trace>
</inkml:ink>
</file>

<file path=ppt/ink/ink2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18.9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25 8290 0 0,'0'-1'168'0'0,"-1"1"1"0"0,1 0-1 0 0,-1 0 1 0 0,1-1-1 0 0,-1 1 0 0 0,1 0 1 0 0,0-1-1 0 0,-1 1 1 0 0,1-1-1 0 0,-1 1 1 0 0,1-1-1 0 0,0 1 1 0 0,-1 0-1 0 0,1-1 0 0 0,0 1 1 0 0,0-1-1 0 0,0 1 1 0 0,-1-1-1 0 0,1 0 1 0 0,0 1-1 0 0,0-1 1 0 0,0 1-1 0 0,0-1 1 0 0,0 1-1 0 0,0-1 0 0 0,0 1 1 0 0,0-1-1 0 0,0 1 1 0 0,0-1-1 0 0,0 0 1 0 0,0 1-1 0 0,0-1 1 0 0,0 1-1 0 0,1-1 0 0 0,-1 1 1 0 0,0-1-1 0 0,0 1 1 0 0,1-1-1 0 0,-1 1 1 0 0,0-1-1 0 0,1 1 1 0 0,-1 0-1 0 0,0-1 0 0 0,1 1 1 0 0,-1-1-1 0 0,1 1 1 0 0,-1 0-1 0 0,1-1 1 0 0,0 1-1 0 0,0-1-104 0 0,0 1-1 0 0,0 0 1 0 0,0 0-1 0 0,0 0 0 0 0,1 0 1 0 0,-1 0-1 0 0,0 0 1 0 0,0 0-1 0 0,0 0 1 0 0,0 0-1 0 0,1 0 1 0 0,-1 0-1 0 0,0 1 0 0 0,0-1 1 0 0,0 1-1 0 0,0-1 1 0 0,0 1-1 0 0,0-1 1 0 0,0 1-1 0 0,0-1 1 0 0,0 1-1 0 0,0 0 0 0 0,0 0 1 0 0,0-1-1 0 0,0 1 1 0 0,0 1-1 0 0,5 6-44 0 0,0 0 0 0 0,-1 0 0 0 0,0 1 0 0 0,0 0 0 0 0,-1-1-1 0 0,5 15 1 0 0,14 61 401 0 0,-9-29-258 0 0,-11-48-294 0 0,26 79-179 0 0,1-33-3679 0 0,-27-49 2927 0 0</inkml:trace>
</inkml:ink>
</file>

<file path=ppt/ink/ink2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19.3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48 305 4145 0 0,'-5'-5'315'0'0,"1"1"-1"0"0,0-1 1 0 0,0 0 0 0 0,0 0 0 0 0,1 0-1 0 0,-1-1 1 0 0,1 1 0 0 0,0-1-1 0 0,1 0 1 0 0,-1 1 0 0 0,1-1 0 0 0,1 0-1 0 0,-1-1 1 0 0,1 1 0 0 0,0 0 0 0 0,-1-12-1 0 0,2 4-374 0 0,0 1 1 0 0,1-1-1 0 0,1 1 0 0 0,0-1 0 0 0,1 1 0 0 0,0 0 0 0 0,9-23 0 0 0,-10 31-67 0 0,0 0 0 0 0,1 0 0 0 0,0 0 0 0 0,0 1 0 0 0,0-1 0 0 0,1 1 0 0 0,-1-1 0 0 0,1 1 0 0 0,7-6 0 0 0,-8 8 131 0 0,0 0 1 0 0,0 0-1 0 0,0 0 0 0 0,0 1 1 0 0,1 0-1 0 0,-1-1 1 0 0,0 1-1 0 0,1 0 0 0 0,-1 1 1 0 0,1-1-1 0 0,-1 0 0 0 0,1 1 1 0 0,-1 0-1 0 0,1 0 1 0 0,-1 0-1 0 0,7 1 0 0 0,-7 0 107 0 0,1 0 0 0 0,-1 0 1 0 0,0 0-1 0 0,0 0 0 0 0,1 1 0 0 0,-1-1 0 0 0,0 1 0 0 0,0 0 0 0 0,0 0 0 0 0,-1 0 0 0 0,1 1 0 0 0,0-1 0 0 0,-1 0 0 0 0,0 1 0 0 0,1 0 0 0 0,-1-1 1 0 0,0 1-1 0 0,0 0 0 0 0,-1 0 0 0 0,1 0 0 0 0,-1 1 0 0 0,1-1 0 0 0,-1 0 0 0 0,0 0 0 0 0,0 1 0 0 0,0 3 0 0 0,3 11 492 0 0,-1 1-1 0 0,-1 0 1 0 0,0 31-1 0 0,-2-29 116 0 0,2 42-661 0 0,-2-50-5035 0 0</inkml:trace>
</inkml:ink>
</file>

<file path=ppt/ink/ink2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19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28 11522 0 0,'0'0'131'0'0,"0"-1"0"0"0,-1 1 0 0 0,1-1 0 0 0,0 1 0 0 0,0-1 0 0 0,-1 1 0 0 0,1-1 0 0 0,0 1 0 0 0,0-1 0 0 0,0 1 0 0 0,0-1 0 0 0,0 1 0 0 0,0-1 0 0 0,0 0-1 0 0,0 1 1 0 0,0-1 0 0 0,0 1 0 0 0,0-1 0 0 0,0 1 0 0 0,0-1 0 0 0,0 1 0 0 0,1-1 0 0 0,-1 0 0 0 0,0 1 0 0 0,0-1 0 0 0,1 1 0 0 0,-1-1 0 0 0,0 1 0 0 0,0 0-1 0 0,1-1 1 0 0,-1 1 0 0 0,1-1 0 0 0,0 0 0 0 0,-1 1-116 0 0,1 0 1 0 0,-1-1-1 0 0,1 1 0 0 0,-1 0 0 0 0,1 0 1 0 0,-1-1-1 0 0,1 1 0 0 0,-1 0 0 0 0,1 0 1 0 0,0 0-1 0 0,-1 0 0 0 0,1 0 0 0 0,-1 0 1 0 0,1 0-1 0 0,0 0 0 0 0,-1 0 1 0 0,1 0-1 0 0,-1 0 0 0 0,1 0 0 0 0,0 0 1 0 0,-1 0-1 0 0,1 1 0 0 0,-1-1 0 0 0,1 0 1 0 0,-1 0-1 0 0,1 1 0 0 0,0-1 0 0 0,-1 0 1 0 0,1 1-1 0 0,-1-1 0 0 0,0 0 0 0 0,1 1 1 0 0,0 0-1 0 0,7 10-238 0 0,1 1-1 0 0,-2 0 1 0 0,1 0 0 0 0,-2 1 0 0 0,0-1-1 0 0,0 2 1 0 0,6 24 0 0 0,8 15-53 0 0,-11-33 413 0 0,-1 2 137 0 0,2 0 1 0 0,1-1-1 0 0,0-1 0 0 0,16 23 0 0 0,-27-43-275 0 0,0 0-1 0 0,0-1 0 0 0,0 1 1 0 0,0 0-1 0 0,0 0 0 0 0,0 0 1 0 0,0 0-1 0 0,0 0 0 0 0,0 0 0 0 0,0 0 1 0 0,0 0-1 0 0,0 0 0 0 0,0 0 1 0 0,0 0-1 0 0,0 0 0 0 0,0-1 1 0 0,0 1-1 0 0,0 0 0 0 0,0 0 0 0 0,0 0 1 0 0,0 0-1 0 0,0 0 0 0 0,0 0 1 0 0,0 0-1 0 0,0 0 0 0 0,0 0 1 0 0,0 0-1 0 0,0 0 0 0 0,0 0 0 0 0,1-1 1 0 0,-1 1-1 0 0,0 0 0 0 0,0 0 1 0 0,0 0-1 0 0,0 0 0 0 0,0 0 1 0 0,0 0-1 0 0,0 0 0 0 0,0 0 0 0 0,0 0 1 0 0,0 0-1 0 0,0 0 0 0 0,0 0 1 0 0,0 0-1 0 0,0 0 0 0 0,1 0 1 0 0,-1 0-1 0 0,0 0 0 0 0,0 0 0 0 0,0 0 1 0 0,0 0-1 0 0,0 0 0 0 0,0 0 1 0 0,0 0-1 0 0,0 0 0 0 0,0 0 1 0 0,0 0-1 0 0,0 0 0 0 0,1 0 0 0 0,-1 0 1 0 0,0 0-1 0 0,0 0 0 0 0,0 0 1 0 0,0 0-1 0 0,0 0 0 0 0,0 0 1 0 0,0 0-1 0 0,0 0 0 0 0,0-12-137 0 0,-2-14-137 0 0,-3-9-634 0 0,-2-65-1 0 0,7 86 622 0 0,0-1 1 0 0,2 1-1 0 0,-1-1 0 0 0,2 1 0 0 0,0 0 0 0 0,1 0 1 0 0,6-18-1 0 0,-9 30 301 0 0,0 0 0 0 0,0 1 1 0 0,-1-1-1 0 0,1 0 0 0 0,0 1 1 0 0,0-1-1 0 0,0 1 1 0 0,1-1-1 0 0,-1 1 0 0 0,0-1 1 0 0,1 1-1 0 0,-1 0 0 0 0,0 0 1 0 0,1 0-1 0 0,-1 0 0 0 0,1 0 1 0 0,0 0-1 0 0,-1 0 0 0 0,1 0 1 0 0,0 0-1 0 0,0 1 0 0 0,2-1 1 0 0,-1 1 121 0 0,-1 0 1 0 0,1 0-1 0 0,0 0 0 0 0,0 0 1 0 0,-1 1-1 0 0,1 0 0 0 0,-1-1 1 0 0,1 1-1 0 0,0 0 1 0 0,-1 0-1 0 0,0 0 0 0 0,1 1 1 0 0,3 2-1 0 0,5 4 200 0 0,-1 0 0 0 0,-1 1 0 0 0,1 0 1 0 0,-1 0-1 0 0,8 13 0 0 0,21 32-2493 0 0,-25-35-2694 0 0</inkml:trace>
</inkml:ink>
</file>

<file path=ppt/ink/ink2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19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56 14747 0 0,'-1'0'43'0'0,"1"0"0"0"0,-1 0-1 0 0,0 1 1 0 0,1-1 0 0 0,-1 0-1 0 0,1 0 1 0 0,-1 1 0 0 0,1-1-1 0 0,-1 0 1 0 0,1 1 0 0 0,-1-1 0 0 0,1 0-1 0 0,-1 1 1 0 0,1-1 0 0 0,-1 1-1 0 0,1-1 1 0 0,-1 1 0 0 0,1-1-1 0 0,0 1 1 0 0,-1-1 0 0 0,1 1 0 0 0,0-1-1 0 0,0 1 1 0 0,-1-1 0 0 0,1 1-1 0 0,0 0 1 0 0,0-1 0 0 0,0 1-1 0 0,0-1 1 0 0,0 1 0 0 0,0 0-1 0 0,0-1 1 0 0,0 1 0 0 0,0 0 0 0 0,0-1-1 0 0,0 1 1 0 0,0-1 0 0 0,0 1-1 0 0,0 0 1 0 0,1 0 0 0 0,8 36-334 0 0,-6-24 361 0 0,1 6-364 0 0,3 15-440 0 0,15 42 1 0 0,-20-68 758 0 0,1 0-1 0 0,1-1 1 0 0,-1 0 0 0 0,1 1 0 0 0,0-1 0 0 0,1 0 0 0 0,0-1-1 0 0,0 1 1 0 0,0-1 0 0 0,1 0 0 0 0,7 7 0 0 0,-11-12 28 0 0,1 1-1 0 0,-1 0 1 0 0,0 0 0 0 0,0-1-1 0 0,1 0 1 0 0,-1 1 0 0 0,0-1-1 0 0,1 0 1 0 0,0 0 0 0 0,-1 0-1 0 0,1 0 1 0 0,-1-1 0 0 0,1 1 0 0 0,0-1-1 0 0,0 0 1 0 0,-1 0 0 0 0,1 0-1 0 0,0 0 1 0 0,0 0 0 0 0,-1 0-1 0 0,1-1 1 0 0,0 1 0 0 0,-1-1 0 0 0,1 0-1 0 0,-1 0 1 0 0,1 0 0 0 0,0 0-1 0 0,-1 0 1 0 0,0 0 0 0 0,1-1-1 0 0,-1 1 1 0 0,0-1 0 0 0,0 0-1 0 0,0 0 1 0 0,0 1 0 0 0,0-1 0 0 0,0-1-1 0 0,0 1 1 0 0,-1 0 0 0 0,3-4-1 0 0,0-2-188 0 0,1 0 0 0 0,-2 1 0 0 0,1-1-1 0 0,-1-1 1 0 0,-1 1 0 0 0,1 0 0 0 0,-2-1-1 0 0,1 1 1 0 0,-1-1 0 0 0,0 1 0 0 0,-1-18-1 0 0,-2 12 118 0 0,0-1 0 0 0,-1 1-1 0 0,-1-1 1 0 0,0 1 0 0 0,-1 0-1 0 0,0 1 1 0 0,-12-20-1 0 0,15 28-69 0 0,-1-1 0 0 0,0 1-1 0 0,-1 0 1 0 0,0 0-1 0 0,1 0 1 0 0,-2 0 0 0 0,1 1-1 0 0,0-1 1 0 0,-1 1-1 0 0,0 0 1 0 0,0 1 0 0 0,0-1-1 0 0,0 1 1 0 0,-1 0-1 0 0,1 0 1 0 0,-1 1-1 0 0,1 0 1 0 0,-1 0 0 0 0,0 0-1 0 0,-8-1 1 0 0,-1 3-1737 0 0,0 5-2509 0 0</inkml:trace>
</inkml:ink>
</file>

<file path=ppt/ink/ink2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21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67 4609 0 0,'1'-6'628'0'0,"0"-1"-1"0"0,1 0 1 0 0,0 1-1 0 0,0-1 1 0 0,0 1-1 0 0,1-1 1 0 0,0 1-1 0 0,6-9 1 0 0,-22 71 587 0 0,-21 39 94 0 0,-81 158 1 0 0,111-245-1296 0 0,-16 28 152 0 0,18-35-182 0 0,1 1-1 0 0,0 0 1 0 0,0-1 0 0 0,-1 1-1 0 0,1-1 1 0 0,-1 1-1 0 0,1-1 1 0 0,-1 0 0 0 0,0 0-1 0 0,1 1 1 0 0,-1-1-1 0 0,0-1 1 0 0,0 1 0 0 0,0 0-1 0 0,0 0 1 0 0,-2 0-1 0 0,4-1-5 0 0,-1 0 1 0 0,1 0-1 0 0,-1 0 0 0 0,1 0 0 0 0,-1-1 0 0 0,1 1 0 0 0,-1 0 0 0 0,1 0 0 0 0,-1 0 0 0 0,1-1 0 0 0,-1 1 0 0 0,1 0 1 0 0,-1-1-1 0 0,1 1 0 0 0,0 0 0 0 0,-1-1 0 0 0,1 1 0 0 0,-1-1 0 0 0,1 1 0 0 0,0 0 0 0 0,-1-1 0 0 0,1 1 1 0 0,0-1-1 0 0,0 1 0 0 0,-1-1 0 0 0,1 1 0 0 0,0-1 0 0 0,0 1 0 0 0,0-1 0 0 0,0 1 0 0 0,0-1 0 0 0,0 1 1 0 0,0-1-1 0 0,0 0 0 0 0,0 1 0 0 0,0-1 0 0 0,0 1 0 0 0,0-1 0 0 0,0 0 0 0 0,3-27-1176 0 0,-2 23 882 0 0,3-17-94 0 0,1 1-1 0 0,0 0 1 0 0,2 0-1 0 0,1 1 1 0 0,0 0-1 0 0,21-34 1 0 0,79-105 1450 0 0,-101 149-561 0 0,-2 3 71 0 0,-1 0 0 0 0,1 1 0 0 0,0-1 0 0 0,1 1-1 0 0,-1 1 1 0 0,1-1 0 0 0,1 1 0 0 0,10-7 0 0 0,-17 12-410 0 0,1 0 0 0 0,0 0 0 0 0,0 0 0 0 0,0 0 0 0 0,0 0 0 0 0,0 0 0 0 0,0 1 0 0 0,-1-1 0 0 0,1 0 0 0 0,0 0 0 0 0,0 1 0 0 0,0-1 0 0 0,-1 1 0 0 0,1-1 0 0 0,0 1 0 0 0,-1-1 0 0 0,1 1 0 0 0,0-1 0 0 0,-1 1 0 0 0,1 0 0 0 0,0-1 0 0 0,-1 1 0 0 0,1 0 0 0 0,-1 0 0 0 0,0-1 0 0 0,1 1 0 0 0,0 1 1 0 0,14 27 879 0 0,-12-23-691 0 0,42 75 904 0 0,80 107-1 0 0,-81-124-831 0 0,-37-55-520 0 0,-1 0-174 0 0,1 0 0 0 0,-1 1 0 0 0,0 0 0 0 0,-1 0-1 0 0,0 0 1 0 0,6 21 0 0 0</inkml:trace>
</inkml:ink>
</file>

<file path=ppt/ink/ink2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22.3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29 11979 0 0,'0'-1'82'0'0,"0"0"0"0"0,0 0 1 0 0,0 0-1 0 0,0 0 1 0 0,0 0-1 0 0,0 0 1 0 0,0 0-1 0 0,1 0 1 0 0,-1 0-1 0 0,0 0 0 0 0,1 0 1 0 0,-1 0-1 0 0,1 0 1 0 0,-1 0-1 0 0,1 0 1 0 0,-1 0-1 0 0,1 0 0 0 0,-1 0 1 0 0,1 0-1 0 0,0 0 1 0 0,0 0-1 0 0,-1 1 1 0 0,1-1-1 0 0,0 0 1 0 0,0 1-1 0 0,0-1 0 0 0,0 1 1 0 0,0-1-1 0 0,0 1 1 0 0,0-1-1 0 0,0 1 1 0 0,0-1-1 0 0,0 1 1 0 0,0 0-1 0 0,0 0 0 0 0,0 0 1 0 0,0 0-1 0 0,1-1 1 0 0,-1 1-1 0 0,0 0 1 0 0,0 1-1 0 0,0-1 0 0 0,0 0 1 0 0,0 0-1 0 0,0 0 1 0 0,0 1-1 0 0,0-1 1 0 0,0 1-1 0 0,0-1 1 0 0,0 1-1 0 0,0-1 0 0 0,0 1 1 0 0,0-1-1 0 0,0 1 1 0 0,0 0-1 0 0,-1-1 1 0 0,1 1-1 0 0,0 0 1 0 0,1 1-1 0 0,12 26 875 0 0,-2 1 0 0 0,0 0 0 0 0,12 52 0 0 0,-1-7-613 0 0,144 349-2436 0 0,-156-401 923 0 0</inkml:trace>
</inkml:ink>
</file>

<file path=ppt/ink/ink2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22.8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5 295 11058 0 0,'-1'-3'13'0'0,"0"1"0"0"0,1-1 1 0 0,-1 0-1 0 0,0 0 0 0 0,1 0 0 0 0,0 1 0 0 0,0-1 0 0 0,0 0 0 0 0,0 0 0 0 0,0 0 0 0 0,0 0 0 0 0,1 1 0 0 0,0-4 0 0 0,12-40-1918 0 0,-11 37 2180 0 0,2-1-408 0 0,0 1 0 0 0,0 1 0 0 0,0-1 0 0 0,1 0 0 0 0,1 1-1 0 0,-1 0 1 0 0,1 0 0 0 0,1 1 0 0 0,0 0 0 0 0,0 0-1 0 0,0 0 1 0 0,0 1 0 0 0,1 0 0 0 0,0 1 0 0 0,14-8 0 0 0,7-1 2102 0 0,0 0 0 0 0,1 2 0 0 0,45-12 0 0 0,-71 23-1922 0 0,1-1 0 0 0,-1 1 1 0 0,1 0-1 0 0,-1 1 0 0 0,1-1 1 0 0,-1 1-1 0 0,1 0 0 0 0,0 0 1 0 0,-1 0-1 0 0,1 1 0 0 0,-1 0 0 0 0,1 0 1 0 0,5 2-1 0 0,-8-2-60 0 0,0 0-1 0 0,0 0 0 0 0,0 0 1 0 0,-1 0-1 0 0,1 1 1 0 0,0-1-1 0 0,-1 1 0 0 0,0-1 1 0 0,1 1-1 0 0,-1 0 1 0 0,0 0-1 0 0,1-1 1 0 0,-1 1-1 0 0,0 0 0 0 0,-1 0 1 0 0,1 0-1 0 0,0 0 1 0 0,0 0-1 0 0,-1 0 0 0 0,1 0 1 0 0,-1 0-1 0 0,0 1 1 0 0,0-1-1 0 0,1 0 1 0 0,-1 0-1 0 0,-1 0 0 0 0,1 0 1 0 0,0 0-1 0 0,0 1 1 0 0,-2 1-1 0 0,-1 13-87 0 0,0-1 0 0 0,-2-1 1 0 0,0 1-1 0 0,-1-1 0 0 0,-10 21 0 0 0,-47 71 282 0 0,3-5 1889 0 0,54-84-435 0 0,6-18-1562 0 0,0 0 1 0 0,0 1 0 0 0,0-1-1 0 0,0 0 1 0 0,0 0 0 0 0,0 1-1 0 0,0-1 1 0 0,0 0-1 0 0,1 0 1 0 0,-1 1 0 0 0,0-1-1 0 0,0 0 1 0 0,0 0 0 0 0,0 0-1 0 0,0 1 1 0 0,0-1 0 0 0,0 0-1 0 0,1 0 1 0 0,-1 0-1 0 0,0 1 1 0 0,0-1 0 0 0,0 0-1 0 0,0 0 1 0 0,1 0 0 0 0,-1 0-1 0 0,0 1 1 0 0,0-1 0 0 0,1 0-1 0 0,-1 0 1 0 0,0 0-1 0 0,0 0 1 0 0,0 0 0 0 0,1 0-1 0 0,-1 0 1 0 0,4 0 145 0 0,0 0 1 0 0,-1-1-1 0 0,1 0 1 0 0,-1 0-1 0 0,1 0 1 0 0,-1 0-1 0 0,5-2 1 0 0,19-10 276 0 0,45-26 1 0 0,-48 24-534 0 0,1 2 1 0 0,34-14 0 0 0,-35 19-351 0 0</inkml:trace>
</inkml:ink>
</file>

<file path=ppt/ink/ink2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8:45.6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7 1376 0 0,'-27'14'4143'0'0,"28"-15"-3981"0"0,-1 1 0 0 0,0-1 1 0 0,0 1-1 0 0,0-1 0 0 0,0 0 1 0 0,0 1-1 0 0,0-1 0 0 0,0 1 1 0 0,0-1-1 0 0,0 1 0 0 0,0-1 1 0 0,0 1-1 0 0,0-1 0 0 0,-1 1 1 0 0,1-1-1 0 0,0 1 0 0 0,0-1 1 0 0,0 1-1 0 0,-1-1 0 0 0,1 1 1 0 0,0 0-1 0 0,-1-1 0 0 0,1 1 1 0 0,0-1-1 0 0,-1 1 1 0 0,1 0-1 0 0,0-1 0 0 0,-1 1 1 0 0,1 0-1 0 0,-1-1 0 0 0,1 1 1 0 0,-1 0-1 0 0,1 0 0 0 0,-1-1 1 0 0,1 1-1 0 0,-1 0 0 0 0,1 0 1 0 0,-1 0-1 0 0,1 0 0 0 0,-2-1 1 0 0,1 1-41 0 0,0-1 0 0 0,0 1 0 0 0,0-1 0 0 0,0 1 0 0 0,0 0-1 0 0,0-1 1 0 0,0 1 0 0 0,0 0 0 0 0,0 0 0 0 0,0-1 0 0 0,-1 1 0 0 0,1 0 0 0 0,0 0 0 0 0,0 0 0 0 0,0 1 0 0 0,0-1 0 0 0,-1 0 0 0 0,1 0 0 0 0,-3 2 1741 0 0,2 10 498 0 0,-27 380 1016 0 0,2-54-3038 0 0,13-113-230 0 0,8-57-39 0 0,20 240 0 0 0,-1-154-138 0 0,-2-30 68 0 0,-1 249 0 0 0,-16-360 0 0 0,-30 870 136 0 0,75-303-72 0 0,-31-4-64 0 0,-8-653 0 0 0,-18 254 0 0 0,-1-3 0 0 0,18-231 3 0 0,4 424 138 0 0,24-163-141 0 0,7 144 0 0 0,-37-383-760 0 0,2-52 145 0 0,-1-1 0 0 0,2 1 0 0 0,-1 0 0 0 0,2-1 0 0 0,0 1 0 0 0,0 0-1 0 0,1-1 1 0 0,1 1 0 0 0,4 13 0 0 0</inkml:trace>
</inkml:ink>
</file>

<file path=ppt/ink/ink2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8:46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385 299 456 0 0,'7'-50'3428'0'0,"-5"43"-2924"0"0,-1-1 0 0 0,1 0 0 0 0,-1 1 0 0 0,-1-1 0 0 0,1 1 0 0 0,-1-1 0 0 0,-2-11 0 0 0,2 19-458 0 0,0 0 0 0 0,0-1 1 0 0,0 1-1 0 0,0 0 0 0 0,0-1 0 0 0,0 1 0 0 0,-1 0 0 0 0,1 0 0 0 0,0-1 0 0 0,0 1 0 0 0,0 0 0 0 0,0-1 0 0 0,-1 1 0 0 0,1 0 0 0 0,0 0 0 0 0,0-1 0 0 0,0 1 0 0 0,-1 0 0 0 0,1 0 0 0 0,0 0 0 0 0,-1-1 0 0 0,1 1 0 0 0,0 0 0 0 0,0 0 1 0 0,-1 0-1 0 0,1 0 0 0 0,0 0 0 0 0,-1 0 0 0 0,1 0 0 0 0,0-1 0 0 0,-1 1 0 0 0,1 0 0 0 0,0 0 0 0 0,-1 0 0 0 0,1 0 0 0 0,-14 7 1182 0 0,-9 14 341 0 0,-2 21-737 0 0,3 1 1 0 0,1 1 0 0 0,-17 56 0 0 0,7-18-541 0 0,9-27-186 0 0,-108 246 125 0 0,68-168-231 0 0,62-133-1 0 0,0 0 0 0 0,0 0-1 0 0,0 0 1 0 0,0 0 0 0 0,0 0-1 0 0,0 0 1 0 0,0 0-1 0 0,0 0 1 0 0,0 0 0 0 0,0 0-1 0 0,0 0 1 0 0,0 0 0 0 0,1 0-1 0 0,-1-1 1 0 0,0 1-1 0 0,0 0 1 0 0,0 0 0 0 0,0 0-1 0 0,0 0 1 0 0,0 0-1 0 0,0 0 1 0 0,0 0 0 0 0,0 0-1 0 0,0 0 1 0 0,0 0 0 0 0,1 0-1 0 0,-1 0 1 0 0,0 0-1 0 0,0 0 1 0 0,0 0 0 0 0,0 0-1 0 0,0 0 1 0 0,0 0-1 0 0,0 0 1 0 0,0 0 0 0 0,0 1-1 0 0,0-1 1 0 0,0 0 0 0 0,0 0-1 0 0,0 0 1 0 0,1 0-1 0 0,-1 0 1 0 0,0 0 0 0 0,0 0-1 0 0,0 0 1 0 0,0 0-1 0 0,0 0 1 0 0,0 0 0 0 0,0 0-1 0 0,0 0 1 0 0,0 0 0 0 0,0 0-1 0 0,0 0 1 0 0,0 1-1 0 0,0-1 1 0 0,0 0 0 0 0,0 0-1 0 0,0 0 1 0 0,0 0-1 0 0,12-8-10 0 0,11-13-143 0 0,-5-2-327 0 0,-2-1-1 0 0,0-1 1 0 0,-2 0 0 0 0,15-37-1 0 0,-5 12-567 0 0,77-188-2549 0 0,-31 66 2605 0 0,-55 137 1034 0 0,-2-2 1 0 0,-1 0-1 0 0,-1 0 1 0 0,8-59-1 0 0,-15 61 1603 0 0,-1-39 0 0 0,-2 88-328 0 0,0-1-1 0 0,1 1 0 0 0,1-1 0 0 0,7 24 1 0 0,1-4-463 0 0,20 38 0 0 0,1-10-521 0 0,53 78 0 0 0,141 142 499 0 0,-157-214-2169 0 0,-63-62 756 0 0,18 17-6382 0 0</inkml:trace>
</inkml:ink>
</file>

<file path=ppt/ink/ink2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8:47.9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1 116 5985 0 0,'0'2'66'0'0,"1"0"0"0"0,0 0 0 0 0,0 0 0 0 0,0 0-1 0 0,0 0 1 0 0,0 0 0 0 0,0 0 0 0 0,0 0 0 0 0,1 0 0 0 0,-1 0 0 0 0,1-1-1 0 0,-1 1 1 0 0,1-1 0 0 0,0 1 0 0 0,0-1 0 0 0,-1 1 0 0 0,1-1-1 0 0,3 1 1 0 0,1 2 104 0 0,1 0-1 0 0,-1-1 0 0 0,1 0 1 0 0,11 4-1 0 0,-7-5 52 0 0,0 0-1 0 0,1-1 1 0 0,-1 0 0 0 0,1-1-1 0 0,-1 0 1 0 0,16-2 0 0 0,73-17 1064 0 0,-47 8-604 0 0,87-16 842 0 0,247-36 753 0 0,-280 52-1948 0 0,333-27 447 0 0,-298 32-297 0 0,159 15 0 0 0,-250-5-378 0 0,519 50 1582 0 0,-7 48-632 0 0,108 60-770 0 0,-579-144-249 0 0,177 9-1 0 0,-98-13-11 0 0,-42 4-19 0 0,175 49 0 0 0,-184-39 80 0 0,1-7 0 0 0,153 9 0 0 0,-47-4 162 0 0,-26-2-118 0 0,196 24 63 0 0,-86-8-67 0 0,-246-37-120 0 0,0-3 0 0 0,0-2 0 0 0,0-3 0 0 0,94-21 0 0 0,-64 14 16 0 0,123 0 0 0 0,-121 9 0 0 0,118-19 0 0 0,-154 12-14 0 0,221-48 49 0 0,-190 34 145 0 0,2 3-1 0 0,0 5 1 0 0,158-7 0 0 0,-198 19-186 0 0,-1-3 1 0 0,0-2-1 0 0,73-23 1 0 0,-58 15-17 0 0,-59 15 15 0 0,0 1-1 0 0,-1 0 1 0 0,1 0 0 0 0,0 1 0 0 0,0 0 0 0 0,-1 1 0 0 0,1 0-1 0 0,16 4 1 0 0,-18-4-8 0 0,2 0-253 0 0,0-1 0 0 0,0 0 0 0 0,0 0 0 0 0,0-1 0 0 0,0 0 0 0 0,0-1 0 0 0,0 0 0 0 0,-1 0 0 0 0,1-1 0 0 0,8-4 0 0 0,-6 3-339 0 0,-1-1 0 0 0,1 0 0 0 0,-1-1 0 0 0,-1 0 0 0 0,1 0 1 0 0,-1-1-1 0 0,14-13 0 0 0,-13 7-5049 0 0</inkml:trace>
</inkml:ink>
</file>

<file path=ppt/ink/ink2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8:48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16 3681 0 0,'-33'-1'2744'0'0,"-43"-13"8826"0"0,106 32-11056 0 0,0 1 0 0 0,46 40 0 0 0,-5-4-511 0 0,-19-21 16 0 0,108 52-1 0 0,-72-42 9 0 0,-79-39-16 0 0,0 0 0 0 0,0 1-1 0 0,0-1 1 0 0,-1 2 0 0 0,0-1-1 0 0,0 1 1 0 0,-1 1 0 0 0,0-1-1 0 0,0 1 1 0 0,11 17 0 0 0,-17-23 26 0 0,-1-1 0 0 0,1 1 1 0 0,-1 0-1 0 0,0 0 0 0 0,1-1 1 0 0,-1 1-1 0 0,0 0 0 0 0,0 0 1 0 0,0 0-1 0 0,-1-1 0 0 0,1 1 1 0 0,0 0-1 0 0,-1 0 1 0 0,1-1-1 0 0,-1 1 0 0 0,1 0 1 0 0,-1-1-1 0 0,0 1 0 0 0,0-1 1 0 0,0 1-1 0 0,0-1 0 0 0,0 1 1 0 0,0-1-1 0 0,0 1 0 0 0,0-1 1 0 0,0 0-1 0 0,-1 0 0 0 0,1 0 1 0 0,-2 1-1 0 0,-6 5 184 0 0,-1 0 1 0 0,0-1-1 0 0,-15 7 0 0 0,8-4-161 0 0,-200 102 482 0 0,127-67-469 0 0,68-31-50 0 0,-1 0 0 0 0,2 1 0 0 0,-32 25 0 0 0,42-29-148 0 0,0 0 1 0 0,1 1-1 0 0,0 0 1 0 0,0 0-1 0 0,1 1 1 0 0,1 1-1 0 0,-12 20 1 0 0,20-32 31 0 0,-3 7-947 0 0</inkml:trace>
</inkml:ink>
</file>

<file path=ppt/ink/ink2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8:49.6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72 231 920 0 0,'-2'-20'847'0'0,"-1"0"1"0"0,0 0-1 0 0,-1 0 0 0 0,-2 0 0 0 0,-9-25 1 0 0,3 9 971 0 0,10 30-1314 0 0,1 2 44 0 0,0 1-1 0 0,0-1 1 0 0,0 0-1 0 0,-1 1 1 0 0,1-1-1 0 0,-1 0 1 0 0,0 1-1 0 0,0 0 1 0 0,0-1-1 0 0,-4-3 1 0 0,3 15 2381 0 0,2 14-1602 0 0,6 20-773 0 0,1 0 0 0 0,2-1-1 0 0,19 57 1 0 0,54 119-198 0 0,-12-36-128 0 0,-61-157-223 0 0,102 285 112 0 0,-90-266-824 0 0,36 60 0 0 0,-13-29-231 0 0,-38-62-1130 0 0</inkml:trace>
</inkml:ink>
</file>

<file path=ppt/ink/ink2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8:49.9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15 359 1840 0 0,'-1'0'123'0'0,"1"1"0"0"0,0-1 0 0 0,-1 0 0 0 0,1 1 0 0 0,0-1 0 0 0,-1 0 0 0 0,1 1 0 0 0,-1-1 0 0 0,1 0 0 0 0,0 0 0 0 0,-1 1 0 0 0,1-1 0 0 0,-1 0 0 0 0,1 0 0 0 0,-1 0 0 0 0,1 0 0 0 0,-1 0 0 0 0,1 0 0 0 0,-1 0 0 0 0,1 1 0 0 0,-1-1 0 0 0,1-1 0 0 0,-1 1 0 0 0,1 0 0 0 0,-1 0 0 0 0,1 0 0 0 0,-1 0 0 0 0,1 0 0 0 0,-1 0 0 0 0,0-1 0 0 0,2-13 2537 0 0,14-22 75 0 0,6 0-1749 0 0,1 1 1 0 0,3 1 0 0 0,0 1-1 0 0,2 1 1 0 0,53-49 0 0 0,-70 73-1080 0 0,1 0 1 0 0,-1 1 0 0 0,1 1 0 0 0,1 0 0 0 0,-1 0-1 0 0,21-6 1 0 0,-9 5-835 0 0</inkml:trace>
</inkml:ink>
</file>

<file path=ppt/ink/ink2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8:50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1 257 4145 0 0,'0'1'79'0'0,"0"-1"1"0"0,1 1 0 0 0,-1-1-1 0 0,0 1 1 0 0,1-1-1 0 0,-1 0 1 0 0,1 1 0 0 0,-1-1-1 0 0,0 1 1 0 0,1-1-1 0 0,-1 0 1 0 0,1 0-1 0 0,-1 1 1 0 0,1-1 0 0 0,0 0-1 0 0,-1 0 1 0 0,1 1-1 0 0,-1-1 1 0 0,1 0 0 0 0,-1 0-1 0 0,1 0 1 0 0,-1 0-1 0 0,1 0 1 0 0,0 0-1 0 0,-1 0 1 0 0,1 0 0 0 0,-1 0-1 0 0,1 0 1 0 0,-1 0-1 0 0,1-1 1 0 0,0 1 0 0 0,-1 0-1 0 0,2-1 1 0 0,20-4 2130 0 0,-13 1-1638 0 0,0-1 1 0 0,-1 0 0 0 0,1 0 0 0 0,-1-1 0 0 0,0 0 0 0 0,-1 0-1 0 0,1 0 1 0 0,-1-1 0 0 0,-1-1 0 0 0,1 1 0 0 0,10-17-1 0 0,0-3-1118 0 0,0-2 0 0 0,15-37 0 0 0,-22 42 354 0 0,-6 3 171 0 0</inkml:trace>
</inkml:ink>
</file>

<file path=ppt/ink/ink2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8:51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24 133 6913 0 0,'-16'-12'2755'0'0,"16"12"-2688"0"0,-1 0 0 0 0,1 0 0 0 0,0 0 0 0 0,0 0 0 0 0,0 0 0 0 0,0 0 0 0 0,-1 0 0 0 0,1 0 0 0 0,0 0 0 0 0,0-1 0 0 0,-1 1 0 0 0,1 0 0 0 0,0 0 0 0 0,0 0 0 0 0,0 0 0 0 0,-1 0 0 0 0,1 1 0 0 0,0-1 0 0 0,0 0 0 0 0,0 0 0 0 0,-1 0 0 0 0,1 0-1 0 0,0 0 1 0 0,0 0 0 0 0,0 0 0 0 0,-1 0 0 0 0,1 0 0 0 0,0 0 0 0 0,0 1 201 0 0,-1-1-201 0 0,1 0 0 0 0,0 0 0 0 0,0 1 0 0 0,0-1 0 0 0,0 0 0 0 0,0 2 83 0 0,0 0 0 0 0,0-1 0 0 0,0 1 0 0 0,0 0 0 0 0,1-1 0 0 0,-1 1 0 0 0,1-1 0 0 0,-1 1 1 0 0,1-1-1 0 0,0 1 0 0 0,-1-1 0 0 0,1 1 0 0 0,0-1 0 0 0,0 0 0 0 0,0 1 0 0 0,2 1 0 0 0,14 18 352 0 0,108 140 905 0 0,-55-71-1131 0 0,13 21-203 0 0,6 37-147 0 0,-54-86-271 0 0,2-1 0 0 0,79 96-1 0 0,-114-154 352 0 0,0-1-1 0 0,1 1 0 0 0,-1-1 0 0 0,1 0 0 0 0,0 0 0 0 0,0 0 0 0 0,-1 0 0 0 0,1-1 0 0 0,5 3 1 0 0,-8-4 3 0 0,1 0 1 0 0,-1 0 0 0 0,1 1-1 0 0,-1-1 1 0 0,1 0 0 0 0,-1 0 0 0 0,1 0-1 0 0,-1 0 1 0 0,1 0 0 0 0,-1 0-1 0 0,1 0 1 0 0,-1 0 0 0 0,1-1-1 0 0,-1 1 1 0 0,1 0 0 0 0,-1 0 0 0 0,1 0-1 0 0,-1 0 1 0 0,1-1 0 0 0,-1 1-1 0 0,0 0 1 0 0,1 0 0 0 0,-1-1 0 0 0,1 1-1 0 0,0-1 1 0 0,-1 0 23 0 0,1-1 1 0 0,-1 1 0 0 0,1 0-1 0 0,-1 0 1 0 0,1-1-1 0 0,-1 1 1 0 0,1-1-1 0 0,-1 1 1 0 0,0 0 0 0 0,0-1-1 0 0,0 1 1 0 0,0-1-1 0 0,0-2 1 0 0,-23-188 1937 0 0,14 140-1740 0 0,3-1 0 0 0,1-1-1 0 0,3 1 1 0 0,7-77 0 0 0,5 77-277 0 0,22-70 0 0 0,-20 83-1200 0 0,-1-2 0 0 0,-2 0 1 0 0,3-43-1 0 0,-11 45-770 0 0</inkml:trace>
</inkml:ink>
</file>

<file path=ppt/ink/ink2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00.214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5099 9 1376 0 0,'-1'-8'10904'0'0,"-57"94"-7118"0"0,55-80-3618 0 0,1 0-1 0 0,-1 0 0 0 0,1 0 1 0 0,0 0-1 0 0,1 0 1 0 0,0 0-1 0 0,0 1 1 0 0,0-1-1 0 0,0 8 0 0 0,-2 12 177 0 0,-30 187-56 0 0,31-203-192 0 0,-1 0 1 0 0,-1 0-1 0 0,0-1 1 0 0,0 1-1 0 0,-1-1 1 0 0,0 0-1 0 0,-1 0 1 0 0,-6 9-1 0 0,-2-1 194 0 0,0-1-1 0 0,-32 28 0 0 0,36-37-206 0 0,-1 0-1 0 0,0-1 1 0 0,0 0 0 0 0,-1-1-1 0 0,0 0 1 0 0,1-1-1 0 0,-2 0 1 0 0,1-1-1 0 0,-16 2 1 0 0,-17 6 92 0 0,22-6-73 0 0,-1-1 1 0 0,-28 1 0 0 0,30-4-65 0 0,0 2 1 0 0,1 0-1 0 0,-26 8 0 0 0,-7 7 44 0 0,23-7 44 0 0,-1-1 1 0 0,-1-2-1 0 0,-34 5 1 0 0,-18 0 18 0 0,52-6-38 0 0,0-3 1 0 0,-1 0-1 0 0,-36-2 1 0 0,16-2-108 0 0,0 2 0 0 0,-59 11 0 0 0,99-11 0 0 0,-16 0 15 0 0,-1-2 1 0 0,1-1-1 0 0,0-2 1 0 0,1 0-1 0 0,-52-14 0 0 0,-34-4 32 0 0,72 16-37 0 0,-255-43 97 0 0,236 35-49 0 0,-1 2 0 0 0,0 3 0 0 0,-93 0 0 0 0,94 5-58 0 0,0-3 1 0 0,-66-14-1 0 0,77 10 8 0 0,-1 2-1 0 0,0 2 1 0 0,-92 2 0 0 0,-39 26-8 0 0,111-11 0 0 0,-135 3 0 0 0,136-16 0 0 0,-12-2 0 0 0,0 4 0 0 0,-152 20 0 0 0,208-15 0 0 0,-36 8 0 0 0,-1-4 0 0 0,0-1 0 0 0,-98-3 0 0 0,128-8 17 0 0,-1 2 0 0 0,1 2-1 0 0,0 1 1 0 0,0 1 0 0 0,0 2 0 0 0,-55 16-1 0 0,59-13 12 0 0,-1 0 0 0 0,1-3 0 0 0,-1 0 0 0 0,-59 0 0 0 0,27-6 105 0 0,-88-15 1 0 0,135 14-114 0 0,1 1 0 0 0,-1 0 0 0 0,-18 2 0 0 0,29-1-25 0 0,0 0-1 0 0,1 1 1 0 0,-1 0 0 0 0,1 0-1 0 0,-1 0 1 0 0,1 0 0 0 0,-1 1-1 0 0,1 0 1 0 0,0 0 0 0 0,-1 0-1 0 0,1 0 1 0 0,0 1 0 0 0,1-1-1 0 0,-8 7 1 0 0,10-9-63 0 0,1 1 0 0 0,0-1 0 0 0,-1 1 0 0 0,1-1 0 0 0,0 1 0 0 0,-1-1 0 0 0,1 1 0 0 0,0-1 0 0 0,0 1 0 0 0,0-1 0 0 0,-1 1 1 0 0,1-1-1 0 0,0 1 0 0 0,0-1 0 0 0,0 1 0 0 0,0-1 0 0 0,0 1 0 0 0,0-1 0 0 0,0 1 0 0 0,0-1 0 0 0,0 1 0 0 0,0-1 0 0 0,0 1 0 0 0,0 0 0 0 0,1 0 0 0 0</inkml:trace>
</inkml:ink>
</file>

<file path=ppt/ink/ink2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31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319 305 3225 0 0,'-28'-14'474'0'0,"22"11"-45"0"0,0-1-1 0 0,0 1 1 0 0,-1 1 0 0 0,1-1 0 0 0,-1 1 0 0 0,0 0 0 0 0,-7-1 0 0 0,11 3-329 0 0,1 0 0 0 0,0 0 1 0 0,0 0-1 0 0,-1 1 0 0 0,1-1 0 0 0,0 1 1 0 0,0-1-1 0 0,0 1 0 0 0,0 0 1 0 0,0 0-1 0 0,0 0 0 0 0,0 0 1 0 0,0 0-1 0 0,0 0 0 0 0,0 1 0 0 0,0-1 1 0 0,1 1-1 0 0,-1-1 0 0 0,1 1 1 0 0,-1 0-1 0 0,1-1 0 0 0,0 1 1 0 0,-1 0-1 0 0,1 0 0 0 0,0 0 1 0 0,0 0-1 0 0,-1 3 0 0 0,-1 4 2 0 0,0 0-1 0 0,0 0 1 0 0,1 0 0 0 0,0 1 0 0 0,0-1-1 0 0,1 0 1 0 0,1 1 0 0 0,0-1-1 0 0,0 1 1 0 0,0-1 0 0 0,1 1-1 0 0,1-1 1 0 0,0 1 0 0 0,0-1-1 0 0,0 0 1 0 0,2 0 0 0 0,-1 0-1 0 0,6 10 1 0 0,-4-8-111 0 0,0-1 0 0 0,1 1 0 0 0,0-2 0 0 0,1 1-1 0 0,0-1 1 0 0,1 0 0 0 0,-1 0 0 0 0,2-1 0 0 0,-1 0 0 0 0,1 0 0 0 0,0-1 0 0 0,1 0-1 0 0,0-1 1 0 0,16 8 0 0 0,-24-13-40 0 0,0 0 0 0 0,0 0 1 0 0,0-1-1 0 0,0 1 0 0 0,0-1 0 0 0,0 1 0 0 0,0-1 0 0 0,1 0 0 0 0,-1 1 0 0 0,0-1 0 0 0,0 0 1 0 0,0-1-1 0 0,1 1 0 0 0,-1 0 0 0 0,0-1 0 0 0,0 1 0 0 0,0-1 0 0 0,0 0 0 0 0,0 1 0 0 0,0-1 1 0 0,0 0-1 0 0,2-2 0 0 0,-1 1-77 0 0,-1 0 0 0 0,1-1 1 0 0,-1 0-1 0 0,1 0 0 0 0,-1 0 1 0 0,0 0-1 0 0,0 0 0 0 0,0 0 0 0 0,-1 0 1 0 0,1 0-1 0 0,-1-1 0 0 0,2-3 1 0 0,1-7-259 0 0,-1 0 1 0 0,-1-1-1 0 0,0 1 0 0 0,0-1 1 0 0,-2-21-1 0 0,-1 17-8 0 0,-2 0 0 0 0,0 1-1 0 0,-1-1 1 0 0,-1 1-1 0 0,0 0 1 0 0,-2 0 0 0 0,0 0-1 0 0,-1 1 1 0 0,-10-17 0 0 0,-7-7 198 0 0,-2 2 0 0 0,-45-51 0 0 0,61 77 855 0 0,0 1-1 0 0,-2 0 0 0 0,1 1 0 0 0,-29-19 0 0 0,36 26-348 0 0,-1 1-1 0 0,1 0 0 0 0,-1 0 1 0 0,0 1-1 0 0,0-1 0 0 0,0 1 1 0 0,0 1-1 0 0,0-1 0 0 0,-1 1 1 0 0,1 0-1 0 0,0 0 1 0 0,-1 1-1 0 0,1 0 0 0 0,-1 0 1 0 0,1 0-1 0 0,-9 2 0 0 0,14-1-221 0 0,-1-1 0 0 0,1 1-1 0 0,-1-1 1 0 0,1 1 0 0 0,-1 0-1 0 0,1 0 1 0 0,-1-1-1 0 0,1 1 1 0 0,0 0 0 0 0,0 0-1 0 0,-1 0 1 0 0,1 1 0 0 0,0-1-1 0 0,0 0 1 0 0,0 0 0 0 0,0 1-1 0 0,0-1 1 0 0,1 0 0 0 0,-1 1-1 0 0,0-1 1 0 0,1 1 0 0 0,-1-1-1 0 0,1 1 1 0 0,-1-1 0 0 0,1 1-1 0 0,0-1 1 0 0,-1 1-1 0 0,1-1 1 0 0,0 1 0 0 0,0 0-1 0 0,0-1 1 0 0,0 1 0 0 0,0-1-1 0 0,1 1 1 0 0,-1 0 0 0 0,1 1-1 0 0,2 8 300 0 0,0 0-1 0 0,0 0 0 0 0,11 21 0 0 0,-8-19-155 0 0,5 12 71 0 0,2-1 0 0 0,1 0 0 0 0,1-1-1 0 0,0-1 1 0 0,2 0 0 0 0,29 28 0 0 0,2-2-505 0 0,78 58 0 0 0,-64-63-1899 0 0,-33-23-3540 0 0</inkml:trace>
</inkml:ink>
</file>

<file path=ppt/ink/ink2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32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123 140 4145 0 0,'-6'-4'303'0'0,"1"-1"0"0"0,-1 1 0 0 0,1-1 0 0 0,1 0 0 0 0,-1 0 0 0 0,-7-11 0 0 0,9 11 147 0 0,0 0 1 0 0,0 1-1 0 0,0 0 1 0 0,-1 0-1 0 0,0 0 1 0 0,0 0-1 0 0,0 1 1 0 0,0-1-1 0 0,-1 1 1 0 0,1 0-1 0 0,-7-3 1 0 0,11 6-375 0 0,-1-1 1 0 0,0 1-1 0 0,0 0 1 0 0,0-1 0 0 0,1 1-1 0 0,-1 0 1 0 0,0 0-1 0 0,0 0 1 0 0,0-1-1 0 0,1 1 1 0 0,-1 0-1 0 0,0 0 1 0 0,0 0-1 0 0,0 0 1 0 0,0 0-1 0 0,0 0 1 0 0,1 1-1 0 0,-1-1 1 0 0,0 0 0 0 0,0 0-1 0 0,0 1 1 0 0,1-1-1 0 0,-1 0 1 0 0,0 1-1 0 0,0-1 1 0 0,1 1-1 0 0,-1-1 1 0 0,0 1-1 0 0,0 1-8 0 0,0-1-1 0 0,1 0 0 0 0,-1 0 0 0 0,1 1 0 0 0,-1-1 0 0 0,1 1 1 0 0,0-1-1 0 0,-1 1 0 0 0,1-1 0 0 0,0 0 0 0 0,0 1 0 0 0,0-1 1 0 0,0 1-1 0 0,1 2 0 0 0,1 5 59 0 0,0 0-1 0 0,0 1 1 0 0,7 15 0 0 0,-2-11-121 0 0,0 0 1 0 0,1 0-1 0 0,0-1 0 0 0,1 0 0 0 0,0 0 1 0 0,20 19-1 0 0,-26-28-7 0 0,0 0 0 0 0,1-1 0 0 0,0 0 0 0 0,0 1 0 0 0,0-1-1 0 0,0-1 1 0 0,1 1 0 0 0,-1-1 0 0 0,1 1 0 0 0,0-1 0 0 0,-1-1 0 0 0,1 1 0 0 0,0-1 0 0 0,0 1 0 0 0,0-1 0 0 0,0-1 0 0 0,0 1 0 0 0,0-1 0 0 0,0 0 0 0 0,0 0 0 0 0,0 0-1 0 0,1-1 1 0 0,-1 0 0 0 0,7-2 0 0 0,-10 3-80 0 0,0-1 0 0 0,0 0 0 0 0,0 0 0 0 0,-1 0 0 0 0,1 0 0 0 0,0 0 0 0 0,0-1 0 0 0,-1 1-1 0 0,1 0 1 0 0,-1-1 0 0 0,1 1 0 0 0,-1-1 0 0 0,0 0 0 0 0,1 1 0 0 0,-1-1 0 0 0,0 0 0 0 0,0 0 0 0 0,0 0 0 0 0,1-2-1 0 0,-1-1-92 0 0,0 1 0 0 0,-1 0 0 0 0,1 0 0 0 0,-1 0 0 0 0,1-1 0 0 0,-1 1 0 0 0,-1 0 0 0 0,1 0 0 0 0,-2-5 0 0 0,-1-5-225 0 0,-1 0 0 0 0,0 0 0 0 0,-1 1 0 0 0,-11-22 0 0 0,10 23 716 0 0,-1 1 0 0 0,-1-1 0 0 0,1 1 0 0 0,-2 0 0 0 0,0 1 0 0 0,0 0 0 0 0,0 0 0 0 0,-20-10 3657 0 0,29 20-3888 0 0,9 13 1081 0 0,12 15-637 0 0,-11-16-479 0 0,1 0-1 0 0,0-1 1 0 0,1-1 0 0 0,0 0-1 0 0,0 0 1 0 0,1-1 0 0 0,0-1-1 0 0,1 0 1 0 0,0-1 0 0 0,24 9-1 0 0,-26-12-862 0 0,0-1 0 0 0,-1 0-1 0 0,2-1 1 0 0,-1-1 0 0 0,0 0-1 0 0,0 0 1 0 0,0-1 0 0 0,23-3-1 0 0,-4-2-4159 0 0</inkml:trace>
</inkml:ink>
</file>

<file path=ppt/ink/ink2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32.5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92 225 6913 0 0,'-8'-5'50'0'0,"-2"-1"349"0"0,0 0 1 0 0,1-1-1 0 0,0 0 0 0 0,0 0 0 0 0,0-1 0 0 0,1 0 1 0 0,-9-12-1 0 0,17 19-341 0 0,0 1-1 0 0,0 0 1 0 0,-1-1 0 0 0,1 1 0 0 0,0 0 0 0 0,0-1 0 0 0,0 1-1 0 0,-1 0 1 0 0,1-1 0 0 0,0 1 0 0 0,0-1 0 0 0,0 1-1 0 0,0 0 1 0 0,0-1 0 0 0,0 1 0 0 0,0-1 0 0 0,0 1-1 0 0,0-1 1 0 0,0 1 0 0 0,0 0 0 0 0,0-1 0 0 0,0 1-1 0 0,0-1 1 0 0,0 1 0 0 0,1 0 0 0 0,-1-1 0 0 0,0 1 0 0 0,0 0-1 0 0,0-1 1 0 0,1 1 0 0 0,-1 0 0 0 0,0-1 0 0 0,0 1-1 0 0,1-1 1 0 0,15-3 1034 0 0,19 8 39 0 0,-2 8-317 0 0,-26-9-729 0 0,-1 0 0 0 0,1 0 0 0 0,0-1-1 0 0,0 0 1 0 0,0-1 0 0 0,13 2 0 0 0,-19-3 11 0 0,-52-55 3063 0 0,38 38-3390 0 0,0-1 1 0 0,1 0-1 0 0,-11-22 1 0 0,14 22-902 0 0</inkml:trace>
</inkml:ink>
</file>

<file path=ppt/ink/ink2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32.8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10 6913 0 0,'-17'-8'334'0'0,"16"8"-97"0"0,0 0 1 0 0,1-1-1 0 0,-1 1 1 0 0,0 0 0 0 0,0 0-1 0 0,0 0 1 0 0,1 0-1 0 0,-1 0 1 0 0,0 0 0 0 0,0 0-1 0 0,0 0 1 0 0,1 0-1 0 0,-1 0 1 0 0,0 0 0 0 0,0 1-1 0 0,1-1 1 0 0,-1 0-1 0 0,0 0 1 0 0,0 1-1 0 0,0 0 1 0 0,1-1-41 0 0,-1 1 1 0 0,1-1-1 0 0,0 1 1 0 0,-1-1-1 0 0,1 1 1 0 0,0-1-1 0 0,0 1 0 0 0,-1-1 1 0 0,1 1-1 0 0,0 0 1 0 0,0-1-1 0 0,0 1 0 0 0,0-1 1 0 0,0 1-1 0 0,0 0 1 0 0,0-1-1 0 0,0 1 0 0 0,0-1 1 0 0,0 1-1 0 0,0 0 1 0 0,0-1-1 0 0,0 1 0 0 0,1-1 1 0 0,-1 1-1 0 0,0 0 1 0 0,10 17 389 0 0,136 152 1291 0 0,-88-106-2258 0 0,57 82 1 0 0,-81-94-253 0 0,-1 1-1667 0 0,-8-21-2945 0 0,-13-19 521 0 0</inkml:trace>
</inkml:ink>
</file>

<file path=ppt/ink/ink2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33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13 920 0 0,'-24'-4'3666'0'0,"22"3"-3403"0"0,1 0 0 0 0,-1 1 0 0 0,0-1 1 0 0,1 1-1 0 0,-1-1 0 0 0,0 1 1 0 0,0 0-1 0 0,1 0 0 0 0,-1 0 1 0 0,0-1-1 0 0,0 2 0 0 0,1-1 1 0 0,-1 0-1 0 0,0 0 0 0 0,0 0 1 0 0,1 1-1 0 0,-1-1 0 0 0,0 1 0 0 0,1 0 1 0 0,-1-1-1 0 0,0 1 0 0 0,1 0 1 0 0,-1 0-1 0 0,1 0 0 0 0,-1 0 1 0 0,1 0-1 0 0,0 0 0 0 0,-1 0 1 0 0,1 1-1 0 0,0-1 0 0 0,0 0 1 0 0,-2 3-1 0 0,-3 8-126 0 0,1 0 0 0 0,0 1 0 0 0,0-1 1 0 0,1 1-1 0 0,1 0 0 0 0,0 0 0 0 0,1 0 0 0 0,0 0 0 0 0,1 0 1 0 0,1 1-1 0 0,0-1 0 0 0,1 0 0 0 0,2 15 0 0 0,-3-27-100 0 0,0 0 1 0 0,0 0-1 0 0,1 0 0 0 0,-1 1 0 0 0,0-1 0 0 0,1 0 0 0 0,-1 0 1 0 0,1 0-1 0 0,-1 0 0 0 0,1 0 0 0 0,-1 0 0 0 0,1 0 1 0 0,0 0-1 0 0,0 0 0 0 0,-1 0 0 0 0,1 0 0 0 0,0-1 0 0 0,0 1 1 0 0,0 0-1 0 0,0 0 0 0 0,0-1 0 0 0,0 1 0 0 0,0-1 1 0 0,0 1-1 0 0,1 0 0 0 0,0-1 41 0 0,0 0 1 0 0,0 0-1 0 0,0 0 1 0 0,0 0-1 0 0,0-1 0 0 0,0 1 1 0 0,0 0-1 0 0,0-1 1 0 0,0 1-1 0 0,0-1 1 0 0,-1 0-1 0 0,1 0 1 0 0,3-1-1 0 0,6-6 273 0 0,0 1-1 0 0,-1-2 1 0 0,16-14-1 0 0,-22 19-339 0 0,92-92 896 0 0,-55 54-3504 0 0,-21 22-604 0 0,4-6-2715 0 0</inkml:trace>
</inkml:ink>
</file>

<file path=ppt/ink/ink2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08.5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5551 0 2961 0 0,'1'2'134'0'0,"-1"-1"1"0"0,1 0 0 0 0,-1 1 0 0 0,1-1-1 0 0,-1 1 1 0 0,1-1 0 0 0,-1 0 0 0 0,0 1-1 0 0,0-1 1 0 0,0 1 0 0 0,0-1 0 0 0,0 1-1 0 0,0-1 1 0 0,0 1 0 0 0,0-1-1 0 0,0 0 1 0 0,-1 1 0 0 0,1-1 0 0 0,-1 1-1 0 0,1-1 1 0 0,-2 3 0 0 0,1-2-496 0 0,1 3 602 0 0,-1-1 1 0 0,1 1 0 0 0,0 0-1 0 0,0-1 1 0 0,0 1-1 0 0,1 0 1 0 0,-1-1-1 0 0,1 1 1 0 0,0-1 0 0 0,1 1-1 0 0,-1-1 1 0 0,3 5-1 0 0,6 29 1660 0 0,-9 9-902 0 0,-3 1 1 0 0,-1-1-1 0 0,-12 61 0 0 0,9-72-959 0 0,1 14 204 0 0,2 67 0 0 0,-3 26 125 0 0,2-104-332 0 0,-25 160 500 0 0,20-155-377 0 0,-2-1 1 0 0,-1 0 0 0 0,-3 0-1 0 0,-1-1 1 0 0,-2-1-1 0 0,-34 55 1 0 0,40-76-26 0 0,-1-1-1 0 0,-1-1 1 0 0,0 0 0 0 0,-19 17 0 0 0,25-28 1 0 0,0-1 1 0 0,-1 1-1 0 0,1-2 1 0 0,-1 1-1 0 0,-1-1 0 0 0,1-1 1 0 0,-1 0-1 0 0,1 0 1 0 0,-1-1-1 0 0,0 0 1 0 0,-15 3-1 0 0,-95 22 984 0 0,8-1-818 0 0,76-22-60 0 0,-63-1 0 0 0,67-4 30 0 0,0 2-1 0 0,-56 9 1 0 0,31 2-233 0 0,9-1 9 0 0,0-2 0 0 0,-1-2 0 0 0,0-2 1 0 0,-53-1-1 0 0,-311 12 189 0 0,312-9-210 0 0,-156 25 32 0 0,21-1-30 0 0,-9-28-37 0 0,161-6 40 0 0,-137 15 0 0 0,174-7-33 0 0,-241 24-14 0 0,-243-47 26 0 0,446 13 44 0 0,-159 15 1 0 0,-82 32 125 0 0,291-38-180 0 0,-200 17 19 0 0,53-7 141 0 0,122-8-91 0 0,-353 32 175 0 0,374-38-245 0 0,-80 7 0 0 0,106-6 0 0 0,-1 0 0 0 0,0 1 0 0 0,1 1 0 0 0,0 0 0 0 0,0 1 0 0 0,-16 7 0 0 0,19-4 51 0 0,12-5-507 0 0,18-7-739 0 0,-6-2 587 0 0</inkml:trace>
</inkml:ink>
</file>

<file path=ppt/ink/ink2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10.94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7254 82 2128 0 0,'-7'-20'65'0'0,"4"13"498"0"0,0 0-1 0 0,1-1 0 0 0,0 1 0 0 0,0-1 0 0 0,0 0 0 0 0,0-9 0 0 0,-8 65 1713 0 0,0 40-1212 0 0,2 167 0 0 0,8-209-1232 0 0,1 128 219 0 0,-8 296 230 0 0,-9-197-148 0 0,-10 129 128 0 0,-32-83-76 0 0,9-163 1149 0 0,37-120-1069 0 0,-3 7-28 0 0,-1-1-1 0 0,-2 0 1 0 0,-1-1 0 0 0,-36 53 0 0 0,-4 2 26 0 0,46-70-172 0 0,-2 0 0 0 0,-1-2 0 0 0,-1 0 0 0 0,-1-1 0 0 0,-1 0 0 0 0,-28 24 0 0 0,-20 8 482 0 0,-140 122 806 0 0,177-150-1254 0 0,-1-1 1 0 0,-1-2 0 0 0,-1-1-1 0 0,-2-2 1 0 0,-62 29 0 0 0,-193 59-95 0 0,204-80 178 0 0,-139 41 525 0 0,175-58-404 0 0,-2-1 1 0 0,-77 4 0 0 0,-6-8-154 0 0,-160 12-89 0 0,54-3 175 0 0,-84 11 49 0 0,-24-4-248 0 0,154-14 252 0 0,-78 24-39 0 0,163-16-135 0 0,-121 2 1 0 0,24-18-106 0 0,-131 3 65 0 0,226 5 10 0 0,1 5-1 0 0,-135 35 1 0 0,167-31-92 0 0,-1-2 0 0 0,0-5 1 0 0,0-2-1 0 0,-85-4 0 0 0,82-7 102 0 0,1 3-1 0 0,0 4 1 0 0,0 3-1 0 0,-110 26 1 0 0,102-11 12 0 0,-284 62 178 0 0,87-25-466 0 0,72-13 54 0 0,156-38-134 0 0,41-7-373 0 0,0 0 0 0 0,1 1 0 0 0,-1 1 0 0 0,0 1 0 0 0,1 0-1 0 0,-23 11 1 0 0</inkml:trace>
</inkml:ink>
</file>

<file path=ppt/ink/ink2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38.5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41 33 3001 0 0,'-7'-25'104'0'0,"7"25"-78"0"0,0 0 1 0 0,-1-1-1 0 0,1 1 1 0 0,0-1 0 0 0,0 1-1 0 0,0 0 1 0 0,0-1 0 0 0,0 1-1 0 0,-1-1 1 0 0,1 1 0 0 0,0 0-1 0 0,0-1 1 0 0,-1 1 0 0 0,1 0-1 0 0,0-1 1 0 0,-1 1 0 0 0,1 0-1 0 0,0 0 1 0 0,-1-1-1 0 0,1 1 1 0 0,0 0 0 0 0,-11 1 4450 0 0,11 0-4422 0 0,0 0 0 0 0,0-1 0 0 0,-1 1 0 0 0,1 0 0 0 0,0 0 0 0 0,0 0 0 0 0,-1-1 0 0 0,1 1 0 0 0,-1 0 0 0 0,1 0 0 0 0,-1-1 0 0 0,1 1 0 0 0,-1 0 0 0 0,1-1 0 0 0,-1 1 0 0 0,1-1 0 0 0,-2 2 0 0 0,1-2-4 0 0,0 1 0 0 0,1-1 1 0 0,-1 1-1 0 0,1-1 0 0 0,-1 1 0 0 0,0-1 0 0 0,1 1 1 0 0,-1 0-1 0 0,1-1 0 0 0,0 1 0 0 0,-1-1 1 0 0,1 1-1 0 0,0 0 0 0 0,-1 0 0 0 0,1-1 1 0 0,0 1-1 0 0,0 0 0 0 0,-1-1 0 0 0,1 1 1 0 0,0 0-1 0 0,0 0 0 0 0,0-1 0 0 0,0 1 1 0 0,0 0-1 0 0,0 0 0 0 0,0 0 0 0 0,0-1 1 0 0,0 1-1 0 0,1 0 0 0 0,-1 0 0 0 0,0-1 1 0 0,1 2-1 0 0,16 37 878 0 0,2-1 0 0 0,2-1 0 0 0,46 62 1 0 0,-49-76-835 0 0,1-1 1 0 0,0-1 0 0 0,2-1 0 0 0,1 0 0 0 0,1-2 0 0 0,36 23 0 0 0,-56-39-70 0 0,1 1 0 0 0,0-2 1 0 0,0 1-1 0 0,-1 0 0 0 0,1-1 1 0 0,0 0-1 0 0,0 0 0 0 0,0 0 1 0 0,1 0-1 0 0,-1-1 0 0 0,0 1 1 0 0,0-1-1 0 0,0 0 1 0 0,7-1-1 0 0,-8 0-56 0 0,-1 1 0 0 0,1-1 0 0 0,-1 0 0 0 0,1 0 0 0 0,-1 0 0 0 0,0-1 0 0 0,1 1 1 0 0,-1 0-1 0 0,0-1 0 0 0,0 1 0 0 0,0-1 0 0 0,0 0 0 0 0,0 0 0 0 0,-1 0 0 0 0,1 0 0 0 0,0 0 0 0 0,-1 0 0 0 0,1 0 0 0 0,-1-1 1 0 0,0 1-1 0 0,0 0 0 0 0,0-1 0 0 0,1-4 0 0 0,6-21-1429 0 0,-2-1 1 0 0,-1 0 0 0 0,2-47-1 0 0,-5-34 517 0 0,-1 50 8655 0 0,64 154-5820 0 0,-22-29-2046 0 0,3-2-1 0 0,69 73 1 0 0,-111-131-226 0 0,0-1 0 0 0,0 0 0 0 0,0-1 0 0 0,0 1-1 0 0,1-1 1 0 0,0 0 0 0 0,0 0 0 0 0,7 3 0 0 0</inkml:trace>
</inkml:ink>
</file>

<file path=ppt/ink/ink2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38.93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60 1 5065 0 0,'-7'0'1560'0'0,"3"0"-701"0"0,-1 0 1 0 0,0 0-1 0 0,0 0 1 0 0,0 1 0 0 0,0 0-1 0 0,1 0 1 0 0,-6 1-1 0 0,9-1-828 0 0,1-1 0 0 0,-1 0 0 0 0,1 0 0 0 0,-1 1 0 0 0,1-1 0 0 0,-1 1-1 0 0,1-1 1 0 0,-1 0 0 0 0,1 1 0 0 0,-1-1 0 0 0,1 1 0 0 0,-1-1 0 0 0,1 1 0 0 0,0-1-1 0 0,-1 1 1 0 0,1-1 0 0 0,0 1 0 0 0,0 0 0 0 0,-1-1 0 0 0,1 1 0 0 0,0-1-1 0 0,0 1 1 0 0,0 1 0 0 0,0 0-161 0 0,0 0 0 0 0,0-1-1 0 0,1 1 1 0 0,-1 0 0 0 0,1 0-1 0 0,0 0 1 0 0,-1-1 0 0 0,1 1-1 0 0,0 0 1 0 0,0-1 0 0 0,0 1-1 0 0,1 1 1 0 0,4 4-153 0 0,0 0 0 0 0,0-1-1 0 0,0 0 1 0 0,1 0 0 0 0,0 0 0 0 0,10 6 0 0 0,8 6-65 0 0,-4 0 348 0 0</inkml:trace>
</inkml:ink>
</file>

<file path=ppt/ink/ink2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39.56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74 201 456 0 0,'-3'-3'188'0'0,"1"0"0"0"0,0-1-1 0 0,0 1 1 0 0,0 0 0 0 0,0-1-1 0 0,1 0 1 0 0,-1 1 0 0 0,1-1-1 0 0,0 0 1 0 0,0 0 0 0 0,-1-6 0 0 0,1 5 166 0 0,0 0 1 0 0,0 0 0 0 0,0 1 0 0 0,-1-1-1 0 0,0 0 1 0 0,-4-7 0 0 0,5 10-203 0 0,0 1 0 0 0,0 0 0 0 0,0 0 0 0 0,-1 0 0 0 0,1 0 0 0 0,0 0 0 0 0,-1 0 0 0 0,1 0 0 0 0,0 0 0 0 0,-1 0 0 0 0,1 1 0 0 0,-1-1 0 0 0,-2 0 0 0 0,-12-1 5955 0 0,16 6-5840 0 0,-1 7-179 0 0,1 0 0 0 0,0-1-1 0 0,1 1 1 0 0,0 0 0 0 0,4 16 0 0 0,20 61-41 0 0,-5-19-48 0 0,-17-55-7 0 0,-2-8-8 0 0,0-1 1 0 0,0 0-1 0 0,0 0 1 0 0,1 0 0 0 0,0 0-1 0 0,0 0 1 0 0,0 0-1 0 0,0 0 1 0 0,5 6-1 0 0,-6-10 11 0 0,-1-1-1 0 0,0 0 0 0 0,0 0 0 0 0,0 0 1 0 0,0 0-1 0 0,0 0 0 0 0,1 0 0 0 0,-1 1 0 0 0,0-1 1 0 0,0 0-1 0 0,0 0 0 0 0,1 0 0 0 0,-1 0 1 0 0,0 0-1 0 0,0 0 0 0 0,0 0 0 0 0,1 0 1 0 0,-1 0-1 0 0,0 0 0 0 0,0 0 0 0 0,1 0 0 0 0,-1 0 1 0 0,0 0-1 0 0,0 0 0 0 0,0 0 0 0 0,1 0 1 0 0,-1 0-1 0 0,0 0 0 0 0,0 0 0 0 0,0 0 1 0 0,1 0-1 0 0,-1-1 0 0 0,0 1 0 0 0,0 0 0 0 0,0 0 1 0 0,0 0-1 0 0,1 0 0 0 0,-1 0 0 0 0,0 0 1 0 0,0-1-1 0 0,0 1 0 0 0,0 0 0 0 0,1 0 1 0 0,5-14-301 0 0,1-15-551 0 0,-4-5-271 0 0,0-55-1 0 0,-4 67 978 0 0,1 0 1 0 0,1-1-1 0 0,1 1 0 0 0,1-1 0 0 0,1 1 0 0 0,8-28 0 0 0,-10 46 234 0 0,-1 0-1 0 0,1 1 1 0 0,-1-1-1 0 0,1 0 1 0 0,0 1-1 0 0,1-1 0 0 0,-1 1 1 0 0,1 0-1 0 0,-1-1 1 0 0,1 1-1 0 0,0 1 1 0 0,0-1-1 0 0,0 0 1 0 0,7-4-1 0 0,-8 6 17 0 0,1 1 1 0 0,-1-1-1 0 0,1 0 1 0 0,-1 1-1 0 0,0 0 1 0 0,1-1-1 0 0,-1 1 1 0 0,1 0-1 0 0,-1 0 1 0 0,1 0-1 0 0,-1 1 1 0 0,1-1-1 0 0,-1 1 1 0 0,1-1-1 0 0,-1 1 1 0 0,0 0-1 0 0,1 0 1 0 0,-1 0-1 0 0,0 0 1 0 0,0 0-1 0 0,0 0 1 0 0,0 1-1 0 0,0-1 1 0 0,0 1-1 0 0,3 3 1 0 0,7 6 43 0 0,0 1 0 0 0,-1 1 0 0 0,0 0 1 0 0,-1 1-1 0 0,-1 0 0 0 0,0 0 0 0 0,14 31 0 0 0,-7-6-320 0 0,-1 1 0 0 0,9 42-1 0 0,-18-57 48 0 0,0-7-24 0 0,-1 0 1 0 0,-1 0-1 0 0,-1 1 0 0 0,-1-1 1 0 0,0 1-1 0 0,-2 26 1 0 0,-5-33 270 0 0,1-10-565 0 0,3-9-1857 0 0</inkml:trace>
</inkml:ink>
</file>

<file path=ppt/ink/ink2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40.05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 33 4145 0 0,'-2'-1'177'0'0,"1"0"1"0"0,0 0 0 0 0,0 0-1 0 0,0 0 1 0 0,0 0-1 0 0,0 0 1 0 0,0 0-1 0 0,0 0 1 0 0,0-1 0 0 0,0 1-1 0 0,1 0 1 0 0,-1 0-1 0 0,0-1 1 0 0,1 1-1 0 0,-1-1 1 0 0,1 1 0 0 0,-1 0-1 0 0,4-11 3701 0 0,12 18-2025 0 0,3 10-1417 0 0,0 1-1 0 0,-1 1 1 0 0,-1 0-1 0 0,-1 1 1 0 0,-1 1-1 0 0,14 24 1 0 0,-10-16-234 0 0,2 4-116 0 0,-11-17-16 0 0,1 0 1 0 0,0 0-1 0 0,0-1 0 0 0,2-1 1 0 0,0 1-1 0 0,0-2 0 0 0,17 14 1 0 0,-28-32-262 0 0,0 0 0 0 0,0 1 1 0 0,0-1-1 0 0,-1 0 0 0 0,0-9 0 0 0,-8-72-790 0 0,-1-33 818 0 0,9 117 173 0 0,0 1 1 0 0,0 0-1 0 0,0-1 0 0 0,1 1 0 0 0,-1-1 1 0 0,1 1-1 0 0,-1 0 0 0 0,1-1 0 0 0,0 1 1 0 0,1-3-1 0 0,-1 4 23 0 0,-1 0 0 0 0,1 1 0 0 0,-1-1 0 0 0,1 0 0 0 0,-1 1 1 0 0,1-1-1 0 0,0 0 0 0 0,-1 1 0 0 0,1-1 0 0 0,0 1 0 0 0,0-1 0 0 0,0 1 0 0 0,-1-1 1 0 0,1 1-1 0 0,0 0 0 0 0,0-1 0 0 0,0 1 0 0 0,0 0 0 0 0,1 0 0 0 0,1 0 66 0 0,0 0-1 0 0,1 1 1 0 0,-1-1-1 0 0,0 1 1 0 0,0 0-1 0 0,0 0 1 0 0,0 0-1 0 0,0 0 1 0 0,0 0-1 0 0,0 1 1 0 0,-1 0-1 0 0,1-1 1 0 0,0 1-1 0 0,3 3 1 0 0,9 9-258 0 0,0 1 0 0 0,0 0 0 0 0,-2 1 0 0 0,0 1 1 0 0,20 33-1 0 0,-16-23-1864 0 0,-6-11-3135 0 0</inkml:trace>
</inkml:ink>
</file>

<file path=ppt/ink/ink2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40.4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 77 3225 0 0,'-2'-5'19'0'0,"-12"-35"532"0"0,14 39-437 0 0,-1 0 0 0 0,1 0-1 0 0,0 0 1 0 0,-1 0 0 0 0,1 0 0 0 0,0 0-1 0 0,0 0 1 0 0,0 0 0 0 0,0 0 0 0 0,0 0 0 0 0,0 0-1 0 0,0 0 1 0 0,0 0 0 0 0,0 0 0 0 0,1 0-1 0 0,-1 0 1 0 0,0 0 0 0 0,1 0 0 0 0,-1 0 0 0 0,0 0-1 0 0,1 0 1 0 0,-1 1 0 0 0,1-1 0 0 0,0 0-1 0 0,-1 0 1 0 0,1 0 0 0 0,0 1 0 0 0,-1-1 0 0 0,1 0-1 0 0,0 1 1 0 0,0-1 0 0 0,0 0 0 0 0,-1 1-1 0 0,1-1 1 0 0,1 0 0 0 0,0 1 51 0 0,-1 1 0 0 0,0-1 0 0 0,1 0 1 0 0,-1 0-1 0 0,1 1 0 0 0,-1-1 0 0 0,0 0 0 0 0,0 1 0 0 0,1-1 0 0 0,-1 1 0 0 0,0 0 1 0 0,0-1-1 0 0,1 1 0 0 0,-1 0 0 0 0,0 0 0 0 0,0 0 0 0 0,0 0 0 0 0,0 0 0 0 0,1 1 1 0 0,20 24 1296 0 0,-19-21-1166 0 0,15 15 32 0 0,2-1 1 0 0,-1 0-1 0 0,2-2 0 0 0,0 0 0 0 0,2-2 0 0 0,-1 0 1 0 0,29 13-1 0 0,-29-16-372 0 0,17 16-1426 0 0,-21-14-3608 0 0</inkml:trace>
</inkml:ink>
</file>

<file path=ppt/ink/ink2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40.7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12 338 1376 0 0,'-3'-6'787'0'0,"1"0"0"0"0,0-1 1 0 0,1 1-1 0 0,-1 0 0 0 0,1-1 0 0 0,1 1 0 0 0,-1-1 0 0 0,2-9 0 0 0,5-57 1893 0 0,-5 61-2212 0 0,1-1-407 0 0,-1 0-1 0 0,2 0 1 0 0,0 0 0 0 0,0 0 0 0 0,1 1 0 0 0,1 0 0 0 0,0-1-1 0 0,1 2 1 0 0,0-1 0 0 0,0 1 0 0 0,1 0 0 0 0,10-11 0 0 0,-5 6-121 0 0</inkml:trace>
</inkml:ink>
</file>

<file path=ppt/ink/ink2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42.35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116 5 5529 0 0,'-17'-3'1625'0'0,"-10"1"750"0"0,23 3-2185 0 0,1 0 0 0 0,-1 0 0 0 0,1 0 0 0 0,0 0 0 0 0,0 0 0 0 0,-1 1 0 0 0,1-1 1 0 0,0 1-1 0 0,0 0 0 0 0,0 0 0 0 0,1 0 0 0 0,-1 0 0 0 0,0 1 0 0 0,1-1 0 0 0,-1 1 0 0 0,1-1 1 0 0,-2 5-1 0 0,1-3-66 0 0,1 1 1 0 0,0 0-1 0 0,0 0 1 0 0,0 0-1 0 0,1 0 1 0 0,-1 0-1 0 0,1 0 1 0 0,0 0-1 0 0,1 0 1 0 0,-1 8-1 0 0,3 10-80 0 0,0-1 0 0 0,1 1 0 0 0,1-1 0 0 0,10 28 0 0 0,-11-36 24 0 0,10 37-113 0 0,-7-22-57 0 0,1-2 0 0 0,2 1-1 0 0,0-1 1 0 0,19 37 0 0 0,-26-62 87 0 0,-1 0-1 0 0,0 1 1 0 0,1-1-1 0 0,0 0 0 0 0,0 0 1 0 0,-1 0-1 0 0,1 0 1 0 0,0 0-1 0 0,3 2 0 0 0,-4-4-1 0 0,0 1 0 0 0,0-1 0 0 0,0 0 0 0 0,-1 1 0 0 0,1-1 0 0 0,0 0 0 0 0,0 1 0 0 0,0-1 0 0 0,0 0-1 0 0,0 0 1 0 0,0 0 0 0 0,0 0 0 0 0,0 0 0 0 0,0 0 0 0 0,0 0 0 0 0,0 0 0 0 0,-1 0 0 0 0,1 0 0 0 0,1-1-1 0 0,1 0-56 0 0,-1-1-1 0 0,0 1 1 0 0,0-1-1 0 0,0 0 0 0 0,0 1 1 0 0,-1-1-1 0 0,1 0 0 0 0,0 0 1 0 0,-1 0-1 0 0,1 0 0 0 0,-1 0 1 0 0,0-1-1 0 0,0 1 0 0 0,0 0 1 0 0,0-1-1 0 0,0 1 0 0 0,0-1 1 0 0,0-2-1 0 0,3-9-332 0 0,-1-1-1 0 0,-1 1 1 0 0,0-1 0 0 0,-1 0-1 0 0,-1 0 1 0 0,0 0 0 0 0,-1 1-1 0 0,-3-21 1 0 0,-6-13-485 0 0,-19-56 0 0 0,3 16 2972 0 0,26 87-1952 0 0,0 1 1 0 0,0-1-1 0 0,-1 1 1 0 0,1-1-1 0 0,0 1 1 0 0,0-1-1 0 0,-1 1 1 0 0,1-1-1 0 0,0 1 1 0 0,0-1-1 0 0,0 0 1 0 0,0 1-1 0 0,0-1 1 0 0,0 1-1 0 0,0-1 1 0 0,0 1-1 0 0,0-1 1 0 0,0 0-1 0 0,0 1 0 0 0,0-1 1 0 0,1 1-1 0 0,-1-1 1 0 0,0 1-1 0 0,0-1 1 0 0,1 1-1 0 0,-1-1 1 0 0,0 1-1 0 0,0-1 1 0 0,1 1-1 0 0,-1-1 1 0 0,1 1-1 0 0,-1-1 1 0 0,0 1-1 0 0,1 0 1 0 0,-1-1-1 0 0,1 1 1 0 0,1 0 43 0 0,0 0 1 0 0,-1 0 0 0 0,1 0-1 0 0,-1 1 1 0 0,1-1 0 0 0,-1 0 0 0 0,1 1-1 0 0,-1-1 1 0 0,1 1 0 0 0,-1 0-1 0 0,1 0 1 0 0,1 1 0 0 0,39 30 1151 0 0,-13-3-888 0 0,-1 1 0 0 0,34 51 0 0 0,17 19-4467 0 0,-55-74-1325 0 0</inkml:trace>
</inkml:ink>
</file>

<file path=ppt/ink/ink2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42.7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89 27 2761 0 0,'-8'-5'1431'0'0,"-31"-12"2656"0"0,37 16-3807 0 0,0 0 0 0 0,1 1-1 0 0,-1-1 1 0 0,0 1 0 0 0,0 0-1 0 0,1-1 1 0 0,-1 1-1 0 0,0 0 1 0 0,0 0 0 0 0,0 0-1 0 0,0 0 1 0 0,1 0 0 0 0,-1 1-1 0 0,0-1 1 0 0,0 0 0 0 0,1 1-1 0 0,-1 0 1 0 0,0-1 0 0 0,-2 2-1 0 0,4-1-165 0 0,-1-1-1 0 0,1 1 1 0 0,0 0 0 0 0,-1-1-1 0 0,1 1 1 0 0,0-1-1 0 0,-1 1 1 0 0,1 0 0 0 0,0 0-1 0 0,0-1 1 0 0,-1 1-1 0 0,1 0 1 0 0,0-1 0 0 0,0 1-1 0 0,0 0 1 0 0,0 0-1 0 0,0-1 1 0 0,0 1 0 0 0,0 0-1 0 0,0 0 1 0 0,1-1-1 0 0,-1 1 1 0 0,0 0 0 0 0,0 0-1 0 0,1-1 1 0 0,-1 1-1 0 0,0 0 1 0 0,1 0 0 0 0,13 23 993 0 0,-11-19-821 0 0,21 28 240 0 0,2 0 0 0 0,1-2 1 0 0,36 32-1 0 0,32 37-92 0 0,-65-65-772 0 0,53 62 661 0 0,-23-36-6430 0 0,-28-33-332 0 0</inkml:trace>
</inkml:ink>
</file>

<file path=ppt/ink/ink2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43.06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69 210 3393 0 0,'2'3'147'0'0,"0"1"1"0"0,0-1-1 0 0,0 1 1 0 0,1-1-1 0 0,-1 0 1 0 0,1 0-1 0 0,0-1 1 0 0,0 1 0 0 0,5 4-1 0 0,3 2 752 0 0,27 33 1494 0 0,-18-21-575 0 0,38 34 0 0 0,-57-54-1782 0 0,0 0-1 0 0,0 0 1 0 0,0 0 0 0 0,0-1-1 0 0,0 1 1 0 0,0 0 0 0 0,1 0-1 0 0,-1 0 1 0 0,0-1 0 0 0,1 1-1 0 0,-1-1 1 0 0,1 1 0 0 0,-1-1-1 0 0,0 0 1 0 0,1 1 0 0 0,-1-1-1 0 0,1 0 1 0 0,-1 0 0 0 0,1 0-1 0 0,-1 0 1 0 0,1 0 0 0 0,-1 0 0 0 0,1-1-1 0 0,1 0 1 0 0,-1 0-7 0 0,-1 0 0 0 0,1 0 0 0 0,-1-1 1 0 0,1 1-1 0 0,-1 0 0 0 0,0-1 0 0 0,0 1 0 0 0,0-1 0 0 0,0 0 1 0 0,0 1-1 0 0,0-1 0 0 0,0 0 0 0 0,0 0 0 0 0,-1 1 1 0 0,1-1-1 0 0,0-2 0 0 0,1-8 186 0 0,0-1-1 0 0,0 1 1 0 0,-1-1 0 0 0,-1-17 0 0 0,-1 15-158 0 0,0 1 0 0 0,-1 0 0 0 0,-1 0 1 0 0,0 0-1 0 0,0 0 0 0 0,-2 1 0 0 0,0-1 0 0 0,0 1 1 0 0,-1 0-1 0 0,-1 0 0 0 0,-13-17 0 0 0,15 22-31 0 0,-1 1 0 0 0,0 0 0 0 0,-1 0 0 0 0,0 0 0 0 0,0 1 0 0 0,0 0 0 0 0,-1 1 0 0 0,0 0 0 0 0,0 0 0 0 0,0 0 0 0 0,0 1 0 0 0,-1 0 0 0 0,0 1 0 0 0,0 0 0 0 0,0 0 0 0 0,0 1 0 0 0,0 0 0 0 0,-16 0 0 0 0,22 1-59 0 0,1 1 1 0 0,-1 0-1 0 0,1 0 1 0 0,-1 0-1 0 0,1 0 0 0 0,-1 1 1 0 0,1-1-1 0 0,-1 1 1 0 0,1 0-1 0 0,0-1 0 0 0,-1 1 1 0 0,1 0-1 0 0,0 0 1 0 0,-1 0-1 0 0,1 1 0 0 0,0-1 1 0 0,0 1-1 0 0,0-1 1 0 0,0 1-1 0 0,0-1 1 0 0,1 1-1 0 0,-1 0 0 0 0,0 0 1 0 0,-1 3-1 0 0,-1 9-947 0 0</inkml:trace>
</inkml:ink>
</file>

<file path=ppt/ink/ink2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43.4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56 7 10594 0 0,'-4'0'253'0'0,"-26"-6"2493"0"0,29 6-2560 0 0,0 0 1 0 0,1 0-1 0 0,-1 0 1 0 0,0-1-1 0 0,0 1 1 0 0,0 0-1 0 0,0 0 1 0 0,0 0-1 0 0,1 0 1 0 0,-1 1-1 0 0,0-1 1 0 0,0 0-1 0 0,0 0 1 0 0,0 0-1 0 0,1 1 1 0 0,-1-1-1 0 0,0 0 1 0 0,0 1-1 0 0,1-1 1 0 0,-1 0-1 0 0,0 1 1 0 0,1-1-1 0 0,-1 1 1 0 0,0 0-1 0 0,1-1 0 0 0,-2 1 1 0 0,4 3-7 0 0,0 0 0 0 0,-1-1 0 0 0,1 0 0 0 0,1 1 0 0 0,-1-1 0 0 0,0 0 0 0 0,1 0 0 0 0,-1 0 0 0 0,1 0 0 0 0,0-1 0 0 0,6 5 0 0 0,-4-2 31 0 0,105 102 37 0 0,-32-28-1245 0 0,128 99-1 0 0,-178-157-354 0 0</inkml:trace>
</inkml:ink>
</file>

<file path=ppt/ink/ink2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43.78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14 448 6913 0 0,'-2'-6'140'0'0,"0"0"-1"0"0,0 0 0 0 0,0 0 0 0 0,1 0 0 0 0,0 0 0 0 0,0 0 0 0 0,0 0 0 0 0,1 0 0 0 0,1-11 0 0 0,-2-1 65 0 0,-1-29 1570 0 0,7-75 0 0 0,-2 100-1650 0 0,0 1 1 0 0,1 1 0 0 0,1-1-1 0 0,1 1 1 0 0,1 0-1 0 0,10-21 1 0 0,-17 40-144 0 0,1 0 0 0 0,-1-1 0 0 0,1 1 0 0 0,-1 0 0 0 0,1-1 0 0 0,0 1 0 0 0,0 0 0 0 0,-1 0 0 0 0,1-1-1 0 0,0 1 1 0 0,0 0 0 0 0,0 0 0 0 0,0 0 0 0 0,0 0 0 0 0,1 0 0 0 0,-1 1 0 0 0,0-1 0 0 0,0 0 0 0 0,1 0 0 0 0,-1 1 0 0 0,0-1 0 0 0,1 1 0 0 0,-1-1 0 0 0,1 1 0 0 0,-1 0 0 0 0,0-1-1 0 0,1 1 1 0 0,-1 0 0 0 0,1 0 0 0 0,-1 0 0 0 0,1 0 0 0 0,-1 0 0 0 0,1 1 0 0 0,-1-1 0 0 0,1 0 0 0 0,-1 0 0 0 0,0 1 0 0 0,1-1 0 0 0,-1 1 0 0 0,2 0 0 0 0,3 8 19 0 0</inkml:trace>
</inkml:ink>
</file>

<file path=ppt/ink/ink2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44.1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220 149 2761 0 0,'-20'-8'1339'0'0,"-1"1"0"0"0,-38-8 1 0 0,51 14-989 0 0,0-1 1 0 0,0 2 0 0 0,1-1 0 0 0,-1 1 0 0 0,0 0 0 0 0,0 1 0 0 0,0-1 0 0 0,1 2 0 0 0,-1-1 0 0 0,0 1 0 0 0,-8 3 0 0 0,15-4-244 0 0,-1 0 0 0 0,1 0-1 0 0,0 0 1 0 0,0 0 0 0 0,0 0-1 0 0,0 0 1 0 0,0 0 0 0 0,0 1 0 0 0,0-1-1 0 0,0 0 1 0 0,0 0 0 0 0,0 1-1 0 0,1-1 1 0 0,-1 1 0 0 0,1-1-1 0 0,-1 1 1 0 0,1-1 0 0 0,-1 1-1 0 0,1-1 1 0 0,0 1 0 0 0,0-1 0 0 0,0 1-1 0 0,0-1 1 0 0,0 1 0 0 0,0-1-1 0 0,0 1 1 0 0,0-1 0 0 0,0 1-1 0 0,1-1 1 0 0,-1 1 0 0 0,1-1-1 0 0,-1 1 1 0 0,1-1 0 0 0,1 3 0 0 0,2 7 274 0 0,1-1 0 0 0,1 1 1 0 0,7 11-1 0 0,-12-21-337 0 0,16 24 162 0 0,0-1-1 0 0,1-1 0 0 0,34 32 1 0 0,-42-45-240 0 0,1-1 0 0 0,0 0 0 0 0,0 0 0 0 0,0-1 1 0 0,1-1-1 0 0,1 0 0 0 0,-1-1 0 0 0,1 0 0 0 0,22 6 1 0 0,-31-10-12 0 0,1-1 1 0 0,0-1-1 0 0,0 1 1 0 0,0 0-1 0 0,0-1 1 0 0,0 0-1 0 0,0 0 0 0 0,0-1 1 0 0,0 0-1 0 0,-1 1 1 0 0,1-1-1 0 0,0-1 1 0 0,0 1-1 0 0,-1-1 1 0 0,1 0-1 0 0,-1 0 1 0 0,1 0-1 0 0,-1-1 1 0 0,0 1-1 0 0,0-1 1 0 0,0 0-1 0 0,0 0 1 0 0,0-1-1 0 0,-1 1 1 0 0,0-1-1 0 0,1 1 1 0 0,2-7-1 0 0,-2 4-10 0 0,0 0 1 0 0,-1-1-1 0 0,0 1 0 0 0,-1-1 0 0 0,1 0 0 0 0,-1 0 1 0 0,-1 1-1 0 0,1-1 0 0 0,-1-1 0 0 0,0 1 0 0 0,-1 0 1 0 0,0 0-1 0 0,0 0 0 0 0,0 0 0 0 0,-1 0 1 0 0,0-1-1 0 0,0 1 0 0 0,-4-8 0 0 0,0 1-48 0 0,-1-1-1 0 0,-1 2 1 0 0,-1-1-1 0 0,0 1 1 0 0,0 0-1 0 0,-1 1 1 0 0,-19-21-1 0 0,7 12 36 0 0,-1 1 0 0 0,0 1 0 0 0,-28-18 0 0 0,43 32 8 0 0,1 1 1 0 0,-1 0-1 0 0,0 1 0 0 0,0-1 0 0 0,0 1 1 0 0,-14-3-1 0 0,-8 4-3518 0 0,11 6-525 0 0</inkml:trace>
</inkml:ink>
</file>

<file path=ppt/ink/ink2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44.4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107 1 6913 0 0,'-29'4'1594'0'0,"-13"3"3518"0"0,39-6-4935 0 0,1-1 0 0 0,0 1 1 0 0,0 0-1 0 0,0 0 0 0 0,0 0 0 0 0,0 0 1 0 0,0 0-1 0 0,0 0 0 0 0,0 0 1 0 0,0 1-1 0 0,0-1 0 0 0,1 1 1 0 0,-1-1-1 0 0,-1 3 0 0 0,2-2-107 0 0,0 0 1 0 0,1 0-1 0 0,-1 1 0 0 0,0-1 0 0 0,1 0 0 0 0,0 0 1 0 0,0 0-1 0 0,-1 1 0 0 0,1-1 0 0 0,1 0 0 0 0,-1 1 0 0 0,0-1 1 0 0,0 0-1 0 0,1 0 0 0 0,-1 0 0 0 0,1 1 0 0 0,0-1 1 0 0,0 0-1 0 0,0 0 0 0 0,2 3 0 0 0,25 42 622 0 0,-27-45-644 0 0,31 37 122 0 0,2-2-1 0 0,1-1 1 0 0,2-2 0 0 0,43 31-1 0 0,-50-41-105 0 0,73 53-796 0 0,-53-41-5400 0 0,-34-25 722 0 0</inkml:trace>
</inkml:ink>
</file>

<file path=ppt/ink/ink2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44.8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4 422 5065 0 0,'-1'-11'418'0'0,"0"1"1"0"0,0-1-1 0 0,1 0 1 0 0,0 1-1 0 0,4-21 0 0 0,-1-4 79 0 0,-1 1-214 0 0,-2 4-79 0 0,2 1 0 0 0,1 0 1 0 0,1 0-1 0 0,2 0 0 0 0,12-40 1 0 0,-17 66-248 0 0,0 0 1 0 0,1 0 0 0 0,-1 1 0 0 0,0-1 0 0 0,1 0-1 0 0,0 0 1 0 0,0 1 0 0 0,0-1 0 0 0,0 1 0 0 0,0 0-1 0 0,0 0 1 0 0,0 0 0 0 0,1 0 0 0 0,-1 0 0 0 0,1 0-1 0 0,0 0 1 0 0,-1 1 0 0 0,1-1 0 0 0,0 1-1 0 0,0 0 1 0 0,0 0 0 0 0,6-1 0 0 0,10-2 42 0 0</inkml:trace>
</inkml:ink>
</file>

<file path=ppt/ink/ink2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45.17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17 178 3225 0 0,'-17'3'5415'0'0,"24"7"-3269"0"0,31 27 268 0 0,78 60 1 0 0,-103-87-2261 0 0,1-1 0 0 0,0 0-1 0 0,0-1 1 0 0,0-1 0 0 0,1 0 0 0 0,0-1 0 0 0,0-1 0 0 0,1 0 0 0 0,0-1 0 0 0,31 4 0 0 0,-41-8-280 0 0,0 0 0 0 0,1 0-1 0 0,-1 0 1 0 0,0 0 0 0 0,1-1 0 0 0,-1 0 0 0 0,0-1 0 0 0,0 1 0 0 0,1-1 0 0 0,-1 0 0 0 0,-1-1 0 0 0,1 0 0 0 0,0 0 0 0 0,-1 0-1 0 0,1 0 1 0 0,-1-1 0 0 0,0 0 0 0 0,0 0 0 0 0,0 0 0 0 0,-1-1 0 0 0,1 1 0 0 0,-1-1 0 0 0,0 0 0 0 0,-1-1 0 0 0,1 1 0 0 0,-1-1 0 0 0,0 1-1 0 0,-1-1 1 0 0,1 0 0 0 0,-1 0 0 0 0,0 0 0 0 0,0 0 0 0 0,-1 0 0 0 0,0-1 0 0 0,0 1 0 0 0,0-13 0 0 0,-3-2-236 0 0,0 0 1 0 0,-1 0 0 0 0,-2 0 0 0 0,0 1-1 0 0,-11-31 1 0 0,-9-34 1452 0 0,24 85-1033 0 0,1 0 0 0 0,0-1 0 0 0,0 1 0 0 0,0-1-1 0 0,0 1 1 0 0,0-1 0 0 0,0 1 0 0 0,0 0-1 0 0,0-1 1 0 0,0 1 0 0 0,0-1 0 0 0,0 1 0 0 0,0-1-1 0 0,0 1 1 0 0,0 0 0 0 0,0-1 0 0 0,0 1-1 0 0,0-1 1 0 0,0 1 0 0 0,1 0 0 0 0,-1-1 0 0 0,0 1-1 0 0,0-1 1 0 0,0 1 0 0 0,1 0 0 0 0,-1-1-1 0 0,0 1 1 0 0,1 0 0 0 0,-1 0 0 0 0,0-1 0 0 0,1 1-1 0 0,-1 0 1 0 0,0 0 0 0 0,1-1 0 0 0,-1 1-1 0 0,1 0 1 0 0,18 1 1408 0 0,17 14 101 0 0,-4 4-1065 0 0,-1 1-1 0 0,0 1 1 0 0,27 26 0 0 0,10 16-2151 0 0,-2 2-4221 0 0,-46-45 1022 0 0</inkml:trace>
</inkml:ink>
</file>

<file path=ppt/ink/ink2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45.5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10594 0 0,'0'0'819'0'0,"4"20"300"0"0,-3-14-1207 0 0,1-1-1 0 0,0 1 1 0 0,0-1-1 0 0,0 1 1 0 0,1-1-1 0 0,0 0 1 0 0,0 0-1 0 0,0 0 1 0 0,1 0-1 0 0,0-1 1 0 0,-1 1-1 0 0,2-1 1 0 0,-1 0 0 0 0,0 0-1 0 0,1-1 1 0 0,0 1-1 0 0,0-1 1 0 0,0 0-1 0 0,0 0 1 0 0,6 2-1 0 0,0-1 89 0 0</inkml:trace>
</inkml:ink>
</file>

<file path=ppt/ink/ink2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45.9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103 39 2304 0 0,'-5'-2'177'0'0,"1"0"-1"0"0,-1 0 1 0 0,0 0-1 0 0,1-1 0 0 0,-9-5 1 0 0,10 6 151 0 0,0 0 1 0 0,0 0-1 0 0,0 0 1 0 0,-1 0-1 0 0,1 0 1 0 0,-1 1 0 0 0,1-1-1 0 0,-1 1 1 0 0,0 0-1 0 0,1 0 1 0 0,-8 0 0 0 0,11 1-255 0 0,-1 0 1 0 0,0 0 0 0 0,1 0 0 0 0,-1 0 0 0 0,0 0 0 0 0,0 0 0 0 0,1 0 0 0 0,-1 0 0 0 0,0 1-1 0 0,1-1 1 0 0,-1 0 0 0 0,0 1 0 0 0,1-1 0 0 0,-1 0 0 0 0,0 1 0 0 0,1-1 0 0 0,-1 1-1 0 0,1-1 1 0 0,-1 1 0 0 0,1-1 0 0 0,-1 1 0 0 0,1-1 0 0 0,-1 1 0 0 0,1 0 0 0 0,0-1 0 0 0,-1 1-1 0 0,1 1 1 0 0,-2 23 1560 0 0,14 24-79 0 0,-7-35-1433 0 0,1-2 0 0 0,0 1-1 0 0,1-1 1 0 0,0 0 0 0 0,1 0 0 0 0,1-1-1 0 0,18 20 1 0 0,-20-24-379 0 0,-1-1 1 0 0,1 0-1 0 0,1-1 0 0 0,-1 1 1 0 0,1-2-1 0 0,0 1 0 0 0,0-1 1 0 0,0 0-1 0 0,0-1 0 0 0,1 1 1 0 0,0-2-1 0 0,-1 1 0 0 0,15 1 0 0 0,-22-4 94 0 0,1 0-1 0 0,0 0 1 0 0,-1 0-1 0 0,1 0 1 0 0,0-1-1 0 0,-1 1 1 0 0,1 0-1 0 0,0-1 1 0 0,-1 1-1 0 0,1-1 1 0 0,-1 0-1 0 0,1 1 1 0 0,-1-1-1 0 0,1 0 0 0 0,-1 0 1 0 0,3-2-1 0 0,12-6-602 0 0,-15 9 833 0 0,0 0 0 0 0,0 0 0 0 0,0 0 0 0 0,0 1 0 0 0,0-1 0 0 0,0 0 0 0 0,0 1 0 0 0,0-1 0 0 0,0 0 0 0 0,0 1 0 0 0,0-1 0 0 0,0 1 0 0 0,0 0 0 0 0,0-1 0 0 0,0 1 1 0 0,0 0-1 0 0,-1-1 0 0 0,1 1 0 0 0,0 0 0 0 0,0 1 0 0 0,18 19 341 0 0,-17-18-288 0 0,16 23 191 0 0,24 46 0 0 0,6 9-1838 0 0,-31-65 666 0 0,-12-18 141 0 0,-7-12 88 0 0,-1 4 182 0 0</inkml:trace>
</inkml:ink>
</file>

<file path=ppt/ink/ink2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46.5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176 19 1376 0 0,'-1'-1'132'0'0,"0"0"0"0"0,0-1 0 0 0,0 1 0 0 0,0 0 0 0 0,0 0 0 0 0,0 0 0 0 0,0 0 0 0 0,-1 1 0 0 0,1-1 0 0 0,0 0 0 0 0,0 0 0 0 0,-1 1 0 0 0,1-1 0 0 0,-1 1 0 0 0,1-1-1 0 0,0 1 1 0 0,-1-1 0 0 0,1 1 0 0 0,-1 0 0 0 0,1 0 0 0 0,-1 0 0 0 0,1 0 0 0 0,-1 0 0 0 0,1 0 0 0 0,-1 0 0 0 0,1 1 0 0 0,-1-1 0 0 0,1 0 0 0 0,0 1 0 0 0,-1-1 0 0 0,1 1 0 0 0,-2 0 0 0 0,-3 1 217 0 0,1 0 0 0 0,0 1 0 0 0,0-1 0 0 0,0 1 0 0 0,0 0 0 0 0,1 1 0 0 0,-7 4 0 0 0,3 1-39 0 0,0 0 0 0 0,0 0 0 0 0,0 1 0 0 0,2 1 0 0 0,-1-1 0 0 0,1 1 0 0 0,1 0 0 0 0,0 0 0 0 0,0 0 0 0 0,1 1 0 0 0,0 0 0 0 0,-2 16 0 0 0,4-11-174 0 0,1 0 0 0 0,0-1 0 0 0,1 1 0 0 0,1 0 0 0 0,0 0 0 0 0,1-1 0 0 0,1 1 0 0 0,8 23 1 0 0,-3-11-103 0 0,21 61 103 0 0,-25-81-128 0 0,-1-1 1 0 0,2 1 0 0 0,-1-1 0 0 0,1 0 0 0 0,0-1-1 0 0,1 1 1 0 0,10 11 0 0 0,-14-18-18 0 0,-1 1-1 0 0,1 0 1 0 0,0-1-1 0 0,-1 0 1 0 0,1 1-1 0 0,0-1 1 0 0,0 0 0 0 0,0 0-1 0 0,0 0 1 0 0,0 0-1 0 0,0 0 1 0 0,0 0-1 0 0,0-1 1 0 0,0 1-1 0 0,1-1 1 0 0,-1 0 0 0 0,0 1-1 0 0,0-1 1 0 0,0 0-1 0 0,1 0 1 0 0,-1 0-1 0 0,4-1 1 0 0,-3 0-24 0 0,0-1 1 0 0,0 1-1 0 0,0-1 1 0 0,-1 0-1 0 0,1 0 0 0 0,0 1 1 0 0,0-2-1 0 0,-1 1 1 0 0,0 0-1 0 0,1-1 1 0 0,-1 1-1 0 0,0-1 0 0 0,3-3 1 0 0,2-6-82 0 0,-1 0 1 0 0,0 0-1 0 0,0 0 0 0 0,-1-1 1 0 0,-1 0-1 0 0,4-17 1 0 0,-5 11-64 0 0,-1 0 0 0 0,0-1 1 0 0,-2 1-1 0 0,0-1 0 0 0,-1 1 1 0 0,-2-1-1 0 0,1 1 0 0 0,-11-34 1 0 0,-6-8 581 0 0,-37-76 0 0 0,42 104 588 0 0,19 44 3000 0 0,14 29-3392 0 0,4-10-577 0 0,1-1 0 0 0,1-1 0 0 0,48 41 0 0 0,33 38-25 0 0,-73-65 141 0 0,-2 1 0 0 0,-2 2 0 0 0,-2 1 1 0 0,-1 1-1 0 0,-3 1 0 0 0,-2 1 0 0 0,-3 1 0 0 0,19 74 1 0 0,-32-82 9 0 0,-5-40-156 0 0,0 0 0 0 0,0 1 0 0 0,0-1 0 0 0,0 0 0 0 0,0 0 0 0 0,-1 0 0 0 0,1 0 0 0 0,-1 1 0 0 0,1-1 0 0 0,-1 0-1 0 0,0 0 1 0 0,0 0 0 0 0,0 0 0 0 0,0 0 0 0 0,0-1 0 0 0,-3 4 0 0 0,4-5-93 0 0,-1 1-1 0 0,0-1 1 0 0,1 0 0 0 0,-1 0-1 0 0,0 0 1 0 0,1 1-1 0 0,-1-1 1 0 0,0 0 0 0 0,1 0-1 0 0,-1 0 1 0 0,0 0 0 0 0,1 0-1 0 0,-1 0 1 0 0,0 0 0 0 0,0-1-1 0 0,1 1 1 0 0,-1 0-1 0 0,0 0 1 0 0,1 0 0 0 0,-1-1-1 0 0,0 1 1 0 0,1 0 0 0 0,-1-1-1 0 0,1 1 1 0 0,-1 0 0 0 0,1-1-1 0 0,-1 1 1 0 0,0-2-1 0 0</inkml:trace>
</inkml:ink>
</file>

<file path=ppt/ink/ink2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46.9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59 11 1840 0 0,'-1'-1'93'0'0,"1"0"-1"0"0,-1 0 0 0 0,0 0 1 0 0,0 1-1 0 0,0-1 1 0 0,0 0-1 0 0,0 1 0 0 0,0-1 1 0 0,0 0-1 0 0,0 1 0 0 0,0-1 1 0 0,0 1-1 0 0,0 0 0 0 0,0-1 1 0 0,-1 1-1 0 0,1 0 1 0 0,0-1-1 0 0,0 1 0 0 0,0 0 1 0 0,0 0-1 0 0,-1 0 0 0 0,1 0 1 0 0,0 0-1 0 0,0 1 0 0 0,0-1 1 0 0,0 0-1 0 0,-1 0 1 0 0,1 1-1 0 0,0-1 0 0 0,0 1 1 0 0,0-1-1 0 0,0 1 0 0 0,0-1 1 0 0,0 1-1 0 0,0 0 0 0 0,0 0 1 0 0,0-1-1 0 0,0 1 1 0 0,0 0-1 0 0,1 0 0 0 0,-1 0 1 0 0,0 0-1 0 0,0 1 0 0 0,-1 1 181 0 0,0-1 0 0 0,1 1 0 0 0,0-1 0 0 0,-1 1 0 0 0,1 0 0 0 0,0-1 0 0 0,0 1 0 0 0,1 0 0 0 0,-1 0 0 0 0,0 0 0 0 0,1 0-1 0 0,0 0 1 0 0,0 0 0 0 0,0-1 0 0 0,0 1 0 0 0,0 0 0 0 0,1 5 0 0 0,7 9 260 0 0,0 0 0 0 0,0 0-1 0 0,2-1 1 0 0,18 25 0 0 0,-6-10-142 0 0,86 115 653 0 0,-87-121-858 0 0,1-2-1 0 0,1-1 1 0 0,43 32 0 0 0,-64-52-179 0 0,30 18 136 0 0,-30-19-161 0 0,-1 0-1 0 0,1 0 1 0 0,-1 0-1 0 0,1-1 0 0 0,0 1 1 0 0,0 0-1 0 0,-1-1 0 0 0,1 1 1 0 0,0-1-1 0 0,0 0 0 0 0,0 1 1 0 0,-1-1-1 0 0,1 0 1 0 0,0 0-1 0 0,0 0 0 0 0,3-1 1 0 0,-4 0-76 0 0,0 0 0 0 0,-1 0 0 0 0,1 0 0 0 0,0 0 1 0 0,-1 0-1 0 0,1 0 0 0 0,0-1 0 0 0,-1 1 0 0 0,1 0 1 0 0,-1 0-1 0 0,0 0 0 0 0,1-1 0 0 0,-1 1 0 0 0,0 0 0 0 0,0-1 1 0 0,0 1-1 0 0,0 0 0 0 0,0-1 0 0 0,0 1 0 0 0,0 0 1 0 0,0 0-1 0 0,0-1 0 0 0,-2-1 0 0 0,-7-38-918 0 0,7 34 803 0 0,-1-3 444 0 0,-4-11 40 0 0,2-1 0 0 0,1 0 0 0 0,-4-37-1 0 0,8 53-197 0 0,0 0-1 0 0,0 1 0 0 0,1-1 0 0 0,-1 0 1 0 0,1 0-1 0 0,1 0 0 0 0,-1 1 1 0 0,1-1-1 0 0,0 1 0 0 0,0-1 1 0 0,1 1-1 0 0,-1 0 0 0 0,1 0 1 0 0,0 0-1 0 0,1 0 0 0 0,-1 0 1 0 0,1 1-1 0 0,0-1 0 0 0,4-3 1 0 0,-6 6-15 0 0,1 1 0 0 0,-1 0 1 0 0,0 0-1 0 0,0-1 1 0 0,0 1-1 0 0,1 1 1 0 0,-1-1-1 0 0,0 0 1 0 0,1 0-1 0 0,-1 1 1 0 0,1 0-1 0 0,-1-1 1 0 0,1 1-1 0 0,-1 0 1 0 0,1 0-1 0 0,-1 0 1 0 0,1 1-1 0 0,-1-1 1 0 0,1 1-1 0 0,2 0 1 0 0,4 2-599 0 0,0 0 0 0 0,-1 0 0 0 0,0 1 0 0 0,11 6 1 0 0,-2 0-4425 0 0</inkml:trace>
</inkml:ink>
</file>

<file path=ppt/ink/ink2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47.36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81 106 7370 0 0,'-14'-13'1281'0'0,"0"-2"1"0"0,2 1 0 0 0,-1-2 0 0 0,-14-32 2728 0 0,27 48-3966 0 0,12 6 1026 0 0,14 9-234 0 0,120 74 1267 0 0,-47-33-3842 0 0,-65-37-280 0 0,-11-7-4165 0 0</inkml:trace>
</inkml:ink>
</file>

<file path=ppt/ink/ink2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47.7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20 671 6449 0 0,'-1'1'33'0'0,"1"-1"-1"0"0,-1 0 0 0 0,0 0 1 0 0,1 0-1 0 0,-1 0 0 0 0,0 0 1 0 0,1 0-1 0 0,-1 0 0 0 0,1 0 1 0 0,-1 0-1 0 0,0 0 0 0 0,1 0 1 0 0,-1 0-1 0 0,0-1 0 0 0,1 1 0 0 0,-1 0 1 0 0,1 0-1 0 0,-1-1 0 0 0,1 1 1 0 0,-1 0-1 0 0,0-1 0 0 0,1 1 1 0 0,-1-1-1 0 0,1 1 0 0 0,0 0 1 0 0,-1-1-1 0 0,1 1 0 0 0,-1-1 1 0 0,1 0-1 0 0,0 1 0 0 0,-1-1 1 0 0,1 1-1 0 0,0-1 0 0 0,-1 1 1 0 0,1-1-1 0 0,0 0 0 0 0,0 1 1 0 0,0-1-1 0 0,0 1 0 0 0,0-1 0 0 0,0 0 1 0 0,0 1-1 0 0,0-2 0 0 0,1-33 1728 0 0,0 28-1428 0 0,5-42 791 0 0,2 1 0 0 0,3 0 0 0 0,1 1-1 0 0,23-56 1 0 0,-5 30-1102 0 0,74-126-1 0 0,-78 153-379 0 0</inkml:trace>
</inkml:ink>
</file>

<file path=ppt/ink/ink2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1:11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3722 257 5985 0 0,'-2'15'5714'0'0,"-1"-16"-5616"0"0,0-1 1 0 0,1 0 0 0 0,-1 1 0 0 0,0 0 0 0 0,0-1 0 0 0,0 1-1 0 0,0 0 1 0 0,0 1 0 0 0,0-1 0 0 0,0 1 0 0 0,0-1 0 0 0,0 1 0 0 0,0 0-1 0 0,0 0 1 0 0,0 0 0 0 0,-5 1 0 0 0,-5 1 74 0 0,-1 2-1 0 0,-21 7 1 0 0,23-7-17 0 0,-1 0-1 0 0,-22 4 0 0 0,-37 2 620 0 0,8-2-290 0 0,-73 2 1 0 0,116-10-461 0 0,1-1 1 0 0,0-1-1 0 0,-1 0 1 0 0,1-2-1 0 0,0 0 1 0 0,0-2-1 0 0,-34-13 1 0 0,-178-67 1194 0 0,72 30-493 0 0,-87-33-1062 0 0,199 75-41 0 0,-1 2-1 0 0,-1 3 1 0 0,-58-5 0 0 0,-33 11 523 0 0,-231 25 1 0 0,58 1 2030 0 0,37-9 204 0 0,209-7-2250 0 0,1 3-1 0 0,-71 20 0 0 0,91-16-131 0 0,0-3 0 0 0,-1-2 0 0 0,0-2 0 0 0,0-2 0 0 0,0-2 0 0 0,-68-5 0 0 0,62 0 373 0 0,-78 7 0 0 0,7 1-183 0 0,111-6-163 0 0,0-1 0 0 0,0 0 0 0 0,0-1 1 0 0,-19-4-1 0 0</inkml:trace>
</inkml:ink>
</file>

<file path=ppt/ink/ink2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1:55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 6913 0 0,'-1'-2'609'0'0,"1"1"-481"0"0,0 0-664 0 0,0 0 215 0 0,0-2 1 0 0</inkml:trace>
</inkml:ink>
</file>

<file path=ppt/ink/ink2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1:56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26 3225 0 0,'-23'-19'2625'0'0,"6"12"2031"0"0,21 8-4276 0 0,0 0 1 0 0,1 0-1 0 0,-1 0 0 0 0,0 0 0 0 0,0 1 0 0 0,0-1 0 0 0,0 1 0 0 0,-1 0 1 0 0,1 0-1 0 0,0 1 0 0 0,-1-1 0 0 0,1 1 0 0 0,4 5 0 0 0,40 44 1126 0 0,-21-14-992 0 0,-1 0 0 0 0,31 67-1 0 0,13 22-292 0 0,-2-37-115 0 0,-17-25-1723 0 0,-43-52-2690 0 0,0 0-1409 0 0</inkml:trace>
</inkml:ink>
</file>

<file path=ppt/ink/ink2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1:56.7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239 121 3193 0 0,'-3'-3'123'0'0,"-1"1"0"0"0,1 0 0 0 0,0 0 0 0 0,-1 0 1 0 0,1 0-1 0 0,-1 0 0 0 0,0 1 0 0 0,0-1 0 0 0,1 1 1 0 0,-1 0-1 0 0,0 0 0 0 0,0 1 0 0 0,0-1 0 0 0,0 1 1 0 0,0 0-1 0 0,0 0 0 0 0,0 0 0 0 0,0 0 0 0 0,0 1 0 0 0,0-1 1 0 0,0 1-1 0 0,0 0 0 0 0,0 1 0 0 0,0-1 0 0 0,1 1 1 0 0,-1-1-1 0 0,1 1 0 0 0,-1 0 0 0 0,1 0 0 0 0,-1 1 1 0 0,-3 3-1 0 0,-1 1 314 0 0,1 1 1 0 0,0-1-1 0 0,0 2 0 0 0,1-1 1 0 0,0 1-1 0 0,0 0 1 0 0,1 0-1 0 0,0 0 1 0 0,0 1-1 0 0,-5 18 1 0 0,-3 20-58 0 0,3 1 0 0 0,2-1 1 0 0,1 1-1 0 0,3 1 1 0 0,3 63-1 0 0,4-43 42 0 0,4-1 1 0 0,3 0-1 0 0,21 79 0 0 0,-19-102-239 0 0,3 0 0 0 0,2 0 0 0 0,1-2 0 0 0,3 0 0 0 0,49 76 0 0 0,-54-96-227 0 0,1-2 0 0 0,1 0 0 0 0,0-1 0 0 0,2-1-1 0 0,1-1 1 0 0,0-1 0 0 0,1 0 0 0 0,1-2 0 0 0,1-1 0 0 0,0 0-1 0 0,39 15 1 0 0,-48-24 56 0 0,0-2 0 0 0,1 0 0 0 0,0-1 0 0 0,0 0 1 0 0,0-1-1 0 0,0-1 0 0 0,0-1 0 0 0,1 0 0 0 0,-1-1 0 0 0,30-6 0 0 0,-23 2 66 0 0,0-1 0 0 0,0-1 0 0 0,-1-1 0 0 0,0 0 0 0 0,0-2 0 0 0,36-23 0 0 0,-44 22 10 0 0,1 0-1 0 0,-2-2 1 0 0,1 0-1 0 0,-2 0 1 0 0,0-1-1 0 0,0-1 1 0 0,-2 0 0 0 0,0 0-1 0 0,0-1 1 0 0,-1-1-1 0 0,-1 1 1 0 0,7-23 0 0 0,2-10 167 0 0,-3-1 1 0 0,-1-1 0 0 0,5-57 0 0 0,-9 38-153 0 0,-3 0 0 0 0,-3 0 0 0 0,-3 0 0 0 0,-3-1 0 0 0,-3 1 1 0 0,-3 1-1 0 0,-4-1 0 0 0,-24-78 0 0 0,30 125 44 0 0,-1 1 0 0 0,-2 1 0 0 0,0 0 0 0 0,-19-30 0 0 0,23 42-81 0 0,-1 0 1 0 0,0 0 0 0 0,-1 0 0 0 0,0 1 0 0 0,0 0-1 0 0,-1 1 1 0 0,0 0 0 0 0,0 0 0 0 0,-1 1 0 0 0,1 0 0 0 0,-13-5-1 0 0,-12-3-30 0 0,-1 2 0 0 0,0 2-1 0 0,0 1 1 0 0,-1 2 0 0 0,0 1-1 0 0,0 2 1 0 0,-1 1 0 0 0,-55 4-1 0 0,61 1-1731 0 0,0 2 0 0 0,0 1 0 0 0,-36 11-1 0 0,25-1-4900 0 0</inkml:trace>
</inkml:ink>
</file>

<file path=ppt/ink/ink2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1:59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0 306 1840 0 0,'9'-28'1075'0'0,"42"-110"2462"0"0,-44 123-3202 0 0,0 1-1 0 0,1 0 0 0 0,1 0 1 0 0,0 1-1 0 0,0 0 0 0 0,22-22 1 0 0,-29 33-304 0 0,0 0 0 0 0,0 0 0 0 0,1 0 0 0 0,-1 0 0 0 0,0 1 0 0 0,0-1 1 0 0,1 1-1 0 0,-1 0 0 0 0,1-1 0 0 0,0 1 0 0 0,-1 0 0 0 0,1 1 0 0 0,0-1 1 0 0,-1 0-1 0 0,1 1 0 0 0,0 0 0 0 0,3-1 0 0 0,-3 2 24 0 0,-1-1 0 0 0,0 1 0 0 0,1-1 0 0 0,-1 1 0 0 0,0 0 0 0 0,0 0-1 0 0,1 0 1 0 0,-1 0 0 0 0,0 1 0 0 0,0-1 0 0 0,0 0 0 0 0,-1 1 0 0 0,1-1 0 0 0,0 1 0 0 0,-1 0 0 0 0,3 2 0 0 0,1 3 103 0 0,0 1 0 0 0,-1-1 0 0 0,0 1 1 0 0,0 0-1 0 0,-1 0 0 0 0,0 0 0 0 0,-1 0 1 0 0,1 1-1 0 0,1 14 0 0 0,11 130 549 0 0,-10-79-272 0 0,28 132 0 0 0,-33-204-378 0 0,1 1 0 0 0,0 0 0 0 0,-1 0 0 0 0,1 0 1 0 0,0-1-1 0 0,1 1 0 0 0,-1-1 0 0 0,0 1 0 0 0,1-1 1 0 0,-1 1-1 0 0,1-1 0 0 0,0 0 0 0 0,0 0 1 0 0,0 1-1 0 0,0-1 0 0 0,0-1 0 0 0,0 1 0 0 0,4 2 1 0 0,-4-4-3 0 0,0 1 1 0 0,0-1-1 0 0,0 1 1 0 0,0-1 0 0 0,0 0-1 0 0,0 0 1 0 0,0 0-1 0 0,0 0 1 0 0,0-1 0 0 0,0 1-1 0 0,0 0 1 0 0,0-1-1 0 0,0 1 1 0 0,0-1 0 0 0,0 0-1 0 0,0 0 1 0 0,0 0-1 0 0,0 0 1 0 0,-1 0 0 0 0,1 0-1 0 0,0 0 1 0 0,-1 0-1 0 0,1-1 1 0 0,-1 1 0 0 0,3-3-1 0 0,10-12-82 0 0,0 0 0 0 0,-1-1-1 0 0,0 0 1 0 0,11-22 0 0 0,9-13-2814 0 0,-20 33-1966 0 0</inkml:trace>
</inkml:ink>
</file>

<file path=ppt/ink/ink2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2:00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480 1 4145 0 0,'-35'10'220'0'0,"0"2"1"0"0,0 2 0 0 0,2 1-1 0 0,-1 1 1 0 0,-58 41-1 0 0,75-45-103 0 0,1 1 0 0 0,0 1 0 0 0,1 0 0 0 0,0 1 0 0 0,1 1 0 0 0,1 0 0 0 0,0 1 0 0 0,1 0 0 0 0,2 1 0 0 0,-1 1 0 0 0,-13 36 0 0 0,13-22-19 0 0,3 0 0 0 0,1 1 0 0 0,1 0 0 0 0,2 0 0 0 0,1 0 0 0 0,2 0 1 0 0,1 1-1 0 0,2-1 0 0 0,2 0 0 0 0,7 37 0 0 0,4-4-58 0 0,3-1 0 0 0,3-1 1 0 0,2-1-1 0 0,36 68 0 0 0,-43-101 58 0 0,2-1 0 0 0,1-1 0 0 0,2-1 0 0 0,0 0 1 0 0,2-1-1 0 0,1-2 0 0 0,1 0 0 0 0,1-2 0 0 0,0-1 0 0 0,2-1 0 0 0,43 25 0 0 0,-46-33 117 0 0,0 0 0 0 0,1-2 1 0 0,0-1-1 0 0,1-1 0 0 0,0-1 1 0 0,37 6-1 0 0,-43-11-58 0 0,0-1 0 0 0,1-1 0 0 0,-1-1 1 0 0,1-1-1 0 0,-1 0 0 0 0,1-2 0 0 0,-1-1 0 0 0,37-11 1 0 0,-46 11-77 0 0,-1 0 1 0 0,0-1-1 0 0,0 0 0 0 0,0-1 1 0 0,-1-1-1 0 0,0 1 1 0 0,0-2-1 0 0,-1 1 1 0 0,0-1-1 0 0,8-10 1 0 0,-6 5 39 0 0,0 0 0 0 0,-2-2 0 0 0,1 1 0 0 0,-2-1 0 0 0,0 0 0 0 0,8-21 0 0 0,0-13 259 0 0,-3 0 1 0 0,-1-1-1 0 0,8-87 0 0 0,-15 92-249 0 0,-2 1-1 0 0,-2-1 0 0 0,-2 0 1 0 0,-1 0-1 0 0,-3 1 1 0 0,-2-1-1 0 0,-13-47 0 0 0,13 68-96 0 0,-1-1-1 0 0,-1 1 0 0 0,-1 1 0 0 0,-1 0 0 0 0,-2 0 0 0 0,0 2 0 0 0,-1-1 0 0 0,-1 1 1 0 0,-1 1-1 0 0,-1 1 0 0 0,0 1 0 0 0,-2 0 0 0 0,-38-29 0 0 0,5 12 127 0 0,-1 3 0 0 0,-2 2 0 0 0,0 2 0 0 0,-78-26 0 0 0,107 46-276 0 0,0 1-1 0 0,-35-5 0 0 0,11 8-4470 0 0,11 4-960 0 0</inkml:trace>
</inkml:ink>
</file>

<file path=ppt/ink/ink2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2:01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2 165 4609 0 0,'0'-8'195'0'0,"-1"-1"-1"0"0,1 1 1 0 0,0-1 0 0 0,1 1-1 0 0,0-1 1 0 0,0 1 0 0 0,1-1-1 0 0,0 1 1 0 0,4-9 0 0 0,-4 7 4 0 0,0 5-69 0 0,-1-1 1 0 0,1 1-1 0 0,0-1 1 0 0,1 1-1 0 0,-1 0 1 0 0,1 0-1 0 0,0 0 1 0 0,4-4-1 0 0,-6 8-110 0 0,0 0-1 0 0,0 0 1 0 0,0 0 0 0 0,-1 0-1 0 0,1 1 1 0 0,0-1-1 0 0,0 0 1 0 0,1 1 0 0 0,-1-1-1 0 0,0 1 1 0 0,0-1 0 0 0,0 1-1 0 0,0-1 1 0 0,0 1-1 0 0,1 0 1 0 0,-1 0 0 0 0,0 0-1 0 0,0-1 1 0 0,0 1 0 0 0,1 0-1 0 0,-1 0 1 0 0,0 1-1 0 0,0-1 1 0 0,0 0 0 0 0,1 0-1 0 0,-1 1 1 0 0,0-1 0 0 0,0 0-1 0 0,0 1 1 0 0,0-1-1 0 0,0 1 1 0 0,0 0 0 0 0,0-1-1 0 0,0 1 1 0 0,0 0 0 0 0,0 0-1 0 0,0-1 1 0 0,0 1-1 0 0,0 0 1 0 0,0 0 0 0 0,-1 0-1 0 0,1 0 1 0 0,0 2 0 0 0,9 9-130 0 0,-1 0 0 0 0,0 1 0 0 0,-1 0 0 0 0,-1 0 0 0 0,0 1 0 0 0,7 18 0 0 0,25 96-296 0 0,-16-46 455 0 0,-12-46-40 0 0,-8-23 12 0 0,1 1 1 0 0,0-1 0 0 0,1 0-1 0 0,1 0 1 0 0,0-1-1 0 0,11 18 1 0 0,-16-29-23 0 0,-1 0 1 0 0,1-1-1 0 0,-1 1 1 0 0,1 0-1 0 0,-1-1 1 0 0,1 1 0 0 0,0 0-1 0 0,-1-1 1 0 0,1 1-1 0 0,0-1 1 0 0,-1 1-1 0 0,1-1 1 0 0,0 0-1 0 0,0 1 1 0 0,-1-1 0 0 0,1 0-1 0 0,0 1 1 0 0,0-1-1 0 0,0 0 1 0 0,0 0-1 0 0,0 0 1 0 0,-1 0-1 0 0,1 0 1 0 0,0 0 0 0 0,0 0-1 0 0,0 0 1 0 0,0 0-1 0 0,0 0 1 0 0,-1 0-1 0 0,1-1 1 0 0,0 1-1 0 0,0 0 1 0 0,0-1 0 0 0,-1 1-1 0 0,1 0 1 0 0,0-1-1 0 0,0 1 1 0 0,-1-1-1 0 0,1 1 1 0 0,0-1-1 0 0,-1 1 1 0 0,1-1 0 0 0,0 0-1 0 0,-1 1 1 0 0,1-1-1 0 0,-1 0 1 0 0,1 0-1 0 0,-1 1 1 0 0,0-1-1 0 0,1 0 1 0 0,-1-1 0 0 0,6-7 1 0 0,-2 0 0 0 0,1 0 1 0 0,3-14-1 0 0,-5 15 51 0 0,7-21 153 0 0,-7 19-71 0 0,-1 1 0 0 0,2-1 1 0 0,-1 1-1 0 0,1-1 0 0 0,1 1 0 0 0,0 1 1 0 0,0-1-1 0 0,1 1 0 0 0,9-12 0 0 0,-14 19-96 0 0,1 0-1 0 0,-1 1 1 0 0,1-1-1 0 0,-1 1 1 0 0,1-1 0 0 0,-1 1-1 0 0,1 0 1 0 0,-1-1-1 0 0,1 1 1 0 0,-1 0-1 0 0,1 0 1 0 0,0 0-1 0 0,-1 0 1 0 0,1 0-1 0 0,-1 0 1 0 0,1 1 0 0 0,-1-1-1 0 0,1 0 1 0 0,-1 1-1 0 0,1-1 1 0 0,-1 1-1 0 0,1 0 1 0 0,-1 0-1 0 0,0-1 1 0 0,1 1-1 0 0,-1 0 1 0 0,0 0-1 0 0,1 0 1 0 0,-1 0 0 0 0,0 0-1 0 0,0 0 1 0 0,0 1-1 0 0,1 1 1 0 0,6 6 49 0 0,0 1 1 0 0,-1 0 0 0 0,7 10 0 0 0,-13-17-73 0 0,20 32 226 0 0,-2 1 1 0 0,-1 1-1 0 0,-2 1 0 0 0,17 59 0 0 0,-29-79-598 0 0</inkml:trace>
</inkml:ink>
</file>

<file path=ppt/ink/ink2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2:01.7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457 40 4609 0 0,'-8'-5'170'0'0,"0"0"0"0"0,0 1-1 0 0,0-1 1 0 0,-1 2 0 0 0,0-1 0 0 0,0 1 0 0 0,0 0-1 0 0,0 1 1 0 0,0 0 0 0 0,0 1 0 0 0,-1 0 0 0 0,1 0 0 0 0,0 1-1 0 0,-1 0 1 0 0,1 0 0 0 0,-1 1 0 0 0,-10 3 0 0 0,7-1 17 0 0,0 0 0 0 0,0 1 0 0 0,0 1 0 0 0,0 0 1 0 0,1 0-1 0 0,0 1 0 0 0,0 1 0 0 0,0 0 1 0 0,1 1-1 0 0,0 0 0 0 0,1 1 0 0 0,0 0 0 0 0,0 0 1 0 0,1 1-1 0 0,0 0 0 0 0,0 1 0 0 0,2 0 0 0 0,-14 24 1 0 0,10-14-58 0 0,1 1 0 0 0,1 1 1 0 0,1-1-1 0 0,1 1 0 0 0,1 1 0 0 0,2-1 1 0 0,0 1-1 0 0,1 0 0 0 0,1 0 1 0 0,2 24-1 0 0,5 42 328 0 0,4 0 1 0 0,22 94-1 0 0,67 172-30 0 0,-84-313-400 0 0,3 1 0 0 0,2-2-1 0 0,1 0 1 0 0,2-2 0 0 0,2 0 0 0 0,43 54 0 0 0,-50-73-61 0 0,1-1 0 0 0,1-1 0 0 0,1-1 0 0 0,0-1 0 0 0,1-1 0 0 0,1 0 0 0 0,0-2 0 0 0,1 0 0 0 0,1-2 0 0 0,0 0 1 0 0,0-2-1 0 0,47 13 0 0 0,-51-18-79 0 0,1-2 0 0 0,-1 0 0 0 0,1-1 0 0 0,-1-1 1 0 0,1-1-1 0 0,0-1 0 0 0,-1-1 0 0 0,1-1 0 0 0,-1 0 0 0 0,29-9 1 0 0,-38 8 78 0 0,1 0 0 0 0,-1-1 0 0 0,0 0 0 0 0,0 0 0 0 0,-1-1 0 0 0,0 0 0 0 0,0-1 0 0 0,0-1 0 0 0,-1 1 0 0 0,0-1 0 0 0,0-1 0 0 0,-1 0 0 0 0,0 0 0 0 0,-1 0 0 0 0,0-1 0 0 0,0 0 0 0 0,-1-1 0 0 0,0 1 0 0 0,4-13 0 0 0,-2-3 152 0 0,-1-1 0 0 0,-1 1 0 0 0,-1-1 1 0 0,-1-1-1 0 0,-2 1 0 0 0,-2-50 0 0 0,-27-165 1029 0 0,14 168-994 0 0,-3 0 0 0 0,-3 2 0 0 0,-4 0-1 0 0,-2 1 1 0 0,-4 1 0 0 0,-58-102 0 0 0,79 158-94 0 0,-1 0-1 0 0,-1 1 1 0 0,0 0 0 0 0,-1 0-1 0 0,-17-16 1 0 0,22 24-190 0 0,-1 0 0 0 0,1 1 1 0 0,-1-1-1 0 0,0 1 0 0 0,0 1 0 0 0,-1-1 1 0 0,1 1-1 0 0,-1 1 0 0 0,1-1 0 0 0,-1 1 1 0 0,0 0-1 0 0,0 1 0 0 0,-8-1 0 0 0,-3 1-4900 0 0</inkml:trace>
</inkml:ink>
</file>

<file path=ppt/ink/ink2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2:02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1 6449 0 0,'-8'5'618'0'0,"-14"18"-309"0"0,-24 24 1117 0 0,39-42-1055 0 0,0 0-1 0 0,0 1 1 0 0,1 0 0 0 0,0 0 0 0 0,0 0-1 0 0,1 1 1 0 0,-1 0 0 0 0,2 0 0 0 0,-1 0-1 0 0,1 1 1 0 0,0 0 0 0 0,0 0 0 0 0,1 0-1 0 0,0 0 1 0 0,0 0 0 0 0,-1 12 0 0 0,-9 53 30 0 0,3 1 0 0 0,1 84 0 0 0,5-87-297 0 0,-2 184-979 0 0,8-198 63 0 0,3-1 0 0 0,17 83 0 0 0,-15-108-3983 0 0</inkml:trace>
</inkml:ink>
</file>

<file path=ppt/ink/ink2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2:02.5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 2304 0 0,'-1'0'75'0'0,"0"0"-1"0"0,0 0 1 0 0,0 0 0 0 0,0 0-1 0 0,0-1 1 0 0,0 1-1 0 0,0 0 1 0 0,1 1-1 0 0,-1-1 1 0 0,0 0-1 0 0,0 0 1 0 0,0 0-1 0 0,0 1 1 0 0,0-1-1 0 0,0 0 1 0 0,0 1-1 0 0,0-1 1 0 0,1 0-1 0 0,-1 1 1 0 0,0-1-1 0 0,0 1 1 0 0,1 0-1 0 0,-1-1 1 0 0,0 1-1 0 0,1 0 1 0 0,-1-1-1 0 0,0 1 1 0 0,1 0-1 0 0,-2 1 1 0 0,1 1 94 0 0,1-1 0 0 0,-1 1 0 0 0,0 0-1 0 0,1 0 1 0 0,-1 0 0 0 0,1-1 0 0 0,0 1 0 0 0,0 0 0 0 0,0 0 0 0 0,1 3 0 0 0,1 9 458 0 0,1-1 0 0 0,0 1 0 0 0,6 13 0 0 0,-2-9-11 0 0,0 1 0 0 0,2-2-1 0 0,1 1 1 0 0,15 23 0 0 0,-21-36-423 0 0,0 0 0 0 0,0-1 0 0 0,1 1 0 0 0,0-1 1 0 0,0 0-1 0 0,0 0 0 0 0,0-1 0 0 0,1 1 0 0 0,0-1 0 0 0,0 0 0 0 0,0-1 0 0 0,0 0 0 0 0,1 0 0 0 0,-1 0 0 0 0,1-1 0 0 0,9 3 0 0 0,-11-5-120 0 0,0 0 0 0 0,0 0-1 0 0,0 0 1 0 0,0 0 0 0 0,-1-1-1 0 0,1 0 1 0 0,0 0 0 0 0,0-1-1 0 0,-1 1 1 0 0,1-1 0 0 0,-1 0 0 0 0,1 0-1 0 0,-1-1 1 0 0,0 1 0 0 0,0-1-1 0 0,0 0 1 0 0,4-3 0 0 0,4-5-47 0 0,-1 0 0 0 0,0 0 0 0 0,18-25 0 0 0,-14 14-286 0 0</inkml:trace>
</inkml:ink>
</file>

<file path=ppt/ink/ink2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2:02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60 113 1840 0 0,'-4'-23'526'0'0,"2"7"571"0"0,0 0 0 0 0,-2 0 1 0 0,-8-23-1 0 0,12 39-1062 0 0,0 0 1 0 0,0 0-1 0 0,0 0 1 0 0,0 0 0 0 0,0 0-1 0 0,0 0 1 0 0,0-1-1 0 0,0 1 1 0 0,-1-1 461 0 0,1 1-461 0 0,0 0 0 0 0,0 0-1 0 0,0 0 1 0 0,0 0-1 0 0,0 0 1 0 0,0 0-1 0 0,0 0 1 0 0,0 0-1 0 0,-1 0 1 0 0,1 0 0 0 0,0 0-1 0 0,0 0 1 0 0,0 0-1 0 0,0 0 1 0 0,0 0-1 0 0,0 0 1 0 0,0 0-1 0 0,0 0 1 0 0,-1 0 0 0 0,1 0-1 0 0,0 0 1 0 0,-1 1 461 0 0,1-1-461 0 0,0 0-1 0 0,0 0 1 0 0,0 0 0 0 0,0 0-1 0 0,-5 11 1099 0 0,-1 15-21 0 0,-4 48 96 0 0,-1 98-1 0 0,14 78-1575 0 0,-1-156 3 0 0,1-15-988 0 0,-2-44-2448 0 0,0-21 422 0 0</inkml:trace>
</inkml:ink>
</file>

<file path=ppt/ink/ink2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2:03.2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 3225 0 0,'-1'0'28'0'0,"1"0"0"0"0,0 0 0 0 0,-1 0 0 0 0,1 0 0 0 0,0 0 0 0 0,-1 0 0 0 0,1 0 0 0 0,0 0 0 0 0,0 0 0 0 0,-1 0 0 0 0,1 0 1 0 0,0 0-1 0 0,-1 0 0 0 0,1 0 0 0 0,0 0 0 0 0,-1 0 0 0 0,1 0 0 0 0,0 0 0 0 0,0 1 0 0 0,-1-1 0 0 0,1 0 0 0 0,0 0 0 0 0,0 0 0 0 0,-1 1 0 0 0,1-1 0 0 0,0 0 1 0 0,0 0-1 0 0,-1 0 0 0 0,1 1 0 0 0,0-1 0 0 0,0 0 0 0 0,0 0 0 0 0,0 1 0 0 0,-1-1 0 0 0,1 0 0 0 0,0 1 0 0 0,0-1 0 0 0,0 0 0 0 0,0 0 0 0 0,0 1 1 0 0,0-1-1 0 0,0 0 0 0 0,0 1 0 0 0,0-1 0 0 0,0 0 0 0 0,0 1 0 0 0,0-1 0 0 0,0 0 0 0 0,0 1 0 0 0,0-1 0 0 0,0 0 0 0 0,0 0 0 0 0,0 1 0 0 0,1-1 0 0 0,-1 0 1 0 0,0 1-1 0 0,0-1 0 0 0,0 0 0 0 0,0 0 0 0 0,1 1 0 0 0,-1-1 0 0 0,0 0 0 0 0,0 0 0 0 0,0 0 0 0 0,1 1 0 0 0,-1-1 0 0 0,0 0 0 0 0,24 25 2190 0 0,-12-13-1550 0 0,22 30 973 0 0,-16-19-767 0 0,0 0 1 0 0,2-2-1 0 0,28 25 0 0 0,-41-40-698 0 0,0-1-1 0 0,0 0 0 0 0,0-1 1 0 0,1 0-1 0 0,-1 0 1 0 0,1 0-1 0 0,0-1 0 0 0,0 0 1 0 0,0-1-1 0 0,0 0 0 0 0,1 0 1 0 0,-1-1-1 0 0,1 0 1 0 0,-1 0-1 0 0,17-2 0 0 0,-14 1-36 0 0,-1-2 0 0 0,1 1 0 0 0,-1-2 1 0 0,1 1-1 0 0,-1-1 0 0 0,0-1 0 0 0,0 0 0 0 0,0-1 0 0 0,0 1 0 0 0,-1-2 0 0 0,15-10 0 0 0,-17 10-391 0 0,0 0 0 0 0,0-1 0 0 0,-1 0 0 0 0,0 0-1 0 0,0-1 1 0 0,-1 1 0 0 0,0-1 0 0 0,7-15 0 0 0,0-8-644 0 0</inkml:trace>
</inkml:ink>
</file>

<file path=ppt/ink/ink2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2:38.1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562 66 6913 0 0,'-8'-8'315'0'0,"-1"1"0"0"0,0 1 0 0 0,-1 0 0 0 0,0 0 0 0 0,1 1-1 0 0,-2 0 1 0 0,1 1 0 0 0,-1 0 0 0 0,1 0 0 0 0,-1 1 0 0 0,0 1 0 0 0,0 0-1 0 0,0 0 1 0 0,0 1 0 0 0,-1 1 0 0 0,1 0 0 0 0,-18 2 0 0 0,3 0-26 0 0,-1 2 1 0 0,1 1 0 0 0,0 1-1 0 0,1 1 1 0 0,-1 2 0 0 0,-30 14-1 0 0,20-5-342 0 0,1 2 0 0 0,-34 24-1 0 0,66-41-520 0 0,0-1-153 0 0</inkml:trace>
</inkml:ink>
</file>

<file path=ppt/ink/ink2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2:39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1 1840 0 0,'-23'6'7675'0'0,"17"4"-8460"0"0,1 4 883 0 0,1-1-1 0 0,0 1 1 0 0,1 0-1 0 0,0 0 1 0 0,1 0 0 0 0,1 0-1 0 0,0 0 1 0 0,2 18 0 0 0,-2 0 80 0 0,1 200 1081 0 0,3-137-1385 0 0,-4 0 0 0 0,-22 162 0 0 0,16-220-2396 0 0,5-22-599 0 0</inkml:trace>
</inkml:ink>
</file>

<file path=ppt/ink/ink2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2:39.7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50 239 3225 0 0,'-10'-26'132'0'0,"10"23"1"0"0,-1-1 1 0 0,0 1 0 0 0,0 0-1 0 0,-1-1 1 0 0,1 1-1 0 0,-1 0 1 0 0,1 0-1 0 0,-1 0 1 0 0,0 0-1 0 0,0 0 1 0 0,0 0-1 0 0,-1 1 1 0 0,-2-4-1 0 0,5 6-63 0 0,-1 0 1 0 0,1-1-1 0 0,0 1 0 0 0,-1 0 0 0 0,1 0 0 0 0,0 0 0 0 0,-1-1 0 0 0,1 1 0 0 0,-1 0 0 0 0,1 0 0 0 0,0 0 0 0 0,-1 0 0 0 0,1 0 0 0 0,-1-1 0 0 0,1 1 0 0 0,0 0 0 0 0,-1 0 0 0 0,1 0 0 0 0,-1 0 0 0 0,1 0 0 0 0,-1 1 0 0 0,1-1 0 0 0,0 0 0 0 0,-1 0 0 0 0,1 0 0 0 0,-1 0 0 0 0,1 0 0 0 0,0 0 0 0 0,-1 1 0 0 0,1-1 1 0 0,0 0-1 0 0,-1 0 0 0 0,1 1 0 0 0,-1-1 0 0 0,1 16 1128 0 0,12 17-560 0 0,-5-19-399 0 0,0-1 0 0 0,1 0 1 0 0,1 0-1 0 0,0-1 0 0 0,1 0 0 0 0,0-1 0 0 0,1 0 0 0 0,0 0 1 0 0,23 16-1 0 0,-29-24-135 0 0,0 1 1 0 0,1-1-1 0 0,-1-1 0 0 0,0 1 1 0 0,1-1-1 0 0,0 0 1 0 0,-1 0-1 0 0,1-1 1 0 0,0 1-1 0 0,0-1 0 0 0,0-1 1 0 0,0 1-1 0 0,0-1 1 0 0,0 0-1 0 0,0 0 1 0 0,0-1-1 0 0,0 0 0 0 0,-1 0 1 0 0,1 0-1 0 0,0-1 1 0 0,0 0-1 0 0,-1 0 1 0 0,1 0-1 0 0,-1-1 1 0 0,1 1-1 0 0,-1-1 0 0 0,7-6 1 0 0,-2 1 69 0 0,0 0-1 0 0,-1 0 1 0 0,-1-1 0 0 0,1 0-1 0 0,-1-1 1 0 0,-1 0 0 0 0,0 0 0 0 0,10-20-1 0 0,-2 0 157 0 0,17-60 0 0 0,-20 52-896 0 0,19-38 0 0 0,-24 63-976 0 0</inkml:trace>
</inkml:ink>
</file>

<file path=ppt/ink/ink2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2:40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5 5985 0 0,'1'0'5'0'0,"-1"0"0"0"0,0-1 0 0 0,0 1 0 0 0,0 0 0 0 0,0 0 0 0 0,0 0 0 0 0,0-1 0 0 0,0 1 0 0 0,0 0 0 0 0,0 0 0 0 0,0 0 0 0 0,1 0 0 0 0,-1-1 0 0 0,0 1 0 0 0,0 0 0 0 0,0 0 0 0 0,0 0 0 0 0,0 0 0 0 0,1 0 0 0 0,-1 0 0 0 0,0-1 0 0 0,0 1 0 0 0,0 0 0 0 0,1 0 0 0 0,-1 0 0 0 0,0 0 0 0 0,0 0-1 0 0,0 0 1 0 0,1 0 0 0 0,-1 0 0 0 0,0 0 0 0 0,0 0 0 0 0,0 0 0 0 0,1 0 0 0 0,-1 0 0 0 0,0 0 0 0 0,0 0 0 0 0,0 0 0 0 0,1 0 0 0 0,-1 0 0 0 0,0 0 0 0 0,0 0 0 0 0,0 1 0 0 0,1-1 0 0 0,-1 0 0 0 0,0 0 0 0 0,0 0 0 0 0,9 5 167 0 0,-6 0 40 0 0,-1-1-1 0 0,0 1 1 0 0,0 0-1 0 0,0 0 1 0 0,0 0 0 0 0,-1 0-1 0 0,0 0 1 0 0,1 10-1 0 0,1 49 466 0 0,-3-31-332 0 0,4 157 189 0 0,-8 0 1 0 0,-31 210-1 0 0,24-317-159 0 0,-4 25 51 0 0,-1 119 0 0 0</inkml:trace>
</inkml:ink>
</file>

<file path=ppt/ink/ink2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2:40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6913 0 0,'2'9'248'0'0,"1"0"0"0"0,0-1 0 0 0,1 1 0 0 0,0-1 0 0 0,0 0 0 0 0,0 0 0 0 0,1 0-1 0 0,7 8 1 0 0,2 3 1201 0 0,33 31 1 0 0,-43-46-1227 0 0,-1 0 1 0 0,1-1 0 0 0,1 0 0 0 0,-1 0-1 0 0,0 0 1 0 0,1 0 0 0 0,-1-1-1 0 0,1 1 1 0 0,0-1 0 0 0,0 0 0 0 0,0-1-1 0 0,0 1 1 0 0,0-1 0 0 0,8 1 0 0 0,-10-2-165 0 0,1 0 0 0 0,-1-1 0 0 0,0 1 0 0 0,1-1 0 0 0,-1 0 0 0 0,1 0 0 0 0,-1 0 1 0 0,0 0-1 0 0,0 0 0 0 0,1-1 0 0 0,-1 0 0 0 0,0 1 0 0 0,0-1 0 0 0,-1 0 0 0 0,1-1 0 0 0,0 1 1 0 0,-1 0-1 0 0,1-1 0 0 0,-1 0 0 0 0,0 1 0 0 0,0-1 0 0 0,3-4 0 0 0,17-38-4629 0 0,-11 17-657 0 0</inkml:trace>
</inkml:ink>
</file>

<file path=ppt/ink/ink2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32.4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102 397 7370 0 0,'-53'-244'4890'0'0,"26"108"278"0"0,27 136-5027 0 0,0-1 1 0 0,0 0-1 0 0,0 0 0 0 0,0 0 1 0 0,0 0-1 0 0,-1 1 1 0 0,1-1-1 0 0,0 0 1 0 0,0 0-1 0 0,-1 0 1 0 0,1 1-1 0 0,0-1 0 0 0,-1 0 1 0 0,1 0-1 0 0,-1 1 1 0 0,1-1-1 0 0,-1 0 1 0 0,1 1-1 0 0,-1-1 0 0 0,-1 0 1 0 0,-3 14 1271 0 0,0 31-1099 0 0,2 370-431 0 0,5-285 98 0 0,35 556 19 0 0,1 90 0 0 0,-62 151 483 0 0,15-645-384 0 0,2-84 9 0 0,-5 328 183 0 0,15-352-18 0 0,29 179 1 0 0,50 156 241 0 0,-10-67-83 0 0,-22-12 64 0 0,-46-355-461 0 0,-3 1 1 0 0,-4-1-1 0 0,-22 132 0 0 0,22-192-538 0 0,-11 72 1401 0 0,12-57-3033 0 0,4-1-3404 0 0</inkml:trace>
</inkml:ink>
</file>

<file path=ppt/ink/ink2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33.0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87 564 7370 0 0,'-20'19'2749'0'0,"2"1"1"0"0,-31 41 0 0 0,50-60-2678 0 0,-1-1 0 0 0,0 1 0 0 0,0-1 0 0 0,1 0 0 0 0,-1 1 0 0 0,0-1 0 0 0,0 1-1 0 0,1-1 1 0 0,-1 0 0 0 0,0 1 0 0 0,1-1 0 0 0,-1 0 0 0 0,1 1 0 0 0,-1-1 0 0 0,0 0 0 0 0,1 0-1 0 0,-1 1 1 0 0,1-1 0 0 0,-1 0 0 0 0,1 0 0 0 0,-1 0 0 0 0,1 0 0 0 0,-1 0 0 0 0,1 1 0 0 0,-1-1-1 0 0,1 0 1 0 0,-1 0 0 0 0,1 0 0 0 0,-1 0 0 0 0,1 0 0 0 0,-1-1 0 0 0,1 1 0 0 0,-1 0 0 0 0,1 0 0 0 0,-1 0-1 0 0,1-1 1 0 0,23 0 336 0 0,212-49 1233 0 0,-81 13-1425 0 0,1063-154 76 0 0,-575 134-203 0 0,-235 24-31 0 0,-86 4 157 0 0,417-43 312 0 0,285 0-309 0 0,4 50-240 0 0,102-4 247 0 0,-273 7-158 0 0,-544 9-2174 0 0,-223 3 56 0 0,130-29-1 0 0,-187 29-3877 0 0</inkml:trace>
</inkml:ink>
</file>

<file path=ppt/ink/ink2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33.6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109 23 5513 0 0,'-16'-8'1560'0'0,"13"6"-905"0"0,0 0 0 0 0,1 1 0 0 0,-1-1-1 0 0,0 1 1 0 0,0 0 0 0 0,0-1 0 0 0,0 2 0 0 0,0-1 0 0 0,0 0-1 0 0,0 1 1 0 0,0-1 0 0 0,-1 1 0 0 0,1 0 0 0 0,0 0 0 0 0,0 0-1 0 0,-5 1 1 0 0,5-1-162 0 0,-1 1 0 0 0,1-1 0 0 0,-1 1-1 0 0,1 0 1 0 0,0 0 0 0 0,-1 1 0 0 0,-5 2 0 0 0,9-4-446 0 0,0 0 1 0 0,0 1 0 0 0,-1-1 0 0 0,1 0 0 0 0,0 0 0 0 0,0 0 0 0 0,-1 1 0 0 0,1-1 0 0 0,0 0 0 0 0,0 0 0 0 0,0 1 0 0 0,0-1 0 0 0,0 0 0 0 0,-1 0 0 0 0,1 1 0 0 0,0-1 0 0 0,0 0 0 0 0,0 1 0 0 0,0-1 0 0 0,0 0 0 0 0,0 0 0 0 0,0 1 0 0 0,0-1 0 0 0,0 0 0 0 0,0 1 0 0 0,0-1 0 0 0,0 0 0 0 0,0 1 0 0 0,0-1 0 0 0,0 0 0 0 0,0 0 0 0 0,0 1 0 0 0,1-1 0 0 0,15 13 103 0 0,8-4-102 0 0,1 0-1 0 0,1-1 1 0 0,-1-2-1 0 0,35 5 1 0 0,-20-4-5 0 0,7 1-25 0 0,58 14-73 0 0,-96-20 32 0 0,-1 1 1 0 0,1 0 0 0 0,-1 0-1 0 0,0 1 1 0 0,0 0-1 0 0,0 1 1 0 0,-1 0 0 0 0,1 0-1 0 0,7 8 1 0 0,-12-11 14 0 0,-1 1 0 0 0,0-1 0 0 0,0 1 1 0 0,0-1-1 0 0,-1 1 0 0 0,1 0 0 0 0,-1 0 1 0 0,1-1-1 0 0,-1 1 0 0 0,0 0 0 0 0,0 1 0 0 0,0-1 1 0 0,0 0-1 0 0,-1 0 0 0 0,1 0 0 0 0,-1 5 0 0 0,0-2 40 0 0,-1-1 0 0 0,0 1-1 0 0,0 0 1 0 0,0 0-1 0 0,-1-1 1 0 0,1 1-1 0 0,-1 0 1 0 0,-4 6-1 0 0,-6 8 132 0 0,0-1 0 0 0,0 0-1 0 0,-26 27 1 0 0,33-40-160 0 0,-75 80 270 0 0,-17 20-94 0 0,83-89-173 0 0,2 0 0 0 0,0 1 0 0 0,1 1-1 0 0,-14 29 1 0 0,16-21-409 0 0,5-8-6352 0 0</inkml:trace>
</inkml:ink>
</file>

<file path=ppt/ink/ink2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35.1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276 1249 10594 0 0,'0'0'819'0'0,"12"-34"-550"0"0,-5-10 2830 0 0,1-61-1 0 0,-3 37-1441 0 0,-1-39-576 0 0,-5 1 0 0 0,-20-142-1 0 0,10 136-880 0 0,6 64-238 0 0,1 24-25 0 0,2 1 1 0 0,0-1 0 0 0,2 0 0 0 0,1 0 0 0 0,0 0 0 0 0,7-32 0 0 0,-4 42 54 0 0,1-3-2 0 0,-1 0 0 0 0,0-1 0 0 0,-2 0 0 0 0,0 0 0 0 0,0-28 0 0 0,-2 45 15 0 0,0-1 1 0 0,0 1 0 0 0,0 0 0 0 0,0-1-1 0 0,-1 1 1 0 0,1-1 0 0 0,0 1-1 0 0,-1 0 1 0 0,1-1 0 0 0,-1 1-1 0 0,1 0 1 0 0,-1-1 0 0 0,0 1-1 0 0,1 0 1 0 0,-1 0 0 0 0,0 0-1 0 0,0-1 1 0 0,0 1 0 0 0,0 0-1 0 0,0 0 1 0 0,-2-1 0 0 0,2 2 6 0 0,0 0 1 0 0,0 0-1 0 0,-1 0 1 0 0,1 0-1 0 0,0 0 1 0 0,0 0-1 0 0,0 0 1 0 0,0 0-1 0 0,0 0 1 0 0,0 1-1 0 0,0-1 1 0 0,0 0-1 0 0,0 1 1 0 0,0-1-1 0 0,0 1 1 0 0,0-1-1 0 0,0 1 1 0 0,0 0-1 0 0,0-1 1 0 0,0 1-1 0 0,0 1 1 0 0,-6 3 54 0 0,1 1-1 0 0,1 1 1 0 0,-1-1 0 0 0,1 1-1 0 0,-8 14 1 0 0,-80 183-180 0 0,64-132 29 0 0,-69 119 1 0 0,115-224-7 0 0,23-65 1 0 0,18-47-162 0 0,-48 124 231 0 0,1 0 1 0 0,0 0-1 0 0,2 2 0 0 0,21-27 1 0 0,-30 41 41 0 0,0 0 1 0 0,1 0 0 0 0,-1 0-1 0 0,1 1 1 0 0,1 0 0 0 0,-1 0-1 0 0,0 0 1 0 0,1 1 0 0 0,0-1-1 0 0,0 1 1 0 0,0 1 0 0 0,0-1 0 0 0,0 1-1 0 0,1 0 1 0 0,-1 1 0 0 0,1-1-1 0 0,-1 1 1 0 0,1 1 0 0 0,-1-1-1 0 0,1 1 1 0 0,0 0 0 0 0,-1 1-1 0 0,1-1 1 0 0,-1 1 0 0 0,1 1-1 0 0,-1-1 1 0 0,1 1 0 0 0,-1 0-1 0 0,0 0 1 0 0,0 1 0 0 0,0 0-1 0 0,0 0 1 0 0,0 1 0 0 0,-1-1-1 0 0,9 8 1 0 0,42 27-307 0 0,-32-26-48 0 0</inkml:trace>
</inkml:ink>
</file>

<file path=ppt/ink/ink2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36.3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199 154 7226 0 0,'-3'2'13'0'0,"0"0"0"0"0,0-1 0 0 0,0 1 0 0 0,0-1 0 0 0,0 0 1 0 0,0 0-1 0 0,-1 0 0 0 0,1 0 0 0 0,0-1 0 0 0,-1 1 0 0 0,1-1 0 0 0,-1 0 1 0 0,1 0-1 0 0,0 0 0 0 0,-1 0 0 0 0,1-1 0 0 0,0 1 0 0 0,-1-1 1 0 0,1 0-1 0 0,0 0 0 0 0,0 0 0 0 0,-1 0 0 0 0,1-1 0 0 0,0 1 1 0 0,0-1-1 0 0,1 0 0 0 0,-1 0 0 0 0,0 0 0 0 0,0 0 0 0 0,1 0 1 0 0,0-1-1 0 0,-1 1 0 0 0,1-1 0 0 0,0 0 0 0 0,0 1 0 0 0,0-1 0 0 0,-1-3 1 0 0,-44-72 6767 0 0,9 33 3575 0 0,44 52-10255 0 0,1 0 1 0 0,-1 1-1 0 0,-1 0 1 0 0,0 0-1 0 0,0 0 1 0 0,6 13-1 0 0,14 47-277 0 0,-15-38-20 0 0,1 1 0 0 0,2-2 0 0 0,1 0 0 0 0,1 0 0 0 0,21 28 0 0 0,-35-55 203 0 0,1 0-1 0 0,0 0 1 0 0,0 0-1 0 0,0 0 1 0 0,0-1-1 0 0,0 1 1 0 0,0 0 0 0 0,0-1-1 0 0,1 0 1 0 0,-1 0-1 0 0,1 0 1 0 0,-1 0-1 0 0,1 0 1 0 0,-1 0-1 0 0,1 0 1 0 0,-1-1 0 0 0,1 1-1 0 0,0-1 1 0 0,-1 0-1 0 0,1 0 1 0 0,0 0-1 0 0,-1 0 1 0 0,1 0-1 0 0,0-1 1 0 0,-1 1 0 0 0,1-1-1 0 0,-1 0 1 0 0,1 1-1 0 0,-1-1 1 0 0,1-1-1 0 0,3-1 1 0 0,8-4 47 0 0,0-2 1 0 0,0 0 0 0 0,-1 0-1 0 0,14-14 1 0 0,-2 3-62 0 0,23-15 54 0 0,41-32-474 0 0,-28 1-2329 0 0</inkml:trace>
</inkml:ink>
</file>

<file path=ppt/ink/ink2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36.6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0 11058 0 0,'-1'1'127'0'0,"0"0"-1"0"0,1 0 1 0 0,-1 0-1 0 0,1 0 1 0 0,-1 0-1 0 0,1 0 1 0 0,0 0-1 0 0,-1 0 0 0 0,1 0 1 0 0,0 0-1 0 0,0 0 1 0 0,-1 0-1 0 0,1 0 1 0 0,0 0-1 0 0,0 0 1 0 0,0 0-1 0 0,0 0 1 0 0,1 0-1 0 0,-1 0 0 0 0,0 0 1 0 0,0 0-1 0 0,1 0 1 0 0,-1 1-1 0 0,0-2 1 0 0,1 1-1 0 0,0 2 1 0 0,15 31 1971 0 0,-13-29-1527 0 0,4 9 474 0 0,43 75 2104 0 0,-44-80-3238 0 0,1 0 1 0 0,-1 0-1 0 0,2 0 1 0 0,0-1-1 0 0,0 0 1 0 0,16 13-1 0 0,-13-14-871 0 0</inkml:trace>
</inkml:ink>
</file>

<file path=ppt/ink/ink2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36.8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14283 0 0,'1'4'632'0'0,"0"-2"136"0"0,2 1-616 0 0,-1-1-152 0 0,0 1 0 0 0,0-1 0 0 0,2 1-280 0 0,4 3-80 0 0,2 4-24 0 0,5 7 0 0 0,3 2 312 0 0,1 1 72 0 0,1-1 0 0 0,1 1 0 0 0</inkml:trace>
</inkml:ink>
</file>

<file path=ppt/ink/ink2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37.3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164 50 920 0 0,'-16'-18'4494'0'0,"14"14"-3731"0"0,-1 1 1 0 0,1 0-1 0 0,-1 0 0 0 0,0 0 0 0 0,0 0 1 0 0,0 0-1 0 0,0 1 0 0 0,-4-3 0 0 0,6 4-630 0 0,-1 1 0 0 0,1-1-1 0 0,-1 1 1 0 0,1 0 0 0 0,0 0-1 0 0,-1 0 1 0 0,1 0-1 0 0,-1 0 1 0 0,1 0 0 0 0,-1 0-1 0 0,1 0 1 0 0,-1 0 0 0 0,1 1-1 0 0,0-1 1 0 0,-1 1 0 0 0,1-1-1 0 0,0 1 1 0 0,-1-1 0 0 0,1 1-1 0 0,0 0 1 0 0,0-1 0 0 0,-1 1-1 0 0,1 0 1 0 0,0 0 0 0 0,0 0-1 0 0,0 0 1 0 0,0 0-1 0 0,-1 2 1 0 0,-5 6 200 0 0,0-1-1 0 0,1 1 1 0 0,0 0-1 0 0,0 1 1 0 0,1-1-1 0 0,0 1 1 0 0,1 0-1 0 0,-3 12 1 0 0,-1 1 95 0 0,2 1 0 0 0,-5 37 0 0 0,11-60-421 0 0,0 1 0 0 0,-1-1-1 0 0,1 1 1 0 0,0 0 0 0 0,0-1 0 0 0,-1 1 0 0 0,1-1 0 0 0,1 1-1 0 0,-1-1 1 0 0,0 1 0 0 0,0-1 0 0 0,0 1 0 0 0,1-1-1 0 0,-1 1 1 0 0,1-1 0 0 0,-1 1 0 0 0,1-1 0 0 0,0 1-1 0 0,0-1 1 0 0,-1 0 0 0 0,1 1 0 0 0,0-1 0 0 0,0 0-1 0 0,0 0 1 0 0,0 0 0 0 0,0 1 0 0 0,1-1 0 0 0,-1 0 0 0 0,0-1-1 0 0,0 1 1 0 0,1 0 0 0 0,-1 0 0 0 0,1-1 0 0 0,1 2-1 0 0,1-2-41 0 0,-1 1 0 0 0,0-1 0 0 0,0 0 0 0 0,1-1 0 0 0,-1 1 0 0 0,0-1 0 0 0,0 1 0 0 0,1-1 0 0 0,-1 0 0 0 0,0 0 0 0 0,0 0 0 0 0,0 0 0 0 0,0-1 0 0 0,0 1 0 0 0,-1-1 0 0 0,4-2 0 0 0,3-4-123 0 0,0 0 1 0 0,0 0-1 0 0,-1-1 1 0 0,0 0 0 0 0,9-14-1 0 0,-11 14 134 0 0,0 1-1 0 0,0 0 0 0 0,1 1 1 0 0,0-1-1 0 0,0 1 1 0 0,0 1-1 0 0,1-1 1 0 0,9-5-1 0 0,-15 11 62 0 0,-1 1 0 0 0,0-1-1 0 0,1 0 1 0 0,-1 0 0 0 0,1 1 0 0 0,-1-1-1 0 0,1 1 1 0 0,0 0 0 0 0,-1-1 0 0 0,1 1 0 0 0,-1 0-1 0 0,1 0 1 0 0,-1 0 0 0 0,1 0 0 0 0,0 0 0 0 0,-1 0-1 0 0,1 1 1 0 0,-1-1 0 0 0,1 0 0 0 0,-1 1-1 0 0,1 0 1 0 0,-1-1 0 0 0,1 1 0 0 0,1 1 0 0 0,0 0 40 0 0,-1 0 0 0 0,1 0 1 0 0,-1 1-1 0 0,0-1 0 0 0,0 1 0 0 0,0-1 1 0 0,0 1-1 0 0,-1 0 0 0 0,1 0 1 0 0,-1 0-1 0 0,2 4 0 0 0,1 3 64 0 0,-1 1-1 0 0,-1-1 1 0 0,0 1 0 0 0,0 0-1 0 0,-1 0 1 0 0,0 14-1 0 0,-6 11 54 0 0,5-34-182 0 0,0 0-1 0 0,0 0 0 0 0,-1 0 0 0 0,1 0 0 0 0,-1 0 0 0 0,0 0 1 0 0,0 0-1 0 0,1-1 0 0 0,-1 1 0 0 0,0 0 0 0 0,-1 0 0 0 0,1-1 0 0 0,0 1 1 0 0,-3 2-1 0 0,3-5-143 0 0,1-1 0 0 0,-1 0 0 0 0,0 0 0 0 0,1 0 0 0 0,-1 1 0 0 0,1-1 0 0 0,0 0 1 0 0,0 0-1 0 0,0 0 0 0 0,0 0 0 0 0,0 0 0 0 0,0-3 0 0 0,0 4 24 0 0,1-50-3196 0 0,0 29-2908 0 0</inkml:trace>
</inkml:ink>
</file>

<file path=ppt/ink/ink2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37.7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8 3209 0 0,'-1'-7'9562'0'0,"6"31"-5458"0"0,10 40-1392 0 0,-2-26-2497 0 0,2 0 1 0 0,1-2 0 0 0,2 0-1 0 0,2-1 1 0 0,1-1-1 0 0,2-1 1 0 0,1-1 0 0 0,56 58-1 0 0,-79-88-254 0 0,0-1-1 0 0,1 0 1 0 0,-1 1-1 0 0,0-1 1 0 0,1 0-1 0 0,-1 0 0 0 0,1 0 1 0 0,-1 0-1 0 0,1 0 1 0 0,-1 0-1 0 0,1 0 1 0 0,0-1-1 0 0,0 1 1 0 0,-1 0-1 0 0,1-1 1 0 0,0 0-1 0 0,0 1 1 0 0,0-1-1 0 0,-1 0 0 0 0,1 0 1 0 0,0 0-1 0 0,2 0 1 0 0,-2-1-74 0 0,0 0 1 0 0,0 0 0 0 0,0 0-1 0 0,0 0 1 0 0,-1-1 0 0 0,1 1-1 0 0,0-1 1 0 0,-1 1 0 0 0,1-1-1 0 0,-1 1 1 0 0,0-1-1 0 0,1 0 1 0 0,-1 1 0 0 0,0-1-1 0 0,0 0 1 0 0,0 0 0 0 0,0 0-1 0 0,-1 0 1 0 0,2-2 0 0 0,5-18-622 0 0,-2 0 0 0 0,0-1 1 0 0,4-37-1 0 0,-6 28 1074 0 0,10-34-1 0 0,-10 57 31 0 0,-1 0 0 0 0,2 0 0 0 0,-1 0-1 0 0,1 0 1 0 0,0 1 0 0 0,1-1-1 0 0,0 1 1 0 0,7-8 0 0 0,-10 14-271 0 0,-1 0 1 0 0,1 0 0 0 0,0 0-1 0 0,0 0 1 0 0,-1 1-1 0 0,1-1 1 0 0,1 1-1 0 0,-1-1 1 0 0,0 1-1 0 0,0 0 1 0 0,1-1 0 0 0,-1 1-1 0 0,0 0 1 0 0,1 1-1 0 0,-1-1 1 0 0,1 0-1 0 0,-1 1 1 0 0,1-1-1 0 0,-1 1 1 0 0,1 0 0 0 0,-1 0-1 0 0,1 0 1 0 0,0 0-1 0 0,-1 1 1 0 0,1-1-1 0 0,-1 1 1 0 0,1-1-1 0 0,3 2 1 0 0,5 3-45 0 0,0 1 0 0 0,0 0-1 0 0,-1 0 1 0 0,0 1 0 0 0,10 9 0 0 0,-9-8-244 0 0,0 0 0 0 0,20 11 1 0 0,6-5-1237 0 0,-17-8 113 0 0</inkml:trace>
</inkml:ink>
</file>

<file path=ppt/ink/ink2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37.9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34 121 7370 0 0,'-7'-17'116'0'0,"-14"-44"2031"0"0,15 19 7193 0 0,15 48-7393 0 0,12 18-1268 0 0,-11-13 13 0 0,12 8-491 0 0,1 0 0 0 0,2-1-1 0 0,-1-2 1 0 0,40 20-1 0 0,46 32-1881 0 0,-94-57 408 0 0</inkml:trace>
</inkml:ink>
</file>

<file path=ppt/ink/ink2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38.1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0 352 14283 0 0,'3'-10'390'0'0,"1"0"-1"0"0,0 0 1 0 0,0 0-1 0 0,1 0 1 0 0,0 1-1 0 0,12-18 1 0 0,46-49 966 0 0,-51 62-1177 0 0,8-9 35 0 0,1 1 0 0 0,2 1-1 0 0,0 1 1 0 0,31-22 0 0 0,-42 35-689 0 0,0 0 1 0 0,0 1 0 0 0,1 0-1 0 0,24-7 1 0 0,-28 10-284 0 0,0 1 1 0 0,0 1-1 0 0,0 0 1 0 0,0 0-1 0 0,0 1 0 0 0,0 0 1 0 0,0 0-1 0 0,12 2 1 0 0,6 5-1849 0 0</inkml:trace>
</inkml:ink>
</file>

<file path=ppt/ink/ink2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38.4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2304 0 0,'20'9'10874'0'0,"-19"-7"-10380"0"0,18 21 6311 0 0,-17-21-7334 0 0,18 26 1388 0 0,29 52 1 0 0,-10-4-2885 0 0,-19-37-796 0 0,-11-21-3406 0 0</inkml:trace>
</inkml:ink>
</file>

<file path=ppt/ink/ink2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38.7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15 139 3225 0 0,'-12'-35'7809'0'0,"9"-2"-4241"0"0,3 33-3707 0 0,1 0 1 0 0,-1 1 0 0 0,1-1 0 0 0,0 1 0 0 0,0-1 0 0 0,1 1-1 0 0,2-7 1 0 0,-3 8-426 0 0,1-1-1 0 0,0 1 0 0 0,-1 0 1 0 0,1-1-1 0 0,0 1 1 0 0,0 0-1 0 0,0 0 0 0 0,1 0 1 0 0,-1 1-1 0 0,5-4 1 0 0,3 0 408 0 0</inkml:trace>
</inkml:ink>
</file>

<file path=ppt/ink/ink2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39.0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0 214 6449 0 0,'2'-2'313'0'0,"-1"0"0"0"0,1 1 0 0 0,0 0 0 0 0,0-1 0 0 0,0 1 0 0 0,0 0 0 0 0,0 0 0 0 0,1 0 0 0 0,-1 0 0 0 0,0 0 0 0 0,0 0 0 0 0,1 1 0 0 0,-1-1 0 0 0,0 1 0 0 0,1-1 0 0 0,-1 1 0 0 0,0 0 0 0 0,1 0 0 0 0,3 1 0 0 0,2 0 65 0 0,0 1 0 0 0,0 0 0 0 0,0 1 0 0 0,10 4-1 0 0,6 2 780 0 0,-24-11-1169 0 0,0-1-1 0 0,1 0 1 0 0,-1 0 0 0 0,0 1-1 0 0,0-1 1 0 0,0 0-1 0 0,-1 0 1 0 0,0-4-1 0 0,-3-14 102 0 0,-7-61 1139 0 0,10 77-1063 0 0,1-1 0 0 0,0 1 0 0 0,0 0 0 0 0,1-1 0 0 0,0 1 0 0 0,0-1 0 0 0,0 1 0 0 0,0 0 0 0 0,1 0 0 0 0,0 0 0 0 0,5-10 0 0 0,-6 14-103 0 0,0-1 1 0 0,0 1-1 0 0,0 0 0 0 0,0-1 0 0 0,0 1 0 0 0,1 0 1 0 0,-1 0-1 0 0,1 0 0 0 0,-1 0 0 0 0,0 1 1 0 0,1-1-1 0 0,0 0 0 0 0,-1 0 0 0 0,1 1 1 0 0,-1-1-1 0 0,1 1 0 0 0,0 0 0 0 0,-1-1 0 0 0,1 1 1 0 0,0 0-1 0 0,0 0 0 0 0,-1 0 0 0 0,1 0 1 0 0,0 0-1 0 0,-1 1 0 0 0,1-1 0 0 0,0 0 1 0 0,-1 1-1 0 0,1-1 0 0 0,0 1 0 0 0,-1 0 1 0 0,1-1-1 0 0,-1 1 0 0 0,1 0 0 0 0,-1 0 0 0 0,0 0 1 0 0,3 2-1 0 0,6 4 115 0 0,1 1 0 0 0,-1 1 1 0 0,15 16-1 0 0,-17-17-182 0 0,6 6-124 0 0,-4-3-468 0 0,1-1 1 0 0,0 0-1 0 0,20 14 1 0 0</inkml:trace>
</inkml:ink>
</file>

<file path=ppt/ink/ink2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39.8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51 26 10594 0 0,'-16'-10'2166'0'0,"14"8"-1649"0"0,-1 0 0 0 0,1 1 0 0 0,0-1 0 0 0,-1 1 0 0 0,1 0-1 0 0,-1-1 1 0 0,0 1 0 0 0,1 0 0 0 0,-1 1 0 0 0,0-1 0 0 0,-4-1 0 0 0,8 7-114 0 0,0-1 1 0 0,0 0-1 0 0,0 0 1 0 0,1 0-1 0 0,-1 0 1 0 0,5 6-1 0 0,26 46 192 0 0,42 54 0 0 0,5 8-343 0 0,11 27-3525 0 0,-77-124-3976 0 0</inkml:trace>
</inkml:ink>
</file>

<file path=ppt/ink/ink2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40.0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13 273 14283 0 0,'-3'-9'382'0'0,"1"0"0"0"0,0 0-1 0 0,0 0 1 0 0,0 0 0 0 0,1 0 0 0 0,1 0 0 0 0,0-1-1 0 0,0 1 1 0 0,1 0 0 0 0,0 0 0 0 0,4-17 0 0 0,-2 13-168 0 0,0 0 0 0 0,2 1 0 0 0,-1 0 0 0 0,2-1 0 0 0,-1 2-1 0 0,2-1 1 0 0,12-18 0 0 0,-17 27-419 0 0,0 1 0 0 0,0-1 0 0 0,0 1-1 0 0,1 0 1 0 0,-1 0 0 0 0,1 0-1 0 0,-1 0 1 0 0,1 0 0 0 0,-1 1 0 0 0,1-1-1 0 0,0 1 1 0 0,0 0 0 0 0,0-1-1 0 0,0 1 1 0 0,0 1 0 0 0,0-1 0 0 0,0 0-1 0 0,0 1 1 0 0,0 0 0 0 0,0-1 0 0 0,4 1-1 0 0,-1 1 53 0 0,1 0 0 0 0,-1 1 0 0 0,0-1 1 0 0,0 1-1 0 0,0 0 0 0 0,0 0 0 0 0,0 1 0 0 0,0 0 0 0 0,7 5 0 0 0,4 3 153 0 0</inkml:trace>
</inkml:ink>
</file>

<file path=ppt/ink/ink2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40.6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74 605 3225 0 0,'4'-20'312'0'0,"0"1"1"0"0,-2-1-1 0 0,0 0 1 0 0,-1 0 0 0 0,-1 0-1 0 0,-3-26 1 0 0,2 42-261 0 0,0-19 33 0 0,-2 0 0 0 0,-7-27 0 0 0,7 40 180 0 0,0 0-1 0 0,0 0 0 0 0,-1 0 1 0 0,0 0-1 0 0,-1 0 1 0 0,-11-17-1 0 0,15 27-179 0 0,1-1 0 0 0,0 0-1 0 0,-1 0 1 0 0,1 1 0 0 0,0-1 0 0 0,-1 0-1 0 0,1 1 1 0 0,-1-1 0 0 0,0 0 0 0 0,1 1 0 0 0,-1-1-1 0 0,1 1 1 0 0,-1-1 0 0 0,0 1 0 0 0,1 0-1 0 0,-1-1 1 0 0,0 1 0 0 0,1-1 0 0 0,-1 1 0 0 0,0 0-1 0 0,0 0 1 0 0,0-1 0 0 0,1 1 0 0 0,-1 0-1 0 0,0 0 1 0 0,0 0 0 0 0,0 0 0 0 0,1 0 0 0 0,-2 0-1 0 0,1 1 32 0 0,0 0-1 0 0,0 0 0 0 0,0 0 0 0 0,1 0 1 0 0,-1 0-1 0 0,0 0 0 0 0,1 0 0 0 0,-1 0 1 0 0,1 0-1 0 0,0 0 0 0 0,-1 1 0 0 0,1-1 0 0 0,0 0 1 0 0,-1 0-1 0 0,1 0 0 0 0,0 3 0 0 0,-1 3 176 0 0,1 1 0 0 0,0 0 0 0 0,0 0 0 0 0,1 0 0 0 0,1 8 0 0 0,1-10-161 0 0,-1 0 0 0 0,1 0 0 0 0,0-1 0 0 0,0 1 0 0 0,1-1 0 0 0,0 0 0 0 0,0 0 0 0 0,0-1 1 0 0,0 1-1 0 0,1-1 0 0 0,-1 0 0 0 0,1 0 0 0 0,0 0 0 0 0,1-1 0 0 0,-1 1 0 0 0,1-1 0 0 0,9 3 0 0 0,1 1 75 0 0,0-1 1 0 0,0-1-1 0 0,1 0 0 0 0,0-2 0 0 0,22 3 1 0 0,-37-6-219 0 0,0 0 0 0 0,1 1 1 0 0,-1-1-1 0 0,1-1 0 0 0,-1 1 0 0 0,0 0 1 0 0,1-1-1 0 0,-1 1 0 0 0,0-1 1 0 0,0 1-1 0 0,1-1 0 0 0,-1 0 1 0 0,0 0-1 0 0,0 0 0 0 0,0 0 0 0 0,0-1 1 0 0,0 1-1 0 0,0-1 0 0 0,0 1 1 0 0,-1-1-1 0 0,1 1 0 0 0,0-1 0 0 0,-1 0 1 0 0,0 0-1 0 0,1 0 0 0 0,-1 0 1 0 0,0 0-1 0 0,0 0 0 0 0,0 0 1 0 0,0 0-1 0 0,0-1 0 0 0,0 1 0 0 0,-1 0 1 0 0,1 0-1 0 0,-1-3 0 0 0,3-11 28 0 0,-1 1 0 0 0,-1-1 0 0 0,0 0 0 0 0,-3-20 0 0 0,1 11 605 0 0,1 15-253 0 0,0 0-1 0 0,1 1 1 0 0,0 0-1 0 0,0-1 1 0 0,1 1-1 0 0,6-18 1 0 0,-8 25-288 0 0,1 0 0 0 0,0-1 0 0 0,1 1 0 0 0,-1 0 0 0 0,0 1 0 0 0,1-1 1 0 0,-1 0-1 0 0,1 0 0 0 0,-1 0 0 0 0,1 1 0 0 0,0-1 0 0 0,-1 1 0 0 0,1 0 0 0 0,0-1 0 0 0,0 1 0 0 0,0 0 0 0 0,0 0 0 0 0,1 0 0 0 0,-1 0 0 0 0,0 1 1 0 0,0-1-1 0 0,1 0 0 0 0,-1 1 0 0 0,0 0 0 0 0,0-1 0 0 0,1 1 0 0 0,-1 0 0 0 0,0 0 0 0 0,1 0 0 0 0,-1 1 0 0 0,0-1 0 0 0,1 1 0 0 0,2 0 1 0 0,4 1-26 0 0,1 1-1 0 0,-1 0 1 0 0,0 1 0 0 0,0 0 0 0 0,0 0 0 0 0,-1 1 0 0 0,1 0 0 0 0,-1 0 0 0 0,0 1 0 0 0,11 10 0 0 0,-12-51-206 0 0,-5-10 20 0 0,-2 31 92 0 0,0 0 0 0 0,1 0 0 0 0,0 1 0 0 0,6-21 0 0 0,-6 32-53 0 0,0 0 0 0 0,0 0 0 0 0,0 0 0 0 0,0 0 0 0 0,0 0 0 0 0,1 0-1 0 0,-1 1 1 0 0,1-1 0 0 0,-1 0 0 0 0,1 1 0 0 0,0-1 0 0 0,0 1 0 0 0,-1 0 0 0 0,1-1 0 0 0,0 1 0 0 0,0 0 0 0 0,0 0 0 0 0,1 0 0 0 0,-1 0 0 0 0,0 1 0 0 0,0-1 0 0 0,0 1-1 0 0,1-1 1 0 0,-1 1 0 0 0,0 0 0 0 0,0 0 0 0 0,1 0 0 0 0,-1 0 0 0 0,0 0 0 0 0,1 0 0 0 0,2 1 0 0 0</inkml:trace>
</inkml:ink>
</file>

<file path=ppt/ink/ink2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40.9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97 20 8754 0 0,'0'-1'166'0'0,"1"1"0"0"0,-1-1 0 0 0,0 0 0 0 0,0 0 0 0 0,1 0 0 0 0,-1 1 0 0 0,0-1 0 0 0,0 0 0 0 0,0 0 1 0 0,0 0-1 0 0,0 0 0 0 0,0 1 0 0 0,0-1 0 0 0,0 0 0 0 0,0 0 0 0 0,-1 0 0 0 0,1 0 0 0 0,0 1 0 0 0,0-1 0 0 0,-1 0 0 0 0,1 0 0 0 0,-1-1 0 0 0,0 2 46 0 0,0 1 0 0 0,1-1 1 0 0,-1 0-1 0 0,0 0 0 0 0,1 0 0 0 0,-1 0 0 0 0,0 1 0 0 0,1-1 0 0 0,-1 0 0 0 0,0 1 0 0 0,1-1 0 0 0,-1 0 0 0 0,0 1 0 0 0,1-1 0 0 0,-1 1 0 0 0,1-1 0 0 0,-1 1 0 0 0,1-1 0 0 0,-1 2 0 0 0,-26 33 3621 0 0,18-18-3126 0 0,-26 57 631 0 0,33-68-1294 0 0,0 0-1 0 0,0 0 1 0 0,0 0 0 0 0,1 0 0 0 0,0 1-1 0 0,0-1 1 0 0,1 0 0 0 0,-1 1-1 0 0,1-1 1 0 0,2 9 0 0 0,-2-13-41 0 0,1 1 0 0 0,0-1 1 0 0,0 0-1 0 0,1 1 0 0 0,-1-1 1 0 0,0 0-1 0 0,1 0 0 0 0,-1 1 0 0 0,1-1 1 0 0,0 0-1 0 0,-1-1 0 0 0,1 1 0 0 0,0 0 1 0 0,0 0-1 0 0,0-1 0 0 0,0 1 1 0 0,1-1-1 0 0,-1 0 0 0 0,0 0 0 0 0,1 0 1 0 0,-1 0-1 0 0,1 0 0 0 0,-1 0 0 0 0,4 0 1 0 0,9 2-45 0 0,0 0 0 0 0,0-1-1 0 0,17 0 1 0 0,-2 0-149 0 0,-18-1 77 0 0,-1 0 1 0 0,1 1 0 0 0,0 1-1 0 0,-1 0 1 0 0,12 5 0 0 0,-20-7 91 0 0,-1 0 0 0 0,1 0 0 0 0,-1 1 0 0 0,0-1 0 0 0,1 1 0 0 0,-1 0-1 0 0,0-1 1 0 0,0 1 0 0 0,0 0 0 0 0,0 0 0 0 0,0 0 0 0 0,-1 1 0 0 0,1-1 0 0 0,-1 0 0 0 0,1 1 0 0 0,-1-1 0 0 0,0 1 0 0 0,0-1 0 0 0,0 1 0 0 0,0-1 0 0 0,0 1 0 0 0,-1 0 0 0 0,1 0 0 0 0,-1-1 0 0 0,1 1 0 0 0,-1 0 0 0 0,-1 4 0 0 0,1-1-22 0 0,-1 1-1 0 0,0 0 1 0 0,0-1 0 0 0,-1 1 0 0 0,0-1 0 0 0,0 1 0 0 0,0-1 0 0 0,-1 0 0 0 0,0 0-1 0 0,0 0 1 0 0,-1 0 0 0 0,0 0 0 0 0,0-1 0 0 0,-9 10 0 0 0,3-5-735 0 0</inkml:trace>
</inkml:ink>
</file>

<file path=ppt/ink/ink2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41.1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88 2304 0 0,'3'-25'-457'0'0,"7"-15"6696"0"0,-9 39-5959 0 0,-1 0 0 0 0,1-1 1 0 0,-1 1-1 0 0,1 0 0 0 0,0 0 1 0 0,0-1-1 0 0,0 1 0 0 0,0 0 1 0 0,0 0-1 0 0,0 0 0 0 0,0 0 1 0 0,0 0-1 0 0,0 0 0 0 0,0 0 0 0 0,0 0 1 0 0,1 1-1 0 0,-1-1 0 0 0,0 0 1 0 0,1 1-1 0 0,-1-1 0 0 0,0 1 1 0 0,1-1-1 0 0,-1 1 0 0 0,1 0 1 0 0,-1-1-1 0 0,1 1 0 0 0,-1 0 1 0 0,0 0-1 0 0,1 0 0 0 0,-1 0 0 0 0,1 0 1 0 0,-1 1-1 0 0,1-1 0 0 0,-1 0 1 0 0,1 1-1 0 0,-1-1 0 0 0,0 1 1 0 0,1-1-1 0 0,-1 1 0 0 0,0 0 1 0 0,2 1-1 0 0,10 5 214 0 0,0 2 1 0 0,0-1-1 0 0,-1 2 1 0 0,-1-1-1 0 0,1 2 1 0 0,12 15-1 0 0,3 6-567 0 0,23 37 0 0 0,9 29-3193 0 0,-50-81-3975 0 0</inkml:trace>
</inkml:ink>
</file>

<file path=ppt/ink/ink2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41.4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48 16 17972 0 0,'-47'-16'1970'0'0,"88"30"-4986"0"0,-26-3 2968 0 0,0 2-18 0 0</inkml:trace>
</inkml:ink>
</file>

<file path=ppt/ink/ink2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41.6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1 11522 0 0,'-2'-1'6047'0'0,"3"13"-3590"0"0,5 11-1777 0 0,7 9-150 0 0,2-1 0 0 0,1-1 0 0 0,28 41 0 0 0,-3-6-287 0 0,-18-26-634 0 0,3-1 0 0 0,52 62-1 0 0,-58-79-731 0 0</inkml:trace>
</inkml:ink>
</file>

<file path=ppt/ink/ink2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42.1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0 330 7834 0 0,'57'-61'8497'0'0,"38"-41"-8663"0"0,-77 86-1597 0 0,-1 0 0 0 0,2 2 0 0 0,40-26 0 0 0,-54 38 958 0 0,36-44 6275 0 0,-41 50-5083 0 0,1 1 1 0 0,0-1 0 0 0,0 0 0 0 0,0 0 0 0 0,1 1-1 0 0,-1-1 1 0 0,1 0 0 0 0,0-1 0 0 0,0 1-1 0 0,0 0 1 0 0,1 0 0 0 0,0-1 0 0 0,-1 0 0 0 0,1 1-1 0 0,0-1 1 0 0,1 0 0 0 0,-1 0 0 0 0,0-1 0 0 0,5 4-1 0 0,-6-5-368 0 0,0 1 0 0 0,1-1 1 0 0,-1 1-1 0 0,0-1 0 0 0,0 0 0 0 0,1 0 0 0 0,-1 0 0 0 0,0 0 0 0 0,1-1 0 0 0,-1 1 0 0 0,1-1 0 0 0,-1 1 0 0 0,1-1 0 0 0,-1 0 0 0 0,1 0 0 0 0,-1 0 1 0 0,1 0-1 0 0,-1 0 0 0 0,1-1 0 0 0,-1 1 0 0 0,1-1 0 0 0,-1 0 0 0 0,1 0 0 0 0,-1 1 0 0 0,0-2 0 0 0,0 1 0 0 0,1 0 0 0 0,-1 0 0 0 0,0-1 0 0 0,0 1 0 0 0,0-1 1 0 0,0 1-1 0 0,0-1 0 0 0,1-2 0 0 0,22-33 276 0 0,-21 29-174 0 0,1 0-1 0 0,1 0 1 0 0,-1 0 0 0 0,1 1 0 0 0,1 0-1 0 0,10-10 1 0 0,-16 17-97 0 0,0 0 0 0 0,-1 0 1 0 0,1 0-1 0 0,0 0 0 0 0,0 0 0 0 0,-1 0 1 0 0,1 0-1 0 0,0 0 0 0 0,-1 0 0 0 0,1 0 0 0 0,0 0 1 0 0,0 0-1 0 0,-1 1 0 0 0,1-1 0 0 0,0 0 1 0 0,-1 1-1 0 0,1-1 0 0 0,0 0 0 0 0,-1 1 0 0 0,1-1 1 0 0,-1 1-1 0 0,1-1 0 0 0,0 1 0 0 0,-1-1 1 0 0,1 1-1 0 0,-1-1 0 0 0,0 1 0 0 0,1 0 1 0 0,-1-1-1 0 0,1 1 0 0 0,-1 0 0 0 0,0-1 0 0 0,0 1 1 0 0,1 0-1 0 0,-1 0 0 0 0,0-1 0 0 0,0 1 1 0 0,0 1-1 0 0,13 32 282 0 0,-12-31-253 0 0,9 35 49 0 0,-1 1 0 0 0,-3 1-1 0 0,0-1 1 0 0,-3 1 0 0 0,-1 0 0 0 0,-5 59-1 0 0,-2-57-3919 0 0,-12 58 0 0 0,8-67-3805 0 0</inkml:trace>
</inkml:ink>
</file>

<file path=ppt/ink/ink2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53.8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64 8754 0 0,'0'-8'7767'0'0,"4"19"-7435"0"0,-2-2-177 0 0,0-1 1 0 0,1 0 0 0 0,0-1-1 0 0,7 13 1 0 0,-9-19-113 0 0,-1 0 0 0 0,1 1 0 0 0,0-1 0 0 0,-1 0 0 0 0,1 0 0 0 0,0-1 0 0 0,0 1 1 0 0,0 0-1 0 0,0 0 0 0 0,-1 0 0 0 0,1 0 0 0 0,0-1 0 0 0,0 1 0 0 0,1-1 0 0 0,-1 1 0 0 0,0 0 0 0 0,0-1 0 0 0,0 0 1 0 0,0 1-1 0 0,0-1 0 0 0,1 0 0 0 0,-1 1 0 0 0,0-1 0 0 0,0 0 0 0 0,0 0 0 0 0,1 0 0 0 0,-1 0 0 0 0,0 0 0 0 0,0 0 0 0 0,1-1 1 0 0,-1 1-1 0 0,0 0 0 0 0,0-1 0 0 0,0 1 0 0 0,0-1 0 0 0,0 1 0 0 0,1-1 0 0 0,-1 1 0 0 0,0-1 0 0 0,1-1 0 0 0,0 0 66 0 0,-1 1-1 0 0,1-2 0 0 0,-1 1 0 0 0,1 0 1 0 0,-1 0-1 0 0,0 0 0 0 0,0-1 0 0 0,0 1 1 0 0,0 0-1 0 0,0-1 0 0 0,0 1 0 0 0,-1-1 1 0 0,1 1-1 0 0,-1-1 0 0 0,0 1 0 0 0,0-1 0 0 0,0 0 1 0 0,0 1-1 0 0,-1-4 0 0 0,1-4 83 0 0,-1 1-1 0 0,0 0 1 0 0,-6-19 0 0 0,7 27-182 0 0,0 0 0 0 0,-1-1 1 0 0,1 1-1 0 0,0 0 0 0 0,-1-1 0 0 0,1 1 1 0 0,-1 0-1 0 0,0 0 0 0 0,1 0 0 0 0,-1-1 1 0 0,0 1-1 0 0,0 0 0 0 0,0 0 0 0 0,0 0 1 0 0,0 0-1 0 0,0 0 0 0 0,0 0 0 0 0,-1 0 1 0 0,1 1-6 0 0,1 0 0 0 0,-1 0 1 0 0,0 0-1 0 0,1 0 0 0 0,-1 0 1 0 0,1 1-1 0 0,-1-1 1 0 0,1 0-1 0 0,-1 0 0 0 0,1 1 1 0 0,-1-1-1 0 0,1 1 0 0 0,-1-1 1 0 0,1 0-1 0 0,0 1 0 0 0,-1-1 1 0 0,1 1-1 0 0,0-1 1 0 0,-1 1-1 0 0,1-1 0 0 0,0 1 1 0 0,-1-1-1 0 0,1 1 0 0 0,0-1 1 0 0,0 1-1 0 0,0-1 1 0 0,0 1-1 0 0,-1 0 0 0 0,0 3-12 0 0,0 0-1 0 0,0 0 1 0 0,0 0-1 0 0,1-1 1 0 0,-1 1-1 0 0,1 0 1 0 0,0 0-1 0 0,0 0 1 0 0,0 0-1 0 0,1 0 1 0 0,0 0-1 0 0,0 5 1 0 0,1-7-79 0 0,-1 0-1 0 0,0 1 1 0 0,1-1 0 0 0,-1 0-1 0 0,1 1 1 0 0,0-1 0 0 0,0 0-1 0 0,0 0 1 0 0,0 0 0 0 0,0-1 0 0 0,0 1-1 0 0,4 2 1 0 0,0 0-579 0 0</inkml:trace>
</inkml:ink>
</file>

<file path=ppt/ink/ink2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54.5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49 9218 0 0,'-23'-12'9957'0'0,"36"16"-9178"0"0,16 15-663 0 0,-23-14-141 0 0,1 0 0 0 0,0 0 1 0 0,0-1-1 0 0,10 4 1 0 0,-15-7 22 0 0,-1 0 0 0 0,1-1-1 0 0,-1 1 1 0 0,1-1 0 0 0,0 0 0 0 0,-1 1 0 0 0,1-1 0 0 0,0 0-1 0 0,-1 0 1 0 0,1 0 0 0 0,0 0 0 0 0,-1 0 0 0 0,1-1 0 0 0,0 1-1 0 0,-1 0 1 0 0,1-1 0 0 0,-1 1 0 0 0,1-1 0 0 0,0 0-1 0 0,-1 0 1 0 0,0 1 0 0 0,1-1 0 0 0,-1 0 0 0 0,1 0 0 0 0,-1 0-1 0 0,2-2 1 0 0,-2 2 37 0 0,0 0 0 0 0,0-1 0 0 0,0 1 0 0 0,0-1 0 0 0,-1 1-1 0 0,1-1 1 0 0,0 1 0 0 0,0-1 0 0 0,-1 1 0 0 0,1-1 0 0 0,-1 1 0 0 0,0-1 0 0 0,1 0-1 0 0,-1 1 1 0 0,0-1 0 0 0,0 0 0 0 0,0 1 0 0 0,0-1 0 0 0,0 0 0 0 0,-1 1-1 0 0,1-1 1 0 0,0 0 0 0 0,-1 1 0 0 0,1-1 0 0 0,-1 1 0 0 0,0-1 0 0 0,1 0 0 0 0,-1 1-1 0 0,0 0 1 0 0,0-1 0 0 0,0 1 0 0 0,0 0 0 0 0,0-1 0 0 0,0 1 0 0 0,0 0 0 0 0,-2-1-1 0 0,1 0 5 0 0,0 0 0 0 0,0 0 0 0 0,0 0 0 0 0,0 0 0 0 0,0 1 0 0 0,-1-1 0 0 0,1 1 0 0 0,0-1 0 0 0,-1 1 0 0 0,0 0 0 0 0,1 0 0 0 0,-1 0 0 0 0,1 0 0 0 0,-1 1 0 0 0,0-1 0 0 0,0 1 0 0 0,1 0 0 0 0,-1-1 0 0 0,0 1-1 0 0,0 0 1 0 0,-4 1 0 0 0,3 1-234 0 0,-1 0-1 0 0,1 0 0 0 0,0 0 1 0 0,0 0-1 0 0,0 1 0 0 0,0 0 0 0 0,0 0 1 0 0,0 0-1 0 0,1 0 0 0 0,-1 0 1 0 0,-4 7-1 0 0,1 1-1151 0 0</inkml:trace>
</inkml:ink>
</file>

<file path=ppt/ink/ink2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55.2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14 139 920 0 0,'-14'-8'8082'0'0,"15"29"-702"0"0,0-6-6426 0 0,0-9-2585 0 0,-2-5 1655 0 0,1 0 0 0 0,0 0 0 0 0,0 0 1 0 0,0 0-1 0 0,0 0 0 0 0,1 0 1 0 0,-1 0-1 0 0,0 0 0 0 0,0 0 0 0 0,1 0 1 0 0,-1 0-1 0 0,0 0 0 0 0,1 0 0 0 0,-1 0 1 0 0,1 0-1 0 0,-1 0 0 0 0,1 0 0 0 0,-1 0 1 0 0,1 0-1 0 0,0-1 0 0 0,0 1 0 0 0,1 1 1 0 0,-1-2 5 0 0,-1 0 0 0 0,1 0 0 0 0,0-1 0 0 0,0 1 0 0 0,0 0 1 0 0,-1 0-1 0 0,1-1 0 0 0,0 1 0 0 0,0 0 0 0 0,-1-1 0 0 0,1 1 0 0 0,0-1 0 0 0,-1 1 1 0 0,1-1-1 0 0,-1 1 0 0 0,1-1 0 0 0,0 0 0 0 0,-1 1 0 0 0,1-1 0 0 0,-1 0 0 0 0,1 0 1 0 0,4-6 266 0 0,-1 0 0 0 0,0 0 0 0 0,-1 0 1 0 0,6-14-1 0 0,-7 9-99 0 0,0 0 0 0 0,0 0 0 0 0,-1 0 0 0 0,0-1 0 0 0,-1 1 0 0 0,-2-13 0 0 0,1-14-201 0 0,-4 84-773 0 0,4-39 556 0 0,0 1-1 0 0,0-1 1 0 0,0 1-1 0 0,1-1 1 0 0,0 1-1 0 0,0 0 1 0 0,0-1 0 0 0,1 1-1 0 0,0 0 1 0 0,2 6-1 0 0,2 0-5787 0 0</inkml:trace>
</inkml:ink>
</file>

<file path=ppt/ink/ink2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56.6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6516 5985 0 0,'15'-26'3832'0'0,"34"-27"-2410"0"0,72-61 0 0 0,-70 68-990 0 0,49-43-78 0 0,75-72 362 0 0,227-218 1197 0 0,-152 146-1718 0 0,-19 8 189 0 0,126-117 1972 0 0,-291 277-2145 0 0,75-93 0 0 0,-3 3 208 0 0,90-44-217 0 0,-32 33-84 0 0,19-30-184 0 0,95-97-52 0 0,-119 120 34 0 0,-127 120 14 0 0,93-100 0 0 0,-125 116 16 0 0,15-19-208 0 0,2 2-1 0 0,2 2 1 0 0,75-57-1 0 0,162-139-265 0 0,-5 4 592 0 0,-223 194-162 0 0,-1-2 0 0 0,74-88-1 0 0,-37 38 26 0 0,68-39-245 0 0,-109 98 124 0 0,61-62-1 0 0,244-239-140 0 0,-159 159 986 0 0,-126 112-423 0 0,109-82-1 0 0,-39 49 399 0 0,462-344 655 0 0,-476 353-996 0 0,88-72-710 0 0,-83 61-1337 0 0,0 1-1948 0 0,-126 98 2462 0 0</inkml:trace>
</inkml:ink>
</file>

<file path=ppt/ink/ink2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57.3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453 1 3889 0 0,'-86'21'2086'0'0,"-203"56"6245"0"0,275-74-7884 0 0,-24 9 236 0 0,36-12-593 0 0,0 1 0 0 0,1 0 1 0 0,-1 0-1 0 0,0 0 0 0 0,0 0 1 0 0,1 0-1 0 0,-1 0 0 0 0,1 0 1 0 0,-1 0-1 0 0,1 1 0 0 0,-1-1 1 0 0,1 1-1 0 0,0-1 0 0 0,0 1 1 0 0,-2 2-1 0 0,3-4-66 0 0,0 1 0 0 0,0-1 0 0 0,0 1 0 0 0,0 0 0 0 0,0-1 0 0 0,0 1 0 0 0,0-1 0 0 0,1 1-1 0 0,-1 0 1 0 0,0-1 0 0 0,0 1 0 0 0,1-1 0 0 0,-1 1 0 0 0,0-1 0 0 0,0 1 0 0 0,1-1 0 0 0,-1 1 0 0 0,1-1 0 0 0,-1 1 0 0 0,0-1 0 0 0,1 1 0 0 0,-1-1 0 0 0,1 0 0 0 0,-1 1 0 0 0,1-1 0 0 0,-1 0 0 0 0,1 1-1 0 0,0-1 1 0 0,-1 0 0 0 0,1 0 0 0 0,-1 0 0 0 0,1 1 0 0 0,-1-1 0 0 0,1 0 0 0 0,0 0 0 0 0,-1 0 0 0 0,1 0 0 0 0,0 0 0 0 0,-1 0 0 0 0,1 0 0 0 0,0 0 0 0 0,30 1 390 0 0,6-5-76 0 0,0-2 0 0 0,-1-1-1 0 0,44-15 1 0 0,-39 10 174 0 0,84-13 0 0 0,-47 17-465 0 0,168-15 293 0 0,-245 23-317 0 0,1 0 0 0 0,-1 0 0 0 0,0-1-1 0 0,0 1 1 0 0,0 0 0 0 0,0 0 0 0 0,0 0 0 0 0,1 0 0 0 0,-1 1-1 0 0,0-1 1 0 0,0 0 0 0 0,0 0 0 0 0,0 1 0 0 0,0-1-1 0 0,0 1 1 0 0,0-1 0 0 0,0 1 0 0 0,0-1 0 0 0,0 1-1 0 0,0-1 1 0 0,0 1 0 0 0,0 0 0 0 0,0 0 0 0 0,-1-1 0 0 0,1 1-1 0 0,0 0 1 0 0,0 0 0 0 0,-1 0 0 0 0,2 1 0 0 0,-2 1 76 0 0,1 1 0 0 0,-1-1 0 0 0,1 1 0 0 0,-1-1 1 0 0,0 1-1 0 0,0-1 0 0 0,-1 0 0 0 0,0 5 0 0 0,0 7-6 0 0,-7 35-15 0 0,-1 1 0 0 0,-31 93 0 0 0,28-105-64 0 0,-35 85 22 0 0,9-29 251 0 0,37-91-252 0 0,-1-1 0 0 0,1 1 0 0 0,0 0 0 0 0,1 0 0 0 0,-1 0 0 0 0,0 0 1 0 0,1 0-1 0 0,0 0 0 0 0,0 0 0 0 0,0 0 0 0 0,2 7 0 0 0,-1-8-157 0 0,0 0-1 0 0,0-1 0 0 0,0 1 1 0 0,1-1-1 0 0,-1 1 0 0 0,1-1 1 0 0,0 0-1 0 0,-1 0 1 0 0,1 1-1 0 0,0-1 0 0 0,0 0 1 0 0,0-1-1 0 0,1 1 0 0 0,-1 0 1 0 0,0-1-1 0 0,1 1 1 0 0,3 1-1 0 0</inkml:trace>
</inkml:ink>
</file>

<file path=ppt/ink/ink2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43.6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13 240 2304 0 0,'-6'-122'3095'0'0,"1"62"229"0"0,3 3 5419 0 0,7 112-5000 0 0,10 28-2713 0 0,-1-13-656 0 0,-5-7-246 0 0,8 53-179 0 0,43 153 1 0 0,-59-264-127 0 0,16 43-453 0 0,-1-19-3199 0 0</inkml:trace>
</inkml:ink>
</file>

<file path=ppt/ink/ink2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43.9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6 205 920 0 0,'-1'-7'507'0'0,"-1"-1"-1"0"0,1 1 1 0 0,0 0 0 0 0,1-1-1 0 0,0 1 1 0 0,0-1 0 0 0,0 1-1 0 0,1-1 1 0 0,0 1 0 0 0,0 0-1 0 0,1-1 1 0 0,3-7 0 0 0,-3 9-88 0 0,0 0 1 0 0,1 0-1 0 0,-1 0 1 0 0,1 1-1 0 0,0-1 1 0 0,1 1-1 0 0,-1-1 1 0 0,1 1-1 0 0,0 0 0 0 0,1 1 1 0 0,-1-1-1 0 0,1 1 1 0 0,0 0-1 0 0,8-6 1 0 0,-9 8-194 0 0,1-1 0 0 0,0 1 0 0 0,0 0 0 0 0,0 0 0 0 0,0 0 0 0 0,0 1 0 0 0,0 0 0 0 0,1 0 1 0 0,-1 0-1 0 0,0 1 0 0 0,1 0 0 0 0,-1 0 0 0 0,0 0 0 0 0,1 0 0 0 0,-1 1 0 0 0,0 0 0 0 0,0 0 0 0 0,1 0 0 0 0,5 3 0 0 0,-7-1-162 0 0,1-1 0 0 0,0 1-1 0 0,-1 0 1 0 0,1 1-1 0 0,-1-1 1 0 0,0 1 0 0 0,0 0-1 0 0,0 0 1 0 0,0 0 0 0 0,-1 0-1 0 0,0 1 1 0 0,0-1 0 0 0,0 1-1 0 0,0 0 1 0 0,-1 0 0 0 0,0 0-1 0 0,0 0 1 0 0,2 9 0 0 0,0 1-99 0 0,-2 1 1 0 0,1-1 0 0 0,-2 1 0 0 0,0 0 0 0 0,-1 0 0 0 0,-1-1 0 0 0,0 1 0 0 0,-1 0 0 0 0,-7 28 0 0 0,-6 6 397 0 0,-34 77 1 0 0,27-73 1157 0 0,22-54-1502 0 0,0 0 1 0 0,0 0-1 0 0,0 0 1 0 0,0 1 0 0 0,0-1-1 0 0,0 0 1 0 0,0 0-1 0 0,0 0 1 0 0,0 0 0 0 0,0 0-1 0 0,0 0 1 0 0,0 1 0 0 0,0-1-1 0 0,0 0 1 0 0,0 0-1 0 0,0 0 1 0 0,0 0 0 0 0,0 0-1 0 0,0 0 1 0 0,0 0-1 0 0,0 0 1 0 0,0 1 0 0 0,0-1-1 0 0,1 0 1 0 0,-1 0-1 0 0,0 0 1 0 0,0 0 0 0 0,0 0-1 0 0,0 0 1 0 0,0 0 0 0 0,0 0-1 0 0,0 0 1 0 0,0 0-1 0 0,1 0 1 0 0,-1 0 0 0 0,0 0-1 0 0,0 1 1 0 0,0-1-1 0 0,0 0 1 0 0,0 0 0 0 0,0 0-1 0 0,0 0 1 0 0,1 0-1 0 0,-1 0 1 0 0,0 0 0 0 0,0 0-1 0 0,0 0 1 0 0,0 0-1 0 0,0 0 1 0 0,0-1 0 0 0,0 1-1 0 0,1 0 1 0 0,-1 0 0 0 0,0 0-1 0 0,0 0 1 0 0,0 0-1 0 0,0 0 1 0 0,0 0 0 0 0,0 0-1 0 0,0 0 1 0 0,0 0-1 0 0,1 0 1 0 0,-1-1 0 0 0,16-5 419 0 0,28-17-471 0 0,-30 16 258 0 0,2-1-488 0 0,0 1 0 0 0,1 1 0 0 0,-1 1 0 0 0,2 0 0 0 0,-1 1 0 0 0,0 1 0 0 0,1 1 0 0 0,-1 0-1 0 0,19 1 1 0 0,-5 1-7215 0 0</inkml:trace>
</inkml:ink>
</file>

<file path=ppt/ink/ink2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44.3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33 309 10594 0 0,'0'-2'179'0'0,"-1"0"0"0"0,0 0 0 0 0,0 0-1 0 0,1 0 1 0 0,-1 0 0 0 0,1 0 0 0 0,0 0 0 0 0,0 0-1 0 0,-1 0 1 0 0,1 0 0 0 0,0 0 0 0 0,1-1 0 0 0,-1 1-1 0 0,0 0 1 0 0,1 0 0 0 0,-1 0 0 0 0,1 0-1 0 0,0 0 1 0 0,0 0 0 0 0,1-2 0 0 0,23-46 2613 0 0,-17 36-1873 0 0,0 0-678 0 0,4-7 549 0 0,15-39-1 0 0,-26 55-730 0 0,1 1 1 0 0,0-1-1 0 0,-1 1 0 0 0,0-1 0 0 0,0 0 1 0 0,0 0-1 0 0,-1 0 0 0 0,0 1 0 0 0,0-1 1 0 0,0 0-1 0 0,0 0 0 0 0,-1 0 1 0 0,1 0-1 0 0,-1 1 0 0 0,-2-6 0 0 0,2 8-72 0 0,1 1 0 0 0,-1-1 0 0 0,0 1 0 0 0,1 0 0 0 0,-1 0 0 0 0,0-1 0 0 0,0 1 0 0 0,0 0 0 0 0,0 0 0 0 0,0 0 0 0 0,0 0 0 0 0,0 0 0 0 0,0 0 0 0 0,-1 0 0 0 0,1 1 0 0 0,0-1 0 0 0,-1 0 0 0 0,1 0 0 0 0,0 1-1 0 0,-1-1 1 0 0,1 1 0 0 0,0 0 0 0 0,-1-1 0 0 0,1 1 0 0 0,-1 0 0 0 0,1 0 0 0 0,-1 0 0 0 0,1 0 0 0 0,-1 0 0 0 0,1 0 0 0 0,-1 0 0 0 0,1 0 0 0 0,-1 1 0 0 0,1-1 0 0 0,0 1 0 0 0,-1-1 0 0 0,1 1 0 0 0,-1-1 0 0 0,1 1 0 0 0,0 0-1 0 0,0-1 1 0 0,-1 1 0 0 0,-1 2 0 0 0,-2 0-49 0 0,1 1-1 0 0,-1 0 0 0 0,1 0 1 0 0,0 0-1 0 0,-1 0 1 0 0,2 1-1 0 0,-1-1 0 0 0,1 1 1 0 0,-6 10-1 0 0,6-7 61 0 0,0 0 1 0 0,0 0-1 0 0,1 0 0 0 0,0 1 1 0 0,1-1-1 0 0,0 1 0 0 0,0 0 0 0 0,1-1 1 0 0,0 1-1 0 0,0 0 0 0 0,1-1 0 0 0,0 1 1 0 0,1-1-1 0 0,0 1 0 0 0,0-1 0 0 0,1 0 1 0 0,0 0-1 0 0,0 0 0 0 0,6 10 1 0 0,-6-13 31 0 0,0 0 0 0 0,0 0 0 0 0,1 0 0 0 0,0-1 0 0 0,0 1 0 0 0,0-1 0 0 0,1 0 0 0 0,0 0 0 0 0,-1-1 0 0 0,1 1 0 0 0,1-1 0 0 0,-1 0 0 0 0,0 0 0 0 0,1-1 0 0 0,-1 1 0 0 0,1-1 0 0 0,0-1 0 0 0,0 1 0 0 0,0-1 0 0 0,-1 0 0 0 0,1 0 0 0 0,0-1 0 0 0,1 1 0 0 0,-1-1 0 0 0,0-1 0 0 0,0 1 0 0 0,0-1 0 0 0,6-2 0 0 0,27-6-1563 0 0,-14 1-3500 0 0,-5-1-959 0 0</inkml:trace>
</inkml:ink>
</file>

<file path=ppt/ink/ink2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44.6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41 152 10138 0 0,'-9'2'-139'0'0,"7"-1"725"0"0,-1-1-1 0 0,1 1 1 0 0,-1-1 0 0 0,1 1-1 0 0,-1 0 1 0 0,1 0 0 0 0,0 0-1 0 0,-1 0 1 0 0,1 0 0 0 0,-3 2-1 0 0,5-2-436 0 0,0 0 0 0 0,-1 0 0 0 0,1 0 0 0 0,0 1 0 0 0,-1-1 0 0 0,1 0 0 0 0,0 0 0 0 0,0 0 0 0 0,0 0 0 0 0,0 0 0 0 0,0 0 0 0 0,0 0 0 0 0,0 0-1 0 0,0 0 1 0 0,1 0 0 0 0,-1 0 0 0 0,0 0 0 0 0,1 0 0 0 0,-1 0 0 0 0,0 0 0 0 0,1 0 0 0 0,0 0 0 0 0,-1 0 0 0 0,1 0 0 0 0,-1 0 0 0 0,1 0 0 0 0,0 0 0 0 0,1 1-1 0 0,21 30 278 0 0,2-1-1 0 0,1-1 1 0 0,2-2-1 0 0,42 36 1 0 0,-67-61-402 0 0,1-1 0 0 0,0 1 0 0 0,0 0 0 0 0,0-1 0 0 0,0 0 0 0 0,0 1 0 0 0,7 1 0 0 0,-10-4-12 0 0,0 0 0 0 0,0 1 0 0 0,0-1 0 0 0,0 0 0 0 0,0 0 0 0 0,0 0 0 0 0,0 0 0 0 0,0 0 0 0 0,0-1 0 0 0,0 1 0 0 0,0 0 0 0 0,0 0 0 0 0,0-1 0 0 0,0 1 0 0 0,0-1 0 0 0,0 1 0 0 0,0 0 0 0 0,0-1 0 0 0,0 0 0 0 0,0 1 0 0 0,-1-1 0 0 0,1 0 0 0 0,0 1 1 0 0,0-1-1 0 0,-1 0 0 0 0,1 0 0 0 0,-1 1 0 0 0,1-1 0 0 0,-1 0 0 0 0,1 0 0 0 0,-1 0 0 0 0,1 0 0 0 0,-1 0 0 0 0,0 0 0 0 0,1 0 0 0 0,-1 0 0 0 0,0 0 0 0 0,0 0 0 0 0,0-2 0 0 0,6-28 161 0 0,-2 0-1 0 0,-1-1 1 0 0,-3-47 0 0 0,-1 49-525 0 0,2 0 1 0 0,0 1-1 0 0,3-1 1 0 0,7-35-1 0 0,-5 43-449 0 0</inkml:trace>
</inkml:ink>
</file>

<file path=ppt/ink/ink2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45.1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5 386 8002 0 0,'-1'-1'111'0'0,"1"-1"0"0"0,-1 0 1 0 0,0 1-1 0 0,1-1 1 0 0,-1 0-1 0 0,1 1 0 0 0,0-1 1 0 0,0 0-1 0 0,0 1 1 0 0,-1-1-1 0 0,2 0 0 0 0,-1 0 1 0 0,0 1-1 0 0,0-1 0 0 0,0 0 1 0 0,1 1-1 0 0,-1-1 1 0 0,2-2-1 0 0,15-37 4082 0 0,-8 20-2721 0 0,2-7-857 0 0,-1-1 0 0 0,-1 0 0 0 0,-1 0 0 0 0,-2-1-1 0 0,-2 0 1 0 0,3-58 0 0 0,-7 87-608 0 0,0-1-1 0 0,0 1 1 0 0,0 0 0 0 0,0-1 0 0 0,0 1-1 0 0,0 0 1 0 0,0 0 0 0 0,-1-1 0 0 0,1 1-1 0 0,-1 0 1 0 0,1 0 0 0 0,-1-1 0 0 0,1 1-1 0 0,-1 0 1 0 0,1 0 0 0 0,-1 0-1 0 0,0 0 1 0 0,0 0 0 0 0,-1-2 0 0 0,1 3-21 0 0,0 0 1 0 0,1 0 0 0 0,-1 0 0 0 0,0 0-1 0 0,1-1 1 0 0,-1 1 0 0 0,0 0 0 0 0,0 1-1 0 0,1-1 1 0 0,-1 0 0 0 0,0 0-1 0 0,1 0 1 0 0,-1 0 0 0 0,0 0 0 0 0,0 1-1 0 0,1-1 1 0 0,-1 0 0 0 0,0 1 0 0 0,1-1-1 0 0,-1 0 1 0 0,1 1 0 0 0,-1-1-1 0 0,0 1 1 0 0,0 0 0 0 0,-3 3-139 0 0,0 0 0 0 0,1 0 1 0 0,-1 0-1 0 0,1 0 0 0 0,0 1 0 0 0,0-1 1 0 0,-4 9-1 0 0,3-4-53 0 0,1-1 0 0 0,1 1-1 0 0,0-1 1 0 0,0 1 0 0 0,0 0 0 0 0,1 0 0 0 0,1 0 0 0 0,-1 0-1 0 0,1-1 1 0 0,1 1 0 0 0,0 0 0 0 0,3 16 0 0 0,-3-21 233 0 0,1 0 1 0 0,-1 0-1 0 0,1-1 1 0 0,-1 1 0 0 0,1-1-1 0 0,0 1 1 0 0,0-1-1 0 0,1 0 1 0 0,-1 0 0 0 0,1 0-1 0 0,-1 0 1 0 0,1 0-1 0 0,0 0 1 0 0,0-1 0 0 0,0 1-1 0 0,0-1 1 0 0,1 0-1 0 0,-1 0 1 0 0,1 0-1 0 0,-1-1 1 0 0,1 1 0 0 0,0-1-1 0 0,0 0 1 0 0,-1 0-1 0 0,1 0 1 0 0,0 0 0 0 0,0-1-1 0 0,0 1 1 0 0,0-1-1 0 0,0 0 1 0 0,5-1 0 0 0,2 0-337 0 0,1-1 0 0 0,0-1 1 0 0,-1 1-1 0 0,1-2 1 0 0,-1 0-1 0 0,0 0 0 0 0,0-1 1 0 0,17-10-1 0 0,-9 4-4901 0 0</inkml:trace>
</inkml:ink>
</file>

<file path=ppt/ink/ink2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45.9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27 133 8754 0 0,'-3'-2'774'0'0,"1"0"0"0"0,-1 0 0 0 0,0 0 0 0 0,1 0 0 0 0,-1 0 0 0 0,1 0 0 0 0,0-1 0 0 0,0 1 0 0 0,-3-11 3066 0 0,5 13-3775 0 0,18 8 1393 0 0,-8-1-1302 0 0,-1 0 0 0 0,0 1 1 0 0,0 0-1 0 0,0 1 0 0 0,-1 0 0 0 0,-1 0 0 0 0,10 16 0 0 0,42 77-316 0 0,-49-81 106 0 0,-8-17 31 0 0,0-1 0 0 0,0 1 1 0 0,-1-1-1 0 0,0 1 0 0 0,1-1 0 0 0,-2 1 0 0 0,2 7 0 0 0,-20-34 917 0 0,11 9-830 0 0,1 0-1 0 0,1 0 1 0 0,-1 0 0 0 0,2-1 0 0 0,0 1 0 0 0,1-1-1 0 0,1 0 1 0 0,-2-28 0 0 0,4 33-442 0 0,0 1 1 0 0,1-1-1 0 0,0 0 1 0 0,0 0-1 0 0,1 0 1 0 0,0 0-1 0 0,1 1 1 0 0,0-1-1 0 0,0 1 1 0 0,1 0-1 0 0,1 0 0 0 0,-1 0 1 0 0,1 1-1 0 0,9-13 1 0 0,2 5-6209 0 0</inkml:trace>
</inkml:ink>
</file>

<file path=ppt/ink/ink2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46.3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171 0 7834 0 0,'-7'1'484'0'0,"-1"0"0"0"0,1 1 1 0 0,0-1-1 0 0,-1 1 0 0 0,1 1 1 0 0,0 0-1 0 0,0 0 0 0 0,1 0 1 0 0,-1 1-1 0 0,1-1 0 0 0,-1 2 1 0 0,1-1-1 0 0,0 1 0 0 0,1 0 1 0 0,-9 9-1 0 0,9-9-215 0 0,-1 1 1 0 0,1 0-1 0 0,0 0 1 0 0,1 1-1 0 0,-1-1 1 0 0,1 1-1 0 0,1 0 1 0 0,-1 0-1 0 0,1 1 1 0 0,0-1-1 0 0,1 1 1 0 0,0-1-1 0 0,0 1 1 0 0,-1 13 0 0 0,3-17-226 0 0,1-1 0 0 0,-1 1 0 0 0,1-1 0 0 0,0 0 1 0 0,0 1-1 0 0,0-1 0 0 0,0 0 0 0 0,0 0 0 0 0,1 1 1 0 0,-1-1-1 0 0,1 0 0 0 0,0-1 0 0 0,0 1 1 0 0,0 0-1 0 0,0 0 0 0 0,1-1 0 0 0,-1 1 0 0 0,1-1 1 0 0,0 0-1 0 0,-1 0 0 0 0,1 0 0 0 0,4 2 0 0 0,8 4-80 0 0,1 0-1 0 0,-1-1 0 0 0,25 7 0 0 0,10 5-174 0 0,-43-16 6 0 0,0 1 0 0 0,0-1 0 0 0,0 2 0 0 0,0-1 0 0 0,0 1 0 0 0,-1 0-1 0 0,0 1 1 0 0,0-1 0 0 0,-1 1 0 0 0,9 11 0 0 0,-13-16 216 0 0,-1-1 1 0 0,0 0-1 0 0,0 1 1 0 0,1-1 0 0 0,-1 1-1 0 0,0-1 1 0 0,0 0-1 0 0,0 1 1 0 0,0-1-1 0 0,0 1 1 0 0,1-1-1 0 0,-1 1 1 0 0,0-1 0 0 0,0 0-1 0 0,0 1 1 0 0,0-1-1 0 0,0 1 1 0 0,0-1-1 0 0,-1 1 1 0 0,1-1-1 0 0,0 0 1 0 0,0 1-1 0 0,0-1 1 0 0,0 1 0 0 0,0-1-1 0 0,-1 1 1 0 0,1-1-1 0 0,0 0 1 0 0,0 1-1 0 0,-1-1 1 0 0,1 0-1 0 0,-1 1 1 0 0,-16 5 753 0 0,-18-5 813 0 0,25-4-1774 0 0,1 1 1 0 0,-1-1-1 0 0,1-1 0 0 0,-11-5 0 0 0,19 8 49 0 0,-9-4-1163 0 0</inkml:trace>
</inkml:ink>
</file>

<file path=ppt/ink/ink2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46.6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1 199 1376 0 0,'1'0'107'0'0,"13"-3"1926"0"0,0 0 0 0 0,0-1 0 0 0,0-1 0 0 0,21-10 0 0 0,-32 14-1909 0 0,-1-1-1 0 0,1 1 1 0 0,-1-1-1 0 0,1 0 1 0 0,-1 0 0 0 0,1 0-1 0 0,-1 0 1 0 0,0 0 0 0 0,0 0-1 0 0,0-1 1 0 0,0 1 0 0 0,0-1-1 0 0,-1 1 1 0 0,1-1 0 0 0,-1 0-1 0 0,0 0 1 0 0,1 1-1 0 0,-1-1 1 0 0,-1 0 0 0 0,1 0-1 0 0,0 0 1 0 0,-1 0 0 0 0,1 0-1 0 0,-1-1 1 0 0,0 1 0 0 0,0 0-1 0 0,-1-4 1 0 0,0-1-17 0 0,-1-1 0 0 0,0 1 1 0 0,0 0-1 0 0,-7-14 0 0 0,8 19 66 0 0,0 0 1 0 0,-1 1-1 0 0,1-1 0 0 0,-1 1 0 0 0,1-1 1 0 0,-1 1-1 0 0,0 0 0 0 0,0-1 0 0 0,0 1 0 0 0,0 0 1 0 0,0 0-1 0 0,0 1 0 0 0,-1-1 0 0 0,1 0 0 0 0,-1 1 1 0 0,1-1-1 0 0,-5 0 0 0 0,7 2-78 0 0,0 1 0 0 0,-1-1 0 0 0,1 1 0 0 0,0-1 0 0 0,-1 1 0 0 0,1-1 0 0 0,0 1 0 0 0,0 0 0 0 0,-1-1 0 0 0,1 1 0 0 0,0 0 0 0 0,0-1 0 0 0,0 1 0 0 0,0 0 0 0 0,0-1 0 0 0,0 1 0 0 0,0 0 0 0 0,0-1 0 0 0,0 1 0 0 0,0-1 1 0 0,1 1-1 0 0,-1 0 0 0 0,0-1 0 0 0,0 1 0 0 0,0 0 0 0 0,1-1 0 0 0,-1 1 0 0 0,0-1 0 0 0,1 1 0 0 0,7 24 335 0 0,-4-16-424 0 0,5 14 296 0 0,1 0 1 0 0,14 24-1 0 0,-20-41-516 0 0,0 0 0 0 0,0-1-1 0 0,0 1 1 0 0,1-1 0 0 0,0 1-1 0 0,0-2 1 0 0,0 1 0 0 0,1 0 0 0 0,0-1-1 0 0,0 0 1 0 0,0 0 0 0 0,7 3-1 0 0,6-1-7082 0 0</inkml:trace>
</inkml:ink>
</file>

<file path=ppt/ink/ink2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47.1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62 24 10138 0 0,'-2'-2'-60'0'0,"1"-1"493"0"0,-1 1 0 0 0,0 0 1 0 0,-1-1-1 0 0,1 1 0 0 0,0 0 0 0 0,-1 0 1 0 0,1 0-1 0 0,-4-1 0 0 0,-5 4 2500 0 0,1 16-1175 0 0,6-4-1575 0 0,0 1-1 0 0,2 0 1 0 0,-1 0-1 0 0,2 0 1 0 0,0 1 0 0 0,0-1-1 0 0,2 0 1 0 0,0 0-1 0 0,0 1 1 0 0,1-1 0 0 0,1 0-1 0 0,0 0 1 0 0,1-1-1 0 0,1 1 1 0 0,0-1-1 0 0,1 0 1 0 0,0 0 0 0 0,1 0-1 0 0,0-1 1 0 0,1 0-1 0 0,1-1 1 0 0,-1 0 0 0 0,17 15-1 0 0,-16-18-150 0 0,0-1 0 0 0,0 0-1 0 0,1-1 1 0 0,0 0-1 0 0,1-1 1 0 0,-1 0 0 0 0,1 0-1 0 0,0-1 1 0 0,0-1-1 0 0,1 0 1 0 0,-1 0 0 0 0,1-1-1 0 0,14 1 1 0 0,-20-3-47 0 0,0 0 0 0 0,1 0 0 0 0,-1-1 0 0 0,0 1 0 0 0,0-1 0 0 0,0-1 0 0 0,0 1-1 0 0,0-1 1 0 0,0 0 0 0 0,0 0 0 0 0,-1-1 0 0 0,1 0 0 0 0,-1 0 0 0 0,0 0 0 0 0,1 0 0 0 0,-2-1 0 0 0,1 0 0 0 0,0 0 0 0 0,-1 0 0 0 0,1-1 0 0 0,-1 0 0 0 0,-1 1 0 0 0,1-2-1 0 0,-1 1 1 0 0,1 0 0 0 0,2-8 0 0 0,1-3-442 0 0</inkml:trace>
</inkml:ink>
</file>

<file path=ppt/ink/ink2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47.3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10594 0 0,'2'3'507'0'0,"-1"-1"0"0"0,1 0-1 0 0,-1 0 1 0 0,0 1 0 0 0,0-1-1 0 0,0 0 1 0 0,0 1 0 0 0,0-1-1 0 0,-1 1 1 0 0,1-1 0 0 0,-1 1-1 0 0,1 3 1 0 0,0 41 1541 0 0,-1-22-1111 0 0,3 1-1377 0 0,9 36 1 0 0,1 5-922 0 0,-13-64 1415 0 0</inkml:trace>
</inkml:ink>
</file>

<file path=ppt/ink/ink2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47.4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91 9674 0 0,'-4'-17'424'0'0,"3"8"96"0"0,-1 0-416 0 0,2 2-104 0 0,0 2 0 0 0,2 2 0 0 0,-1-1 480 0 0,0-2 81 0 0,3-4 15 0 0,1 1 0 0 0,3 0-944 0 0,-1 7-184 0 0,0 4-41 0 0,1 7-7 0 0,5 5 464 0 0,-3 5 136 0 0,1 1-64 0 0</inkml:trace>
</inkml:ink>
</file>

<file path=ppt/ink/ink2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47.8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294 21 10594 0 0,'-3'-3'181'0'0,"0"1"0"0"0,-1 0-1 0 0,0-1 1 0 0,0 2-1 0 0,0-1 1 0 0,1 0 0 0 0,-1 1-1 0 0,-1 0 1 0 0,1 0 0 0 0,0 0-1 0 0,0 0 1 0 0,0 1-1 0 0,-1-1 1 0 0,1 1 0 0 0,0 0-1 0 0,0 1 1 0 0,0-1 0 0 0,-1 1-1 0 0,1-1 1 0 0,0 1-1 0 0,0 1 1 0 0,0-1 0 0 0,0 1-1 0 0,-5 2 1 0 0,-5 2 69 0 0,0 1-1 0 0,1 1 1 0 0,0 0 0 0 0,0 1-1 0 0,1 0 1 0 0,0 1 0 0 0,1 0 0 0 0,0 1-1 0 0,-18 23 1 0 0,24-28-150 0 0,0 0 0 0 0,0 1 0 0 0,1 0 0 0 0,0 0 0 0 0,0 0 0 0 0,1 0 0 0 0,-1 1 1 0 0,2-1-1 0 0,-1 1 0 0 0,1 0 0 0 0,0 0 0 0 0,1 0 0 0 0,0 0 0 0 0,0 0 0 0 0,1 0 0 0 0,0 0 0 0 0,0 0 0 0 0,1 1 0 0 0,0-1 0 0 0,3 9 0 0 0,-4-14-151 0 0,1 0-1 0 0,0-1 1 0 0,0 1-1 0 0,1 0 1 0 0,-1-1-1 0 0,1 1 1 0 0,-1-1-1 0 0,1 1 1 0 0,0-1-1 0 0,0 0 1 0 0,0 0-1 0 0,0 0 1 0 0,0 0-1 0 0,0 0 1 0 0,1 0-1 0 0,-1 0 1 0 0,1-1-1 0 0,-1 1 1 0 0,1-1-1 0 0,0 0 1 0 0,-1 0-1 0 0,1 0 1 0 0,0 0-1 0 0,0 0 1 0 0,0-1-1 0 0,0 1 1 0 0,0-1-1 0 0,0 0 1 0 0,-1 0-1 0 0,1 0 1 0 0,0 0-1 0 0,0 0 1 0 0,0-1-1 0 0,3 0 1 0 0,2-1-120 0 0,-1 0-1 0 0,1 0 1 0 0,-1-1 0 0 0,1 0 0 0 0,-1 0 0 0 0,0-1-1 0 0,0 0 1 0 0,0 0 0 0 0,-1-1 0 0 0,0 0 0 0 0,9-8-1 0 0,2-7-307 0 0,-1 0 1 0 0,-2-1-1 0 0,23-41 0 0 0,8-13 1638 0 0,-44 74-976 0 0,0-1 0 0 0,0 1 0 0 0,0 0-1 0 0,0-1 1 0 0,0 1 0 0 0,0 0 0 0 0,0-1-1 0 0,1 1 1 0 0,-1 0 0 0 0,0 0 0 0 0,1 0-1 0 0,-1 0 1 0 0,1 0 0 0 0,0 0 0 0 0,-1 1-1 0 0,3-2 1 0 0,-3 2-88 0 0,0 0 0 0 0,0 0 0 0 0,0 0-1 0 0,0 0 1 0 0,0 1 0 0 0,0-1 0 0 0,0 0 0 0 0,0 0 0 0 0,0 1-1 0 0,0-1 1 0 0,0 1 0 0 0,0-1 0 0 0,0 1 0 0 0,-1-1-1 0 0,1 1 1 0 0,0-1 0 0 0,0 1 0 0 0,-1 0 0 0 0,1-1 0 0 0,0 1-1 0 0,0 1 1 0 0,5 6 100 0 0,-1 1-1 0 0,-1-1 1 0 0,1 1 0 0 0,-2 0-1 0 0,4 10 1 0 0,6 11-1289 0 0,-3-14-3858 0 0,2-1-1672 0 0</inkml:trace>
</inkml:ink>
</file>

<file path=ppt/ink/ink2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48.0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84 1 5065 0 0,'-4'2'622'0'0,"-1"1"-1"0"0,1 0 1 0 0,0 0 0 0 0,-1 0-1 0 0,1 0 1 0 0,1 1 0 0 0,-1 0-1 0 0,0-1 1 0 0,-4 7 0 0 0,4-5-60 0 0,1-1-226 0 0,-1 0 0 0 0,1 0 0 0 0,0 0 0 0 0,0 0 0 0 0,0 0 0 0 0,0 1 1 0 0,1-1-1 0 0,0 1 0 0 0,0 0 0 0 0,0 0 0 0 0,-2 9 0 0 0,4-11-244 0 0,0 1 0 0 0,0 0-1 0 0,0-1 1 0 0,1 1 0 0 0,-1-1 0 0 0,1 1-1 0 0,0-1 1 0 0,0 0 0 0 0,0 1 0 0 0,0-1 0 0 0,1 0-1 0 0,-1 1 1 0 0,1-1 0 0 0,0 0 0 0 0,0 0 0 0 0,0-1-1 0 0,5 6 1 0 0,46 48 1047 0 0,17 21 391 0 0,-62-67-1425 0 0,-1 0 0 0 0,-1 0 1 0 0,0 0-1 0 0,0 0 0 0 0,-1 1 1 0 0,6 19-1 0 0,-10-27-176 0 0,0 0 0 0 0,-1 0-1 0 0,1 1 1 0 0,-1-1 0 0 0,1 0 0 0 0,-1 1-1 0 0,0-1 1 0 0,-1 0 0 0 0,1 0 0 0 0,0 1 0 0 0,-1-1-1 0 0,0 0 1 0 0,0 0 0 0 0,0 1 0 0 0,0-1-1 0 0,0 0 1 0 0,-1 0 0 0 0,1 0 0 0 0,-1-1-1 0 0,0 1 1 0 0,0 0 0 0 0,0-1 0 0 0,-4 6-1 0 0</inkml:trace>
</inkml:ink>
</file>

<file path=ppt/ink/ink2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48.6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87 65 2304 0 0,'-5'-18'2188'0'0,"4"14"-1174"0"0,0 0 1 0 0,0-1-1 0 0,-1 1 0 0 0,1 0 0 0 0,-1 0 0 0 0,0 0 1 0 0,-5-7-1 0 0,7 10-830 0 0,-1 1 0 0 0,1-1 0 0 0,-1 1 0 0 0,1-1 0 0 0,-1 1 0 0 0,0-1-1 0 0,1 1 1 0 0,-1 0 0 0 0,0-1 0 0 0,1 1 0 0 0,-1 0 0 0 0,0 0 0 0 0,0-1 0 0 0,1 1 0 0 0,-1 0 0 0 0,0 0 0 0 0,0 0 0 0 0,1 0 0 0 0,-1 0 0 0 0,-1 0 0 0 0,0 0 53 0 0,0 1 1 0 0,0 0 0 0 0,0-1 0 0 0,0 1-1 0 0,0 0 1 0 0,0 0 0 0 0,0 0 0 0 0,1 0 0 0 0,-1 0-1 0 0,-3 3 1 0 0,3-1-57 0 0,-1 0 0 0 0,1 0 0 0 0,-1 0 0 0 0,1 0 0 0 0,0 1 0 0 0,0-1 0 0 0,1 1 1 0 0,-1-1-1 0 0,1 1 0 0 0,0-1 0 0 0,0 1 0 0 0,0 0 0 0 0,0 0 0 0 0,0 0 0 0 0,1 5 0 0 0,1 63 232 0 0,-1-65-349 0 0,1 17 38 0 0,2 0 0 0 0,0 0 0 0 0,2 0 0 0 0,0 0 0 0 0,2-1 0 0 0,11 29 0 0 0,-15-46-78 0 0,0 0 0 0 0,1 0 0 0 0,0 0 0 0 0,-1-1 0 0 0,2 1 0 0 0,-1-1 0 0 0,1 0 0 0 0,-1 0 0 0 0,1-1 0 0 0,1 1 0 0 0,8 5 0 0 0,-9-7-25 0 0,0-1 1 0 0,0 0-1 0 0,1 0 0 0 0,-1 0 0 0 0,0-1 0 0 0,1 0 0 0 0,-1 0 0 0 0,1 0 0 0 0,-1-1 0 0 0,1 1 0 0 0,0-1 1 0 0,-1-1-1 0 0,1 1 0 0 0,-1-1 0 0 0,1 0 0 0 0,6-2 0 0 0,4-2-417 0 0,1-1-1 0 0,22-12 1 0 0,-24 11-1860 0 0,0 0 1 0 0,31-8 0 0 0,-30 11-3567 0 0</inkml:trace>
</inkml:ink>
</file>

<file path=ppt/ink/ink2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49.1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59 3681 0 0,'-7'-23'2451'0'0,"6"21"-1567"0"0,1-1-1 0 0,-1 1 1 0 0,1-1-1 0 0,0 1 1 0 0,-1-1-1 0 0,1 1 1 0 0,0-1 0 0 0,1 1-1 0 0,-1 0 1 0 0,0-1-1 0 0,1 1 1 0 0,0-4-1 0 0,1 15 2374 0 0,6 11-2605 0 0,-6-15-206 0 0,8 19-43 0 0,1-1 1 0 0,0 0-1 0 0,17 24 0 0 0,-22-39-355 0 0,0 1-1 0 0,0-1 0 0 0,0-1 0 0 0,1 1 0 0 0,0-1 0 0 0,1 0 1 0 0,0-1-1 0 0,0 0 0 0 0,0 0 0 0 0,18 9 0 0 0,-22-14-65 0 0,-1 0 1 0 0,0 0-1 0 0,0-1 0 0 0,1 1 0 0 0,-1-1 0 0 0,0 0 0 0 0,1 0 1 0 0,-1 0-1 0 0,0 0 0 0 0,0-1 0 0 0,1 1 0 0 0,-1-1 1 0 0,0 0-1 0 0,0 0 0 0 0,0 0 0 0 0,1 0 0 0 0,-1-1 0 0 0,-1 1 1 0 0,1-1-1 0 0,0 0 0 0 0,0 0 0 0 0,0 0 0 0 0,-1 0 1 0 0,1 0-1 0 0,-1 0 0 0 0,2-3 0 0 0,5-5-65 0 0,0 0 0 0 0,-1-1-1 0 0,-1 1 1 0 0,0-2 0 0 0,7-14 0 0 0,-12 22 118 0 0,-1 0 0 0 0,0 0 1 0 0,0 0-1 0 0,0 0 0 0 0,-1 0 0 0 0,1 0 0 0 0,-1 0 1 0 0,0 0-1 0 0,0-1 0 0 0,-1 1 0 0 0,-1-7 0 0 0,2 7 5 0 0,-1 0-1 0 0,1-1 1 0 0,-1 1-1 0 0,1 0 0 0 0,0 0 1 0 0,1 0-1 0 0,-1 0 0 0 0,1-1 1 0 0,1-5-1 0 0,-2 10-28 0 0,0 0-1 0 0,0 0 0 0 0,0-1 1 0 0,0 1-1 0 0,0 0 0 0 0,1 0 1 0 0,-1-1-1 0 0,0 1 1 0 0,0 0-1 0 0,0 0 0 0 0,0-1 1 0 0,1 1-1 0 0,-1 0 1 0 0,0 0-1 0 0,0 0 0 0 0,0-1 1 0 0,1 1-1 0 0,-1 0 1 0 0,0 0-1 0 0,0 0 0 0 0,0 0 1 0 0,1 0-1 0 0,-1 0 1 0 0,0 0-1 0 0,1-1 0 0 0,-1 1 1 0 0,0 0-1 0 0,0 0 1 0 0,1 0-1 0 0,-1 0 0 0 0,0 0 1 0 0,0 0-1 0 0,1 0 1 0 0,-1 0-1 0 0,0 0 0 0 0,0 0 1 0 0,1 0-1 0 0,-1 1 1 0 0,0-1-1 0 0,0 0 0 0 0,1 0 1 0 0,11 11 163 0 0,7 15-62 0 0,-19-25-104 0 0,9 13-212 0 0,0-1 0 0 0,0 1 0 0 0,1-1 0 0 0,1-1 0 0 0,0 0 0 0 0,0 0 0 0 0,2-1 0 0 0,21 16 0 0 0,-19-16-1681 0 0</inkml:trace>
</inkml:ink>
</file>

<file path=ppt/ink/ink2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49.5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9 101 2745 0 0,'-9'-16'10928'0'0,"10"16"-10664"0"0,24-1 7000 0 0,-10 3-8581 0 0,-6 1 1610 0 0,1 0 0 0 0,0 0 0 0 0,-1 1 0 0 0,0 1 0 0 0,0-1 0 0 0,0 2 0 0 0,-1-1 0 0 0,14 12 0 0 0,-19-15-255 0 0,0 1 1 0 0,0-1 0 0 0,0 1-1 0 0,0-1 1 0 0,-1 1 0 0 0,1 0-1 0 0,-1 0 1 0 0,0 1-1 0 0,1-1 1 0 0,-1 0 0 0 0,-1 1-1 0 0,1-1 1 0 0,-1 1 0 0 0,1 0-1 0 0,-1-1 1 0 0,0 1-1 0 0,0 0 1 0 0,-1 0 0 0 0,1 0-1 0 0,-1 0 1 0 0,0 0 0 0 0,0-1-1 0 0,0 1 1 0 0,0 0-1 0 0,-2 5 1 0 0,2-8-29 0 0,0-1 0 0 0,0 1-1 0 0,0-1 1 0 0,0 1 0 0 0,0 0 0 0 0,0-1-1 0 0,0 1 1 0 0,-1-1 0 0 0,1 1 0 0 0,0-1-1 0 0,0 0 1 0 0,-1 1 0 0 0,1-1 0 0 0,0 1-1 0 0,-1-1 1 0 0,1 1 0 0 0,0-1 0 0 0,-1 0-1 0 0,1 1 1 0 0,-1-1 0 0 0,1 0 0 0 0,-1 1 0 0 0,1-1-1 0 0,-1 0 1 0 0,1 0 0 0 0,-1 1 0 0 0,1-1-1 0 0,-1 0 1 0 0,1 0 0 0 0,-1 0 0 0 0,1 0-1 0 0,-1 0 1 0 0,1 0 0 0 0,-1 0 0 0 0,1 0-1 0 0,-1 0 1 0 0,1 0 0 0 0,-1 0 0 0 0,1 0-1 0 0,-1 0 1 0 0,0 0 0 0 0,1 0 0 0 0,-1 0 0 0 0,1-1-1 0 0,-1 1 1 0 0,1 0 0 0 0,0 0 0 0 0,-1-1-1 0 0,1 1 1 0 0,-1 0 0 0 0,1-1 0 0 0,-1 1-1 0 0,1 0 1 0 0,0-1 0 0 0,-1 1 0 0 0,1-1-1 0 0,-1 0 1 0 0,-1-1 43 0 0,0 0 0 0 0,0-1-1 0 0,0 0 1 0 0,0 1 0 0 0,0-1-1 0 0,1 0 1 0 0,-1 0 0 0 0,-1-4-1 0 0,1-3-312 0 0,1 0 0 0 0,0 0 0 0 0,0 0 0 0 0,1 0 0 0 0,0 0 0 0 0,1 0 0 0 0,0 0 0 0 0,1 0 0 0 0,0 0 0 0 0,1 0 0 0 0,-1 0 0 0 0,2 1 0 0 0,0 0-1 0 0,0-1 1 0 0,0 1 0 0 0,1 1 0 0 0,11-17 0 0 0,-2 9-6981 0 0</inkml:trace>
</inkml:ink>
</file>

<file path=ppt/ink/ink2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50.1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11 194 5985 0 0,'-11'-35'14351'0'0,"12"34"-14113"0"0,11-1 1249 0 0,-10 4-987 0 0,-2-2-471 0 0,0 0-1 0 0,0 0 1 0 0,0 0 0 0 0,0 1-1 0 0,0-1 1 0 0,0 0 0 0 0,0 0-1 0 0,0 0 1 0 0,0 0 0 0 0,0 0 0 0 0,0 0-1 0 0,0 0 1 0 0,0 1 0 0 0,0-1-1 0 0,0 0 1 0 0,0 0 0 0 0,0 0-1 0 0,0 0 1 0 0,0 0 0 0 0,0 0-1 0 0,0 0 1 0 0,0 0 0 0 0,1 0-1 0 0,-1 1 1 0 0,0-1 0 0 0,0 0-1 0 0,0 0 1 0 0,0 0 0 0 0,0 0-1 0 0,0 0 1 0 0,0 0 0 0 0,0 0-1 0 0,0 0 1 0 0,1 0 0 0 0,-1 0 0 0 0,0 0-1 0 0,0 0 1 0 0,0 0 0 0 0,0 0-1 0 0,0 0 1 0 0,0 0 0 0 0,1 0-1 0 0,-1 0 1 0 0,0 0 0 0 0,0 0-1 0 0,0 0 1 0 0,0 0 0 0 0,0 0-1 0 0,0 0 1 0 0,0 0 0 0 0,1 0-1 0 0,-1 0 1 0 0,0 0 0 0 0,0 0-1 0 0,0 0 1 0 0,0 0 0 0 0,0 0 0 0 0,0-1-1 0 0,1 0-27 0 0,0-1 0 0 0,0 1 0 0 0,1 0-1 0 0,-1-1 1 0 0,0 1 0 0 0,0 0 0 0 0,1 0 0 0 0,-1 0-1 0 0,1 0 1 0 0,-1 0 0 0 0,1 0 0 0 0,-1 0 0 0 0,1 1-1 0 0,0-1 1 0 0,-1 0 0 0 0,1 1 0 0 0,0 0 0 0 0,0-1-1 0 0,-1 1 1 0 0,1 0 0 0 0,0 0 0 0 0,0 0 0 0 0,-1 0-1 0 0,3 0 1 0 0,-1 1-1 0 0,1 0 0 0 0,-1 0-1 0 0,0 0 1 0 0,1 1 0 0 0,-1-1-1 0 0,0 1 1 0 0,0 0 0 0 0,0 0-1 0 0,0 0 1 0 0,-1 1 0 0 0,1-1-1 0 0,3 5 1 0 0,125 143-269 0 0,-136-160 293 0 0,-1-1 1 0 0,2 1-1 0 0,-1-1 1 0 0,1 0-1 0 0,-4-20 1 0 0,4 13-15 0 0,1 6-67 0 0,0 0 0 0 0,1 0-1 0 0,0 0 1 0 0,1-1 0 0 0,1 1 0 0 0,0 0 0 0 0,1-1-1 0 0,0 1 1 0 0,4-19 0 0 0,-2 18-2266 0 0,1 1 0 0 0,9-22 0 0 0,-4 17-4827 0 0</inkml:trace>
</inkml:ink>
</file>

<file path=ppt/ink/ink2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50.8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0 267 9218 0 0,'0'0'114'0'0,"0"1"0"0"0,0-1 0 0 0,0 0 0 0 0,1 0 0 0 0,1 3 911 0 0,-2-3-911 0 0,0 0 0 0 0,0 0 0 0 0,1 1 0 0 0,-1-1 0 0 0,0 0 0 0 0,1 0 0 0 0,-1 0 0 0 0,0 0 0 0 0,0 0 0 0 0,1 0 0 0 0,-1 1 0 0 0,0-1 0 0 0,1 0 0 0 0,-1 0 0 0 0,0 0 0 0 0,1 0 0 0 0,-1 0-1 0 0,1 0 1 0 0,-1 0 0 0 0,0-1 0 0 0,1 1 0 0 0,-1 0 0 0 0,17-9 2567 0 0,12-18 451 0 0,-20 16-2815 0 0,0-2 0 0 0,-1 1 0 0 0,0-1 0 0 0,-1 0-1 0 0,0 0 1 0 0,6-20 0 0 0,-11 27-323 0 0,0-1 0 0 0,0 1 0 0 0,0-1 0 0 0,-1 0 0 0 0,0 0 0 0 0,0 0 0 0 0,-1 0 0 0 0,0 1 0 0 0,0-1 0 0 0,-1 0 0 0 0,0 0 0 0 0,0 0 0 0 0,0 0 0 0 0,-1 1 0 0 0,-4-13 0 0 0,6 19-28 0 0,0-1 0 0 0,0 1 1 0 0,0 0-1 0 0,-1-1 1 0 0,1 1-1 0 0,0 0 0 0 0,0-1 1 0 0,0 1-1 0 0,0 0 1 0 0,0-1-1 0 0,-1 1 1 0 0,1 0-1 0 0,0 0 0 0 0,0-1 1 0 0,0 1-1 0 0,-1 0 1 0 0,1 0-1 0 0,0-1 0 0 0,0 1 1 0 0,-1 0-1 0 0,1 0 1 0 0,0 0-1 0 0,-1 0 1 0 0,1-1-1 0 0,0 1 0 0 0,0 0 1 0 0,-1 0-1 0 0,1 0 1 0 0,0 0-1 0 0,-1 0 1 0 0,1 0-1 0 0,0 0 0 0 0,-1 0 1 0 0,1 0-1 0 0,0 0 1 0 0,-1 0-1 0 0,1 0 0 0 0,-7 12-899 0 0,0 20-13 0 0,6-21 887 0 0,1 1 0 0 0,0-1 0 0 0,0 1-1 0 0,1-1 1 0 0,1 1 0 0 0,0-1 0 0 0,6 19 0 0 0,-7-26 21 0 0,0 0-1 0 0,1 0 1 0 0,-1 0 0 0 0,1 0 0 0 0,0 0-1 0 0,0 0 1 0 0,0-1 0 0 0,0 1 0 0 0,1-1-1 0 0,-1 0 1 0 0,1 0 0 0 0,0 0 0 0 0,0 0-1 0 0,0 0 1 0 0,1 0 0 0 0,-1-1 0 0 0,0 0-1 0 0,1 1 1 0 0,0-1 0 0 0,-1-1 0 0 0,1 1-1 0 0,0 0 1 0 0,0-1 0 0 0,6 2 0 0 0,-8-4-68 0 0,-1 1 1 0 0,1 0-1 0 0,-1 0 1 0 0,0-1 0 0 0,1 1-1 0 0,-1-1 1 0 0,1 1 0 0 0,-1-1-1 0 0,0 1 1 0 0,0-1-1 0 0,1 0 1 0 0,-1 0 0 0 0,0 0-1 0 0,0 1 1 0 0,0-1-1 0 0,0 0 1 0 0,0 0 0 0 0,0-1-1 0 0,2-1 1 0 0,18-29 404 0 0,-14 19-289 0 0,9-10 499 0 0,35-38 0 0 0,-45 54-310 0 0,0 1 0 0 0,0 0-1 0 0,1 1 1 0 0,0-1 0 0 0,0 2 0 0 0,0-1-1 0 0,1 1 1 0 0,-1 0 0 0 0,1 0-1 0 0,11-3 1 0 0,-16 6-85 0 0,0 1-1 0 0,0-1 0 0 0,0 1 1 0 0,0 0-1 0 0,0 0 1 0 0,0 0-1 0 0,1 0 0 0 0,-1 0 1 0 0,0 1-1 0 0,0 0 1 0 0,-1-1-1 0 0,1 1 0 0 0,0 0 1 0 0,0 0-1 0 0,0 1 1 0 0,2 1-1 0 0,0 0 36 0 0,0 0 1 0 0,0 1-1 0 0,0 0 0 0 0,-1 0 1 0 0,0 0-1 0 0,0 1 0 0 0,6 8 0 0 0,-2-1-198 0 0,0 1-1 0 0,-2-1 1 0 0,1 1-1 0 0,-2 1 1 0 0,1-1-1 0 0,2 15 0 0 0,-6-40-160 0 0,1-1-1 0 0,0 1 0 0 0,1 0 1 0 0,0 0-1 0 0,10-19 0 0 0,-11 27 321 0 0,-1-1 0 0 0,1 0 0 0 0,0 1 0 0 0,0 0 0 0 0,0-1 0 0 0,1 1 0 0 0,-1 0 0 0 0,1 1 0 0 0,0-1 0 0 0,0 1 0 0 0,7-5 0 0 0,-9 7-63 0 0,0 0-1 0 0,0 0 1 0 0,0 0-1 0 0,1 0 1 0 0,-1 0-1 0 0,0 1 0 0 0,0-1 1 0 0,0 1-1 0 0,1-1 1 0 0,-1 1-1 0 0,0 0 0 0 0,0 0 1 0 0,1 0-1 0 0,-1 0 1 0 0,0 1-1 0 0,0-1 0 0 0,1 0 1 0 0,-1 1-1 0 0,0 0 1 0 0,0-1-1 0 0,0 1 1 0 0,0 0-1 0 0,0 0 0 0 0,0 0 1 0 0,0 0-1 0 0,0 1 1 0 0,0-1-1 0 0,0 0 0 0 0,1 3 1 0 0,14 11-113 0 0,0 0 1 0 0,27 17 0 0 0,-34-26-1270 0 0,0-1 0 0 0,1 0 0 0 0,18 7 0 0 0</inkml:trace>
</inkml:ink>
</file>

<file path=ppt/ink/ink2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51.0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9218 0 0,'9'11'1142'0'0,"-2"-1"0"0"0,1 2 0 0 0,-1-1-1 0 0,-1 1 1 0 0,0-1 0 0 0,-1 2 0 0 0,4 13 0 0 0,11 21 1405 0 0,75 124 1479 0 0,-42-82-4695 0 0,-6 2-6040 0 0,-35-64-829 0 0</inkml:trace>
</inkml:ink>
</file>

<file path=ppt/ink/ink2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51.6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39 162 7370 0 0,'-2'0'-198'0'0,"-34"-4"11961"0"0,36 4-11672 0 0,18-11 1689 0 0,109-63 625 0 0,-33 18-4097 0 0,-64 39-6008 0 0</inkml:trace>
</inkml:ink>
</file>

<file path=ppt/ink/ink2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19.5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0 287 8754 0 0,'10'20'3096'0'0,"26"51"-3392"0"0,-2 37 986 0 0,-21-63 2 0 0,2 0 0 0 0,2-2 0 0 0,29 56 1 0 0,120 146 87 0 0,21-12 282 0 0,-69-90-785 0 0,-76-91-347 0 0,2-1 0 0 0,3-2 0 0 0,90 73 0 0 0,-119-108 43 0 0,53 40 186 0 0,81 46-1 0 0,-126-85-57 0 0,1-1-1 0 0,0-2 1 0 0,1-1 0 0 0,0-1 0 0 0,1-1-1 0 0,0-2 1 0 0,31 4 0 0 0,-40-8-24 0 0,0-2-1 0 0,0-1 1 0 0,0 0 0 0 0,0-2-1 0 0,0 0 1 0 0,-1-1 0 0 0,37-11-1 0 0,-23 3 61 0 0,-1-2 0 0 0,0-1-1 0 0,50-32 1 0 0,-39 18-6 0 0,-2-2 0 0 0,-1-1 0 0 0,-1-3 0 0 0,-2 0 0 0 0,-1-3 0 0 0,-2-1 0 0 0,53-77 0 0 0,177-218 333 0 0,-225 284-475 0 0,-3 0-1 0 0,-2-3 0 0 0,53-107 0 0 0,54-181 504 0 0,-57 127 48 0 0,-30 79-1124 0 0,-26 42-5606 0 0</inkml:trace>
</inkml:ink>
</file>

<file path=ppt/ink/ink2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24.8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273 113 4145 0 0,'-2'-4'299'0'0,"0"0"-1"0"0,0-1 1 0 0,1 1-1 0 0,-1-1 1 0 0,1 1 0 0 0,0-1-1 0 0,0-4 1 0 0,0 4-46 0 0,0 0 1 0 0,0-1-1 0 0,-1 2 1 0 0,1-1-1 0 0,-1 0 1 0 0,-4-9-1 0 0,4 12-137 0 0,1 0-1 0 0,-1 0 0 0 0,1 0 1 0 0,-1 0-1 0 0,1 0 0 0 0,-1 0 1 0 0,0 1-1 0 0,0-1 0 0 0,0 1 1 0 0,0-1-1 0 0,0 1 0 0 0,0 0 1 0 0,-1 0-1 0 0,1 0 0 0 0,0 0 1 0 0,-1 0-1 0 0,1 0 0 0 0,0 0 1 0 0,-4 0-1 0 0,2 1-27 0 0,1 0 0 0 0,-1 1 0 0 0,0-1 0 0 0,0 0 0 0 0,0 1 0 0 0,1 0 0 0 0,-1 0 0 0 0,1 0 0 0 0,-1 0 0 0 0,1 1 0 0 0,-6 2 0 0 0,0 2-53 0 0,0 0-1 0 0,0 0 0 0 0,1 1 1 0 0,0 0-1 0 0,0 1 1 0 0,0-1-1 0 0,-12 18 1 0 0,10-9 59 0 0,0 2 1 0 0,1-1 0 0 0,1 1 0 0 0,0 0-1 0 0,1 1 1 0 0,2-1 0 0 0,-7 32 0 0 0,10-35 184 0 0,0 0 1 0 0,0 0-1 0 0,2 0 1 0 0,0 0-1 0 0,0-1 1 0 0,2 1-1 0 0,0 0 1 0 0,0 0-1 0 0,1-1 1 0 0,9 25-1 0 0,-9-33-127 0 0,-1 0 0 0 0,1 0 0 0 0,0-1-1 0 0,1 1 1 0 0,-1-1 0 0 0,1 0 0 0 0,0 0-1 0 0,1 0 1 0 0,-1 0 0 0 0,1 0-1 0 0,0-1 1 0 0,0 0 0 0 0,0 0 0 0 0,12 6-1 0 0,-9-7-41 0 0,0 0 0 0 0,0 0 0 0 0,0-1 0 0 0,0 0 0 0 0,0-1 0 0 0,1 1 0 0 0,-1-2 0 0 0,1 1-1 0 0,-1-1 1 0 0,12-1 0 0 0,2-2-323 0 0,1-2 0 0 0,-1 0 0 0 0,0-1 0 0 0,0-1 0 0 0,-1-1 0 0 0,0-2 0 0 0,32-17 0 0 0,1-7-3875 0 0,-38 23-966 0 0</inkml:trace>
</inkml:ink>
</file>

<file path=ppt/ink/ink2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25.2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13363 0 0,'27'37'2078'0'0,"-16"-18"-1853"0"0,0 1 0 0 0,-1 0 0 0 0,-1 1 0 0 0,8 28 0 0 0,17 88-95 0 0,-23-86-222 0 0,28 79 0 0 0,-11-58-2144 0 0,-19-51-2958 0 0</inkml:trace>
</inkml:ink>
</file>

<file path=ppt/ink/ink2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26.1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76 4609 0 0,'-12'-1'1727'0'0,"29"-1"1096"0"0,-4 1-2844 0 0,130-33 2255 0 0,-113 25-1845 0 0,0 1 0 0 0,1 1 0 0 0,0 2 0 0 0,63-3 1 0 0,-90 8-385 0 0,1 0 1 0 0,-1 0 0 0 0,1 1 0 0 0,-1 0 0 0 0,1-1 0 0 0,-1 2 0 0 0,0-1 0 0 0,1 0 0 0 0,-1 1 0 0 0,0 0 0 0 0,0 0 0 0 0,0 0 0 0 0,0 1 0 0 0,0-1 0 0 0,-1 1 0 0 0,6 4 0 0 0,-7-3-56 0 0,1-1 0 0 0,-1 1 1 0 0,0-1-1 0 0,0 1 1 0 0,0 0-1 0 0,0 0 0 0 0,-1 0 1 0 0,0 0-1 0 0,0 0 0 0 0,0 0 1 0 0,0 0-1 0 0,0 0 0 0 0,-1 0 1 0 0,0 0-1 0 0,0 1 1 0 0,0-1-1 0 0,-2 8 0 0 0,0 1-298 0 0,-1 1 0 0 0,0-1 0 0 0,-7 16 0 0 0,-6 21 569 0 0,16-49-206 0 0,0 0 0 0 0,0 0-1 0 0,0 0 1 0 0,1 0 0 0 0,-1 0-1 0 0,0 0 1 0 0,0 0 0 0 0,1 0-1 0 0,-1 0 1 0 0,0 0 0 0 0,1 0-1 0 0,-1-1 1 0 0,1 1 0 0 0,-1 0-1 0 0,1 0 1 0 0,-1 0-1 0 0,1-1 1 0 0,0 1 0 0 0,-1 0-1 0 0,1-1 1 0 0,0 1 0 0 0,0 0-1 0 0,0-1 1 0 0,-1 1 0 0 0,1-1-1 0 0,0 1 1 0 0,0-1 0 0 0,0 0-1 0 0,0 1 1 0 0,0-1 0 0 0,0 0-1 0 0,0 1 1 0 0,0-1 0 0 0,0 0-1 0 0,0 0 1 0 0,1 0-1 0 0,47 5-235 0 0,-36-4 406 0 0,-8-1-150 0 0,1 0-1 0 0,-1 1 1 0 0,1 0 0 0 0,-1 1-1 0 0,1-1 1 0 0,-1 1 0 0 0,0 0-1 0 0,0 0 1 0 0,0 1 0 0 0,0-1-1 0 0,6 5 1 0 0,-10-6-15 0 0,1 0 0 0 0,-1 1 0 0 0,0-1 0 0 0,0 0-1 0 0,0 0 1 0 0,0 1 0 0 0,0-1 0 0 0,0 1 0 0 0,-1-1 0 0 0,1 1 0 0 0,0-1 0 0 0,-1 1 0 0 0,1-1 0 0 0,-1 1 0 0 0,1-1-1 0 0,-1 4 1 0 0,0-2 27 0 0,0-1-1 0 0,0 1 1 0 0,-1 0-1 0 0,1 0 1 0 0,-1-1-1 0 0,0 1 1 0 0,0 0-1 0 0,0-1 1 0 0,0 1-1 0 0,0-1 1 0 0,-1 1-1 0 0,-2 4 1 0 0,-3 2 182 0 0,0-1 0 0 0,-1 1 0 0 0,1-1 0 0 0,-2 0 1 0 0,1-1-1 0 0,-1 0 0 0 0,-11 6 0 0 0,-74 39 1563 0 0,45-26-978 0 0,-83 43-742 0 0,117-60-6392 0 0</inkml:trace>
</inkml:ink>
</file>

<file path=ppt/ink/ink2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20.2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864 3 10138 0 0,'-8'-2'236'0'0,"1"2"0"0"0,0-1 0 0 0,-1 1 0 0 0,1 0 0 0 0,0 1 0 0 0,-1 0 0 0 0,1 0 1 0 0,0 0-1 0 0,0 1 0 0 0,0 0 0 0 0,0 0 0 0 0,0 1 0 0 0,0 0 0 0 0,-12 7 0 0 0,3 0-221 0 0,0 1 0 0 0,0 0 0 0 0,1 1 1 0 0,-21 22-1 0 0,-6 15 171 0 0,1 3 1 0 0,3 1-1 0 0,-36 67 1 0 0,25-39 191 0 0,-157 252 3078 0 0,181-289-3161 0 0,1 1 1 0 0,3 1 0 0 0,1 0 0 0 0,3 2-1 0 0,1 0 1 0 0,3 1 0 0 0,2 0 0 0 0,-7 79-1 0 0,15-92-415 0 0,2-18-68 0 0,0 0-1 0 0,-1-1 1 0 0,-1 1-1 0 0,-1-1 1 0 0,-8 24 0 0 0,8-32-1497 0 0</inkml:trace>
</inkml:ink>
</file>

<file path=ppt/ink/ink2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20.8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23 5529 0 0,'42'-15'4105'0'0,"-20"12"-3715"0"0,0 1-1 0 0,0 0 0 0 0,1 2 1 0 0,-1 0-1 0 0,0 2 1 0 0,0 0-1 0 0,0 1 1 0 0,27 9-1 0 0,21 9 923 0 0,79 35 0 0 0,-61-21-459 0 0,1 1-37 0 0,-2 4 0 0 0,143 90 1 0 0,-121-57-580 0 0,147 129 0 0 0,-188-138 42 0 0,70 84 0 0 0,49 82 616 0 0,24 28-1716 0 0,-185-234-1860 0 0</inkml:trace>
</inkml:ink>
</file>

<file path=ppt/ink/ink2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21.5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364 1 4609 0 0,'-2'0'149'0'0,"0"1"0"0"0,0-1-1 0 0,0 1 1 0 0,0-1 0 0 0,0 1 0 0 0,0 0 0 0 0,0 0-1 0 0,0 0 1 0 0,0 0 0 0 0,0 0 0 0 0,1 0 0 0 0,-1 0-1 0 0,-3 3 1 0 0,-5 4 194 0 0,-177 141 7730 0 0,90-66-4712 0 0,97-83-3360 0 0,-6 5 22 0 0,0 0 1 0 0,0 0 0 0 0,0 1-1 0 0,-5 7 1 0 0,7-6-440 0 0</inkml:trace>
</inkml:ink>
</file>

<file path=ppt/ink/ink2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22.9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1 267 12443 0 0,'0'-1'132'0'0,"0"0"1"0"0,0 0 0 0 0,0-1 0 0 0,0 1 0 0 0,0 0-1 0 0,0 0 1 0 0,0 0 0 0 0,0 0 0 0 0,0-1-1 0 0,0 1 1 0 0,1 0 0 0 0,-1 0 0 0 0,1 0-1 0 0,-1 0 1 0 0,1 0 0 0 0,-1 0 0 0 0,1 0 0 0 0,-1 0-1 0 0,1 0 1 0 0,0 0 0 0 0,0 0 0 0 0,-1 0-1 0 0,1 0 1 0 0,0 1 0 0 0,0-1 0 0 0,0 0 0 0 0,0 0-1 0 0,0 1 1 0 0,0-1 0 0 0,1 0 0 0 0,2-1-82 0 0,-1 0-1 0 0,0 0 1 0 0,0 0 0 0 0,1 1 0 0 0,-1-1 0 0 0,1 1 0 0 0,0 0 0 0 0,6-1 0 0 0,-5 2-12 0 0,0 1-1 0 0,1-1 1 0 0,-1 1 0 0 0,0 1 0 0 0,1-1-1 0 0,-1 1 1 0 0,0 0 0 0 0,0 0-1 0 0,0 0 1 0 0,-1 1 0 0 0,1 0-1 0 0,0 0 1 0 0,-1 0 0 0 0,0 0 0 0 0,0 1-1 0 0,0 0 1 0 0,0 0 0 0 0,4 5-1 0 0,8 10 289 0 0,-1 2-1 0 0,19 32 0 0 0,-29-45-254 0 0,28 53 272 0 0,-21-38-214 0 0,1 1 1 0 0,0-2 0 0 0,22 27 0 0 0,-34-48-78 0 0,0 0 1 0 0,0 0 0 0 0,-1 0-1 0 0,1 0 1 0 0,0 0 0 0 0,0 0-1 0 0,0 0 1 0 0,0-1 0 0 0,0 1-1 0 0,0 0 1 0 0,0-1 0 0 0,0 1-1 0 0,0 0 1 0 0,1-1 0 0 0,-1 1-1 0 0,0-1 1 0 0,0 0 0 0 0,0 1-1 0 0,1-1 1 0 0,-1 0 0 0 0,0 0-1 0 0,1 0 1 0 0,-1 0 0 0 0,0 0-1 0 0,0 0 1 0 0,1 0 0 0 0,-1 0-1 0 0,0-1 1 0 0,0 1 0 0 0,1 0-1 0 0,-1-1 1 0 0,0 1 0 0 0,0-1-1 0 0,0 1 1 0 0,0-1 0 0 0,0 0-1 0 0,1 1 1 0 0,-1-1 0 0 0,0 0-1 0 0,-1 0 1 0 0,1 0 0 0 0,0 1-1 0 0,0-1 1 0 0,0 0 0 0 0,0-2-1 0 0,6-5 96 0 0,-1-1 1 0 0,-1 0-1 0 0,0-1 0 0 0,6-14 0 0 0,-4 9-117 0 0,69-158 199 0 0,-2 6-1026 0 0,-16 59-2938 0 0,-40 81-3115 0 0</inkml:trace>
</inkml:ink>
</file>

<file path=ppt/ink/ink2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23.4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 13363 0 0,'-1'1'89'0'0,"0"0"0"0"0,0 1 0 0 0,1-1-1 0 0,-1 0 1 0 0,1 1 0 0 0,-1-1 0 0 0,1 0 0 0 0,-1 1 0 0 0,1-1 0 0 0,0 1 0 0 0,0-1 0 0 0,0 0-1 0 0,-1 1 1 0 0,2-1 0 0 0,-1 1 0 0 0,0-1 0 0 0,0 1 0 0 0,0-1 0 0 0,1 0 0 0 0,-1 1 0 0 0,0-1 0 0 0,1 0-1 0 0,-1 1 1 0 0,1-1 0 0 0,1 2 0 0 0,22 46 368 0 0,-15-32-96 0 0,14 36-171 0 0,-4 1 1 0 0,19 75 0 0 0,-34-105-2477 0 0</inkml:trace>
</inkml:ink>
</file>

<file path=ppt/ink/ink2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23.9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53 144 3681 0 0,'-52'-80'3949'0'0,"52"79"-3832"0"0,0 0 0 0 0,1 0 1 0 0,-1 0-1 0 0,1 0 1 0 0,-1 0-1 0 0,1 0 0 0 0,0 0 1 0 0,-1 0-1 0 0,1 0 0 0 0,0 0 1 0 0,-1 1-1 0 0,1-1 1 0 0,0 0-1 0 0,0 0 0 0 0,0 1 1 0 0,0-1-1 0 0,0 1 0 0 0,0-1 1 0 0,-1 1-1 0 0,1-1 1 0 0,1 1-1 0 0,-1-1 0 0 0,0 1 1 0 0,1 0-1 0 0,36-16 2110 0 0,-34 14-2031 0 0,12-4 43 0 0,0 1 1 0 0,0 0 0 0 0,0 1 0 0 0,1 1-1 0 0,0 1 1 0 0,-1 0 0 0 0,1 1 0 0 0,0 1-1 0 0,0 1 1 0 0,-1 0 0 0 0,1 1-1 0 0,0 0 1 0 0,-1 2 0 0 0,1 0 0 0 0,24 10-1 0 0,-37-12-226 0 0,-1-1 0 0 0,0 1 0 0 0,0-1-1 0 0,0 1 1 0 0,0 0 0 0 0,0 0 0 0 0,-1 0-1 0 0,1 1 1 0 0,0-1 0 0 0,-1 1 0 0 0,0-1 0 0 0,0 1-1 0 0,0 0 1 0 0,0 0 0 0 0,0 0 0 0 0,0 0-1 0 0,-1 0 1 0 0,1 0 0 0 0,-1 0 0 0 0,0 1 0 0 0,0-1-1 0 0,0 0 1 0 0,-1 1 0 0 0,1-1 0 0 0,-1 1-1 0 0,1-1 1 0 0,-1 1 0 0 0,-1-1 0 0 0,1 1 0 0 0,0-1-1 0 0,-1 1 1 0 0,1-1 0 0 0,-3 5 0 0 0,-3 11 9 0 0,0 0 0 0 0,-2-1 0 0 0,0 0 0 0 0,-18 29 0 0 0,14-27 495 0 0,12-20-503 0 0,0 0 1 0 0,-1 0 0 0 0,1 1-1 0 0,0-1 1 0 0,0 0 0 0 0,0 0-1 0 0,0 0 1 0 0,0 0 0 0 0,0 0-1 0 0,0 1 1 0 0,-1-1 0 0 0,1 0-1 0 0,0 0 1 0 0,0 0 0 0 0,0 1-1 0 0,0-1 1 0 0,0 0 0 0 0,0 0-1 0 0,0 0 1 0 0,0 0 0 0 0,0 1-1 0 0,0-1 1 0 0,0 0 0 0 0,0 0-1 0 0,0 0 1 0 0,0 1 0 0 0,0-1-1 0 0,0 0 1 0 0,0 0 0 0 0,1 0-1 0 0,-1 0 1 0 0,0 1 0 0 0,0-1-1 0 0,0 0 1 0 0,0 0 0 0 0,0 0-1 0 0,0 0 1 0 0,0 1 0 0 0,1-1-1 0 0,-1 0 1 0 0,0 0 0 0 0,0 0-1 0 0,0 0 1 0 0,0 0 0 0 0,1 0-1 0 0,12 0 275 0 0,26-13-330 0 0,-25 7-20 0 0,-4 4-51 0 0,-1 0-1 0 0,1 0 1 0 0,-1 0 0 0 0,1 2-1 0 0,0-1 1 0 0,0 1-1 0 0,-1 0 1 0 0,1 1-1 0 0,0 0 1 0 0,12 4 0 0 0,-19-5 66 0 0,0 1 0 0 0,0 0 0 0 0,-1 1 1 0 0,1-1-1 0 0,0 0 0 0 0,-1 1 1 0 0,1-1-1 0 0,-1 1 0 0 0,1 0 0 0 0,-1 0 1 0 0,0 0-1 0 0,0 0 0 0 0,1 0 1 0 0,-2 1-1 0 0,1-1 0 0 0,0 0 0 0 0,0 1 1 0 0,-1 0-1 0 0,1-1 0 0 0,-1 1 1 0 0,0 0-1 0 0,0 0 0 0 0,0 0 0 0 0,0 0 1 0 0,-1-1-1 0 0,1 1 0 0 0,-1 0 1 0 0,1 0-1 0 0,-1 0 0 0 0,0 0 0 0 0,0 1 1 0 0,-1-1-1 0 0,1 0 0 0 0,-1 0 1 0 0,1-1-1 0 0,-1 1 0 0 0,-1 3 0 0 0,-2 5 28 0 0,0-1 1 0 0,0 0-1 0 0,-1 0 0 0 0,0 0 0 0 0,-1-1 0 0 0,0 0 0 0 0,0 0 0 0 0,-1 0 0 0 0,0-1 0 0 0,-1 0 0 0 0,0 0 0 0 0,0-1 1 0 0,-11 7-1 0 0,0 0-636 0 0</inkml:trace>
</inkml:ink>
</file>

<file path=ppt/ink/ink2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28.3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21 11058 0 0,'-3'-1'985'0'0,"0"0"-793"0"0,3-1-192 0 0,1 2 96 0 0,1 0-32 0 0,0-1 0 0 0,1-2 0 0 0,3 0-64 0 0,3-1 0 0 0,1-1 0 0 0</inkml:trace>
</inkml:ink>
</file>

<file path=ppt/ink/ink2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28.5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 13827 0 0,'-1'0'1224'0'0,"1"-1"-976"0"0,1 1-248 0 0,0 0 0 0 0,1 0 0 0 0,0 0 0 0 0,3 0-2016 0 0,2 0-433 0 0,0 0-79 0 0,4 4-553 0 0</inkml:trace>
</inkml:ink>
</file>

<file path=ppt/ink/ink2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28.8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68 1 12899 0 0,'-14'2'1152'0'0,"4"-1"-928"0"0,1 2-224 0 0,4-2 0 0 0,2 0 88 0 0,2 1-88 0 0,-1 0 96 0 0,-1 3-96 0 0,-1 2-1416 0 0,-2 0-345 0 0,1 5-63 0 0,1-2-8 0 0,3 1 1440 0 0,1-2 288 0 0</inkml:trace>
</inkml:ink>
</file>

<file path=ppt/ink/ink2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29.1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22 8290 0 0,'6'-3'736'0'0,"-2"1"-584"0"0,-2 0-152 0 0,0 2 0 0 0,0 2 392 0 0,1-2 56 0 0,3-2 0 0 0,4 0 8 0 0,4-1-536 0 0,0 1-112 0 0,0-1-16 0 0,0 2-8 0 0,-1 0-1040 0 0,0-1-216 0 0,1 2-33 0 0,-3 0-15 0 0,2 0 1200 0 0,-2-1 232 0 0</inkml:trace>
</inkml:ink>
</file>

<file path=ppt/ink/ink2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29.2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38 10594 0 0,'-7'6'4241'0'0,"11"-7"-4977"0"0,1-2-320 0 0,2 0-56 0 0,12-13-257 0 0,-12 6 1305 0 0,-2 0 64 0 0</inkml:trace>
</inkml:ink>
</file>

<file path=ppt/ink/ink2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29.5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75 0 12443 0 0,'-14'5'544'0'0,"3"-4"128"0"0,1 2-544 0 0,3-2-128 0 0,2 1 0 0 0,4-1 0 0 0,0 1-304 0 0,-3 2-88 0 0,-1 3-24 0 0,-2 0 0 0 0,2 2-1281 0 0,3 1-255 0 0,1 0-49 0 0,1-1-15 0 0,0-1 1600 0 0,0 0 312 0 0,-2 0 104 0 0</inkml:trace>
</inkml:ink>
</file>

<file path=ppt/ink/ink2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29.7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59 9218 0 0,'-7'4'408'0'0,"2"-4"80"0"0,3 2-392 0 0,-1-2-96 0 0,5-2-232 0 0,0 0 136 0 0,2-1-712 0 0,19-16-2105 0 0,-12 11 2721 0 0,1 0 192 0 0,-2-3 0 0 0,0 0 0 0 0</inkml:trace>
</inkml:ink>
</file>

<file path=ppt/ink/ink2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29.9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32 5 13827 0 0,'-10'-1'608'0'0,"1"0"128"0"0,1-1-584 0 0,4 1-152 0 0,3 1 0 0 0</inkml:trace>
</inkml:ink>
</file>

<file path=ppt/ink/ink2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30.2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25 5529 0 0,'4'0'488'0'0,"0"-2"-392"0"0,-2 2-96 0 0,0 0 0 0 0,0 0 360 0 0,2-1 56 0 0,2 1 1 0 0,5-1 7 0 0,1-2-1137 0 0,4 1-231 0 0,-2-2-48 0 0,-2 1 0 0 0,-2 1 800 0 0,-3-1 192 0 0,-3 1 0 0 0,-4 0 0 0 0,-4 2 0 0 0,-5 0 0 0 0</inkml:trace>
</inkml:ink>
</file>

<file path=ppt/ink/ink2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30.4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 0 12899 0 0,'-10'3'576'0'0,"4"-2"112"0"0,-1 0-552 0 0,5 0-136 0 0,1 1 0 0 0,1-1 0 0 0,0 2-816 0 0,0 2-192 0 0,1 1-41 0 0,1 4-7 0 0,3 0 840 0 0,2-3 216 0 0</inkml:trace>
</inkml:ink>
</file>

<file path=ppt/ink/ink2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30.6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 3 6913 0 0,'-9'2'609'0'0,"2"0"-481"0"0,0-1-128 0 0,5 0 0 0 0,0-1 0 0 0,4 0 88 0 0,-1 0-88 0 0,0-1 80 0 0,0-2-80 0 0,2-2 0 0 0</inkml:trace>
</inkml:ink>
</file>

<file path=ppt/ink/ink2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30.8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5 10594 0 0,'-4'-2'944'0'0,"0"-1"-751"0"0,3 3-193 0 0,0 0 0 0 0,-1 0 64 0 0,1 1-64 0 0,1 2 64 0 0,1 1 0 0 0</inkml:trace>
</inkml:ink>
</file>

<file path=ppt/ink/ink2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31.0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10 11979 0 0,'1'4'1168'0'0,"-1"-2"-1040"0"0,0-1-128 0 0,0 1 0 0 0,1-2 328 0 0,1 0 40 0 0,0 1 8 0 0,3-1 0 0 0,4 0-1064 0 0,1-4-208 0 0,3-1-48 0 0,-2-5-9 0 0</inkml:trace>
</inkml:ink>
</file>

<file path=ppt/ink/ink2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34.5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186 1149 1840 0 0,'-32'18'931'0'0,"23"-13"-977"0"0,0 1 0 0 0,-1-1 0 0 0,0-1 0 0 0,1 1 0 0 0,-1-2 0 0 0,-1 1 0 0 0,1-2 0 0 0,0 1 0 0 0,-21 1 0 0 0,30-4 113 0 0,-1 1 1 0 0,1-1-1 0 0,0 0 0 0 0,-1-1 1 0 0,1 1-1 0 0,0 0 0 0 0,-1 0 1 0 0,1-1-1 0 0,0 1 0 0 0,0 0 1 0 0,-1-1-1 0 0,1 1 0 0 0,0-1 1 0 0,0 0-1 0 0,0 1 0 0 0,-1-1 1 0 0,1 0-1 0 0,0 0 0 0 0,0 0 1 0 0,0 0-1 0 0,0 0 0 0 0,0 0 1 0 0,1 0-1 0 0,-2-1 0 0 0,1-1 54 0 0,0 1 0 0 0,1 0-1 0 0,-1 0 1 0 0,0-1-1 0 0,1 1 1 0 0,0-1 0 0 0,0 1-1 0 0,0 0 1 0 0,0-1-1 0 0,0 1 1 0 0,0 0 0 0 0,1-5-1 0 0,3-6 438 0 0,0 1-1 0 0,0-1 1 0 0,11-20 0 0 0,-14 31-497 0 0,18-33 291 0 0,1 1-1 0 0,2 0 1 0 0,28-33 0 0 0,87-87 59 0 0,-52 61-508 0 0,17-21-185 0 0,178-157-1 0 0,-207 210 283 0 0,91-57 0 0 0,-140 103 0 0 0,0 1 0 0 0,1 1 0 0 0,0 1 0 0 0,1 1 0 0 0,0 2 0 0 0,0 0 0 0 0,1 2 0 0 0,44-6 0 0 0,-63 12 0 0 0,-1 0 0 0 0,1 1 1 0 0,-1 0-1 0 0,1 1 0 0 0,-1 0 0 0 0,1 0 0 0 0,-1 1 0 0 0,1-1 1 0 0,-1 2-1 0 0,0-1 0 0 0,0 1 0 0 0,0 0 0 0 0,0 0 1 0 0,0 1-1 0 0,-1 0 0 0 0,11 8 0 0 0,-7-2 12 0 0,1 1 0 0 0,-2 0 0 0 0,1 0 0 0 0,-2 1 0 0 0,1 0 0 0 0,-2 0 0 0 0,12 25 0 0 0,16 47 460 0 0,-4 2 0 0 0,33 140 1 0 0,2 10 309 0 0,-49-186-495 0 0,3-1 0 0 0,41 78 0 0 0,-45-101 37 0 0,0-1 0 0 0,1-1 0 0 0,1-1 0 0 0,2 0 0 0 0,0-1-1 0 0,1-1 1 0 0,1-1 0 0 0,37 26 0 0 0,-38-33-118 0 0,1 0 0 0 0,0-2 0 0 0,0 0 1 0 0,2-2-1 0 0,-1 0 0 0 0,1-1 0 0 0,0-2 0 0 0,0 0 0 0 0,1-2 1 0 0,38 2-1 0 0,-33-6-155 0 0,1-1 1 0 0,0-2 0 0 0,-1-1-1 0 0,0-2 1 0 0,0-1-1 0 0,0-1 1 0 0,-1-1 0 0 0,53-25-1 0 0,12-14-757 0 0,105-71-1 0 0,-196 118 697 0 0,6-5-106 0 0,53-34-553 0 0,77-35 0 0 0,-119 66 484 0 0,0 0 0 0 0,1 2-1 0 0,0 0 1 0 0,1 1-1 0 0,0 2 1 0 0,-1 0 0 0 0,1 1-1 0 0,31 0 1 0 0,-45 3 130 0 0,0 1 0 0 0,0 0 0 0 0,0 0 0 0 0,0 1 0 0 0,0 0 1 0 0,0 1-1 0 0,0-1 0 0 0,-1 1 0 0 0,1 1 0 0 0,-1-1 0 0 0,0 1 0 0 0,12 9 0 0 0,-9-5 33 0 0,-1 1 0 0 0,0 0-1 0 0,-1 0 1 0 0,0 1-1 0 0,0 0 1 0 0,-1 0 0 0 0,9 17-1 0 0,1 8 138 0 0,-2 1 0 0 0,-2 1 0 0 0,-1 0 0 0 0,8 50 0 0 0,10 83 843 0 0,-22-111-483 0 0,2-1-1 0 0,3-1 1 0 0,2 0-1 0 0,23 55 0 0 0,-30-95-253 0 0,2-1 0 0 0,0 0-1 0 0,0 0 1 0 0,2-1 0 0 0,0-1-1 0 0,0 0 1 0 0,1 0 0 0 0,1-1-1 0 0,1-1 1 0 0,-1-1 0 0 0,2 0-1 0 0,0 0 1 0 0,0-2 0 0 0,0 0-1 0 0,24 9 1 0 0,2-3 99 0 0,0 0-1 0 0,1-3 1 0 0,0-2-1 0 0,1-1 1 0 0,60 3-1 0 0,-43-10-360 0 0,0-3 0 0 0,100-14 1 0 0,-104 7-481 0 0,1 3 1 0 0,0 2-1 0 0,64 6 1 0 0,-101-1-208 0 0,10 1-4931 0 0,-16-1-7 0 0</inkml:trace>
</inkml:ink>
</file>

<file path=ppt/ink/ink2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35.1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178 5 10594 0 0,'-3'-4'3548'0'0,"13"18"-3100"0"0,14 29-1011 0 0,11 43 340 0 0,-20-45 604 0 0,2-1 1 0 0,2-1-1 0 0,1-1 1 0 0,34 49-1 0 0,46 36 3072 0 0,-103-121-3314 0 0,0-1 0 0 0,-1 0 0 0 0,1 0 0 0 0,-1 0 0 0 0,1 0 0 0 0,-1-1 0 0 0,1 1 0 0 0,-1-1 0 0 0,-3 0 0 0 0,3 0-14 0 0,-52 8 503 0 0,0 3 1 0 0,-75 23-1 0 0,52-8-2332 0 0,2 3-3361 0 0,49-19-1720 0 0</inkml:trace>
</inkml:ink>
</file>

<file path=ppt/ink/ink2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36.3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1 162 4609 0 0,'0'-11'396'0'0,"0"0"1"0"0,0 0-1 0 0,1 0 0 0 0,0 0 1 0 0,4-17-1 0 0,-3 21-69 0 0,0 1-1 0 0,0-1 0 0 0,0 0 0 0 0,1 1 1 0 0,0-1-1 0 0,0 1 0 0 0,1 0 1 0 0,-1 0-1 0 0,10-10 0 0 0,-13 16-250 0 0,0 0 1 0 0,0-1-1 0 0,1 1 0 0 0,-1 0 0 0 0,0-1 0 0 0,0 1 1 0 0,1 0-1 0 0,-1 0 0 0 0,0-1 0 0 0,0 1 0 0 0,1 0 1 0 0,-1 0-1 0 0,0 0 0 0 0,1-1 0 0 0,-1 1 0 0 0,1 0 1 0 0,-1 0-1 0 0,0 0 0 0 0,1 0 0 0 0,-1 0 0 0 0,0 0 0 0 0,1 0 1 0 0,-1 0-1 0 0,1 0 0 0 0,-1 0 0 0 0,0 0 0 0 0,1 0 1 0 0,-1 0-1 0 0,0 0 0 0 0,1 0 0 0 0,-1 0 0 0 0,0 0 1 0 0,1 1-1 0 0,-1-1 0 0 0,0 0 0 0 0,1 0 0 0 0,-1 1 1 0 0,8 15 1978 0 0,-2 32-170 0 0,-6-40-1827 0 0,29 216 360 0 0,-21-179-428 0 0,3 1 0 0 0,29 79 0 0 0,-35-115 78 0 0,-1 0 0 0 0,1-1-1 0 0,10 14 1 0 0,-14-21-20 0 0,1 0-1 0 0,0 1 0 0 0,-1-1 0 0 0,1 0 1 0 0,0 0-1 0 0,0 0 0 0 0,1 0 0 0 0,-1 0 1 0 0,0-1-1 0 0,0 1 0 0 0,1-1 0 0 0,-1 1 1 0 0,1-1-1 0 0,0 0 0 0 0,-1 0 1 0 0,1 0-1 0 0,0 0 0 0 0,3 0 0 0 0,-5-1-23 0 0,1-1 0 0 0,-1 1 0 0 0,0-1 0 0 0,0 0 0 0 0,1 1 0 0 0,-1-1 0 0 0,0 0 0 0 0,0 0 0 0 0,0 0 0 0 0,0 1 0 0 0,0-1 0 0 0,0 0 0 0 0,0 0 0 0 0,0-1 0 0 0,-1 1 0 0 0,1 0 0 0 0,0 0 0 0 0,0 0 0 0 0,-1 0-1 0 0,1-1 1 0 0,-1 1 0 0 0,1 0 0 0 0,-1-3 0 0 0,10-36 431 0 0,-9 37-382 0 0,1-5-24 0 0,3-23 102 0 0,3 0 0 0 0,16-47 0 0 0,-20 68-146 0 0,1 0 0 0 0,0 1 1 0 0,0 0-1 0 0,1 0 0 0 0,0 0 0 0 0,1 1 0 0 0,0 0 0 0 0,0 0 0 0 0,1 1 0 0 0,0-1 0 0 0,14-8 0 0 0,-13 9-62 0 0,0 1 0 0 0,0 1 0 0 0,1 0 0 0 0,18-7-1 0 0,-26 11 21 0 0,0 0 0 0 0,0 1-1 0 0,1-1 1 0 0,-1 1-1 0 0,0-1 1 0 0,1 1-1 0 0,-1 0 1 0 0,1 0 0 0 0,-1 0-1 0 0,0 0 1 0 0,1 0-1 0 0,-1 1 1 0 0,0-1-1 0 0,1 1 1 0 0,-1-1 0 0 0,0 1-1 0 0,0 0 1 0 0,1 0-1 0 0,-1 0 1 0 0,0 0-1 0 0,0 1 1 0 0,0-1 0 0 0,0 0-1 0 0,-1 1 1 0 0,1-1-1 0 0,0 1 1 0 0,0 0-1 0 0,1 2 1 0 0,60 95-954 0 0,-45-67 1137 0 0,37 49 0 0 0,-47-71-272 0 0,0-1 0 0 0,1 0 0 0 0,0 0-1 0 0,1-1 1 0 0,0 0 0 0 0,0-1 0 0 0,0 0 0 0 0,22 10 0 0 0</inkml:trace>
</inkml:ink>
</file>

<file path=ppt/ink/ink2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37.1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 3 3681 0 0,'-17'-2'3268'0'0,"17"2"-3209"0"0,0 1 0 0 0,-1-1 0 0 0,1 0 0 0 0,0 1 1 0 0,0-1-1 0 0,0 0 0 0 0,0 1 0 0 0,0-1 0 0 0,0 0 0 0 0,0 1 0 0 0,0-1 0 0 0,0 0 0 0 0,0 1 0 0 0,0-1 0 0 0,0 0 0 0 0,0 1 0 0 0,0-1 0 0 0,0 0 0 0 0,0 1 0 0 0,1-1 0 0 0,-1 0 0 0 0,0 1 0 0 0,0-1 0 0 0,0 0 1 0 0,0 0-1 0 0,1 1 0 0 0,-1-1 0 0 0,0 0 0 0 0,1 1 0 0 0,29 33 1314 0 0,-15-19-425 0 0,4 9-40 0 0,1-1-1 0 0,42 40 1 0 0,-53-56-684 0 0,0 0-1 0 0,0-1 1 0 0,0 0 0 0 0,1-1 0 0 0,0 1 0 0 0,0-2 0 0 0,0 1 0 0 0,1-2 0 0 0,0 1 0 0 0,-1-1 0 0 0,17 1 0 0 0,-17-2-74 0 0,0-2 1 0 0,0 0-1 0 0,0 0 1 0 0,0-1-1 0 0,0 0 1 0 0,0 0 0 0 0,0-1-1 0 0,0-1 1 0 0,0 1-1 0 0,9-6 1 0 0,12 1-2538 0 0</inkml:trace>
</inkml:ink>
</file>

<file path=ppt/ink/ink2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37.9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172 546 4609 0 0,'0'-2'229'0'0,"1"0"-1"0"0,0 1 1 0 0,0-1-1 0 0,0 0 1 0 0,1 0-1 0 0,-1 1 1 0 0,0-1-1 0 0,1 1 1 0 0,-1-1 0 0 0,1 1-1 0 0,-1 0 1 0 0,1-1-1 0 0,0 1 1 0 0,-1 0-1 0 0,1 0 1 0 0,0 0 0 0 0,0 0-1 0 0,0 1 1 0 0,0-1-1 0 0,2 0 1 0 0,-2 0-54 0 0,0 1 1 0 0,-1-1 0 0 0,1 1-1 0 0,0-1 1 0 0,-1 0-1 0 0,1 1 1 0 0,0-1 0 0 0,-1 0-1 0 0,1 0 1 0 0,-1-1-1 0 0,1 1 1 0 0,-1 0 0 0 0,0 0-1 0 0,1-1 1 0 0,-1 1-1 0 0,0 0 1 0 0,0-1 0 0 0,0 1-1 0 0,0-1 1 0 0,0 0-1 0 0,0 1 1 0 0,-1-1 0 0 0,1 0-1 0 0,-1 1 1 0 0,1-1 0 0 0,-1 0-1 0 0,1-3 1 0 0,1-26 1345 0 0,-2-60-1 0 0,-2 69-1457 0 0,-1 1 0 0 0,0 0 0 0 0,-2 0 0 0 0,0 1 0 0 0,-1-1 0 0 0,-15-32 0 0 0,14 41-217 0 0,-1 1 0 0 0,0 0 0 0 0,0 0 0 0 0,-1 0 0 0 0,-1 1 0 0 0,0 0 0 0 0,0 1 0 0 0,0 0 0 0 0,-1 1 0 0 0,-24-14 0 0 0,-2 13 716 0 0,36 8-562 0 0,1 0 0 0 0,0 12 0 0 0,-30 67-208 0 0,29-78 243 0 0,1 1 1 0 0,0-1 0 0 0,0 1 0 0 0,0-1-1 0 0,0 1 1 0 0,0-1 0 0 0,0 1 0 0 0,0-1 0 0 0,0 1-1 0 0,0-1 1 0 0,0 1 0 0 0,0-1 0 0 0,0 1 0 0 0,0-1-1 0 0,0 1 1 0 0,0-1 0 0 0,1 1 0 0 0,-1-1-1 0 0,0 0 1 0 0,0 1 0 0 0,1-1 0 0 0,-1 1 0 0 0,0-1-1 0 0,0 1 1 0 0,1-1 0 0 0,-1 0 0 0 0,1 1-1 0 0,-1-1 1 0 0,0 0 0 0 0,1 1 0 0 0,19 4 1200 0 0,21-9 291 0 0,-6-5-1323 0 0,0-2 0 0 0,-1-1 0 0 0,0-1-1 0 0,47-27 1 0 0,-65 32-312 0 0,32-18-1540 0 0,1-2-5416 0 0</inkml:trace>
</inkml:ink>
</file>

<file path=ppt/ink/ink2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48.0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122 2361 8290 0 0,'6'1'216'0'0,"0"0"0"0"0,0 0 0 0 0,0-1 0 0 0,-1 0 0 0 0,1 0 0 0 0,0 0 0 0 0,0 0 0 0 0,0-1 0 0 0,0 0 0 0 0,0-1 0 0 0,5-1 0 0 0,3 0 50 0 0,8-2 26 0 0,-1 0 0 0 0,0-2 0 0 0,0-1 1 0 0,-1 0-1 0 0,0-1 0 0 0,0-2 0 0 0,-1 0 1 0 0,0 0-1 0 0,18-16 0 0 0,-14 7 24 0 0,0-1 0 0 0,-2-1 0 0 0,0-1 0 0 0,-1-1 0 0 0,31-49-1 0 0,-23 22 57 0 0,-2-2 0 0 0,-2 0 0 0 0,-2-1 0 0 0,-3-2 0 0 0,-2 0 0 0 0,13-83 0 0 0,-6-9-280 0 0,8-226 0 0 0,-32 279-510 0 0,-3 1 0 0 0,-4 0 0 0 0,-31-145 0 0 0,31 207 27 0 0,-1 1 0 0 0,-2-1 0 0 0,-1 2 0 0 0,-1-1 0 0 0,-19-31 0 0 0,25 51 243 0 0,-1 0 0 0 0,0 1-1 0 0,-1 0 1 0 0,0 0 0 0 0,0 1 0 0 0,-1 0 0 0 0,-1 0 0 0 0,1 1-1 0 0,-1 1 1 0 0,-1-1 0 0 0,1 2 0 0 0,-1-1 0 0 0,0 1-1 0 0,-1 1 1 0 0,0 0 0 0 0,-15-4 0 0 0,13 5 285 0 0,0 1 1 0 0,-1 1-1 0 0,1 0 0 0 0,-1 1 1 0 0,1 0-1 0 0,-1 1 0 0 0,1 1 0 0 0,-1 1 1 0 0,1 0-1 0 0,-23 6 0 0 0,19-2-41 0 0,1 0 0 0 0,0 2-1 0 0,0 0 1 0 0,0 1-1 0 0,1 0 1 0 0,1 2 0 0 0,-26 21-1 0 0,14-10-278 0 0,2 1 1 0 0,-27 32-1 0 0,44-45 185 0 0,0 0 1 0 0,1 0-1 0 0,1 1 1 0 0,-1 0-1 0 0,2 0 0 0 0,-1 0 1 0 0,2 1-1 0 0,-1 0 1 0 0,-3 18-1 0 0,7-29 5 0 0,1 1 0 0 0,-1-1 0 0 0,1 1 0 0 0,0-1 0 0 0,-1 1 0 0 0,1-1 0 0 0,0 1 0 0 0,0-1 0 0 0,0 1 1 0 0,0-1-1 0 0,0 1 0 0 0,1-1 0 0 0,-1 1 0 0 0,0-1 0 0 0,1 1 0 0 0,-1-1 0 0 0,1 1 0 0 0,-1-1 0 0 0,1 0 0 0 0,0 1 0 0 0,1 1 0 0 0,-1-3 13 0 0,0 1-1 0 0,0-1 0 0 0,0 0 1 0 0,0 0-1 0 0,0 1 1 0 0,0-1-1 0 0,0 0 1 0 0,0 0-1 0 0,0 0 0 0 0,0 0 1 0 0,0 0-1 0 0,1-1 1 0 0,-1 1-1 0 0,0 0 0 0 0,0 0 1 0 0,0-1-1 0 0,0 1 1 0 0,0-1-1 0 0,0 1 1 0 0,0-1-1 0 0,-1 1 0 0 0,2-1 1 0 0,9-6 125 0 0,-1 0 0 0 0,-1-1 1 0 0,17-15-1 0 0,-6 2-483 0 0,0-1 0 0 0,26-39 0 0 0,-36 45-1072 0 0,0-1 0 0 0,12-29 0 0 0,-22 45 1067 0 0,0 0 0 0 0,0-1 0 0 0,1 1 0 0 0,-1 0 0 0 0,1 0 0 0 0,-1 0 0 0 0,1-1 0 0 0,0 1 0 0 0,-1 0 0 0 0,1 0 0 0 0,0 0-1 0 0,0 0 1 0 0,0 0 0 0 0,-1 0 0 0 0,1 0 0 0 0,0 0 0 0 0,0 1 0 0 0,1-1 0 0 0,-1 0 0 0 0,0 1 0 0 0,0-1 0 0 0,0 0 0 0 0,2 0 0 0 0,20-10 206 0 0,-15 5 231 0 0,0 1 0 0 0,-1-1 0 0 0,0 0 0 0 0,0-1 0 0 0,0 0 0 0 0,-1 0 0 0 0,0 0 0 0 0,7-13 0 0 0,-11 17-85 0 0,0-1 1 0 0,0 1 0 0 0,-1-1 0 0 0,1 0 0 0 0,-1 1 0 0 0,0-1 0 0 0,0 0-1 0 0,0 0 1 0 0,-1 0 0 0 0,1 0 0 0 0,-1 0 0 0 0,0 0 0 0 0,0 0 0 0 0,-1 0 0 0 0,1 0-1 0 0,-1 0 1 0 0,0 1 0 0 0,0-1 0 0 0,0 0 0 0 0,0 0 0 0 0,-1 1 0 0 0,-3-8 0 0 0,-3-5 1787 0 0,1-1 1 0 0,0-1 0 0 0,-7-35-1 0 0,12 35 168 0 0,3 16-1671 0 0,-1 13-197 0 0,15 234 666 0 0,-8-159-686 0 0,2-40-82 0 0,-6-36 22 0 0,-1 0 0 0 0,0 0 0 0 0,-1 1 0 0 0,1 10 0 0 0,-2-21 13 0 0,-1 0-1 0 0,1 0 1 0 0,0 0 0 0 0,-1 0 0 0 0,1 0 0 0 0,0 0-1 0 0,0 0 1 0 0,-1-1 0 0 0,1 1 0 0 0,0 0 0 0 0,-1 0-1 0 0,1 0 1 0 0,0 0 0 0 0,0 0 0 0 0,-1 0 0 0 0,1-1 0 0 0,0 1-1 0 0,0 0 1 0 0,-1 0 0 0 0,1 0 0 0 0,0-1 0 0 0,0 1-1 0 0,-1 0 1 0 0,1 0 0 0 0,0 0 0 0 0,0-1 0 0 0,0 1-1 0 0,0 0 1 0 0,-1-1 0 0 0,1 1 0 0 0,0 0 0 0 0,0 0-1 0 0,0-1 1 0 0,0 1 0 0 0,0 0 0 0 0,0-1 0 0 0,0 1-1 0 0,0 0 1 0 0,0-1 0 0 0,-87-187 1106 0 0,85 185-1130 0 0,-2-7 105 0 0,0 1 0 0 0,1-1 0 0 0,0 1 0 0 0,0-1 0 0 0,-3-20 0 0 0,7 30-109 0 0,-1-1-1 0 0,1 0 0 0 0,-1 1 0 0 0,1 0 0 0 0,-1-1 0 0 0,1 1 1 0 0,-1-1-1 0 0,1 1 0 0 0,-1-1 0 0 0,1 1 0 0 0,-1 0 0 0 0,1 0 0 0 0,0-1 1 0 0,-1 1-1 0 0,1 0 0 0 0,0 0 0 0 0,-1-1 0 0 0,1 1 0 0 0,0 0 1 0 0,-1 0-1 0 0,1 0 0 0 0,0 0 0 0 0,-1 0 0 0 0,2 0 0 0 0,20 0 63 0 0,-20 0-55 0 0,27 2 483 0 0,0 1 1 0 0,0 1 0 0 0,47 14-1 0 0,-48-11-366 0 0,1 0 1 0 0,0-2-1 0 0,50 3 0 0 0,-51-9-454 0 0,52-9 1 0 0,-35 2-2987 0 0,-23 4 75 0 0,-1 0-1708 0 0</inkml:trace>
</inkml:ink>
</file>

<file path=ppt/ink/ink2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48.8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31 10594 0 0,'-1'5'-72'0'0,"1"0"0"0"0,1 0 0 0 0,-1 0-1 0 0,1 0 1 0 0,0 0 0 0 0,2 9 0 0 0,-2-13 70 0 0,-1 0-1 0 0,1 1 1 0 0,-1-1 0 0 0,1 0 0 0 0,-1 0-1 0 0,1 1 1 0 0,0-1 0 0 0,0 0 0 0 0,0 0 0 0 0,0 0-1 0 0,0 0 1 0 0,0 0 0 0 0,0 0 0 0 0,0 0-1 0 0,0-1 1 0 0,0 1 0 0 0,0 0 0 0 0,1-1-1 0 0,-1 1 1 0 0,0 0 0 0 0,0-1 0 0 0,1 0 0 0 0,-1 1-1 0 0,0-1 1 0 0,1 0 0 0 0,-1 1 0 0 0,0-1-1 0 0,1 0 1 0 0,-1 0 0 0 0,1 0 0 0 0,-1 0-1 0 0,0-1 1 0 0,1 1 0 0 0,-1 0 0 0 0,0 0 0 0 0,1-1-1 0 0,-1 1 1 0 0,0-1 0 0 0,1 1 0 0 0,-1-1-1 0 0,2-1 1 0 0,-1 1 109 0 0,-1 0 0 0 0,1-1 0 0 0,-1 1 0 0 0,1 0 1 0 0,-1-1-1 0 0,0 1 0 0 0,1-1 0 0 0,-1 1 0 0 0,0-1 0 0 0,0 0 0 0 0,0 1 0 0 0,-1-1 0 0 0,1 0 0 0 0,0 0 0 0 0,0 1 1 0 0,-1-1-1 0 0,1 0 0 0 0,-1 0 0 0 0,0 0 0 0 0,0 0 0 0 0,0 0 0 0 0,0 0 0 0 0,0 0 0 0 0,0 0 0 0 0,0 0 0 0 0,0 1 0 0 0,-1-1 1 0 0,1 0-1 0 0,-1 0 0 0 0,0-2 0 0 0,0 2-93 0 0,0 0 1 0 0,1 0-1 0 0,-1 0 1 0 0,0 0 0 0 0,0 0-1 0 0,-1 0 1 0 0,1 0-1 0 0,0 0 1 0 0,-1 1-1 0 0,1-1 1 0 0,-1 1-1 0 0,1-1 1 0 0,-1 1 0 0 0,0-1-1 0 0,1 1 1 0 0,-1 0-1 0 0,0 0 1 0 0,0 0-1 0 0,0 0 1 0 0,0 0-1 0 0,0 0 1 0 0,0 0-1 0 0,0 1 1 0 0,-4-1 0 0 0,3 1-8 0 0,1 0 1 0 0,-1 1-1 0 0,1 0 1 0 0,-1-1-1 0 0,1 1 1 0 0,-1 0 0 0 0,1 1-1 0 0,0-1 1 0 0,-1 0-1 0 0,1 0 1 0 0,0 1-1 0 0,0 0 1 0 0,0-1 0 0 0,0 1-1 0 0,0 0 1 0 0,0 0-1 0 0,1 0 1 0 0,-1 0-1 0 0,0 0 1 0 0,-1 4 0 0 0,-4 13 404 0 0,7-19-331 0 0,0 1 0 0 0,0-1 0 0 0,0 0 0 0 0,0 1 0 0 0,0-1 0 0 0,0 1 0 0 0,0-1 0 0 0,0 1 0 0 0,0-1 0 0 0,1 0 0 0 0,-1 1 0 0 0,0-1 0 0 0,0 1 0 0 0,0-1 0 0 0,1 0 0 0 0,-1 1 0 0 0,0-1 0 0 0,0 0 0 0 0,1 1 0 0 0,-1-1 0 0 0,0 0 0 0 0,1 1 0 0 0,-1-1 0 0 0,0 0 0 0 0,1 0 0 0 0,-1 1 0 0 0,0-1 0 0 0,1 0 0 0 0,-1 0 0 0 0,1 0 0 0 0,-1 0 0 0 0,0 1 0 0 0,1-1 0 0 0,-1 0 0 0 0,1 0 0 0 0,-1 0 0 0 0,1 0 0 0 0,-1 0 0 0 0,0 0 0 0 0,1 0 0 0 0,0 0 360 0 0,-4 9-1237 0 0</inkml:trace>
</inkml:ink>
</file>

<file path=ppt/ink/ink2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56.0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247 146 5985 0 0,'1'-10'306'0'0,"0"0"0"0"0,1 1 0 0 0,0-1-1 0 0,0 0 1 0 0,1 1 0 0 0,1 0 0 0 0,6-14 0 0 0,11-33 2103 0 0,-69 188 1326 0 0,-49 146-3039 0 0,-34 116-717 0 0,114-324-1574 0 0</inkml:trace>
</inkml:ink>
</file>

<file path=ppt/ink/ink2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56.4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 38 4609 0 0,'-2'0'124'0'0,"0"-1"0"0"0,1 1-1 0 0,-1-1 1 0 0,0 1 0 0 0,1-1 0 0 0,-1 0 0 0 0,1 0 0 0 0,0 0-1 0 0,-1 0 1 0 0,1 0 0 0 0,-1 0 0 0 0,1 0 0 0 0,0-1-1 0 0,-2-1 1 0 0,3 3-33 0 0,0-1 1 0 0,-1 1-1 0 0,1-1 0 0 0,0 1 0 0 0,0-1 0 0 0,0 0 0 0 0,-1 1 1 0 0,1-1-1 0 0,0 1 0 0 0,0-1 0 0 0,0 1 0 0 0,0-1 0 0 0,0 0 0 0 0,0 1 1 0 0,0-1-1 0 0,0 1 0 0 0,0-1 0 0 0,0 0 0 0 0,0 1 0 0 0,1-1 1 0 0,-1 1-1 0 0,0-1 0 0 0,0 1 0 0 0,0-1 0 0 0,1 1 0 0 0,-1-1 1 0 0,0 1-1 0 0,1-1 0 0 0,-1 1 0 0 0,0-1 0 0 0,1 1 0 0 0,-1-1 1 0 0,1 1-1 0 0,-1 0 0 0 0,1-1 0 0 0,-1 1 0 0 0,1 0 0 0 0,-1-1 0 0 0,1 1 1 0 0,-1 0-1 0 0,1-1 0 0 0,-1 1 0 0 0,1 0 0 0 0,-1 0 0 0 0,2 0 1 0 0,-1-1 32 0 0,0 1 1 0 0,1 0 0 0 0,-1 0-1 0 0,0 0 1 0 0,0 0 0 0 0,1 0-1 0 0,-1 0 1 0 0,0 0 0 0 0,0 0-1 0 0,1 0 1 0 0,-1 1 0 0 0,0-1-1 0 0,0 0 1 0 0,1 1 0 0 0,-1-1-1 0 0,0 1 1 0 0,0-1 0 0 0,0 1-1 0 0,0 0 1 0 0,0 0-1 0 0,0-1 1 0 0,0 1 0 0 0,0 0-1 0 0,0 0 1 0 0,0 0 0 0 0,0 0-1 0 0,-1 0 1 0 0,1 0 0 0 0,0 0-1 0 0,1 2 1 0 0,19 41 803 0 0,-18-37-714 0 0,9 21 152 0 0,-1-2-66 0 0,0 0 0 0 0,2 0 0 0 0,1-1 0 0 0,25 33 0 0 0,-35-52-179 0 0,1 0 0 0 0,0 0-1 0 0,1-1 1 0 0,-1 0 0 0 0,1 0-1 0 0,0-1 1 0 0,0 1 0 0 0,1-1 0 0 0,-1-1-1 0 0,1 1 1 0 0,0-1 0 0 0,0 0-1 0 0,0-1 1 0 0,0 0 0 0 0,0 0-1 0 0,1 0 1 0 0,-1-1 0 0 0,1 0 0 0 0,-1 0-1 0 0,1-1 1 0 0,-1 0 0 0 0,10-1-1 0 0,-5-2 10 0 0,1 0 0 0 0,-1 0 0 0 0,0-1 1 0 0,0 0-1 0 0,0-1 0 0 0,-1 0 0 0 0,0-1 0 0 0,0-1 0 0 0,0 0 0 0 0,19-15 0 0 0,6-11-536 0 0,49-55 0 0 0,-46 46-1082 0 0,-14 16-5532 0 0</inkml:trace>
</inkml:ink>
</file>

<file path=ppt/ink/ink2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57.0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15 135 5065 0 0,'-12'-35'1840'0'0,"12"33"-1523"0"0,-1 1 1 0 0,1-1-1 0 0,-1 0 0 0 0,1 1 0 0 0,0-1 0 0 0,0 0 0 0 0,0 0 0 0 0,0 1 1 0 0,0-1-1 0 0,0 0 0 0 0,0 0 0 0 0,0 1 0 0 0,1-1 0 0 0,-1 0 0 0 0,1 1 1 0 0,-1-1-1 0 0,1 1 0 0 0,0-1 0 0 0,1-2 0 0 0,-2 4-241 0 0,1 0 0 0 0,-1 0 0 0 0,1 0-1 0 0,-1 0 1 0 0,1 0 0 0 0,0 0 0 0 0,-1 0 0 0 0,1 0 0 0 0,-1 1-1 0 0,1-1 1 0 0,-1 0 0 0 0,1 0 0 0 0,-1 0 0 0 0,1 1 0 0 0,-1-1-1 0 0,1 0 1 0 0,-1 0 0 0 0,1 1 0 0 0,-1-1 0 0 0,1 0 0 0 0,-1 1-1 0 0,1-1 1 0 0,-1 1 0 0 0,0-1 0 0 0,1 1 0 0 0,-1-1-1 0 0,0 0 1 0 0,1 1 0 0 0,-1-1 0 0 0,0 1 0 0 0,0-1 0 0 0,1 2-1 0 0,10 17 378 0 0,0 8 241 0 0,13 51 0 0 0,-20-58-621 0 0,2 0 0 0 0,0 0 0 0 0,1 0-1 0 0,2-1 1 0 0,17 31 0 0 0,-25-48-76 0 0,0 0 0 0 0,0-1 0 0 0,0 0 0 0 0,0 1-1 0 0,0-1 1 0 0,0 1 0 0 0,1-1 0 0 0,-1 0 0 0 0,0 0 0 0 0,1 0 0 0 0,-1 0 0 0 0,1 0 0 0 0,-1 0 0 0 0,1 0 0 0 0,-1 0 0 0 0,1 0 0 0 0,0-1 0 0 0,-1 1-1 0 0,1-1 1 0 0,2 1 0 0 0,-2-1-9 0 0,-1-1 0 0 0,1 1 0 0 0,-1 0 0 0 0,1-1 0 0 0,-1 1 0 0 0,1-1 0 0 0,-1 0 0 0 0,1 1 0 0 0,-1-1 0 0 0,0 0 0 0 0,1 0-1 0 0,-1 0 1 0 0,0 0 0 0 0,0 0 0 0 0,0 0 0 0 0,1 0 0 0 0,-1 0 0 0 0,1-2 0 0 0,4-8-97 0 0,1 1 1 0 0,-2-1-1 0 0,1 0 1 0 0,5-19-1 0 0,-9 25 74 0 0,23-71-205 0 0,-20 56 239 0 0,1 0 1 0 0,1 1-1 0 0,0 0 1 0 0,1 0-1 0 0,1 1 1 0 0,1 0-1 0 0,21-29 1 0 0,-30 46 16 0 0,1-1 0 0 0,-1 1 0 0 0,1-1 0 0 0,-1 1 0 0 0,1-1 0 0 0,-1 1 0 0 0,1 0 0 0 0,0 0 0 0 0,-1-1 0 0 0,1 1 0 0 0,0 1 0 0 0,0-1 0 0 0,0 0 0 0 0,0 0 0 0 0,0 1 0 0 0,0-1 0 0 0,0 1 0 0 0,0 0 0 0 0,0-1 0 0 0,0 1 0 0 0,0 0 0 0 0,0 0 0 0 0,4 1 0 0 0,-2 0 1 0 0,-1 0 0 0 0,1 1 0 0 0,-1-1 1 0 0,1 1-1 0 0,-1 0 0 0 0,0 0 0 0 0,0 0 1 0 0,0 1-1 0 0,0-1 0 0 0,0 1 0 0 0,0 0 0 0 0,2 3 1 0 0,7 9 167 0 0,-1 1 0 0 0,-1 0 1 0 0,17 34-1 0 0,5 25 438 0 0,18 34-1414 0 0,-45-101-202 0 0</inkml:trace>
</inkml:ink>
</file>

<file path=ppt/ink/ink2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57.9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0 608 6913 0 0,'6'-3'124'0'0,"-1"1"0"0"0,1-1 0 0 0,-1-1 0 0 0,0 1 0 0 0,0-1 0 0 0,-1 0 0 0 0,1 0 0 0 0,-1 0 0 0 0,0 0 0 0 0,6-8 0 0 0,32-52-50 0 0,-29 42 31 0 0,-2-1 0 0 0,0 0-1 0 0,12-44 1 0 0,-19 53 119 0 0,-1 0 0 0 0,0 0 0 0 0,-2 0-1 0 0,1 0 1 0 0,-2 0 0 0 0,1 0 0 0 0,-2-1 0 0 0,-3-18 0 0 0,4 31-188 0 0,0 0 0 0 0,0 0 0 0 0,-1 1-1 0 0,1-1 1 0 0,-1 0 0 0 0,1 0 0 0 0,-1 1 0 0 0,0-1 0 0 0,0 0 0 0 0,0 1 0 0 0,0-1-1 0 0,0 1 1 0 0,0-1 0 0 0,0 1 0 0 0,0 0 0 0 0,0-1 0 0 0,-2 0 0 0 0,2 1 22 0 0,0 1 0 0 0,0 0 0 0 0,0-1 0 0 0,0 1 0 0 0,0 0 0 0 0,0 0 0 0 0,0 0 1 0 0,0 0-1 0 0,0-1 0 0 0,0 1 0 0 0,0 1 0 0 0,0-1 0 0 0,0 0 0 0 0,0 0 0 0 0,0 0 0 0 0,0 1 0 0 0,0-1 1 0 0,0 0-1 0 0,0 1 0 0 0,0-1 0 0 0,1 0 0 0 0,-2 2 0 0 0,-2 1 93 0 0,0 0 0 0 0,0 0 0 0 0,0 0 0 0 0,1 1 0 0 0,0-1-1 0 0,0 1 1 0 0,0 0 0 0 0,0 0 0 0 0,0 0 0 0 0,1 0 0 0 0,-2 5 0 0 0,0 2-86 0 0,0 0 0 0 0,1 0 0 0 0,1 0 0 0 0,0 0 0 0 0,0 1 0 0 0,1-1 0 0 0,1 1 0 0 0,0-1 0 0 0,0 1 0 0 0,1-1 0 0 0,1 0 1 0 0,0 1-1 0 0,0-1 0 0 0,1 0 0 0 0,8 20 0 0 0,-8-25-131 0 0,-1 0 0 0 0,1-1 0 0 0,0 1 0 0 0,0-1 0 0 0,1 0 0 0 0,-1 0 0 0 0,1 0 0 0 0,0 0 0 0 0,1-1 0 0 0,-1 0 1 0 0,1 1-1 0 0,0-2 0 0 0,0 1 0 0 0,0 0 0 0 0,0-1 0 0 0,1 0 0 0 0,-1 0 0 0 0,1-1 0 0 0,0 0 0 0 0,0 0 0 0 0,0 0 0 0 0,0-1 0 0 0,0 1 0 0 0,0-1 0 0 0,0-1 1 0 0,0 1-1 0 0,1-1 0 0 0,-1 0 0 0 0,0-1 0 0 0,7-1 0 0 0,-3 1-407 0 0,0-2-1 0 0,-1 0 1 0 0,0 0 0 0 0,1 0 0 0 0,-1-1-1 0 0,0-1 1 0 0,-1 0 0 0 0,1 0 0 0 0,-1 0-1 0 0,0-1 1 0 0,0 0 0 0 0,-1-1 0 0 0,0 0-1 0 0,0 0 1 0 0,0 0 0 0 0,-1-1-1 0 0,0 0 1 0 0,-1 0 0 0 0,9-18 0 0 0,-3 2 65 0 0,-1 0 0 0 0,-1-1 0 0 0,-1 0 0 0 0,-1-1 0 0 0,-1 0 0 0 0,2-34 0 0 0,-7 56 535 0 0,-1 1 0 0 0,0-1 0 0 0,0 1 0 0 0,0-1 0 0 0,-1 1 0 0 0,1-1 0 0 0,-1 0 1 0 0,-2-5-1 0 0,3 8-60 0 0,0 1 0 0 0,0-1 0 0 0,-1 1 0 0 0,1 0 1 0 0,0-1-1 0 0,0 1 0 0 0,0 0 0 0 0,-1-1 1 0 0,1 1-1 0 0,0 0 0 0 0,0-1 0 0 0,-1 1 0 0 0,1 0 1 0 0,0 0-1 0 0,-1-1 0 0 0,1 1 0 0 0,0 0 1 0 0,-1 0-1 0 0,1 0 0 0 0,0-1 0 0 0,-1 1 0 0 0,1 0 1 0 0,-1 0-1 0 0,1 0 0 0 0,0 0 0 0 0,-1 0 0 0 0,1 0 1 0 0,-1 0-1 0 0,0 0 0 0 0,0 0 106 0 0,0 1 1 0 0,0-1-1 0 0,0 1 0 0 0,0 0 1 0 0,0-1-1 0 0,0 1 0 0 0,0 0 1 0 0,0 0-1 0 0,0 0 0 0 0,0 0 0 0 0,0 0 1 0 0,1 0-1 0 0,-1 0 0 0 0,0 0 1 0 0,0 1-1 0 0,-6 11 671 0 0,0 0 0 0 0,1 0 1 0 0,0 1-1 0 0,1 0 0 0 0,-5 22 1 0 0,8-27-725 0 0,0 0 0 0 0,1 0 1 0 0,0 0-1 0 0,0 0 0 0 0,1 0 1 0 0,0 0-1 0 0,1 0 0 0 0,0 0 1 0 0,1 0-1 0 0,2 10 0 0 0,-4-17-58 0 0,1 1-1 0 0,0-1 0 0 0,0 0 1 0 0,0 0-1 0 0,0 0 0 0 0,0 1 1 0 0,0-1-1 0 0,1 0 0 0 0,-1-1 1 0 0,1 1-1 0 0,-1 0 0 0 0,1 0 1 0 0,0-1-1 0 0,0 1 0 0 0,0-1 1 0 0,0 1-1 0 0,0-1 0 0 0,0 0 1 0 0,0 0-1 0 0,0 0 0 0 0,4 1 1 0 0,-3-1 37 0 0,1-1 1 0 0,0 1 0 0 0,-1-1 0 0 0,1 0 0 0 0,-1 0-1 0 0,1-1 1 0 0,0 1 0 0 0,-1-1 0 0 0,1 0-1 0 0,-1 0 1 0 0,1 0 0 0 0,5-3 0 0 0,5-3 84 0 0,0-1 0 0 0,0-1 0 0 0,-1 0 0 0 0,0 0 1 0 0,13-14-1 0 0,72-78-2539 0 0,-98 101 2328 0 0,1-1-1 0 0,-1 1 1 0 0,1-1 0 0 0,-1 1 0 0 0,1 0 0 0 0,-1-1 0 0 0,1 1 0 0 0,0 0 0 0 0,-1-1 0 0 0,1 1 0 0 0,0 0 0 0 0,-1-1 0 0 0,1 1 0 0 0,0 0 0 0 0,-1 0 0 0 0,1 0 0 0 0,0 0 0 0 0,0 0 0 0 0,-1 0 0 0 0,1 0 0 0 0,0 0 0 0 0,0 0 0 0 0,-1 0 0 0 0,1 0 0 0 0,0 0 0 0 0,-1 1 0 0 0,1-1 0 0 0,0 0 0 0 0,-1 1 0 0 0,1-1 0 0 0,0 0 0 0 0,-1 1 0 0 0,1-1 0 0 0,-1 1 0 0 0,1-1 0 0 0,-1 0 0 0 0,1 1 0 0 0,-1 0 0 0 0,1-1 0 0 0,-1 1-1 0 0,1-1 1 0 0,-1 1 0 0 0,1-1 0 0 0,-1 1 0 0 0,0 0 0 0 0,0-1 0 0 0,1 1 0 0 0,-1 0 0 0 0,0 0 0 0 0,0 0 0 0 0,14 46 253 0 0,-10-33-59 0 0,-4-12-139 0 0,1 0 1 0 0,-1 0-1 0 0,1 0 0 0 0,-1 0 1 0 0,1 0-1 0 0,0-1 0 0 0,0 1 0 0 0,0 0 1 0 0,0 0-1 0 0,0-1 0 0 0,0 1 1 0 0,1-1-1 0 0,-1 1 0 0 0,1-1 1 0 0,-1 1-1 0 0,1-1 0 0 0,-1 0 1 0 0,1 0-1 0 0,0 0 0 0 0,-1 1 1 0 0,1-2-1 0 0,0 1 0 0 0,0 0 0 0 0,0 0 1 0 0,0-1-1 0 0,0 1 0 0 0,0-1 1 0 0,0 1-1 0 0,0-1 0 0 0,2 0 1 0 0,1 0 41 0 0,0-1 0 0 0,0 0 0 0 0,0-1 0 0 0,-1 1 0 0 0,1-1 0 0 0,0 0 0 0 0,-1 0 0 0 0,1 0 0 0 0,-1-1 0 0 0,0 1 0 0 0,6-6 0 0 0,1-1 56 0 0,0 0 1 0 0,0-1-1 0 0,-1-1 0 0 0,-1 0 1 0 0,0 0-1 0 0,0-1 1 0 0,-1 0-1 0 0,-1-1 1 0 0,0 0-1 0 0,-1 0 1 0 0,0 0-1 0 0,-1-1 0 0 0,0 1 1 0 0,-1-1-1 0 0,-1-1 1 0 0,0 1-1 0 0,-1 0 1 0 0,0-1-1 0 0,-1 1 0 0 0,-2-18 1 0 0,1 30-264 0 0,0 1 0 0 0,0-1 0 0 0,0 1 0 0 0,0-1 0 0 0,0 1 0 0 0,0-1 0 0 0,-1 1 0 0 0,1 0 0 0 0,-1-1 0 0 0,1 1 0 0 0,-1-1 0 0 0,1 1 0 0 0,-1 0 0 0 0,0-1 0 0 0,0 1 0 0 0,0 0 0 0 0,0 0 0 0 0,0 0 0 0 0,0 0 1 0 0,0 0-1 0 0,0 0 0 0 0,0 0 0 0 0,0 0 0 0 0,0 0 0 0 0,-1 0 0 0 0,1 1 0 0 0,0-1 0 0 0,-1 0 0 0 0,1 1 0 0 0,0-1 0 0 0,-1 1 0 0 0,1-1 0 0 0,-2 1 0 0 0,-9 2-4972 0 0</inkml:trace>
</inkml:ink>
</file>

<file path=ppt/ink/ink2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58.8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0 456 8754 0 0,'0'0'51'0'0,"0"0"1"0"0,0 1-1 0 0,0-1 0 0 0,0 0 1 0 0,0 0-1 0 0,0 1 0 0 0,0-1 0 0 0,0 0 1 0 0,0 0-1 0 0,0 0 0 0 0,0 1 1 0 0,0-1-1 0 0,0 0 0 0 0,0 0 1 0 0,0 0-1 0 0,1 1 0 0 0,-1-1 1 0 0,0 0-1 0 0,0 0 0 0 0,0 0 1 0 0,0 1-1 0 0,0-1 0 0 0,0 0 1 0 0,1 0-1 0 0,-1 0 0 0 0,0 0 1 0 0,0 0-1 0 0,0 1 0 0 0,0-1 1 0 0,1 0-1 0 0,-1 0 0 0 0,0 0 1 0 0,0 0-1 0 0,0 0 0 0 0,1 0 1 0 0,-1 0-1 0 0,0 0 0 0 0,0 0 1 0 0,0 0-1 0 0,1 1 0 0 0,-1-1 1 0 0,0 0-1 0 0,0 0 0 0 0,1 0 1 0 0,-1-1-1 0 0,0 1 0 0 0,21 1 887 0 0,20-8-639 0 0,-30 1-238 0 0,0 0 1 0 0,0 0-1 0 0,-1-1 1 0 0,0-1-1 0 0,0 0 0 0 0,-1 0 1 0 0,0-1-1 0 0,14-16 1 0 0,-9 8 105 0 0,-1-1 0 0 0,-1-1 1 0 0,0 0-1 0 0,9-21 0 0 0,-16 27-188 0 0,-1 0 0 0 0,0 0 0 0 0,0 0 0 0 0,-1-1 0 0 0,-1 1 0 0 0,1-26 0 0 0,-3 29-94 0 0,0 0 0 0 0,0 0 0 0 0,-1 0 0 0 0,-1 0 0 0 0,1 0-1 0 0,-1 1 1 0 0,-1-1 0 0 0,0 1 0 0 0,-1 0 0 0 0,-5-12 0 0 0,9 20 112 0 0,-1-1 0 0 0,0 1 0 0 0,1 0 0 0 0,-1-1 0 0 0,0 1 0 0 0,0 0 0 0 0,0-1 0 0 0,0 1 0 0 0,0 0 0 0 0,0 0 0 0 0,0 0 0 0 0,-1 0 0 0 0,1 0-1 0 0,0 0 1 0 0,-1 0 0 0 0,1 0 0 0 0,-1 1 0 0 0,1-1 0 0 0,-1 0 0 0 0,1 1 0 0 0,-1-1 0 0 0,1 1 0 0 0,-1 0 0 0 0,-2-1 0 0 0,3 2-5 0 0,-1-1-1 0 0,0 1 0 0 0,0 0 0 0 0,0-1 0 0 0,0 1 1 0 0,1 0-1 0 0,-1 0 0 0 0,0 0 0 0 0,1 1 1 0 0,-1-1-1 0 0,1 0 0 0 0,-1 1 0 0 0,1-1 0 0 0,0 0 1 0 0,-1 1-1 0 0,-1 2 0 0 0,-3 6-71 0 0,0 1 0 0 0,1-1 0 0 0,0 1 0 0 0,0 0 0 0 0,-3 13 0 0 0,6-15 245 0 0,0-1-1 0 0,1 1 0 0 0,0-1 0 0 0,0 1 0 0 0,1-1 0 0 0,0 1 1 0 0,1 0-1 0 0,0-1 0 0 0,0 1 0 0 0,1-1 0 0 0,0 0 0 0 0,0 1 1 0 0,1-1-1 0 0,0 0 0 0 0,1 0 0 0 0,-1-1 0 0 0,2 1 1 0 0,4 7-1 0 0,-5-9-93 0 0,1 0 0 0 0,-1-1 0 0 0,1 0 0 0 0,0 0 0 0 0,0 0 0 0 0,1 0 0 0 0,0-1 0 0 0,-1 0 0 0 0,1 0 0 0 0,1 0 0 0 0,-1-1 0 0 0,0 0 0 0 0,1 0 0 0 0,0 0 0 0 0,0-1 0 0 0,-1 0 0 0 0,1-1 0 0 0,1 0 0 0 0,-1 0 0 0 0,0 0 0 0 0,0-1 0 0 0,9 0 1 0 0,-9-1-282 0 0,0 0 0 0 0,0 0 1 0 0,-1-1-1 0 0,1 0 0 0 0,0-1 1 0 0,-1 1-1 0 0,1-1 0 0 0,-1 0 1 0 0,0-1-1 0 0,0 1 0 0 0,0-1 1 0 0,7-7-1 0 0,-3 2-532 0 0,0-1 1 0 0,0-1-1 0 0,-1 0 1 0 0,0 0-1 0 0,8-14 1 0 0,-8 8 626 0 0</inkml:trace>
</inkml:ink>
</file>

<file path=ppt/ink/ink2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59.0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40 1 3225 0 0,'-2'0'277'0'0,"0"1"0"0"0,0 0 1 0 0,0 0-1 0 0,0-1 0 0 0,0 1 1 0 0,0 1-1 0 0,0-1 1 0 0,0 0-1 0 0,0 0 0 0 0,0 1 1 0 0,1-1-1 0 0,-1 1 0 0 0,1-1 1 0 0,-1 1-1 0 0,1 0 0 0 0,-1-1 1 0 0,1 1-1 0 0,0 0 0 0 0,0 0 1 0 0,0 0-1 0 0,0 0 0 0 0,0 0 1 0 0,1 0-1 0 0,-1 0 0 0 0,1 0 1 0 0,-1 1-1 0 0,1-1 1 0 0,0 0-1 0 0,-1 0 0 0 0,1 0 1 0 0,0 1-1 0 0,1 1 0 0 0,-1 13 457 0 0,1-1 0 0 0,0 0 0 0 0,1 1 0 0 0,1-1 0 0 0,6 19 0 0 0,29 78 479 0 0,-36-109-1183 0 0,28 62-568 0 0,-15-39-3981 0 0,-2-6-1054 0 0</inkml:trace>
</inkml:ink>
</file>

<file path=ppt/ink/ink2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59.3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0 324 8290 0 0,'21'-17'2155'0'0,"-8"7"-1774"0"0,-2-1 1 0 0,1 0-1 0 0,-1-1 1 0 0,-1 0-1 0 0,0-1 0 0 0,-1 0 1 0 0,0 0-1 0 0,7-17 1 0 0,-11 21-448 0 0,-1 0 1 0 0,0 0 0 0 0,-1-1 0 0 0,0 0-1 0 0,0 1 1 0 0,-1-1 0 0 0,0 0 0 0 0,-1 0-1 0 0,0-1 1 0 0,-1 1 0 0 0,0 0 0 0 0,0 0-1 0 0,-4-20 1 0 0,4 29 63 0 0,0 0-1 0 0,0 0 1 0 0,0 0-1 0 0,0 0 1 0 0,-1 0 0 0 0,1 0-1 0 0,0 0 1 0 0,0 0-1 0 0,-1 0 1 0 0,1 0-1 0 0,-1 0 1 0 0,1 0 0 0 0,-1 0-1 0 0,1 0 1 0 0,-1 0-1 0 0,0 1 1 0 0,1-1-1 0 0,-1 0 1 0 0,0 0 0 0 0,0 1-1 0 0,0-1 1 0 0,1 0-1 0 0,-1 1 1 0 0,0-1-1 0 0,0 1 1 0 0,0-1 0 0 0,0 1-1 0 0,0 0 1 0 0,0-1-1 0 0,0 1 1 0 0,0 0-1 0 0,0-1 1 0 0,0 1-1 0 0,0 0 1 0 0,0 0 0 0 0,0 0-1 0 0,0 0 1 0 0,0 0-1 0 0,0 0 1 0 0,-1 1-1 0 0,1-1 1 0 0,0 0 0 0 0,0 0-1 0 0,0 1 1 0 0,0-1-1 0 0,0 0 1 0 0,-1 2-1 0 0,-1 0-3 0 0,0 0-1 0 0,-1 0 0 0 0,1 0 0 0 0,0 1 0 0 0,1 0 0 0 0,-1-1 0 0 0,0 1 0 0 0,1 0 0 0 0,-1 0 0 0 0,1 0 0 0 0,-3 7 0 0 0,-1 3 146 0 0,2 0 1 0 0,0 0-1 0 0,0 0 0 0 0,1 1 1 0 0,1-1-1 0 0,0 1 0 0 0,1 0 1 0 0,1-1-1 0 0,0 1 0 0 0,0 0 1 0 0,5 22-1 0 0,-4-29-125 0 0,0 1 0 0 0,1-1 1 0 0,0 0-1 0 0,1 0 0 0 0,-1 0 0 0 0,1 0 1 0 0,0-1-1 0 0,1 1 0 0 0,0-1 0 0 0,0 0 1 0 0,0 0-1 0 0,1 0 0 0 0,-1 0 0 0 0,2-1 1 0 0,-1 0-1 0 0,0 0 0 0 0,1 0 0 0 0,0-1 1 0 0,0 0-1 0 0,0 0 0 0 0,1 0 0 0 0,-1-1 1 0 0,10 3-1 0 0,-12-4-392 0 0,1-1 1 0 0,-1 0-1 0 0,1 0 0 0 0,0-1 1 0 0,-1 1-1 0 0,1-1 0 0 0,0 0 1 0 0,-1 0-1 0 0,1-1 1 0 0,0 0-1 0 0,-1 1 0 0 0,1-1 1 0 0,-1-1-1 0 0,1 1 0 0 0,-1-1 1 0 0,0 1-1 0 0,1-1 1 0 0,7-5-1 0 0,2-4-2616 0 0</inkml:trace>
</inkml:ink>
</file>

<file path=ppt/ink/ink2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59.5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2304 0 0,'10'23'6576'0'0,"5"15"-3757"0"0,-10-14-1552 0 0,-2-8-567 0 0,0-1 0 0 0,1 0 0 0 0,1 0 0 0 0,1 0 0 0 0,9 20 0 0 0,-13-32-725 0 0,-1-1 0 0 0,1 1 0 0 0,0-1 0 0 0,0 1 0 0 0,0-1 0 0 0,0 0 0 0 0,0 0-1 0 0,1 0 1 0 0,-1 0 0 0 0,0 0 0 0 0,1 0 0 0 0,0-1 0 0 0,-1 1 0 0 0,1-1 0 0 0,0 0 0 0 0,0 1 0 0 0,0-1 0 0 0,0-1 0 0 0,0 1 0 0 0,0 0 0 0 0,0-1 0 0 0,0 1 0 0 0,0-1-1 0 0,0 0 1 0 0,0 0 0 0 0,0 0 0 0 0,0-1 0 0 0,0 1 0 0 0,0-1 0 0 0,0 0 0 0 0,0 1 0 0 0,0-1 0 0 0,0-1 0 0 0,3 0 0 0 0,16-9-2423 0 0,0-1-1 0 0,-1 0 1 0 0,38-31 0 0 0,-59 43 2440 0 0,9-7-111 0 0</inkml:trace>
</inkml:ink>
</file>

<file path=ppt/ink/ink2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5:00.2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0 2761 0 0,'-7'9'5628'0'0,"7"-9"-5527"0"0,2 4 1376 0 0,7 16 461 0 0,5 13 273 0 0,14 48 1 0 0,1 36-1507 0 0,5 13-1531 0 0,-23-88-1642 0 0,-7-24-2605 0 0</inkml:trace>
</inkml:ink>
</file>

<file path=ppt/ink/ink2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5:00.4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1 115 3225 0 0,'0'-3'89'0'0,"1"0"0"0"0,0 0 1 0 0,0 0-1 0 0,0 1 0 0 0,0-1 0 0 0,0 0 1 0 0,1 1-1 0 0,-1-1 0 0 0,1 1 0 0 0,-1 0 1 0 0,1-1-1 0 0,0 1 0 0 0,0 0 1 0 0,0 0-1 0 0,1 0 0 0 0,-1 0 0 0 0,0 1 1 0 0,1-1-1 0 0,2-1 0 0 0,0 0 187 0 0,0 0 0 0 0,0 0 0 0 0,0 0-1 0 0,0 1 1 0 0,0 0 0 0 0,1 0 0 0 0,-1 1 0 0 0,1-1 0 0 0,6 0-1 0 0,-7 2-71 0 0,0 0-1 0 0,0 0 0 0 0,-1 1 1 0 0,1 0-1 0 0,0 0 1 0 0,0 0-1 0 0,-1 0 0 0 0,1 1 1 0 0,0-1-1 0 0,-1 1 0 0 0,0 0 1 0 0,1 1-1 0 0,6 4 0 0 0,0 2 186 0 0,1 1-1 0 0,-1 1 1 0 0,10 12-1 0 0,-12-12-30 0 0,2 0 0 0 0,21 17 0 0 0,-32-27-319 0 0,1-1 0 0 0,-1 1 1 0 0,1-1-1 0 0,0 0 0 0 0,-1 1 1 0 0,1-1-1 0 0,0 0 0 0 0,-1 1 0 0 0,1-1 1 0 0,0 0-1 0 0,-1 0 0 0 0,1 0 0 0 0,0 1 1 0 0,-1-1-1 0 0,1 0 0 0 0,0 0 1 0 0,-1 0-1 0 0,1 0 0 0 0,0 0 0 0 0,0 0 1 0 0,-1-1-1 0 0,1 1 0 0 0,0 0 1 0 0,-1 0-1 0 0,1 0 0 0 0,0-1 0 0 0,-1 1 1 0 0,1 0-1 0 0,0-1 0 0 0,1 0 14 0 0,-1-1 1 0 0,0 1-1 0 0,0-1 0 0 0,1 1 0 0 0,-1-1 0 0 0,0 1 1 0 0,0-1-1 0 0,-1 0 0 0 0,1 1 0 0 0,0-1 0 0 0,0-2 1 0 0,9-49 165 0 0,-10 51-231 0 0,10-75-2018 0 0,-7 59-2789 0 0</inkml:trace>
</inkml:ink>
</file>

<file path=ppt/ink/ink2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5:01.0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 25 3225 0 0,'1'15'391'0'0,"0"0"1"0"0,0-1 0 0 0,-2 1 0 0 0,0 0 0 0 0,0 0 0 0 0,-7 23-1 0 0,5-25-298 0 0,1 0-1 0 0,0 0 0 0 0,0 0 1 0 0,1 0-1 0 0,1 0 1 0 0,0 0-1 0 0,1 1 0 0 0,4 21 1 0 0,-4-34 43 0 0,-1 1-1 0 0,0 0 1 0 0,0-1 0 0 0,1 1 0 0 0,-1-1 0 0 0,1 1 0 0 0,-1-1 0 0 0,1 1-1 0 0,0-1 1 0 0,0 1 0 0 0,0-1 0 0 0,0 1 0 0 0,0-1 0 0 0,0 0 0 0 0,0 0-1 0 0,0 1 1 0 0,0-1 0 0 0,0 0 0 0 0,1 0 0 0 0,-1 0 0 0 0,0 0 0 0 0,1-1-1 0 0,-1 1 1 0 0,1 0 0 0 0,-1 0 0 0 0,1-1 0 0 0,-1 1 0 0 0,1-1 0 0 0,-1 0-1 0 0,1 1 1 0 0,0-1 0 0 0,-1 0 0 0 0,1 0 0 0 0,0 0 0 0 0,-1 0 0 0 0,1 0-1 0 0,0 0 1 0 0,-1 0 0 0 0,1-1 0 0 0,-1 1 0 0 0,1-1 0 0 0,-1 1 0 0 0,1-1-1 0 0,-1 1 1 0 0,1-1 0 0 0,-1 0 0 0 0,3-1 0 0 0,2-2 55 0 0,0 0 1 0 0,0-1 0 0 0,-1 1 0 0 0,1-1-1 0 0,-1-1 1 0 0,0 1 0 0 0,0 0-1 0 0,-1-1 1 0 0,7-10 0 0 0,-8 10-423 0 0,0 0 0 0 0,-1-1 0 0 0,1 1 0 0 0,-1 0 0 0 0,-1-1 0 0 0,1 0 0 0 0,-1 1 0 0 0,0-1 0 0 0,0 0 0 0 0,-1 0 0 0 0,0 1 1 0 0,0-1-1 0 0,-1 0 0 0 0,-2-10 0 0 0,-2-3-970 0 0,-1 0 1 0 0,-1 1-1 0 0,-13-26 1 0 0,5 12 734 0 0,15 32 479 0 0,-1 1-1 0 0,1 0 0 0 0,0-1 0 0 0,0 1 1 0 0,-1 0-1 0 0,1-1 0 0 0,0 1 1 0 0,0 0-1 0 0,0-1 0 0 0,0 1 0 0 0,-1 0 1 0 0,1-1-1 0 0,0 1 0 0 0,0-1 1 0 0,0 1-1 0 0,0-1 0 0 0,0 1 0 0 0,0 0 1 0 0,0-1-1 0 0,0 1 0 0 0,0-1 0 0 0,0 1 1 0 0,1 0-1 0 0,-1-1 0 0 0,0 1 1 0 0,0 0-1 0 0,0-1 0 0 0,0 1 0 0 0,0-1 1 0 0,1 1-1 0 0,-1 0 0 0 0,0-1 0 0 0,0 1 1 0 0,1-1-1 0 0,14 4 953 0 0,16 16 625 0 0,-23-9-1347 0 0,-1 0-1 0 0,1 0 1 0 0,-2 1-1 0 0,1 0 1 0 0,-1 1-1 0 0,6 17 1 0 0,-4-11-200 0 0,18 32 0 0 0,-23-46-27 0 0,0 1-1 0 0,1 0 1 0 0,0 0-1 0 0,0-1 1 0 0,0 0-1 0 0,0 0 1 0 0,1 0-1 0 0,-1-1 1 0 0,1 1 0 0 0,7 3-1 0 0,-10-7-8 0 0,0 1-1 0 0,-1-1 1 0 0,1 0 0 0 0,0 1-1 0 0,-1-1 1 0 0,1 0 0 0 0,0 0-1 0 0,-1 0 1 0 0,1-1-1 0 0,0 1 1 0 0,-1 0 0 0 0,1-1-1 0 0,0 1 1 0 0,-1-1 0 0 0,1 1-1 0 0,-1-1 1 0 0,1 0-1 0 0,-1 0 1 0 0,1 1 0 0 0,-1-1-1 0 0,0 0 1 0 0,1 0 0 0 0,-1-1-1 0 0,0 1 1 0 0,2-2-1 0 0,31-35 395 0 0,-31 33-236 0 0,11-14 395 0 0,-10 12-223 0 0,1 0 0 0 0,0 0-1 0 0,0 0 1 0 0,1 1 0 0 0,0-1 0 0 0,0 1 0 0 0,0 1-1 0 0,1-1 1 0 0,0 1 0 0 0,11-6 0 0 0,-17 10-283 0 0,1 1 1 0 0,-1 0 0 0 0,0 0-1 0 0,0-1 1 0 0,0 1 0 0 0,0 0-1 0 0,0 0 1 0 0,1 0 0 0 0,-1 1-1 0 0,0-1 1 0 0,0 0 0 0 0,0 0-1 0 0,0 0 1 0 0,0 1 0 0 0,0-1-1 0 0,0 1 1 0 0,0-1 0 0 0,0 1-1 0 0,0-1 1 0 0,0 1 0 0 0,0 0-1 0 0,0-1 1 0 0,0 1 0 0 0,0 0 0 0 0,0 0-1 0 0,-1 0 1 0 0,1-1 0 0 0,0 1-1 0 0,0 0 1 0 0,-1 0 0 0 0,1 0-1 0 0,-1 0 1 0 0,1 0 0 0 0,-1 0-1 0 0,0 1 1 0 0,1-1 0 0 0,-1 0-1 0 0,1 1 1 0 0,1 8-78 0 0,1 0 0 0 0,-1 0-1 0 0,1 16 1 0 0,-1-9 37 0 0,14 52-2616 0 0,-6-46 1610 0 0</inkml:trace>
</inkml:ink>
</file>

<file path=ppt/ink/ink2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5:02.3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278 157 7618 0 0,'-2'-3'318'0'0,"-1"0"0"0"0,1 0 0 0 0,0-1 0 0 0,0 1 1 0 0,0-1-1 0 0,-3-5 0 0 0,5 7-125 0 0,-1 0 1 0 0,1 0-1 0 0,-1 0 1 0 0,0 0-1 0 0,0 0 1 0 0,1 1-1 0 0,-1-1 1 0 0,-1 0-1 0 0,1 1 1 0 0,0-1-1 0 0,0 0 1 0 0,-1 1-1 0 0,1 0 1 0 0,-1-1-1 0 0,1 1 1 0 0,-1 0-1 0 0,1 0 1 0 0,-1-1-1 0 0,0 1 1 0 0,0 1-1 0 0,1-1 1 0 0,-1 0-1 0 0,0 0 1 0 0,0 1-1 0 0,0-1 1 0 0,0 1-1 0 0,0-1 1 0 0,0 1-1 0 0,0 0 1 0 0,0 0-1 0 0,0 0 1 0 0,-4 0-1 0 0,0 2-123 0 0,-1-1-1 0 0,0 1 0 0 0,1 0 1 0 0,-1 0-1 0 0,1 1 1 0 0,0 0-1 0 0,0 0 1 0 0,0 1-1 0 0,0-1 1 0 0,1 1-1 0 0,-1 1 1 0 0,-8 8-1 0 0,1 0 113 0 0,-1 1-1 0 0,2 1 1 0 0,-15 21 0 0 0,19-23-315 0 0,1 1 0 0 0,0 0 0 0 0,1 0 0 0 0,-9 28 1 0 0,12-32 58 0 0,1 0 0 0 0,0 0 0 0 0,0 0 0 0 0,1 0 1 0 0,0 0-1 0 0,1 1 0 0 0,0-1 0 0 0,3 15 1 0 0,-1-17 62 0 0,1 0 1 0 0,0-1-1 0 0,1 1 1 0 0,0-1-1 0 0,0 1 1 0 0,0-1-1 0 0,1-1 1 0 0,0 1-1 0 0,0-1 1 0 0,1 1-1 0 0,0-1 1 0 0,0-1 0 0 0,0 1-1 0 0,1-1 1 0 0,11 6-1 0 0,-8-5 6 0 0,-1 0-1 0 0,1-1 1 0 0,0 0 0 0 0,0-1-1 0 0,1 0 1 0 0,-1-1-1 0 0,1 0 1 0 0,0 0 0 0 0,0-1-1 0 0,0-1 1 0 0,14 1-1 0 0,-13-3 92 0 0,-1-1 0 0 0,1-1 0 0 0,-1 0 0 0 0,1 0 0 0 0,-1-1 0 0 0,0-1 0 0 0,-1 1 0 0 0,1-2 0 0 0,-1 0-1 0 0,0 0 1 0 0,18-15 0 0 0,-8 5 193 0 0,0-2 0 0 0,-2 0 0 0 0,0-1 0 0 0,21-30 0 0 0,-32 39-196 0 0,-1 0 0 0 0,0 0 0 0 0,0 0-1 0 0,-1-1 1 0 0,0 0 0 0 0,-1 0-1 0 0,0 0 1 0 0,-1-1 0 0 0,0 1 0 0 0,-1-1-1 0 0,-1 1 1 0 0,1-1 0 0 0,-2 0 0 0 0,0 0-1 0 0,0 0 1 0 0,-1 1 0 0 0,0-1-1 0 0,-1 0 1 0 0,-1 1 0 0 0,1-1 0 0 0,-2 1-1 0 0,0 0 1 0 0,0 0 0 0 0,-1 0 0 0 0,0 0-1 0 0,-1 1 1 0 0,0 0 0 0 0,-9-10 0 0 0,9 14-415 0 0,0 0 0 0 0,-1 1 1 0 0,1 0-1 0 0,-1 0 1 0 0,0 0-1 0 0,0 1 1 0 0,-1 0-1 0 0,0 1 0 0 0,1 0 1 0 0,-1 0-1 0 0,0 0 1 0 0,0 1-1 0 0,0 1 1 0 0,-1-1-1 0 0,-9 0 0 0 0,0 2-5517 0 0</inkml:trace>
</inkml:ink>
</file>

<file path=ppt/ink/ink2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5:02.92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26 6449 0 0,'16'0'1679'0'0,"0"-2"-1"0"0,22-4 0 0 0,9-7-4920 0 0,-36 9-295 0 0</inkml:trace>
</inkml:ink>
</file>

<file path=ppt/ink/ink2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5:03.4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1 3225 0 0,'-1'0'364'0'0,"-5"5"2188"0"0,5-4-2187 0 0,1 0-1 0 0,-1 0 1 0 0,0 0 0 0 0,1 0-1 0 0,-1 0 1 0 0,1 0-1 0 0,-1 0 1 0 0,1 0-1 0 0,0 0 1 0 0,-1 0-1 0 0,1 0 1 0 0,0 2 0 0 0,1 27 2836 0 0,19 28-1916 0 0,-19-56-1119 0 0,9 23-1425 0 0,26 41 1 0 0,-26-50 317 0 0</inkml:trace>
</inkml:ink>
</file>

<file path=ppt/ink/ink2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5:04.0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1 518 5065 0 0,'0'0'390'0'0,"18"-12"1850"0"0,15-3-1672 0 0,0 1 0 0 0,1 1 0 0 0,64-14 0 0 0,-15 4 475 0 0,326-112 1958 0 0,-229 75-3228 0 0,102-40-2704 0 0,-107 30-651 0 0,-87 36 2088 0 0,-51 19 838 0 0</inkml:trace>
</inkml:ink>
</file>

<file path=ppt/ink/ink2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5:04.3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 2761 0 0,'-4'10'6529'0'0,"8"-9"-5756"0"0,11 7 119 0 0,0 0-1 0 0,0 0 1 0 0,-1 1-1 0 0,0 1 1 0 0,0 0-1 0 0,19 21 1 0 0,-29-27-950 0 0,0 0 1 0 0,0 0 0 0 0,-1 1 0 0 0,1 0 0 0 0,-1-1 0 0 0,-1 1 0 0 0,1 0-1 0 0,0 0 1 0 0,-1 1 0 0 0,0-1 0 0 0,-1 0 0 0 0,1 1 0 0 0,-1-1 0 0 0,0 1 0 0 0,0 0-1 0 0,-1-1 1 0 0,1 1 0 0 0,-1 0 0 0 0,-1-1 0 0 0,1 1 0 0 0,-1 0 0 0 0,0-1-1 0 0,0 1 1 0 0,-3 6 0 0 0,-3 6-3672 0 0,-3 2-1080 0 0</inkml:trace>
</inkml:ink>
</file>

<file path=ppt/ink/ink2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5:05.0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9674 0 0,'0'0'748'0'0,"1"0"-561"0"0,0 0 0 0 0,-1 0 0 0 0,1 0 0 0 0,0 0 0 0 0,0 0 0 0 0,0 0 0 0 0,-1 0 0 0 0,1 1 0 0 0,0-1 0 0 0,0 0 0 0 0,-1 1 0 0 0,1-1 0 0 0,0 0 0 0 0,-1 1 0 0 0,1-1 0 0 0,0 1 0 0 0,-1-1 0 0 0,2 2 0 0 0,9 18 505 0 0,-1 1 1 0 0,0 0-1 0 0,-2 0 1 0 0,0 1-1 0 0,6 33 1 0 0,-7-27-732 0 0,1-1 0 0 0,1-1 0 0 0,18 38 1 0 0,-26-62-93 0 0,0 0 1 0 0,0 1 0 0 0,0-1-1 0 0,1 0 1 0 0,-1 0 0 0 0,1 0 0 0 0,-1 0-1 0 0,1 0 1 0 0,-1-1 0 0 0,1 1 0 0 0,0 0-1 0 0,0-1 1 0 0,0 1 0 0 0,0-1-1 0 0,0 0 1 0 0,0 1 0 0 0,1-1 0 0 0,-1 0-1 0 0,0-1 1 0 0,1 1 0 0 0,-1 0-1 0 0,0-1 1 0 0,1 1 0 0 0,-1-1 0 0 0,4 1-1 0 0,-2-2-111 0 0,-1 0-1 0 0,1 0 0 0 0,-1 0 0 0 0,1 0 0 0 0,-1-1 1 0 0,0 1-1 0 0,0-1 0 0 0,1 0 0 0 0,-1 0 0 0 0,0 0 0 0 0,-1 0 1 0 0,1-1-1 0 0,0 1 0 0 0,-1-1 0 0 0,1 0 0 0 0,2-4 1 0 0,45-67-1279 0 0,-41 57 1643 0 0,1 1 1 0 0,1 0-1 0 0,1 1 1 0 0,0 0-1 0 0,18-17 1 0 0,-29 31-76 0 0,-1 0 0 0 0,2 0-1 0 0,-1 0 1 0 0,0 1 0 0 0,0-1-1 0 0,0 0 1 0 0,0 0 0 0 0,0 1 0 0 0,1-1-1 0 0,-1 1 1 0 0,0-1 0 0 0,1 1 0 0 0,-1-1-1 0 0,0 1 1 0 0,1 0 0 0 0,-1 0-1 0 0,1 0 1 0 0,-1 0 0 0 0,0 0 0 0 0,1 0-1 0 0,-1 0 1 0 0,0 0 0 0 0,2 1 0 0 0,-1-1 103 0 0,0 1 0 0 0,-1 0 0 0 0,1 1 0 0 0,-1-1 0 0 0,1 0 1 0 0,-1 0-1 0 0,1 1 0 0 0,-1-1 0 0 0,0 1 0 0 0,1-1 0 0 0,-1 1 1 0 0,0-1-1 0 0,0 1 0 0 0,1 3 0 0 0,3 8 851 0 0,0 0 0 0 0,-1 1 1 0 0,5 24-1 0 0,-6-22-828 0 0,1 2-56 0 0,-1-4 41 0 0,1 0 0 0 0,9 24 0 0 0,-11-34-552 0 0,0 1 0 0 0,0-1 0 0 0,1-1-1 0 0,0 1 1 0 0,-1 0 0 0 0,1-1 0 0 0,6 7 0 0 0</inkml:trace>
</inkml:ink>
</file>

<file path=ppt/ink/ink2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5:05.2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1 189 3225 0 0,'16'-9'10552'0'0,"-1"22"-10155"0"0,-10-9-131 0 0,1 0 0 0 0,0 0 0 0 0,1 0 0 0 0,-1 0 0 0 0,1-1 0 0 0,-1 0 0 0 0,10 2 0 0 0,-14-5-251 0 0,0 1-1 0 0,0-1 1 0 0,0 0 0 0 0,0 0-1 0 0,0 1 1 0 0,-1-2 0 0 0,1 1-1 0 0,0 0 1 0 0,0 0 0 0 0,0-1-1 0 0,0 1 1 0 0,0-1 0 0 0,0 1-1 0 0,0-1 1 0 0,0 0 0 0 0,0 0-1 0 0,-1 0 1 0 0,1 0 0 0 0,0 0-1 0 0,-1 0 1 0 0,1 0 0 0 0,-1 0-1 0 0,1-1 1 0 0,-1 1 0 0 0,0-1 0 0 0,1 1-1 0 0,-1-1 1 0 0,0 1 0 0 0,0-1-1 0 0,0 0 1 0 0,1-3 0 0 0,2-4 1 0 0,-1 1 0 0 0,0-1 0 0 0,-1 1 0 0 0,0-1 0 0 0,-1 0 0 0 0,1 0 1 0 0,-2 0-1 0 0,1 0 0 0 0,-1 0 0 0 0,-2-10 0 0 0,2 15-128 0 0,0 0 1 0 0,-1 0-1 0 0,1 0 0 0 0,-1 0 1 0 0,0 0-1 0 0,0 0 0 0 0,-1 0 1 0 0,1 0-1 0 0,-1 0 0 0 0,0 0 0 0 0,0 1 1 0 0,0-1-1 0 0,0 1 0 0 0,-1-1 1 0 0,1 1-1 0 0,-1 0 0 0 0,0 0 1 0 0,0 0-1 0 0,0 0 0 0 0,0 1 0 0 0,0-1 1 0 0,-1 1-1 0 0,-7-4 0 0 0,-11 4-1944 0 0,10 5-2434 0 0</inkml:trace>
</inkml:ink>
</file>

<file path=ppt/ink/ink2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5:05.5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10594 0 0,'0'0'964'0'0,"14"29"1160"0"0,96 298 6250 0 0,-64-172-14985 0 0,-40-138-32 0 0</inkml:trace>
</inkml:ink>
</file>

<file path=ppt/ink/ink2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5:05.9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0 241 5985 0 0,'6'-2'199'0'0,"-1"-1"-1"0"0,0 0 0 0 0,0-1 0 0 0,0 1 1 0 0,0-1-1 0 0,-1 0 0 0 0,1 0 1 0 0,-1-1-1 0 0,7-8 0 0 0,3-3 110 0 0,0 3-83 0 0,-1 1 199 0 0,-1 1-1 0 0,-1-2 1 0 0,0 1-1 0 0,0-2 1 0 0,-1 1-1 0 0,-1-1 1 0 0,9-19-1 0 0,-17 31-391 0 0,-1 1 0 0 0,1 0 0 0 0,-1 0-1 0 0,1 0 1 0 0,-1 0 0 0 0,1-1 0 0 0,-1 1 0 0 0,0 0-1 0 0,0 0 1 0 0,0-1 0 0 0,0 1 0 0 0,0 0 0 0 0,0 0-1 0 0,0-1 1 0 0,0 1 0 0 0,0 0 0 0 0,-1 0 0 0 0,1-1-1 0 0,0 1 1 0 0,-1 0 0 0 0,1 0 0 0 0,-1 0 0 0 0,1 0-1 0 0,-1-1 1 0 0,0 1 0 0 0,1 0 0 0 0,-1 0 0 0 0,0 0-1 0 0,0 0 1 0 0,0 1 0 0 0,0-1 0 0 0,0 0 0 0 0,0 0-1 0 0,0 0 1 0 0,0 1 0 0 0,0-1 0 0 0,0 1-1 0 0,0-1 1 0 0,0 1 0 0 0,-1-1 0 0 0,1 1 0 0 0,0-1-1 0 0,0 1 1 0 0,-1 0 0 0 0,1 0 0 0 0,0 0 0 0 0,0 0-1 0 0,-1 0 1 0 0,1 0 0 0 0,0 0 0 0 0,0 0 0 0 0,-1 0-1 0 0,1 1 1 0 0,0-1 0 0 0,0 0 0 0 0,0 1 0 0 0,-1-1-1 0 0,1 1 1 0 0,0-1 0 0 0,0 1 0 0 0,0 0 0 0 0,0-1-1 0 0,0 1 1 0 0,0 0 0 0 0,0 0 0 0 0,0 0 0 0 0,0 0-1 0 0,0 0 1 0 0,0 1 0 0 0,-6 7 73 0 0,0 1 0 0 0,1-1 0 0 0,1 1 0 0 0,-1 0 1 0 0,2 0-1 0 0,-1 1 0 0 0,-5 21 0 0 0,8-23 64 0 0,-1 0-1 0 0,2 0 1 0 0,-1 1 0 0 0,2-1-1 0 0,-1 0 1 0 0,1 1 0 0 0,0-1-1 0 0,1 0 1 0 0,0 0 0 0 0,3 11 0 0 0,-3-17-94 0 0,0 0 1 0 0,0 0-1 0 0,1 0 1 0 0,-1 0 0 0 0,1 0-1 0 0,0 0 1 0 0,0 0 0 0 0,0-1-1 0 0,0 1 1 0 0,1-1-1 0 0,-1 0 1 0 0,1 1 0 0 0,-1-1-1 0 0,1 0 1 0 0,0 0 0 0 0,-1-1-1 0 0,1 1 1 0 0,0-1-1 0 0,0 1 1 0 0,1-1 0 0 0,-1 0-1 0 0,6 1 1 0 0,-1 0-283 0 0,0-1 1 0 0,0 0-1 0 0,1-1 1 0 0,-1 0-1 0 0,0 0 0 0 0,0-1 1 0 0,0 0-1 0 0,11-2 1 0 0,5-4-5828 0 0</inkml:trace>
</inkml:ink>
</file>

<file path=ppt/ink/ink2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3:31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23 5985 0 0,'-17'-22'8182'0'0,"33"33"-4576"0"0,111 74-2970 0 0,-93-66-477 0 0,-2 2 0 0 0,0 2 0 0 0,-1 1 0 0 0,43 43 0 0 0,-19-7 170 0 0,67 79 738 0 0,-105-117-1648 0 0,0 2 0 0 0,-2-1 0 0 0,-1 2-1 0 0,16 37 1 0 0</inkml:trace>
</inkml:ink>
</file>

<file path=ppt/ink/ink2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3:31.5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72 281 456 0 0,'-23'10'917'0'0,"20"-8"-587"0"0,0-1 0 0 0,0 1 0 0 0,0-1 0 0 0,0 1 1 0 0,0-1-1 0 0,0 0 0 0 0,0 0 0 0 0,0-1 0 0 0,-1 1 1 0 0,1 0-1 0 0,0-1 0 0 0,-5 0 0 0 0,8 0-188 0 0,-1-1-1 0 0,1 1 0 0 0,-1-1 1 0 0,1 1-1 0 0,0-1 0 0 0,0 1 1 0 0,-1-1-1 0 0,1 0 1 0 0,0 1-1 0 0,0-1 0 0 0,0 1 1 0 0,-1-1-1 0 0,1 0 0 0 0,0 1 1 0 0,0-1-1 0 0,0 0 0 0 0,0 1 1 0 0,0-1-1 0 0,0 1 1 0 0,0-1-1 0 0,1 0 0 0 0,-1 1 1 0 0,0-1-1 0 0,0 1 0 0 0,0-1 1 0 0,1 0-1 0 0,-1 1 1 0 0,0-1-1 0 0,0 1 0 0 0,1-1 1 0 0,0 0-1 0 0,12-24 1389 0 0,-11 21-1070 0 0,21-31 548 0 0,2 1 1 0 0,1 2-1 0 0,1 0 1 0 0,41-35-1 0 0,-43 42-1417 0 0,-7 8-3635 0 0,-3 3-1426 0 0</inkml:trace>
</inkml:ink>
</file>

<file path=ppt/ink/ink2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3:32.0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0 4145 0 0,'-5'4'345'0'0,"0"-1"0"0"0,1 1 0 0 0,-1 0 0 0 0,1 1 0 0 0,0-1 0 0 0,0 1 0 0 0,0 0 0 0 0,0 0 0 0 0,1 0 0 0 0,0 0 0 0 0,0 0 0 0 0,1 1 0 0 0,-1-1 0 0 0,1 1 0 0 0,-2 9 0 0 0,4-14-279 0 0,0 0 0 0 0,1 0 0 0 0,-1 0 1 0 0,0 0-1 0 0,1 0 0 0 0,-1 0 0 0 0,0 0 0 0 0,1 0 0 0 0,-1 0 1 0 0,1 0-1 0 0,0 0 0 0 0,-1-1 0 0 0,1 1 0 0 0,0 0 1 0 0,0 0-1 0 0,-1-1 0 0 0,1 1 0 0 0,0 0 0 0 0,0-1 1 0 0,0 1-1 0 0,0 0 0 0 0,0-1 0 0 0,0 0 0 0 0,0 1 1 0 0,0-1-1 0 0,0 1 0 0 0,0-1 0 0 0,0 0 0 0 0,0 0 1 0 0,0 0-1 0 0,0 0 0 0 0,0 0 0 0 0,0 0 0 0 0,0 0 0 0 0,0 0 1 0 0,2 0-1 0 0,40-2 1423 0 0,2-7-21 0 0,64-20 0 0 0,-71 17-900 0 0,1 1 1 0 0,62-8-1 0 0,-28 15-187 0 0,0 2-1 0 0,1 4 1 0 0,-1 3-1 0 0,122 24 1 0 0,-160-23-285 0 0,1-2-1 0 0,47-1 1 0 0,-78-3-1743 0 0</inkml:trace>
</inkml:ink>
</file>

<file path=ppt/ink/ink2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3:32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0 1840 0 0,'-110'28'10608'0'0,"90"-20"-9731"0"0,19-8-833 0 0,1 0 0 0 0,0 0 0 0 0,0 0 0 0 0,0 0-1 0 0,0 0 1 0 0,0 1 0 0 0,-1-1 0 0 0,1 0 0 0 0,0 0 0 0 0,0 0-1 0 0,0 0 1 0 0,0 1 0 0 0,0-1 0 0 0,0 0 0 0 0,0 0 0 0 0,0 0-1 0 0,0 0 1 0 0,0 1 0 0 0,-1-1 0 0 0,1 0 0 0 0,0 0 0 0 0,0 0-1 0 0,0 1 1 0 0,0-1 0 0 0,0 0 0 0 0,0 0 0 0 0,0 0 0 0 0,0 0-1 0 0,1 1 1 0 0,-1-1 0 0 0,0 0 0 0 0,0 0 0 0 0,0 0-1 0 0,0 1 1 0 0,0-1 0 0 0,0 0 0 0 0,0 0 0 0 0,0 0 0 0 0,0 0-1 0 0,0 1 1 0 0,1-1 0 0 0,-1 0 0 0 0,0 0 0 0 0,0 0 0 0 0,33 15 4521 0 0,-6-5-3199 0 0,143 69-1366 0 0,-162-75 0 0 0,0 0 0 0 0,0 0 0 0 0,-1 1 0 0 0,1 0 0 0 0,9 9 0 0 0,-14-10 0 0 0,1-1 0 0 0,-1 0 0 0 0,0 1 0 0 0,0 0 0 0 0,0 0 0 0 0,0 0 0 0 0,0 0 0 0 0,-1 0 0 0 0,0 0 0 0 0,0 1 0 0 0,2 7 0 0 0,-3-7 32 0 0,-1 1 1 0 0,0-1 0 0 0,-1 0 0 0 0,1 0-1 0 0,-1 0 1 0 0,0 0 0 0 0,0 0 0 0 0,-1 0-1 0 0,0 0 1 0 0,0 0 0 0 0,0 0 0 0 0,0 0 0 0 0,-1-1-1 0 0,1 1 1 0 0,-1-1 0 0 0,-5 5 0 0 0,1 0 49 0 0,0 0 0 0 0,0-1 0 0 0,-1 0 0 0 0,0-1 0 0 0,-1 0 1 0 0,-15 11-1 0 0,-1-6-13 0 0,-46 17 0 0 0,42-18 147 0 0,-38 19 0 0 0,59-26-877 0 0,1 1 1 0 0,0-1-1 0 0,0 1 0 0 0,0 1 1 0 0,0-1-1 0 0,1 1 1 0 0,0 0-1 0 0,0 1 0 0 0,-7 11 1 0 0</inkml:trace>
</inkml:ink>
</file>

<file path=ppt/ink/ink2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3:36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52 4609 0 0,'-2'-13'913'0'0,"2"9"-383"0"0,-1 1 1 0 0,1-1 0 0 0,-1 1-1 0 0,0-1 1 0 0,0 1-1 0 0,0-1 1 0 0,0 1-1 0 0,-1 0 1 0 0,-2-5 0 0 0,8 47 1556 0 0,51 346 1361 0 0,-7 197-2826 0 0,-42-468-636 0 0,9 252 690 0 0,-29-3-887 0 0,12-350-453 0 0</inkml:trace>
</inkml:ink>
</file>

<file path=ppt/ink/ink2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3:37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49 466 920 0 0,'-9'5'404'0'0,"5"-3"147"0"0,0 1 0 0 0,-1-1 0 0 0,1 0 1 0 0,-1 0-1 0 0,1-1 0 0 0,-9 3 0 0 0,28-38 2549 0 0,25-31-1612 0 0,37-65 386 0 0,-56 90-1658 0 0,2 1 1 0 0,2 2 0 0 0,1 0-1 0 0,36-38 1 0 0,-60 72-213 0 0,0 1 0 0 0,0-1 0 0 0,1 1 0 0 0,-1 0 0 0 0,1 0 0 0 0,-1 0 0 0 0,1 0 0 0 0,0 0 0 0 0,0 1 0 0 0,0-1 0 0 0,0 1 0 0 0,0 0 1 0 0,0 0-1 0 0,0 0 0 0 0,6-1 0 0 0,-6 2-1 0 0,0 1 0 0 0,-1-1 0 0 0,1 1 0 0 0,-1 0 1 0 0,1 0-1 0 0,-1 0 0 0 0,1 0 0 0 0,-1 0 0 0 0,0 0 1 0 0,1 1-1 0 0,-1-1 0 0 0,0 1 0 0 0,0 0 0 0 0,0 0 1 0 0,0-1-1 0 0,-1 1 0 0 0,1 1 0 0 0,0-1 0 0 0,-1 0 1 0 0,2 3-1 0 0,15 21 557 0 0,-1 2 0 0 0,-1 0 0 0 0,19 49 0 0 0,25 95 1261 0 0,15 38-745 0 0,-64-189-1304 0 0,1 0 0 0 0,17 24 0 0 0,-19-31-536 0 0</inkml:trace>
</inkml:ink>
</file>

<file path=ppt/ink/ink2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3:37.8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1 269 7370 0 0,'74'34'5061'0'0,"-56"-28"-4701"0"0,1 0 301 0 0,0 0 1 0 0,34 4 0 0 0,-46-9-521 0 0,-1-1 0 0 0,0 0 0 0 0,1 0 0 0 0,-1 0 0 0 0,1-1 0 0 0,-1 0 0 0 0,0 0 1 0 0,0-1-1 0 0,1 0 0 0 0,-1 0 0 0 0,0 0 0 0 0,9-6 0 0 0,-14 7-102 0 0,1 0-1 0 0,0-1 1 0 0,-1 1-1 0 0,1-1 1 0 0,-1 1-1 0 0,1-1 1 0 0,-1 0-1 0 0,0 0 1 0 0,0 0-1 0 0,0 0 1 0 0,0 0-1 0 0,0 0 1 0 0,0 0-1 0 0,0 0 1 0 0,-1 0-1 0 0,1 0 1 0 0,-1 0-1 0 0,1 0 1 0 0,-1 0-1 0 0,0-1 1 0 0,0 1-1 0 0,0 0 1 0 0,0 0-1 0 0,0 0 1 0 0,-1-1-1 0 0,0-1 1 0 0,-1-9 77 0 0,-1 0 1 0 0,-1 1-1 0 0,-5-14 1 0 0,6 18-21 0 0,-9-22 89 0 0,-1 2 0 0 0,-17-30 0 0 0,17 37-1671 0 0,-23-28 0 0 0</inkml:trace>
</inkml:ink>
</file>

<file path=ppt/ink/ink2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3:38.2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2761 0 0,'1'10'517'0'0,"0"1"1"0"0,0-1 0 0 0,1 0 0 0 0,0 0 0 0 0,1 0 0 0 0,0 0 0 0 0,1-1-1 0 0,0 1 1 0 0,0-1 0 0 0,1 0 0 0 0,10 15 0 0 0,7 6 2571 0 0,51 52 0 0 0,-6-8-974 0 0,-22-16-1043 0 0,-24-31-864 0 0</inkml:trace>
</inkml:ink>
</file>

<file path=ppt/ink/ink2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5:06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48 136 3681 0 0,'-18'4'246'0'0,"-11"2"4779"0"0,46-12-4659 0 0,71-25 743 0 0,-56 18-650 0 0,0 1 0 0 0,1 2 0 0 0,63-10 0 0 0,4 8-176 0 0,174-15-162 0 0,-213 26 90 0 0,110 13 0 0 0,16 2 132 0 0,-31-18-265 0 0,182-26-1 0 0,-300 26-1043 0 0,-2 2-3557 0 0</inkml:trace>
</inkml:ink>
</file>

<file path=ppt/ink/ink2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00.38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10 42 920 0 0,'-6'-26'2725'0'0,"3"11"135"0"0,4 15-2702 0 0,1 0 0 0 0,-1 0-1 0 0,1 0 1 0 0,-1 0-1 0 0,0 0 1 0 0,1 1-1 0 0,-1-1 1 0 0,0 1-1 0 0,1-1 1 0 0,-1 1-1 0 0,0-1 1 0 0,0 1-1 0 0,1 0 1 0 0,-1 0-1 0 0,2 1 1 0 0,9 3 321 0 0,-1-1 1 0 0,1 0 0 0 0,0-1-1 0 0,0 0 1 0 0,1-1-1 0 0,-1-1 1 0 0,1 0-1 0 0,22-1 1 0 0,24 4 428 0 0,3 2 362 0 0,99-1 0 0 0,-95-11-1195 0 0,-46 3 20 0 0,-1 2 0 0 0,1 0 1 0 0,-1 1-1 0 0,0 0 0 0 0,31 6 0 0 0,-32-3-56 0 0,1-1 0 0 0,-1-1 0 0 0,1 0 0 0 0,0-2 0 0 0,-1 0 0 0 0,1-1 1 0 0,-1 0-1 0 0,20-7 0 0 0,-15 6 66 0 0,-1 1 1 0 0,1 1-1 0 0,42 4 1 0 0,19-1 143 0 0,-24-5-172 0 0,-25 0-18 0 0,1 2 0 0 0,-1 1 0 0 0,37 5 0 0 0,-59-2-51 0 0,-1 0 0 0 0,1 1 0 0 0,-1 1 0 0 0,0 0 0 0 0,21 13 0 0 0,-24-13 1 0 0,0 0-1 0 0,0 0 0 0 0,1-1 0 0 0,-1 0 0 0 0,1 0 1 0 0,0-1-1 0 0,0-1 0 0 0,0 0 0 0 0,0 0 0 0 0,18 0 1 0 0,57-6 136 0 0,86 0 211 0 0,-91 1-140 0 0,-63 2-173 0 0,-1 0 0 0 0,1 0 0 0 0,0 2 0 0 0,0 0 0 0 0,0 1-1 0 0,19 5 1 0 0,-4 0 327 0 0,61 7 0 0 0,-67-12-325 0 0,-1 2 0 0 0,1 0 0 0 0,-1 2 0 0 0,28 10-1 0 0,-32-7-44 0 0,1 0 0 0 0,0-2 0 0 0,1 0 0 0 0,0-2 0 0 0,0 0 0 0 0,0-2 0 0 0,0 0 0 0 0,0-2 0 0 0,25-1 0 0 0,337-18 215 0 0,-315 19-191 0 0,-30 1-36 0 0,0-2-1 0 0,0-2 1 0 0,-1-1-1 0 0,61-13 1 0 0,220-82-301 0 0,-287 89 317 0 0,-1 1-1 0 0,1 1 0 0 0,1 2 0 0 0,60-2 0 0 0,135 19 13 0 0,-205-10 4 0 0,0-2-1 0 0,0 0 1 0 0,-1-2-1 0 0,1 0 1 0 0,-1-1-1 0 0,44-13 0 0 0,-55 14 16 0 0,0 0 0 0 0,1 1 0 0 0,-1 1 0 0 0,0 0 0 0 0,1 0-1 0 0,-1 1 1 0 0,0 1 0 0 0,23 6 0 0 0,-16-4 135 0 0,0-1 0 0 0,30 1 1 0 0,-6-11-23 0 0,-38 6-377 0 0,1-1 1 0 0,-1 1 0 0 0,0 0-1 0 0,1 0 1 0 0,-1 1 0 0 0,1-1-1 0 0,-1 1 1 0 0,0 1 0 0 0,8 0 0 0 0,2 3-6839 0 0</inkml:trace>
</inkml:ink>
</file>

<file path=ppt/ink/ink2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06.73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4262 3225 0 0,'0'0'240'0'0,"23"-25"673"0"0,-18 21-810 0 0,239-225 825 0 0,42-41 1413 0 0,-40 33-1584 0 0,-25 24-657 0 0,67-66 464 0 0,-82 81 178 0 0,-37 37-50 0 0,151-157 648 0 0,59-42-782 0 0,-237 234-412 0 0,52-33 6 0 0,-37 33-86 0 0,-81 54-208 0 0,72-87 0 0 0,15-15 719 0 0,84-102 420 0 0,-8 8-386 0 0,-95 117-493 0 0,-85 85 56 0 0,3 3-1 0 0,129-103 1 0 0,-36 66 447 0 0,-76 51-339 0 0,-59 38-123 0 0,-20 11-183 0 0,1 0 1 0 0,-1-1-1 0 0,1 1 0 0 0,-1 0 1 0 0,1 0-1 0 0,-1 0 1 0 0,1-1-1 0 0,-1 1 0 0 0,1 0 1 0 0,0 0-1 0 0,-1 0 1 0 0,1 0-1 0 0,-1 0 0 0 0,1 0 1 0 0,0 0-1 0 0,-1 0 1 0 0,1 1-1 0 0,-1-1 0 0 0,1 0 1 0 0,-1 0-1 0 0,1 0 1 0 0,-1 0-1 0 0,1 1 0 0 0,-1-1 1 0 0,1 0-1 0 0,-1 1 1 0 0,1-1-1 0 0,-1 0 0 0 0,1 1 1 0 0,-1-1-1 0 0,1 1 1 0 0,0 0-1 0 0,-3 1-181 0 0,1-1 1 0 0,0 1-1 0 0,-1-1 1 0 0,1 1-1 0 0,-1-1 1 0 0,1 0-1 0 0,-1 0 1 0 0,0 1-1 0 0,1-1 1 0 0,-5 1-1 0 0,-62 42-5927 0 0,56-35 2969 0 0</inkml:trace>
</inkml:ink>
</file>

<file path=ppt/ink/ink2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07.30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153 145 5057 0 0,'-3'-1'181'0'0,"0"0"0"0"0,0 1-1 0 0,0-1 1 0 0,0 1 0 0 0,0 0 0 0 0,0 0-1 0 0,0 0 1 0 0,0 0 0 0 0,0 1 0 0 0,0-1-1 0 0,1 1 1 0 0,-1-1 0 0 0,0 1 0 0 0,0 0-1 0 0,0 1 1 0 0,1-1 0 0 0,-1 0 0 0 0,0 1-1 0 0,1-1 1 0 0,-1 1 0 0 0,1 0 0 0 0,0 0-1 0 0,-3 2 1 0 0,-2 1 66 0 0,-1 0-179 0 0,1 1-1 0 0,-1 0 1 0 0,1 0 0 0 0,0 0-1 0 0,0 1 1 0 0,1 0 0 0 0,0 0-1 0 0,0 1 1 0 0,1 0 0 0 0,-5 8-1 0 0,11-15-76 0 0,-1-1-1 0 0,1 0 1 0 0,-1 0-1 0 0,1 0 1 0 0,0 1-1 0 0,-1-1 1 0 0,1 0-1 0 0,0 0 1 0 0,-1 0-1 0 0,1 0 1 0 0,-1 0-1 0 0,1 0 1 0 0,0 0-1 0 0,-1 0 1 0 0,1-1-1 0 0,0 1 1 0 0,-1 0-1 0 0,1 0 1 0 0,-1 0-1 0 0,1-1 1 0 0,0 1 0 0 0,-1 0-1 0 0,1-1 1 0 0,0 0-1 0 0,18-6 519 0 0,151-86 836 0 0,-106 55-585 0 0,88-37 0 0 0,-130 65-556 0 0,27-10-71 0 0,-46 19-109 0 0,0 0 0 0 0,0 0 0 0 0,0 1 0 0 0,0-1 0 0 0,0 1 0 0 0,0-1 0 0 0,0 1 0 0 0,0 0 0 0 0,1 1 0 0 0,-1-1 0 0 0,0 0 0 0 0,0 1 0 0 0,3 0 0 0 0,-5 0 11 0 0,0 0-1 0 0,0 0 0 0 0,0 0 0 0 0,0 0 0 0 0,0 0 1 0 0,0 0-1 0 0,0 0 0 0 0,0 0 0 0 0,-1 0 0 0 0,1 1 1 0 0,0-1-1 0 0,-1 0 0 0 0,1 0 0 0 0,-1 1 0 0 0,0-1 1 0 0,1 0-1 0 0,-1 0 0 0 0,0 1 0 0 0,1-1 0 0 0,-1 1 1 0 0,0-1-1 0 0,0 0 0 0 0,-1 2 0 0 0,-1 36 458 0 0,1-34-426 0 0,-8 44 834 0 0,-18 60 0 0 0,14-62-654 0 0,-11 69-1 0 0,20-68-379 0 0</inkml:trace>
</inkml:ink>
</file>

<file path=ppt/ink/ink2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18.2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82 82 2304 0 0,'-12'-9'-194'0'0,"-2"-2"2193"0"0,1 0 1 0 0,1-1-1 0 0,-15-16 0 0 0,27 27-1935 0 0,-1 1 0 0 0,1 0 0 0 0,0 0 0 0 0,0 0 0 0 0,-1-1-1 0 0,1 1 1 0 0,0 0 0 0 0,0 0 0 0 0,0 0 0 0 0,0-1-1 0 0,0 1 1 0 0,-1 0 0 0 0,1 0 0 0 0,0-1 0 0 0,0 1 0 0 0,0 0-1 0 0,0 0 1 0 0,0-1 0 0 0,0 1 0 0 0,0 0 0 0 0,0-1 0 0 0,0 1-1 0 0,0 0 1 0 0,0 0 0 0 0,0-1 0 0 0,0 1 0 0 0,0 0-1 0 0,0 0 1 0 0,0-1 0 0 0,0 1 0 0 0,0 0 0 0 0,0 0 0 0 0,1-1-1 0 0,-1 1 1 0 0,0-1 0 0 0,11 0 1129 0 0,13 8-333 0 0,-17-3-614 0 0,-2 1 0 0 0,1 0 0 0 0,0 0 0 0 0,-1 1 0 0 0,0 0 0 0 0,-1-1 0 0 0,1 2 0 0 0,-1-1 0 0 0,0 0 0 0 0,3 8 0 0 0,6 14 497 0 0,10 32 0 0 0,-19-51-662 0 0,44 136 623 0 0,29 74 225 0 0,-68-196-903 0 0,-8-17-11 0 0,1 0 0 0 0,1 0 0 0 0,-1-1 0 0 0,1 1 1 0 0,0 0-1 0 0,0-1 0 0 0,7 10 0 0 0,-10-15-13 0 0,1 0 0 0 0,-1 0-1 0 0,0 0 1 0 0,0 0 0 0 0,1 0 0 0 0,-1 0-1 0 0,0-1 1 0 0,0 1 0 0 0,1 0 0 0 0,-1 0 0 0 0,0 0-1 0 0,0 0 1 0 0,0 0 0 0 0,1-1 0 0 0,-1 1-1 0 0,0 0 1 0 0,0 0 0 0 0,0 0 0 0 0,0-1 0 0 0,0 1-1 0 0,1 0 1 0 0,-1 0 0 0 0,0 0 0 0 0,0-1-1 0 0,0 1 1 0 0,0 0 0 0 0,0 0 0 0 0,0-1 0 0 0,0 1-1 0 0,0 0 1 0 0,0 0 0 0 0,0-1 0 0 0,0 1-1 0 0,0 0 1 0 0,0 0 0 0 0,0-1 0 0 0,0 1 0 0 0,0 0-1 0 0,0 0 1 0 0,0-1 0 0 0,-1 1 0 0 0,2-16 56 0 0,-21-128-84 0 0,-2-41-12 0 0,19 156 40 0 0,1-2 9 0 0,1-37 0 0 0,2 60-9 0 0,-1 1 1 0 0,1 0-1 0 0,0 0 1 0 0,1 0-1 0 0,-1 0 1 0 0,2 1-1 0 0,-1-1 1 0 0,1 0-1 0 0,-1 1 1 0 0,2-1-1 0 0,3-5 1 0 0,-5 9 46 0 0,1 1 0 0 0,0-1 0 0 0,-1 1 1 0 0,1-1-1 0 0,0 1 0 0 0,0 0 0 0 0,0 0 0 0 0,1 1 1 0 0,-1-1-1 0 0,0 1 0 0 0,1-1 0 0 0,-1 1 0 0 0,1 0 1 0 0,-1 0-1 0 0,1 1 0 0 0,-1-1 0 0 0,1 1 0 0 0,0-1 1 0 0,-1 1-1 0 0,1 0 0 0 0,-1 1 0 0 0,8 0 0 0 0,-5 0-14 0 0,0 1 0 0 0,1-1 0 0 0,-1 1 0 0 0,0 0 0 0 0,0 0 1 0 0,-1 1-1 0 0,1 0 0 0 0,0 0 0 0 0,-1 0 0 0 0,0 1 0 0 0,0-1 0 0 0,7 8 0 0 0,-3-2-22 0 0,-1 2 1 0 0,0-1-1 0 0,-1 1 1 0 0,0 1 0 0 0,0-1-1 0 0,4 14 1 0 0,26 78 219 0 0,-1-1-302 0 0,-31-90-66 0 0,1 0 0 0 0,1 0 1 0 0,0 0-1 0 0,0-1 0 0 0,18 20 0 0 0,35 17-2589 0 0,-53-41 2709 0 0</inkml:trace>
</inkml:ink>
</file>

<file path=ppt/ink/ink2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18.6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98 8290 0 0,'0'-9'270'0'0,"0"0"0"0"0,1-1 0 0 0,3-15 1 0 0,-3 22 152 0 0,0 0 1 0 0,0 0 0 0 0,0 0 0 0 0,0 0-1 0 0,1 0 1 0 0,-1 0 0 0 0,1 0 0 0 0,0 0 0 0 0,-1 1-1 0 0,1-1 1 0 0,0 1 0 0 0,1-1 0 0 0,-1 1 0 0 0,5-4-1 0 0,-6 6-315 0 0,-1 1 0 0 0,1-1-1 0 0,-1 0 1 0 0,0 0-1 0 0,1 0 1 0 0,-1 1-1 0 0,1-1 1 0 0,-1 0 0 0 0,1 0-1 0 0,-1 1 1 0 0,1-1-1 0 0,-1 0 1 0 0,0 1-1 0 0,1-1 1 0 0,-1 1 0 0 0,0-1-1 0 0,1 0 1 0 0,-1 1-1 0 0,0-1 1 0 0,0 1-1 0 0,0-1 1 0 0,1 1 0 0 0,-1-1-1 0 0,0 1 1 0 0,0-1-1 0 0,0 1 1 0 0,0-1 0 0 0,0 1-1 0 0,0-1 1 0 0,0 1-1 0 0,0-1 1 0 0,0 1-1 0 0,0-1 1 0 0,0 1 0 0 0,0-1-1 0 0,0 2 1 0 0,2 26 661 0 0,-2-26-679 0 0,42 502 1775 0 0,-21-361-1783 0 0,58 212-1 0 0,-51-228-1519 0 0,-20-71-6447 0 0</inkml:trace>
</inkml:ink>
</file>

<file path=ppt/ink/ink2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19.0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7 166 2761 0 0,'-2'-6'309'0'0,"1"-1"0"0"0,-1 0 0 0 0,1 1 0 0 0,1-1 0 0 0,-1 1 0 0 0,1-1 0 0 0,0 0 0 0 0,1 0 0 0 0,0 1 0 0 0,0-1 0 0 0,0 1 1 0 0,1-1-1 0 0,0 1 0 0 0,0-1 0 0 0,0 1 0 0 0,1 0 0 0 0,0 0 0 0 0,0 0 0 0 0,1 0 0 0 0,5-6 0 0 0,-8 10-75 0 0,0 0-1 0 0,1 0 0 0 0,-1 1 0 0 0,1-1 1 0 0,0 0-1 0 0,0 1 0 0 0,0-1 1 0 0,-1 1-1 0 0,1 0 0 0 0,0-1 0 0 0,1 1 1 0 0,-1 0-1 0 0,0 0 0 0 0,0 0 0 0 0,0 1 1 0 0,1-1-1 0 0,-1 0 0 0 0,0 1 1 0 0,5-1-1 0 0,-3 1 44 0 0,0 1 0 0 0,0-1 0 0 0,0 1 0 0 0,-1 0 0 0 0,1 0 0 0 0,0 0 0 0 0,0 1 0 0 0,-1-1 0 0 0,1 1-1 0 0,6 4 1 0 0,3 3 352 0 0,0 1 0 0 0,-1 1 0 0 0,0 0-1 0 0,19 22 1 0 0,19 34 191 0 0,-2 1 0 0 0,44 88 0 0 0,-52-86-678 0 0,-17-32-82 0 0,93 151 154 0 0,-92-155-238 0 0,1 0 1 0 0,2-1 0 0 0,37 34 0 0 0,-9-24 375 0 0,-24-26-1634 0 0,1-10-5032 0 0</inkml:trace>
</inkml:ink>
</file>

<file path=ppt/ink/ink2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19.3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8 385 6913 0 0,'-7'2'6865'0'0,"31"-20"-5560"0"0,138-133 1543 0 0,46-36-3698 0 0,-170 157-556 0 0</inkml:trace>
</inkml:ink>
</file>

<file path=ppt/ink/ink2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23.5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40 40 10138 0 0,'-39'-39'6304'0'0,"52"59"-4647"0"0,16 31-703 0 0,-2 1 0 0 0,39 106 0 0 0,-50-118-744 0 0,52 157 528 0 0,-40-110-2121 0 0,67 145 0 0 0,-76-198-5565 0 0</inkml:trace>
</inkml:ink>
</file>

<file path=ppt/ink/ink2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23.9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116 31 6913 0 0,'0'0'151'0'0,"-1"0"-1"0"0,1-1 1 0 0,0 1-1 0 0,0-1 0 0 0,0 1 1 0 0,-3-3 1202 0 0,3 3-1202 0 0,0-1-1 0 0,-1 1 0 0 0,1 0 1 0 0,-1 0-1 0 0,1-1 0 0 0,0 1 1 0 0,-1 0-1 0 0,1 0 1 0 0,-1 0-1 0 0,1 0 0 0 0,0 0 1 0 0,-1-1-1 0 0,1 1 1 0 0,-1 0-1 0 0,1 0 0 0 0,-1 0 1 0 0,0 0-1 0 0,4 17 2986 0 0,19 41-548 0 0,-16-44-2306 0 0,5 14-148 0 0,16 46 368 0 0,3-1 1 0 0,52 89 0 0 0,-75-152-513 0 0,-1 0 0 0 0,2-1 0 0 0,-1 0-1 0 0,1 0 1 0 0,1-1 0 0 0,-1 0 0 0 0,1 0 0 0 0,1-1-1 0 0,19 11 1 0 0,-26-16 6 0 0,1 0 0 0 0,-1-1 0 0 0,1 1-1 0 0,-1-1 1 0 0,1 0 0 0 0,0 0 0 0 0,-1 0 0 0 0,1 0 0 0 0,0-1-1 0 0,0 1 1 0 0,0-1 0 0 0,-1 0 0 0 0,1 0 0 0 0,0-1 0 0 0,0 1-1 0 0,0-1 1 0 0,-1 0 0 0 0,1 1 0 0 0,0-2 0 0 0,-1 1 0 0 0,1 0-1 0 0,-1-1 1 0 0,1 0 0 0 0,-1 0 0 0 0,0 0 0 0 0,1 0 0 0 0,-1 0-1 0 0,0-1 1 0 0,-1 1 0 0 0,1-1 0 0 0,0 0 0 0 0,-1 0-1 0 0,1 0 1 0 0,1-3 0 0 0,0-1-8 0 0,-1 1 1 0 0,1-1-1 0 0,-1 0 0 0 0,-1 0 1 0 0,0-1-1 0 0,1 1 0 0 0,-2 0 1 0 0,1-1-1 0 0,-1 1 0 0 0,-1-1 0 0 0,1 1 1 0 0,-1-1-1 0 0,0 0 0 0 0,-1 1 1 0 0,0-1-1 0 0,0 1 0 0 0,-1-1 1 0 0,0 1-1 0 0,-4-10 0 0 0,-2-7 118 0 0,-2 1 1 0 0,-1 0-1 0 0,0 1 0 0 0,-24-34 1 0 0,19 33 8 0 0,-1 1 1 0 0,0 0 0 0 0,-2 1-1 0 0,-1 1 1 0 0,-38-30 0 0 0,50 43-112 0 0,-1 1 0 0 0,0 0 0 0 0,0 1 0 0 0,0 0 0 0 0,-1 1-1 0 0,1 0 1 0 0,-1 0 0 0 0,0 1 0 0 0,-1 0 0 0 0,1 1 0 0 0,0 0 0 0 0,-1 1 0 0 0,1 0 0 0 0,-1 0 0 0 0,1 1 0 0 0,-1 1 0 0 0,0 0 0 0 0,-12 2 0 0 0,-52 17-2230 0 0,54-15-4321 0 0</inkml:trace>
</inkml:ink>
</file>

<file path=ppt/ink/ink2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24.2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0 132 8754 0 0,'46'-23'6228'0'0,"52"-26"-1853"0"0,3 0-9869 0 0,-79 39-463 0 0</inkml:trace>
</inkml:ink>
</file>

<file path=ppt/ink/ink2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24.6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317 38 5985 0 0,'0'-37'6852'0'0,"0"50"-3582"0"0,0 4-2790 0 0,-5 179 1595 0 0,2-163-2106 0 0,-1 0 0 0 0,-1-1-1 0 0,-19 60 1 0 0,22-88 28 0 0,1 0 0 0 0,0-1-1 0 0,-1 1 1 0 0,0-1 0 0 0,0 1-1 0 0,0-1 1 0 0,0 0 0 0 0,0 0-1 0 0,-1 0 1 0 0,1 0 0 0 0,-1 0 0 0 0,0 0-1 0 0,0-1 1 0 0,0 1 0 0 0,0-1-1 0 0,0 0 1 0 0,0 0 0 0 0,-1 0-1 0 0,1-1 1 0 0,-5 3 0 0 0,3-3-34 0 0,0-1 0 0 0,0 1 0 0 0,0 0 0 0 0,1-1 0 0 0,-1 0 0 0 0,0-1 0 0 0,0 1 0 0 0,0-1 0 0 0,1 1 0 0 0,-1-1 0 0 0,0-1 0 0 0,1 1 0 0 0,-1-1 0 0 0,1 0 0 0 0,-9-4 0 0 0,3 0-193 0 0,-1-1 0 0 0,1 0 0 0 0,1-1 0 0 0,0 0 0 0 0,0 0 0 0 0,0-1 0 0 0,-12-16 0 0 0,15 17 168 0 0,1 0 1 0 0,0 1 0 0 0,0-2 0 0 0,1 1 0 0 0,0 0 0 0 0,0-1 0 0 0,1 0 0 0 0,0 0 0 0 0,1 0-1 0 0,-2-15 1 0 0,3 21 76 0 0,1 1-1 0 0,0 0 0 0 0,-1-1 0 0 0,1 1 1 0 0,0 0-1 0 0,1-1 0 0 0,-1 1 1 0 0,0 0-1 0 0,1 0 0 0 0,-1-1 0 0 0,1 1 1 0 0,0 0-1 0 0,-1 0 0 0 0,1 0 0 0 0,0-1 1 0 0,1 1-1 0 0,-1 0 0 0 0,0 0 1 0 0,0 1-1 0 0,1-1 0 0 0,-1 0 0 0 0,1 0 1 0 0,0 1-1 0 0,-1-1 0 0 0,1 1 1 0 0,0-1-1 0 0,0 1 0 0 0,0 0 0 0 0,0 0 1 0 0,0 0-1 0 0,0 0 0 0 0,1 0 1 0 0,-1 0-1 0 0,0 0 0 0 0,0 1 0 0 0,1-1 1 0 0,2 1-1 0 0,1-1 88 0 0,1 1-1 0 0,-1 0 1 0 0,0 1 0 0 0,0 0-1 0 0,0-1 1 0 0,0 2-1 0 0,0-1 1 0 0,0 1 0 0 0,0 0-1 0 0,0 0 1 0 0,-1 1 0 0 0,1-1-1 0 0,5 5 1 0 0,3 3 76 0 0,-1 0 0 0 0,0 1 0 0 0,0 1 0 0 0,-2 0 0 0 0,1 0 0 0 0,-2 1 0 0 0,1 1 0 0 0,-2 0 0 0 0,0 0 0 0 0,-1 1 0 0 0,0 0 0 0 0,8 22 0 0 0,0 13 715 0 0,-2 0 0 0 0,12 85 0 0 0,-14-70-706 0 0,-7-42-514 0 0,1 0-1 0 0,1 0 1 0 0,1-1 0 0 0,14 29-1 0 0,-11-30-7149 0 0</inkml:trace>
</inkml:ink>
</file>

<file path=ppt/ink/ink2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38.22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8754 0 0,'2'17'5026'0'0,"3"28"-3824"0"0,-6 288 895 0 0,-1-118-3414 0 0,2-183 310 0 0</inkml:trace>
</inkml:ink>
</file>

<file path=ppt/ink/ink2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38.6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0 223 6913 0 0,'0'-4'119'0'0,"0"1"-1"0"0,1-1 1 0 0,-1 0-1 0 0,0 0 1 0 0,1 0-1 0 0,0 0 1 0 0,0 0-1 0 0,3-6 1 0 0,-4 10-41 0 0,1-1-1 0 0,-1 0 1 0 0,1 0 0 0 0,0 0 0 0 0,0 1 0 0 0,-1-1-1 0 0,1 0 1 0 0,0 1 0 0 0,0-1 0 0 0,0 1 0 0 0,0-1-1 0 0,0 1 1 0 0,0-1 0 0 0,-1 1 0 0 0,1 0 0 0 0,0-1-1 0 0,0 1 1 0 0,0 0 0 0 0,0 0 0 0 0,0 0 0 0 0,0-1-1 0 0,1 1 1 0 0,-1 0 0 0 0,0 1 0 0 0,0-1 0 0 0,0 0-1 0 0,0 0 1 0 0,0 0 0 0 0,0 1 0 0 0,0-1 0 0 0,0 0-1 0 0,-1 1 1 0 0,1-1 0 0 0,0 1 0 0 0,0-1 0 0 0,0 1-1 0 0,0-1 1 0 0,0 1 0 0 0,1 1 0 0 0,2 1 176 0 0,-1-1 0 0 0,1 1 0 0 0,-1 1 0 0 0,0-1 0 0 0,0 0 0 0 0,0 1 0 0 0,0-1 0 0 0,0 1 0 0 0,-1 0 0 0 0,0 0 0 0 0,2 5 0 0 0,20 52 1086 0 0,-16-37-937 0 0,4 7-69 0 0,48 117 373 0 0,-50-128-766 0 0,0 0-1 0 0,2-1 0 0 0,0-1 1 0 0,1 0-1 0 0,17 19 0 0 0,-28-36 1 0 0,-1 1 0 0 0,1 0 1 0 0,-1 0-1 0 0,1-1 0 0 0,0 1 0 0 0,0-1 0 0 0,0 1 0 0 0,0-1 0 0 0,0 0 0 0 0,0 0 0 0 0,0 0 1 0 0,0 0-1 0 0,1 0 0 0 0,-1 0 0 0 0,0 0 0 0 0,1-1 0 0 0,-1 0 0 0 0,0 1 0 0 0,1-1 0 0 0,-1 0 1 0 0,0 0-1 0 0,5 0 0 0 0,-5-1-2 0 0,1 0 1 0 0,-1-1-1 0 0,0 1 0 0 0,0 0 1 0 0,1-1-1 0 0,-1 0 1 0 0,0 1-1 0 0,0-1 0 0 0,-1 0 1 0 0,1 0-1 0 0,0 0 0 0 0,-1 0 1 0 0,1 0-1 0 0,-1-1 1 0 0,1 1-1 0 0,-1 0 0 0 0,0-1 1 0 0,0 1-1 0 0,0 0 1 0 0,1-5-1 0 0,10-40 111 0 0,-1 0 0 0 0,7-75 0 0 0,-11 67 2 0 0,19-81 1 0 0,-17 106 162 0 0,16-39 0 0 0,-21 61-40 0 0,0 0 1 0 0,0 0 0 0 0,0 0-1 0 0,1 1 1 0 0,0 0-1 0 0,0 0 1 0 0,1 0 0 0 0,0 1-1 0 0,0 0 1 0 0,8-6 0 0 0,-13 11-78 0 0,0 0 1 0 0,1 0 0 0 0,-1 1-1 0 0,1-1 1 0 0,0 0 0 0 0,-1 0 0 0 0,1 1-1 0 0,0-1 1 0 0,-1 1 0 0 0,1-1 0 0 0,0 1-1 0 0,0 0 1 0 0,-1 0 0 0 0,1-1 0 0 0,0 1-1 0 0,0 1 1 0 0,-1-1 0 0 0,1 0 0 0 0,0 0-1 0 0,0 1 1 0 0,2 0 0 0 0,0 1 9 0 0,-1-1 0 0 0,0 1 0 0 0,0 0 0 0 0,0 0 0 0 0,0 0-1 0 0,-1 1 1 0 0,1-1 0 0 0,-1 1 0 0 0,1 0 0 0 0,2 3 0 0 0,4 7 93 0 0,-1 0-1 0 0,-1 1 1 0 0,12 27 0 0 0,31 102-739 0 0,-39-104-254 0 0</inkml:trace>
</inkml:ink>
</file>

<file path=ppt/ink/ink2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38.9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100 8 9674 0 0,'-1'-1'62'0'0,"1"1"0"0"0,-1-1-1 0 0,0 1 1 0 0,1-1 0 0 0,-1 0 0 0 0,0 1 0 0 0,0-1-1 0 0,1 1 1 0 0,-1-1 0 0 0,0 1 0 0 0,0 0-1 0 0,0-1 1 0 0,1 1 0 0 0,-1 0 0 0 0,0 0 0 0 0,0-1-1 0 0,0 1 1 0 0,0 0 0 0 0,0 0 0 0 0,0 0-1 0 0,1 0 1 0 0,-1 0 0 0 0,0 0 0 0 0,0 0 0 0 0,0 1-1 0 0,0-1 1 0 0,0 0 0 0 0,0 0 0 0 0,1 1-1 0 0,-1-1 1 0 0,-1 1 0 0 0,0 2 133 0 0,1-1 0 0 0,0 0-1 0 0,0 1 1 0 0,0-1 0 0 0,0 1 0 0 0,1-1 0 0 0,-1 1-1 0 0,1 0 1 0 0,-1 3 0 0 0,-1 7 148 0 0,-38 227 3333 0 0,28-139-3285 0 0,3 164 0 0 0,9-236-590 0 0,3 0 1 0 0,0 0-1 0 0,2 0 0 0 0,0-1 1 0 0,15 40-1 0 0,-14-52-1418 0 0,1 0-1 0 0,1-1 1 0 0,12 20-1 0 0,-8-19-3023 0 0</inkml:trace>
</inkml:ink>
</file>

<file path=ppt/ink/ink2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39.3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13 257 1840 0 0,'-6'-44'3186'0'0,"2"1"-1"0"0,2-1 0 0 0,5-63 1 0 0,-4 106-3093 0 0,1 0 0 0 0,0 1 0 0 0,0-1 0 0 0,0 0 0 0 0,0 1 0 0 0,0-1 0 0 0,0 1 0 0 0,0-1 0 0 0,0 0 0 0 0,0 1 0 0 0,1-1 0 0 0,-1 0 0 0 0,0 1 0 0 0,0-1 0 0 0,0 1 0 0 0,1-1 0 0 0,-1 1 0 0 0,0-1 0 0 0,1 1 0 0 0,-1-1 0 0 0,0 1 0 0 0,1-1 0 0 0,-1 1 0 0 0,1-1 0 0 0,-1 1 0 0 0,1-1 0 0 0,-1 1 0 0 0,1 0 0 0 0,-1-1 0 0 0,1 1 0 0 0,0 0 0 0 0,-1-1 0 0 0,1 1 0 0 0,-1 0 0 0 0,1 0 0 0 0,0 0 0 0 0,1 0 26 0 0,0 1 1 0 0,-1 0-1 0 0,1 0 1 0 0,-1 0-1 0 0,1 0 1 0 0,-1 0-1 0 0,0 0 1 0 0,1 0-1 0 0,-1 0 1 0 0,0 0-1 0 0,0 1 1 0 0,2 2-1 0 0,30 47 889 0 0,4 28-397 0 0,40 124 0 0 0,12 27-1285 0 0,-74-197-1070 0 0,2-2-1 0 0,1 1 0 0 0,2-2 0 0 0,41 50 0 0 0,-40-57-3621 0 0</inkml:trace>
</inkml:ink>
</file>

<file path=ppt/ink/ink2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39.7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3 197 11979 0 0,'-3'-1'1064'0'0,"3"-2"-848"0"0,1 1-216 0 0,2-2 0 0 0,1 2 624 0 0,0-5 80 0 0,3-3 24 0 0,7-6 0 0 0,6-6-135 0 0,7-3-25 0 0,3 0-8 0 0,2 2 0 0 0,0 3-1424 0 0,5 1-289 0 0,2 1-63 0 0</inkml:trace>
</inkml:ink>
</file>

<file path=ppt/ink/ink2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40.1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72 312 6385 0 0,'-72'-284'11810'0'0,"72"257"-7609"0"0,0 27-4173 0 0,7 16 494 0 0,49 191 398 0 0,-36-125-1022 0 0,43 114 0 0 0,11-32-1180 0 0,-37-96-6075 0 0,-26-47 872 0 0</inkml:trace>
</inkml:ink>
</file>

<file path=ppt/ink/ink2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40.5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91 120 4689 0 0,'-1'-18'300'0'0,"-8"-41"-78"0"0,9 56 126 0 0,-1 1-1 0 0,0-1 1 0 0,1 1 0 0 0,-1-1-1 0 0,0 1 1 0 0,0 0 0 0 0,0 0-1 0 0,0-1 1 0 0,-1 1 0 0 0,1 0 0 0 0,-1 0-1 0 0,1 0 1 0 0,-1 0 0 0 0,0 1-1 0 0,0-1 1 0 0,1 0 0 0 0,-1 1-1 0 0,-4-3 1 0 0,5 4-225 0 0,0 0 1 0 0,0 0-1 0 0,0 0 0 0 0,0 0 0 0 0,0 0 1 0 0,1 0-1 0 0,-1 0 0 0 0,0 0 0 0 0,0 1 1 0 0,0-1-1 0 0,0 0 0 0 0,1 1 0 0 0,-1-1 1 0 0,0 1-1 0 0,0-1 0 0 0,0 0 0 0 0,1 1 1 0 0,-1 0-1 0 0,0-1 0 0 0,1 1 0 0 0,-1-1 1 0 0,1 1-1 0 0,-1 0 0 0 0,1 0 0 0 0,-1-1 1 0 0,1 1-1 0 0,-1 0 0 0 0,1 0 0 0 0,-1-1 1 0 0,1 1-1 0 0,0 0 0 0 0,-1 1 0 0 0,-10 29 907 0 0,11-31-1028 0 0,-6 33 63 0 0,1-1 0 0 0,1 2 0 0 0,2-1 1 0 0,1 0-1 0 0,1 0 0 0 0,2 1 0 0 0,2-1 1 0 0,1 0-1 0 0,1-1 0 0 0,2 1 0 0 0,1-1 1 0 0,26 60-1 0 0,-25-73-93 0 0,0 0 0 0 0,2 0 0 0 0,0-1 0 0 0,1 0 0 0 0,0-1 0 0 0,28 26 0 0 0,-33-35 11 0 0,0-1 1 0 0,0-1 0 0 0,0 1 0 0 0,1-1-1 0 0,0 0 1 0 0,1-1 0 0 0,-1 0 0 0 0,1-1-1 0 0,0 0 1 0 0,0 0 0 0 0,0-1 0 0 0,0 0-1 0 0,1-1 1 0 0,-1 0 0 0 0,17 0 0 0 0,-22-2-22 0 0,0-1 0 0 0,0 1 0 0 0,0-1 0 0 0,0 0 0 0 0,0-1 1 0 0,0 1-1 0 0,0-1 0 0 0,-1 0 0 0 0,1 0 0 0 0,-1 0 0 0 0,1-1 0 0 0,-1 1 1 0 0,0-1-1 0 0,0 0 0 0 0,0-1 0 0 0,-1 1 0 0 0,1 0 0 0 0,-1-1 0 0 0,1 0 0 0 0,-1 0 1 0 0,0 0-1 0 0,-1 0 0 0 0,1-1 0 0 0,-1 1 0 0 0,0-1 0 0 0,0 1 0 0 0,0-1 1 0 0,-1 0-1 0 0,2-8 0 0 0,1-1 141 0 0,-2-1 0 0 0,0 0 1 0 0,-1 0-1 0 0,0 0 0 0 0,-1 0 0 0 0,-1 0 1 0 0,0 0-1 0 0,-6-26 0 0 0,-1 11 26 0 0,-1-1 1 0 0,-2 1-1 0 0,-1 0 1 0 0,-1 1-1 0 0,-1 1 1 0 0,-2 0-1 0 0,-1 1 1 0 0,-1 0-1 0 0,-42-46 1 0 0,55 68-559 0 0,0 0-1 0 0,0 1 1 0 0,-1-1 0 0 0,0 1-1 0 0,0 0 1 0 0,0 1 0 0 0,0 0-1 0 0,-1 0 1 0 0,1 0 0 0 0,-11-2 0 0 0,15 4 228 0 0,0 1 0 0 0,0 0-1 0 0,0 0 1 0 0,0 0 0 0 0,0 0 0 0 0,0 0 0 0 0,0 0 0 0 0,0 0 0 0 0,0 1 0 0 0,0-1 0 0 0,0 1 0 0 0,0-1 0 0 0,1 1 0 0 0,-1 0 0 0 0,0 0 0 0 0,-3 1 0 0 0,3 0 81 0 0,0 0 1 0 0,1 0-1 0 0,-1 0 1 0 0,0 0-1 0 0,1 0 1 0 0,-1 0-1 0 0,1 1 1 0 0,-1-1-1 0 0,1 0 0 0 0,0 1 1 0 0,0-1-1 0 0,0 1 1 0 0,0-1-1 0 0,1 1 1 0 0,-1 4-1 0 0,-1 9-477 0 0,2 1 533 0 0</inkml:trace>
</inkml:ink>
</file>

<file path=ppt/ink/ink2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40.9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0 153 11522 0 0,'69'-43'2765'0'0,"-35"20"-2161"0"0,2 2 0 0 0,0 1 0 0 0,45-17-1 0 0,-75 35-774 0 0,0 0-1 0 0,0 1 0 0 0,-1 0 1 0 0,1 0-1 0 0,0 0 0 0 0,0 1 1 0 0,0-1-1 0 0,0 2 1 0 0,0-1-1 0 0,0 1 0 0 0,0-1 1 0 0,11 4-1 0 0,-4-1 112 0 0</inkml:trace>
</inkml:ink>
</file>

<file path=ppt/ink/ink2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41.8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138 89 2304 0 0,'-2'-7'725'0'0,"1"1"-1"0"0,-1-1 0 0 0,0 1 0 0 0,-1 0 0 0 0,0 0 0 0 0,0 0 0 0 0,0 0 0 0 0,-1 0 0 0 0,-8-10 1 0 0,11 15-663 0 0,1-1 1 0 0,-1 1 0 0 0,0 0 0 0 0,0 0 0 0 0,-1 0 0 0 0,1 0 0 0 0,0 0 0 0 0,0 0-1 0 0,0 0 1 0 0,-1 0 0 0 0,1 1 0 0 0,0-1 0 0 0,-1 0 0 0 0,1 1 0 0 0,-1-1 0 0 0,1 1-1 0 0,-1-1 1 0 0,1 1 0 0 0,-1 0 0 0 0,1 0 0 0 0,-1 0 0 0 0,1-1 0 0 0,-1 2 0 0 0,1-1 0 0 0,-1 0-1 0 0,1 0 1 0 0,-1 0 0 0 0,1 1 0 0 0,-1-1 0 0 0,1 1 0 0 0,-1-1 0 0 0,1 1 0 0 0,-1-1-1 0 0,1 1 1 0 0,0 0 0 0 0,-1 0 0 0 0,1 0 0 0 0,0 0 0 0 0,0 0 0 0 0,0 0 0 0 0,0 0 0 0 0,0 0-1 0 0,0 0 1 0 0,0 0 0 0 0,0 1 0 0 0,0-1 0 0 0,0 0 0 0 0,0 3 0 0 0,-6 7 78 0 0,2 0 1 0 0,-1 1-1 0 0,2 0 1 0 0,0 0 0 0 0,0 0-1 0 0,1 0 1 0 0,0 0-1 0 0,1 1 1 0 0,1 0 0 0 0,-1 20-1 0 0,2-10 151 0 0,1 1 1 0 0,1-1-1 0 0,2 0 1 0 0,10 43-1 0 0,-8-48-207 0 0,1 0-1 0 0,1 0 1 0 0,1-1-1 0 0,0 0 1 0 0,1-1-1 0 0,13 17 1 0 0,-2-7-137 0 0,1-1 1 0 0,42 38-1 0 0,-62-61-24 0 0,1 1 0 0 0,-1-1-1 0 0,1 0 1 0 0,0 0-1 0 0,0 0 1 0 0,0 0-1 0 0,0-1 1 0 0,0 1 0 0 0,1-1-1 0 0,-1 0 1 0 0,0 0-1 0 0,1 0 1 0 0,-1 0-1 0 0,1 0 1 0 0,-1-1-1 0 0,1 0 1 0 0,-1 0 0 0 0,1 0-1 0 0,-1 0 1 0 0,1 0-1 0 0,6-2 1 0 0,-7 1 23 0 0,0-1 1 0 0,0 1-1 0 0,0-1 0 0 0,0 0 1 0 0,0 0-1 0 0,-1 0 1 0 0,1 0-1 0 0,0 0 1 0 0,-1-1-1 0 0,0 1 0 0 0,0-1 1 0 0,0 0-1 0 0,0 1 1 0 0,0-1-1 0 0,0 0 0 0 0,-1 0 1 0 0,1 0-1 0 0,-1-1 1 0 0,0 1-1 0 0,0 0 0 0 0,0 0 1 0 0,1-6-1 0 0,-1 2 119 0 0,0 1 0 0 0,-1-1 0 0 0,1 0-1 0 0,-2 1 1 0 0,1-1 0 0 0,0 1 0 0 0,-1-1 0 0 0,0 1-1 0 0,-1-1 1 0 0,0 1 0 0 0,0 0 0 0 0,0-1 0 0 0,0 1-1 0 0,-1 0 1 0 0,0 1 0 0 0,-1-1 0 0 0,-7-10 0 0 0,9 13-15 0 0,0 1 0 0 0,-1-1 0 0 0,0 1 0 0 0,1-1 0 0 0,-1 1 1 0 0,0 0-1 0 0,0 0 0 0 0,0 0 0 0 0,-1 0 0 0 0,1 1 0 0 0,0-1 0 0 0,-1 1 0 0 0,1 0 1 0 0,-1 0-1 0 0,1 0 0 0 0,-1 1 0 0 0,1-1 0 0 0,-1 1 0 0 0,0 0 0 0 0,1 0 1 0 0,-1 0-1 0 0,0 0 0 0 0,1 0 0 0 0,-1 1 0 0 0,1 0 0 0 0,-1 0 0 0 0,1 0 1 0 0,-1 0-1 0 0,1 0 0 0 0,0 1 0 0 0,-1 0 0 0 0,1-1 0 0 0,-4 5 0 0 0,1-3-168 0 0,0 2-1 0 0,1-1 0 0 0,-1 1 0 0 0,1-1 0 0 0,-8 11 1 0 0,-7 11-889 0 0</inkml:trace>
</inkml:ink>
</file>

<file path=ppt/ink/ink2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3:48.2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110 158 6913 0 0,'-21'-24'1590'0'0,"2"0"-1"0"0,0-1 0 0 0,2-1 0 0 0,-17-32 0 0 0,47 102 2649 0 0,4 13-4104 0 0,83 329 485 0 0,-39-136-469 0 0,-27-109 78 0 0,-28-123-188 0 0,0-18-21 0 0,-6 0-4 0 0,1 0 0 0 0,0-1 0 0 0,-1 1 0 0 0,1 0 0 0 0,0-1 1 0 0,0 1-1 0 0,-1 0 0 0 0,1 0 0 0 0,0 0 0 0 0,0 0 0 0 0,-1 0 0 0 0,1 0 0 0 0,0 0 0 0 0,0 0 0 0 0,-1 0 0 0 0,1 0 1 0 0,0 0-1 0 0,1 1 0 0 0,-1-1 20 0 0,0 0 1 0 0,1 0-1 0 0,-1 0 0 0 0,0 0 1 0 0,1 0-1 0 0,-1 0 1 0 0,0-1-1 0 0,1 1 1 0 0,-1 0-1 0 0,0-1 0 0 0,1 1 1 0 0,-1-1-1 0 0,0 1 1 0 0,0-1-1 0 0,0 0 1 0 0,1 1-1 0 0,-1-1 0 0 0,0 0 1 0 0,0 0-1 0 0,0 0 1 0 0,0 0-1 0 0,0 0 1 0 0,-1 0-1 0 0,1 0 0 0 0,1-2 1 0 0,20-35 333 0 0,-18 31-283 0 0,3-7-24 0 0,0-1 1 0 0,1 2-1 0 0,1-1 1 0 0,0 1-1 0 0,21-21 1 0 0,-23 26-173 0 0,0 0 0 0 0,-1 0 0 0 0,11-17 0 0 0,-13 17-159 0 0,0 1-1 0 0,1 0 0 0 0,1 0 1 0 0,-1 0-1 0 0,1 1 0 0 0,0 0 1 0 0,10-8-1 0 0,12-3-2392 0 0,-13 12 1295 0 0</inkml:trace>
</inkml:ink>
</file>

<file path=ppt/ink/ink2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3:48.6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68 50 3225 0 0,'-7'-3'215'0'0,"-1"-1"1"0"0,1-1 0 0 0,0 1-1 0 0,0-1 1 0 0,-6-7-1 0 0,-5-5 4564 0 0,21 22-3896 0 0,1 0 1 0 0,-1 0-1 0 0,0 1 1 0 0,0-1-1 0 0,2 8 0 0 0,6 11 54 0 0,28 40 764 0 0,16 28-680 0 0,45 102-1 0 0,-87-163-1050 0 0,12 46 0 0 0,-13-29-3664 0 0</inkml:trace>
</inkml:ink>
</file>

<file path=ppt/ink/ink2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3:49.0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41 274 1840 0 0,'-4'-4'262'0'0,"0"-1"-1"0"0,0 1 0 0 0,1-1 0 0 0,0 1 1 0 0,0-1-1 0 0,0 0 0 0 0,0 0 0 0 0,1-1 1 0 0,0 1-1 0 0,0 0 0 0 0,0-1 0 0 0,0 1 1 0 0,1-1-1 0 0,0 0 0 0 0,0 1 0 0 0,1-1 1 0 0,0-6-1 0 0,0 4 145 0 0,0 1 0 0 0,0 0 0 0 0,1 0 0 0 0,0 0 0 0 0,1 0 0 0 0,0 0 0 0 0,0 0 0 0 0,0 0 0 0 0,1 0 0 0 0,0 1 0 0 0,0-1 0 0 0,1 1 0 0 0,4-7 0 0 0,-4 7-459 0 0,0 0 1 0 0,0 1-1 0 0,0 0 1 0 0,1 0 0 0 0,-1 0-1 0 0,1 1 1 0 0,0 0-1 0 0,1-1 1 0 0,-1 2 0 0 0,1-1-1 0 0,0 1 1 0 0,0 0-1 0 0,0 0 1 0 0,0 0 0 0 0,0 1-1 0 0,11-3 1 0 0,-3 5-4042 0 0</inkml:trace>
</inkml:ink>
</file>

<file path=ppt/ink/ink2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3:49.3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1 247 6913 0 0,'16'-43'2605'0'0,"-1"-1"-1573"0"0,3 1 0 0 0,28-53 1 0 0,-34 83-1872 0 0,-11 12 559 0 0,0 0 0 0 0,0 1 0 0 0,0-1 0 0 0,0 0 0 0 0,0 1 0 0 0,0-1 0 0 0,0 1 0 0 0,1-1 1 0 0,-1 1-1 0 0,0-1 0 0 0,1 1 0 0 0,-1 0 0 0 0,0 0 0 0 0,0 0 0 0 0,1 0 0 0 0,-1 0 0 0 0,0 0 0 0 0,1 0 1 0 0,-1 0-1 0 0,0 0 0 0 0,0 1 0 0 0,1-1 0 0 0,-1 0 0 0 0,0 1 0 0 0,0-1 0 0 0,2 2 0 0 0,5 1 135 0 0</inkml:trace>
  <inkml:trace contextRef="#ctx0" brushRef="#br0" timeOffset="1">99 434 3225 0 0,'3'1'320'0'0,"-1"-1"0"0"0,0 0 1 0 0,0 0-1 0 0,1 1 0 0 0,-1-1 0 0 0,0-1 1 0 0,0 1-1 0 0,1 0 0 0 0,-1-1 0 0 0,0 1 1 0 0,0-1-1 0 0,4-1 0 0 0,4-3 222 0 0,0 0 0 0 0,0-1 0 0 0,-1 0-1 0 0,0 0 1 0 0,0-1 0 0 0,-1-1 0 0 0,0 1-1 0 0,0-1 1 0 0,7-10 0 0 0,3-2-1095 0 0,-4 5-3802 0 0</inkml:trace>
</inkml:ink>
</file>

<file path=ppt/ink/ink2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3:49.7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81 920 0 0,'-3'-23'1380'0'0,"2"19"-677"0"0,1 0 0 0 0,0 0 0 0 0,1 0 0 0 0,-1 0 1 0 0,1 0-1 0 0,-1 0 0 0 0,1 0 0 0 0,1 0 0 0 0,-1 0 1 0 0,0 1-1 0 0,1-1 0 0 0,4-6 0 0 0,1 36 3359 0 0,49 176-211 0 0,-7-37-2934 0 0,-42-134-916 0 0,19 67-404 0 0,-21-84-619 0 0,0 0-1 0 0,12 19 1 0 0,-11-22-713 0 0</inkml:trace>
</inkml:ink>
</file>

<file path=ppt/ink/ink2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3:50.0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1 119 6913 0 0,'0'-4'24'0'0,"0"1"0"0"0,0-1 0 0 0,1 0 0 0 0,-1 1 0 0 0,1-1 0 0 0,0 1 0 0 0,0-1-1 0 0,1 1 1 0 0,-1-1 0 0 0,1 1 0 0 0,-1-1 0 0 0,1 1 0 0 0,0 0 0 0 0,0 0 0 0 0,1 0-1 0 0,-1 0 1 0 0,0 1 0 0 0,1-1 0 0 0,5-4 0 0 0,-2 1 301 0 0,1 1 1 0 0,1-1-1 0 0,-1 1 1 0 0,1 0-1 0 0,-1 1 0 0 0,1 0 1 0 0,11-4-1 0 0,-12 6-102 0 0,1 1-1 0 0,0-1 0 0 0,0 2 1 0 0,0-1-1 0 0,0 1 1 0 0,0 0-1 0 0,0 1 0 0 0,0 0 1 0 0,0 0-1 0 0,-1 1 1 0 0,1 0-1 0 0,0 0 0 0 0,-1 0 1 0 0,1 1-1 0 0,-1 1 1 0 0,0-1-1 0 0,0 1 0 0 0,0 0 1 0 0,7 6-1 0 0,-1 0-50 0 0,1 1-1 0 0,-2 0 1 0 0,1 1-1 0 0,-2 0 1 0 0,1 1-1 0 0,-2 0 1 0 0,0 1 0 0 0,9 16-1 0 0,-12-16 92 0 0,-1 0 0 0 0,-1 0 0 0 0,0 1 0 0 0,-1 0-1 0 0,0 0 1 0 0,-1 0 0 0 0,-1 1 0 0 0,-1-1 0 0 0,0 0 0 0 0,-3 31 0 0 0,-1-11 316 0 0,-11 53 1 0 0,-5-13-2581 0 0,17-68 505 0 0,1-2-9 0 0</inkml:trace>
</inkml:ink>
</file>

<file path=ppt/ink/ink2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3:50.4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 10 9674 0 0,'0'-1'137'0'0,"-1"0"-1"0"0,1 1 0 0 0,-1-1 1 0 0,1 1-1 0 0,-1-1 1 0 0,1 0-1 0 0,-1 1 1 0 0,1-1-1 0 0,-1 1 1 0 0,1 0-1 0 0,-1-1 0 0 0,0 1 1 0 0,1-1-1 0 0,-1 1 1 0 0,0 0-1 0 0,1-1 1 0 0,-1 1-1 0 0,0 0 1 0 0,0 0-1 0 0,1 0 0 0 0,-1-1 1 0 0,0 1-1 0 0,0 0 1 0 0,1 0-1 0 0,-1 0 1 0 0,0 0-1 0 0,-1 1 1 0 0,1-1 7 0 0,1 1 1 0 0,-1 0 0 0 0,1 0 0 0 0,-1 0-1 0 0,1 0 1 0 0,0 0 0 0 0,-1 0 0 0 0,1 0-1 0 0,0 0 1 0 0,-1 0 0 0 0,1 0 0 0 0,0 0-1 0 0,0 0 1 0 0,0 0 0 0 0,0 0 0 0 0,0 0-1 0 0,1 1 1 0 0,7 49 1589 0 0,137 432 1020 0 0,-131-447-2934 0 0,23 43 0 0 0,-9-34-6069 0 0</inkml:trace>
</inkml:ink>
</file>

<file path=ppt/ink/ink2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3:50.7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6 104 4609 0 0,'-2'-3'219'0'0,"2"-1"1"0"0,-1 1-1 0 0,0 0 1 0 0,0 0-1 0 0,1 0 0 0 0,0-1 1 0 0,0 1-1 0 0,0 0 1 0 0,0 0-1 0 0,0-1 0 0 0,1 1 1 0 0,-1 0-1 0 0,1 0 0 0 0,0 0 1 0 0,0-1-1 0 0,0 1 1 0 0,0 0-1 0 0,1 0 0 0 0,-1 1 1 0 0,1-1-1 0 0,-1 0 1 0 0,1 0-1 0 0,0 1 0 0 0,3-4 1 0 0,-3 4 29 0 0,0 0 0 0 0,1 0 1 0 0,-1 0-1 0 0,0 0 0 0 0,0 0 0 0 0,1 1 1 0 0,-1-1-1 0 0,1 1 0 0 0,-1 0 0 0 0,1 0 1 0 0,0 0-1 0 0,-1 0 0 0 0,1 0 0 0 0,0 0 1 0 0,0 1-1 0 0,0-1 0 0 0,0 1 0 0 0,0 0 1 0 0,-1 0-1 0 0,1 0 0 0 0,0 0 0 0 0,0 0 1 0 0,0 1-1 0 0,0-1 0 0 0,0 1 0 0 0,-1 0 1 0 0,6 2-1 0 0,-1 0-215 0 0,0 1 0 0 0,0 0-1 0 0,0 0 1 0 0,-1 1 0 0 0,1 0 0 0 0,-1 0-1 0 0,0 1 1 0 0,-1-1 0 0 0,1 1 0 0 0,-1 1 0 0 0,0-1-1 0 0,-1 1 1 0 0,1-1 0 0 0,-1 1 0 0 0,-1 1 0 0 0,1-1-1 0 0,-1 0 1 0 0,-1 1 0 0 0,1 0 0 0 0,-1 0-1 0 0,-1-1 1 0 0,1 1 0 0 0,-1 0 0 0 0,-1 0 0 0 0,1 0-1 0 0,-1 1 1 0 0,-1-1 0 0 0,0 0 0 0 0,0 0 0 0 0,0 0-1 0 0,-1-1 1 0 0,-3 10 0 0 0,-3 9-374 0 0,-18 37 1 0 0,5-29-2954 0 0</inkml:trace>
</inkml:ink>
</file>

<file path=ppt/ink/ink2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3:51.1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10594 0 0,'1'0'61'0'0,"-1"0"0"0"0,1 0 0 0 0,-1 0-1 0 0,0 0 1 0 0,1 0 0 0 0,-1 0 0 0 0,0 0-1 0 0,1 0 1 0 0,-1 0 0 0 0,0 0 0 0 0,1 1 0 0 0,-1-1-1 0 0,0 0 1 0 0,1 0 0 0 0,-1 0 0 0 0,0 0-1 0 0,1 1 1 0 0,-1-1 0 0 0,0 0 0 0 0,0 0 0 0 0,1 1-1 0 0,-1-1 1 0 0,0 0 0 0 0,0 0 0 0 0,1 1 0 0 0,-1-1-1 0 0,0 0 1 0 0,0 1 0 0 0,0-1 0 0 0,0 0-1 0 0,1 1 1 0 0,-1-1 0 0 0,0 0 0 0 0,0 1 0 0 0,0-1-1 0 0,0 0 1 0 0,0 1 0 0 0,0-1 0 0 0,0 1-1 0 0,7 19 1906 0 0,-7-18-2247 0 0,51 193 2876 0 0,-17-57-1993 0 0,-28-117-671 0 0,5 23-456 0 0,2-1-1 0 0,2 0 0 0 0,33 64 0 0 0,-38-87-3120 0 0</inkml:trace>
</inkml:ink>
</file>

<file path=ppt/ink/ink2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3:51.4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84 2745 0 0,'2'-5'76'0'0,"-1"1"1"0"0,1-1 0 0 0,0 1 0 0 0,1-1 0 0 0,-1 1-1 0 0,1 0 1 0 0,0 0 0 0 0,0 0 0 0 0,0 0 0 0 0,0 0-1 0 0,1 1 1 0 0,0-1 0 0 0,0 1 0 0 0,0 0 0 0 0,0 0-1 0 0,0 1 1 0 0,0-1 0 0 0,1 1 0 0 0,-1 0 0 0 0,1 0-1 0 0,7-2 1 0 0,-1 2 446 0 0,-1 1 1 0 0,1 0-1 0 0,-1 0 0 0 0,1 1 0 0 0,-1 0 0 0 0,1 1 0 0 0,-1 0 1 0 0,1 1-1 0 0,-1 0 0 0 0,1 1 0 0 0,-1 0 0 0 0,15 7 0 0 0,-11-4-48 0 0,0 1-1 0 0,0 0 1 0 0,0 1-1 0 0,-1 0 1 0 0,0 1-1 0 0,-1 1 1 0 0,21 20-1 0 0,-27-22-347 0 0,0-1 0 0 0,-1 1 0 0 0,0 0 0 0 0,0 0-1 0 0,-1 1 1 0 0,0-1 0 0 0,-1 1 0 0 0,1 0 0 0 0,-2 0-1 0 0,1 0 1 0 0,-1 0 0 0 0,-1 0 0 0 0,0 1 0 0 0,0-1 0 0 0,-1 13-1 0 0,-2 13 543 0 0,-2 0-1 0 0,-14 61 0 0 0,7-43-45 0 0,-1-1-125 0 0,7-36-302 0 0,1 0-1 0 0,1 0 1 0 0,1 0 0 0 0,0 0 0 0 0,0 26 0 0 0,3-36-1059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E82251-0160-4469-ACEE-303A5D4B0836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656E40-D1A4-4189-B190-F9CD7DFE8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809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56E40-D1A4-4189-B190-F9CD7DFE87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4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Experiments everyday for 1.5 years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56E40-D1A4-4189-B190-F9CD7DFE870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0023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GaN</a:t>
            </a:r>
            <a:r>
              <a:rPr lang="en-US" dirty="0"/>
              <a:t> blue more 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56E40-D1A4-4189-B190-F9CD7DFE870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5249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Blue peak and second peak from Yttrium Aluminum Garnet (YAG) LED Phosphor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56E40-D1A4-4189-B190-F9CD7DFE870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878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7564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PT Sans" panose="020B05030202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988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126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7AD95CC-F24A-39A9-6F11-DF6049DE170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Semiconductor Devices for Integrated CircuitsSemiconductor Devices for Integrated Circuits (C. Hu)</a:t>
            </a:r>
            <a:endParaRPr lang="en-US">
              <a:latin typeface="+mn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E20159-174F-4164-27DD-1272BDA61A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1-</a:t>
            </a:r>
            <a:fld id="{ADDAF8D8-F1C6-490C-8B67-F180E0BDE183}" type="slidenum">
              <a:rPr lang="en-US" altLang="en-US" smtClean="0"/>
              <a:pPr>
                <a:defRPr/>
              </a:pPr>
              <a:t>‹#›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8477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DDE795-76F5-ED47-7388-A43F4A8F6B4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Semiconductor Devices for Integrated CircuitsSemiconductor Devices for Integrated Circuits (C. Hu)</a:t>
            </a:r>
            <a:endParaRPr lang="en-US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01D51B-644D-5959-8FB4-EE9694CB61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1-</a:t>
            </a:r>
            <a:fld id="{09CD9926-94D6-4100-8273-E75A6AC34B12}" type="slidenum">
              <a:rPr lang="en-US" altLang="en-US" smtClean="0"/>
              <a:pPr>
                <a:defRPr/>
              </a:pPr>
              <a:t>‹#›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7419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584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5" name="Picture 4" descr="Text&#10;&#10;Description automatically generated with medium confidence">
            <a:extLst>
              <a:ext uri="{FF2B5EF4-FFF2-40B4-BE49-F238E27FC236}">
                <a16:creationId xmlns:a16="http://schemas.microsoft.com/office/drawing/2014/main" id="{7C60BECE-557F-4952-BC37-9040A86B0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76" t="22101" r="5881" b="20208"/>
          <a:stretch/>
        </p:blipFill>
        <p:spPr>
          <a:xfrm>
            <a:off x="10788202" y="0"/>
            <a:ext cx="1352283" cy="78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290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rgbClr val="991B1E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8.xml"/><Relationship Id="rId21" Type="http://schemas.openxmlformats.org/officeDocument/2006/relationships/customXml" Target="../ink/ink10.xml"/><Relationship Id="rId42" Type="http://schemas.openxmlformats.org/officeDocument/2006/relationships/image" Target="../media/image10320.png"/><Relationship Id="rId63" Type="http://schemas.openxmlformats.org/officeDocument/2006/relationships/customXml" Target="../ink/ink31.xml"/><Relationship Id="rId84" Type="http://schemas.openxmlformats.org/officeDocument/2006/relationships/image" Target="../media/image10530.png"/><Relationship Id="rId138" Type="http://schemas.openxmlformats.org/officeDocument/2006/relationships/image" Target="../media/image10800.png"/><Relationship Id="rId159" Type="http://schemas.openxmlformats.org/officeDocument/2006/relationships/customXml" Target="../ink/ink79.xml"/><Relationship Id="rId170" Type="http://schemas.openxmlformats.org/officeDocument/2006/relationships/image" Target="../media/image10960.png"/><Relationship Id="rId191" Type="http://schemas.openxmlformats.org/officeDocument/2006/relationships/customXml" Target="../ink/ink95.xml"/><Relationship Id="rId205" Type="http://schemas.openxmlformats.org/officeDocument/2006/relationships/customXml" Target="../ink/ink102.xml"/><Relationship Id="rId226" Type="http://schemas.openxmlformats.org/officeDocument/2006/relationships/image" Target="../media/image11240.png"/><Relationship Id="rId247" Type="http://schemas.openxmlformats.org/officeDocument/2006/relationships/customXml" Target="../ink/ink123.xml"/><Relationship Id="rId107" Type="http://schemas.openxmlformats.org/officeDocument/2006/relationships/customXml" Target="../ink/ink53.xml"/><Relationship Id="rId11" Type="http://schemas.openxmlformats.org/officeDocument/2006/relationships/customXml" Target="../ink/ink5.xml"/><Relationship Id="rId32" Type="http://schemas.openxmlformats.org/officeDocument/2006/relationships/image" Target="../media/image10270.png"/><Relationship Id="rId53" Type="http://schemas.openxmlformats.org/officeDocument/2006/relationships/customXml" Target="../ink/ink26.xml"/><Relationship Id="rId74" Type="http://schemas.openxmlformats.org/officeDocument/2006/relationships/image" Target="../media/image10480.png"/><Relationship Id="rId128" Type="http://schemas.openxmlformats.org/officeDocument/2006/relationships/image" Target="../media/image10750.png"/><Relationship Id="rId149" Type="http://schemas.openxmlformats.org/officeDocument/2006/relationships/customXml" Target="../ink/ink74.xml"/><Relationship Id="rId5" Type="http://schemas.openxmlformats.org/officeDocument/2006/relationships/customXml" Target="../ink/ink2.xml"/><Relationship Id="rId95" Type="http://schemas.openxmlformats.org/officeDocument/2006/relationships/customXml" Target="../ink/ink47.xml"/><Relationship Id="rId160" Type="http://schemas.openxmlformats.org/officeDocument/2006/relationships/image" Target="../media/image10910.png"/><Relationship Id="rId181" Type="http://schemas.openxmlformats.org/officeDocument/2006/relationships/customXml" Target="../ink/ink90.xml"/><Relationship Id="rId216" Type="http://schemas.openxmlformats.org/officeDocument/2006/relationships/image" Target="../media/image11190.png"/><Relationship Id="rId237" Type="http://schemas.openxmlformats.org/officeDocument/2006/relationships/customXml" Target="../ink/ink118.xml"/><Relationship Id="rId258" Type="http://schemas.openxmlformats.org/officeDocument/2006/relationships/image" Target="../media/image11400.png"/><Relationship Id="rId22" Type="http://schemas.openxmlformats.org/officeDocument/2006/relationships/image" Target="../media/image10220.png"/><Relationship Id="rId43" Type="http://schemas.openxmlformats.org/officeDocument/2006/relationships/customXml" Target="../ink/ink21.xml"/><Relationship Id="rId64" Type="http://schemas.openxmlformats.org/officeDocument/2006/relationships/image" Target="../media/image10430.png"/><Relationship Id="rId118" Type="http://schemas.openxmlformats.org/officeDocument/2006/relationships/image" Target="../media/image10700.png"/><Relationship Id="rId139" Type="http://schemas.openxmlformats.org/officeDocument/2006/relationships/customXml" Target="../ink/ink69.xml"/><Relationship Id="rId85" Type="http://schemas.openxmlformats.org/officeDocument/2006/relationships/customXml" Target="../ink/ink42.xml"/><Relationship Id="rId150" Type="http://schemas.openxmlformats.org/officeDocument/2006/relationships/image" Target="../media/image10860.png"/><Relationship Id="rId171" Type="http://schemas.openxmlformats.org/officeDocument/2006/relationships/customXml" Target="../ink/ink85.xml"/><Relationship Id="rId192" Type="http://schemas.openxmlformats.org/officeDocument/2006/relationships/image" Target="../media/image11070.png"/><Relationship Id="rId206" Type="http://schemas.openxmlformats.org/officeDocument/2006/relationships/image" Target="../media/image11140.png"/><Relationship Id="rId227" Type="http://schemas.openxmlformats.org/officeDocument/2006/relationships/customXml" Target="../ink/ink113.xml"/><Relationship Id="rId248" Type="http://schemas.openxmlformats.org/officeDocument/2006/relationships/image" Target="../media/image11350.png"/><Relationship Id="rId12" Type="http://schemas.openxmlformats.org/officeDocument/2006/relationships/image" Target="../media/image10170.png"/><Relationship Id="rId33" Type="http://schemas.openxmlformats.org/officeDocument/2006/relationships/customXml" Target="../ink/ink16.xml"/><Relationship Id="rId108" Type="http://schemas.openxmlformats.org/officeDocument/2006/relationships/image" Target="../media/image10650.png"/><Relationship Id="rId129" Type="http://schemas.openxmlformats.org/officeDocument/2006/relationships/customXml" Target="../ink/ink64.xml"/><Relationship Id="rId54" Type="http://schemas.openxmlformats.org/officeDocument/2006/relationships/image" Target="../media/image10380.png"/><Relationship Id="rId75" Type="http://schemas.openxmlformats.org/officeDocument/2006/relationships/customXml" Target="../ink/ink37.xml"/><Relationship Id="rId96" Type="http://schemas.openxmlformats.org/officeDocument/2006/relationships/image" Target="../media/image10590.png"/><Relationship Id="rId140" Type="http://schemas.openxmlformats.org/officeDocument/2006/relationships/image" Target="../media/image10810.png"/><Relationship Id="rId161" Type="http://schemas.openxmlformats.org/officeDocument/2006/relationships/customXml" Target="../ink/ink80.xml"/><Relationship Id="rId182" Type="http://schemas.openxmlformats.org/officeDocument/2006/relationships/image" Target="../media/image11020.png"/><Relationship Id="rId217" Type="http://schemas.openxmlformats.org/officeDocument/2006/relationships/customXml" Target="../ink/ink108.xml"/><Relationship Id="rId6" Type="http://schemas.openxmlformats.org/officeDocument/2006/relationships/image" Target="../media/image10140.png"/><Relationship Id="rId238" Type="http://schemas.openxmlformats.org/officeDocument/2006/relationships/image" Target="../media/image11300.png"/><Relationship Id="rId23" Type="http://schemas.openxmlformats.org/officeDocument/2006/relationships/customXml" Target="../ink/ink11.xml"/><Relationship Id="rId119" Type="http://schemas.openxmlformats.org/officeDocument/2006/relationships/customXml" Target="../ink/ink59.xml"/><Relationship Id="rId44" Type="http://schemas.openxmlformats.org/officeDocument/2006/relationships/image" Target="../media/image10330.png"/><Relationship Id="rId65" Type="http://schemas.openxmlformats.org/officeDocument/2006/relationships/customXml" Target="../ink/ink32.xml"/><Relationship Id="rId86" Type="http://schemas.openxmlformats.org/officeDocument/2006/relationships/image" Target="../media/image10540.png"/><Relationship Id="rId130" Type="http://schemas.openxmlformats.org/officeDocument/2006/relationships/image" Target="../media/image10760.png"/><Relationship Id="rId151" Type="http://schemas.openxmlformats.org/officeDocument/2006/relationships/customXml" Target="../ink/ink75.xml"/><Relationship Id="rId172" Type="http://schemas.openxmlformats.org/officeDocument/2006/relationships/image" Target="../media/image10970.png"/><Relationship Id="rId193" Type="http://schemas.openxmlformats.org/officeDocument/2006/relationships/customXml" Target="../ink/ink96.xml"/><Relationship Id="rId207" Type="http://schemas.openxmlformats.org/officeDocument/2006/relationships/customXml" Target="../ink/ink103.xml"/><Relationship Id="rId228" Type="http://schemas.openxmlformats.org/officeDocument/2006/relationships/image" Target="../media/image11250.png"/><Relationship Id="rId249" Type="http://schemas.openxmlformats.org/officeDocument/2006/relationships/customXml" Target="../ink/ink124.xml"/><Relationship Id="rId13" Type="http://schemas.openxmlformats.org/officeDocument/2006/relationships/customXml" Target="../ink/ink6.xml"/><Relationship Id="rId109" Type="http://schemas.openxmlformats.org/officeDocument/2006/relationships/customXml" Target="../ink/ink54.xml"/><Relationship Id="rId34" Type="http://schemas.openxmlformats.org/officeDocument/2006/relationships/image" Target="../media/image10280.png"/><Relationship Id="rId55" Type="http://schemas.openxmlformats.org/officeDocument/2006/relationships/customXml" Target="../ink/ink27.xml"/><Relationship Id="rId76" Type="http://schemas.openxmlformats.org/officeDocument/2006/relationships/image" Target="../media/image10490.png"/><Relationship Id="rId97" Type="http://schemas.openxmlformats.org/officeDocument/2006/relationships/customXml" Target="../ink/ink48.xml"/><Relationship Id="rId120" Type="http://schemas.openxmlformats.org/officeDocument/2006/relationships/image" Target="../media/image10710.png"/><Relationship Id="rId141" Type="http://schemas.openxmlformats.org/officeDocument/2006/relationships/customXml" Target="../ink/ink70.xml"/><Relationship Id="rId7" Type="http://schemas.openxmlformats.org/officeDocument/2006/relationships/customXml" Target="../ink/ink3.xml"/><Relationship Id="rId162" Type="http://schemas.openxmlformats.org/officeDocument/2006/relationships/image" Target="../media/image10920.png"/><Relationship Id="rId183" Type="http://schemas.openxmlformats.org/officeDocument/2006/relationships/customXml" Target="../ink/ink91.xml"/><Relationship Id="rId218" Type="http://schemas.openxmlformats.org/officeDocument/2006/relationships/image" Target="../media/image11200.png"/><Relationship Id="rId239" Type="http://schemas.openxmlformats.org/officeDocument/2006/relationships/customXml" Target="../ink/ink119.xml"/><Relationship Id="rId250" Type="http://schemas.openxmlformats.org/officeDocument/2006/relationships/image" Target="../media/image11360.png"/><Relationship Id="rId24" Type="http://schemas.openxmlformats.org/officeDocument/2006/relationships/image" Target="../media/image10230.png"/><Relationship Id="rId45" Type="http://schemas.openxmlformats.org/officeDocument/2006/relationships/customXml" Target="../ink/ink22.xml"/><Relationship Id="rId66" Type="http://schemas.openxmlformats.org/officeDocument/2006/relationships/image" Target="../media/image10440.png"/><Relationship Id="rId87" Type="http://schemas.openxmlformats.org/officeDocument/2006/relationships/customXml" Target="../ink/ink43.xml"/><Relationship Id="rId110" Type="http://schemas.openxmlformats.org/officeDocument/2006/relationships/image" Target="../media/image10660.png"/><Relationship Id="rId131" Type="http://schemas.openxmlformats.org/officeDocument/2006/relationships/customXml" Target="../ink/ink65.xml"/><Relationship Id="rId152" Type="http://schemas.openxmlformats.org/officeDocument/2006/relationships/image" Target="../media/image10870.png"/><Relationship Id="rId173" Type="http://schemas.openxmlformats.org/officeDocument/2006/relationships/customXml" Target="../ink/ink86.xml"/><Relationship Id="rId194" Type="http://schemas.openxmlformats.org/officeDocument/2006/relationships/image" Target="../media/image11080.png"/><Relationship Id="rId208" Type="http://schemas.openxmlformats.org/officeDocument/2006/relationships/image" Target="../media/image11150.png"/><Relationship Id="rId229" Type="http://schemas.openxmlformats.org/officeDocument/2006/relationships/customXml" Target="../ink/ink114.xml"/><Relationship Id="rId240" Type="http://schemas.openxmlformats.org/officeDocument/2006/relationships/image" Target="../media/image11310.png"/><Relationship Id="rId14" Type="http://schemas.openxmlformats.org/officeDocument/2006/relationships/image" Target="../media/image10180.png"/><Relationship Id="rId35" Type="http://schemas.openxmlformats.org/officeDocument/2006/relationships/customXml" Target="../ink/ink17.xml"/><Relationship Id="rId56" Type="http://schemas.openxmlformats.org/officeDocument/2006/relationships/image" Target="../media/image10390.png"/><Relationship Id="rId77" Type="http://schemas.openxmlformats.org/officeDocument/2006/relationships/customXml" Target="../ink/ink38.xml"/><Relationship Id="rId100" Type="http://schemas.openxmlformats.org/officeDocument/2006/relationships/image" Target="../media/image10610.png"/><Relationship Id="rId8" Type="http://schemas.openxmlformats.org/officeDocument/2006/relationships/image" Target="../media/image10150.png"/><Relationship Id="rId98" Type="http://schemas.openxmlformats.org/officeDocument/2006/relationships/image" Target="../media/image10600.png"/><Relationship Id="rId121" Type="http://schemas.openxmlformats.org/officeDocument/2006/relationships/customXml" Target="../ink/ink60.xml"/><Relationship Id="rId142" Type="http://schemas.openxmlformats.org/officeDocument/2006/relationships/image" Target="../media/image10820.png"/><Relationship Id="rId163" Type="http://schemas.openxmlformats.org/officeDocument/2006/relationships/customXml" Target="../ink/ink81.xml"/><Relationship Id="rId184" Type="http://schemas.openxmlformats.org/officeDocument/2006/relationships/image" Target="../media/image11030.png"/><Relationship Id="rId219" Type="http://schemas.openxmlformats.org/officeDocument/2006/relationships/customXml" Target="../ink/ink109.xml"/><Relationship Id="rId230" Type="http://schemas.openxmlformats.org/officeDocument/2006/relationships/image" Target="../media/image11260.png"/><Relationship Id="rId251" Type="http://schemas.openxmlformats.org/officeDocument/2006/relationships/customXml" Target="../ink/ink125.xml"/><Relationship Id="rId25" Type="http://schemas.openxmlformats.org/officeDocument/2006/relationships/customXml" Target="../ink/ink12.xml"/><Relationship Id="rId46" Type="http://schemas.openxmlformats.org/officeDocument/2006/relationships/image" Target="../media/image10340.png"/><Relationship Id="rId67" Type="http://schemas.openxmlformats.org/officeDocument/2006/relationships/customXml" Target="../ink/ink33.xml"/><Relationship Id="rId88" Type="http://schemas.openxmlformats.org/officeDocument/2006/relationships/image" Target="../media/image10550.png"/><Relationship Id="rId111" Type="http://schemas.openxmlformats.org/officeDocument/2006/relationships/customXml" Target="../ink/ink55.xml"/><Relationship Id="rId132" Type="http://schemas.openxmlformats.org/officeDocument/2006/relationships/image" Target="../media/image10770.png"/><Relationship Id="rId153" Type="http://schemas.openxmlformats.org/officeDocument/2006/relationships/customXml" Target="../ink/ink76.xml"/><Relationship Id="rId174" Type="http://schemas.openxmlformats.org/officeDocument/2006/relationships/image" Target="../media/image10980.png"/><Relationship Id="rId195" Type="http://schemas.openxmlformats.org/officeDocument/2006/relationships/customXml" Target="../ink/ink97.xml"/><Relationship Id="rId209" Type="http://schemas.openxmlformats.org/officeDocument/2006/relationships/customXml" Target="../ink/ink104.xml"/><Relationship Id="rId220" Type="http://schemas.openxmlformats.org/officeDocument/2006/relationships/image" Target="../media/image11210.png"/><Relationship Id="rId241" Type="http://schemas.openxmlformats.org/officeDocument/2006/relationships/customXml" Target="../ink/ink120.xml"/><Relationship Id="rId15" Type="http://schemas.openxmlformats.org/officeDocument/2006/relationships/customXml" Target="../ink/ink7.xml"/><Relationship Id="rId36" Type="http://schemas.openxmlformats.org/officeDocument/2006/relationships/image" Target="../media/image10290.png"/><Relationship Id="rId57" Type="http://schemas.openxmlformats.org/officeDocument/2006/relationships/customXml" Target="../ink/ink28.xml"/><Relationship Id="rId78" Type="http://schemas.openxmlformats.org/officeDocument/2006/relationships/image" Target="../media/image10500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image" Target="../media/image10720.png"/><Relationship Id="rId143" Type="http://schemas.openxmlformats.org/officeDocument/2006/relationships/customXml" Target="../ink/ink71.xml"/><Relationship Id="rId164" Type="http://schemas.openxmlformats.org/officeDocument/2006/relationships/image" Target="../media/image10930.png"/><Relationship Id="rId185" Type="http://schemas.openxmlformats.org/officeDocument/2006/relationships/customXml" Target="../ink/ink92.xml"/><Relationship Id="rId9" Type="http://schemas.openxmlformats.org/officeDocument/2006/relationships/customXml" Target="../ink/ink4.xml"/><Relationship Id="rId210" Type="http://schemas.openxmlformats.org/officeDocument/2006/relationships/image" Target="../media/image11160.png"/><Relationship Id="rId26" Type="http://schemas.openxmlformats.org/officeDocument/2006/relationships/image" Target="../media/image10240.png"/><Relationship Id="rId231" Type="http://schemas.openxmlformats.org/officeDocument/2006/relationships/customXml" Target="../ink/ink115.xml"/><Relationship Id="rId252" Type="http://schemas.openxmlformats.org/officeDocument/2006/relationships/image" Target="../media/image11370.png"/><Relationship Id="rId47" Type="http://schemas.openxmlformats.org/officeDocument/2006/relationships/customXml" Target="../ink/ink23.xml"/><Relationship Id="rId68" Type="http://schemas.openxmlformats.org/officeDocument/2006/relationships/image" Target="../media/image10450.png"/><Relationship Id="rId89" Type="http://schemas.openxmlformats.org/officeDocument/2006/relationships/customXml" Target="../ink/ink44.xml"/><Relationship Id="rId112" Type="http://schemas.openxmlformats.org/officeDocument/2006/relationships/image" Target="../media/image10670.png"/><Relationship Id="rId133" Type="http://schemas.openxmlformats.org/officeDocument/2006/relationships/customXml" Target="../ink/ink66.xml"/><Relationship Id="rId154" Type="http://schemas.openxmlformats.org/officeDocument/2006/relationships/image" Target="../media/image10880.png"/><Relationship Id="rId175" Type="http://schemas.openxmlformats.org/officeDocument/2006/relationships/customXml" Target="../ink/ink87.xml"/><Relationship Id="rId196" Type="http://schemas.openxmlformats.org/officeDocument/2006/relationships/image" Target="../media/image11090.png"/><Relationship Id="rId200" Type="http://schemas.openxmlformats.org/officeDocument/2006/relationships/image" Target="../media/image11110.png"/><Relationship Id="rId16" Type="http://schemas.openxmlformats.org/officeDocument/2006/relationships/image" Target="../media/image10190.png"/><Relationship Id="rId221" Type="http://schemas.openxmlformats.org/officeDocument/2006/relationships/customXml" Target="../ink/ink110.xml"/><Relationship Id="rId242" Type="http://schemas.openxmlformats.org/officeDocument/2006/relationships/image" Target="../media/image11320.png"/><Relationship Id="rId37" Type="http://schemas.openxmlformats.org/officeDocument/2006/relationships/customXml" Target="../ink/ink18.xml"/><Relationship Id="rId58" Type="http://schemas.openxmlformats.org/officeDocument/2006/relationships/image" Target="../media/image10400.png"/><Relationship Id="rId79" Type="http://schemas.openxmlformats.org/officeDocument/2006/relationships/customXml" Target="../ink/ink39.xml"/><Relationship Id="rId102" Type="http://schemas.openxmlformats.org/officeDocument/2006/relationships/image" Target="../media/image10620.png"/><Relationship Id="rId123" Type="http://schemas.openxmlformats.org/officeDocument/2006/relationships/customXml" Target="../ink/ink61.xml"/><Relationship Id="rId144" Type="http://schemas.openxmlformats.org/officeDocument/2006/relationships/image" Target="../media/image10830.png"/><Relationship Id="rId90" Type="http://schemas.openxmlformats.org/officeDocument/2006/relationships/image" Target="../media/image10560.png"/><Relationship Id="rId165" Type="http://schemas.openxmlformats.org/officeDocument/2006/relationships/customXml" Target="../ink/ink82.xml"/><Relationship Id="rId186" Type="http://schemas.openxmlformats.org/officeDocument/2006/relationships/image" Target="../media/image11040.png"/><Relationship Id="rId211" Type="http://schemas.openxmlformats.org/officeDocument/2006/relationships/customXml" Target="../ink/ink105.xml"/><Relationship Id="rId232" Type="http://schemas.openxmlformats.org/officeDocument/2006/relationships/image" Target="../media/image11270.png"/><Relationship Id="rId253" Type="http://schemas.openxmlformats.org/officeDocument/2006/relationships/customXml" Target="../ink/ink126.xml"/><Relationship Id="rId27" Type="http://schemas.openxmlformats.org/officeDocument/2006/relationships/customXml" Target="../ink/ink13.xml"/><Relationship Id="rId48" Type="http://schemas.openxmlformats.org/officeDocument/2006/relationships/image" Target="../media/image10350.png"/><Relationship Id="rId69" Type="http://schemas.openxmlformats.org/officeDocument/2006/relationships/customXml" Target="../ink/ink34.xml"/><Relationship Id="rId113" Type="http://schemas.openxmlformats.org/officeDocument/2006/relationships/customXml" Target="../ink/ink56.xml"/><Relationship Id="rId134" Type="http://schemas.openxmlformats.org/officeDocument/2006/relationships/image" Target="../media/image10780.png"/><Relationship Id="rId80" Type="http://schemas.openxmlformats.org/officeDocument/2006/relationships/image" Target="../media/image10510.png"/><Relationship Id="rId155" Type="http://schemas.openxmlformats.org/officeDocument/2006/relationships/customXml" Target="../ink/ink77.xml"/><Relationship Id="rId176" Type="http://schemas.openxmlformats.org/officeDocument/2006/relationships/image" Target="../media/image10990.png"/><Relationship Id="rId197" Type="http://schemas.openxmlformats.org/officeDocument/2006/relationships/customXml" Target="../ink/ink98.xml"/><Relationship Id="rId201" Type="http://schemas.openxmlformats.org/officeDocument/2006/relationships/customXml" Target="../ink/ink100.xml"/><Relationship Id="rId222" Type="http://schemas.openxmlformats.org/officeDocument/2006/relationships/image" Target="../media/image11220.png"/><Relationship Id="rId243" Type="http://schemas.openxmlformats.org/officeDocument/2006/relationships/customXml" Target="../ink/ink121.xml"/><Relationship Id="rId17" Type="http://schemas.openxmlformats.org/officeDocument/2006/relationships/customXml" Target="../ink/ink8.xml"/><Relationship Id="rId38" Type="http://schemas.openxmlformats.org/officeDocument/2006/relationships/image" Target="../media/image10300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24" Type="http://schemas.openxmlformats.org/officeDocument/2006/relationships/image" Target="../media/image10730.png"/><Relationship Id="rId70" Type="http://schemas.openxmlformats.org/officeDocument/2006/relationships/image" Target="../media/image10460.png"/><Relationship Id="rId91" Type="http://schemas.openxmlformats.org/officeDocument/2006/relationships/customXml" Target="../ink/ink45.xml"/><Relationship Id="rId145" Type="http://schemas.openxmlformats.org/officeDocument/2006/relationships/customXml" Target="../ink/ink72.xml"/><Relationship Id="rId166" Type="http://schemas.openxmlformats.org/officeDocument/2006/relationships/image" Target="../media/image10940.png"/><Relationship Id="rId187" Type="http://schemas.openxmlformats.org/officeDocument/2006/relationships/customXml" Target="../ink/ink93.xml"/><Relationship Id="rId1" Type="http://schemas.openxmlformats.org/officeDocument/2006/relationships/slideLayout" Target="../slideLayouts/slideLayout4.xml"/><Relationship Id="rId212" Type="http://schemas.openxmlformats.org/officeDocument/2006/relationships/image" Target="../media/image11170.png"/><Relationship Id="rId233" Type="http://schemas.openxmlformats.org/officeDocument/2006/relationships/customXml" Target="../ink/ink116.xml"/><Relationship Id="rId254" Type="http://schemas.openxmlformats.org/officeDocument/2006/relationships/image" Target="../media/image11380.png"/><Relationship Id="rId28" Type="http://schemas.openxmlformats.org/officeDocument/2006/relationships/image" Target="../media/image10250.png"/><Relationship Id="rId49" Type="http://schemas.openxmlformats.org/officeDocument/2006/relationships/customXml" Target="../ink/ink24.xml"/><Relationship Id="rId114" Type="http://schemas.openxmlformats.org/officeDocument/2006/relationships/image" Target="../media/image10680.png"/><Relationship Id="rId60" Type="http://schemas.openxmlformats.org/officeDocument/2006/relationships/image" Target="../media/image10410.png"/><Relationship Id="rId81" Type="http://schemas.openxmlformats.org/officeDocument/2006/relationships/customXml" Target="../ink/ink40.xml"/><Relationship Id="rId135" Type="http://schemas.openxmlformats.org/officeDocument/2006/relationships/customXml" Target="../ink/ink67.xml"/><Relationship Id="rId156" Type="http://schemas.openxmlformats.org/officeDocument/2006/relationships/image" Target="../media/image10890.png"/><Relationship Id="rId177" Type="http://schemas.openxmlformats.org/officeDocument/2006/relationships/customXml" Target="../ink/ink88.xml"/><Relationship Id="rId198" Type="http://schemas.openxmlformats.org/officeDocument/2006/relationships/image" Target="../media/image11101.png"/><Relationship Id="rId202" Type="http://schemas.openxmlformats.org/officeDocument/2006/relationships/image" Target="../media/image11120.png"/><Relationship Id="rId223" Type="http://schemas.openxmlformats.org/officeDocument/2006/relationships/customXml" Target="../ink/ink111.xml"/><Relationship Id="rId244" Type="http://schemas.openxmlformats.org/officeDocument/2006/relationships/image" Target="../media/image11330.png"/><Relationship Id="rId18" Type="http://schemas.openxmlformats.org/officeDocument/2006/relationships/image" Target="../media/image10200.png"/><Relationship Id="rId39" Type="http://schemas.openxmlformats.org/officeDocument/2006/relationships/customXml" Target="../ink/ink19.xml"/><Relationship Id="rId50" Type="http://schemas.openxmlformats.org/officeDocument/2006/relationships/image" Target="../media/image10360.png"/><Relationship Id="rId104" Type="http://schemas.openxmlformats.org/officeDocument/2006/relationships/image" Target="../media/image10630.png"/><Relationship Id="rId125" Type="http://schemas.openxmlformats.org/officeDocument/2006/relationships/customXml" Target="../ink/ink62.xml"/><Relationship Id="rId146" Type="http://schemas.openxmlformats.org/officeDocument/2006/relationships/image" Target="../media/image10840.png"/><Relationship Id="rId167" Type="http://schemas.openxmlformats.org/officeDocument/2006/relationships/customXml" Target="../ink/ink83.xml"/><Relationship Id="rId188" Type="http://schemas.openxmlformats.org/officeDocument/2006/relationships/image" Target="../media/image11050.png"/><Relationship Id="rId71" Type="http://schemas.openxmlformats.org/officeDocument/2006/relationships/customXml" Target="../ink/ink35.xml"/><Relationship Id="rId92" Type="http://schemas.openxmlformats.org/officeDocument/2006/relationships/image" Target="../media/image10570.png"/><Relationship Id="rId213" Type="http://schemas.openxmlformats.org/officeDocument/2006/relationships/customXml" Target="../ink/ink106.xml"/><Relationship Id="rId234" Type="http://schemas.openxmlformats.org/officeDocument/2006/relationships/image" Target="../media/image11280.png"/><Relationship Id="rId2" Type="http://schemas.openxmlformats.org/officeDocument/2006/relationships/image" Target="../media/image2.wmf"/><Relationship Id="rId29" Type="http://schemas.openxmlformats.org/officeDocument/2006/relationships/customXml" Target="../ink/ink14.xml"/><Relationship Id="rId255" Type="http://schemas.openxmlformats.org/officeDocument/2006/relationships/customXml" Target="../ink/ink127.xml"/><Relationship Id="rId40" Type="http://schemas.openxmlformats.org/officeDocument/2006/relationships/image" Target="../media/image10310.png"/><Relationship Id="rId115" Type="http://schemas.openxmlformats.org/officeDocument/2006/relationships/customXml" Target="../ink/ink57.xml"/><Relationship Id="rId136" Type="http://schemas.openxmlformats.org/officeDocument/2006/relationships/image" Target="../media/image10790.png"/><Relationship Id="rId157" Type="http://schemas.openxmlformats.org/officeDocument/2006/relationships/customXml" Target="../ink/ink78.xml"/><Relationship Id="rId178" Type="http://schemas.openxmlformats.org/officeDocument/2006/relationships/image" Target="../media/image11000.png"/><Relationship Id="rId61" Type="http://schemas.openxmlformats.org/officeDocument/2006/relationships/customXml" Target="../ink/ink30.xml"/><Relationship Id="rId82" Type="http://schemas.openxmlformats.org/officeDocument/2006/relationships/image" Target="../media/image10520.png"/><Relationship Id="rId199" Type="http://schemas.openxmlformats.org/officeDocument/2006/relationships/customXml" Target="../ink/ink99.xml"/><Relationship Id="rId203" Type="http://schemas.openxmlformats.org/officeDocument/2006/relationships/customXml" Target="../ink/ink101.xml"/><Relationship Id="rId19" Type="http://schemas.openxmlformats.org/officeDocument/2006/relationships/customXml" Target="../ink/ink9.xml"/><Relationship Id="rId224" Type="http://schemas.openxmlformats.org/officeDocument/2006/relationships/image" Target="../media/image11230.png"/><Relationship Id="rId245" Type="http://schemas.openxmlformats.org/officeDocument/2006/relationships/customXml" Target="../ink/ink122.xml"/><Relationship Id="rId30" Type="http://schemas.openxmlformats.org/officeDocument/2006/relationships/image" Target="../media/image10260.png"/><Relationship Id="rId105" Type="http://schemas.openxmlformats.org/officeDocument/2006/relationships/customXml" Target="../ink/ink52.xml"/><Relationship Id="rId126" Type="http://schemas.openxmlformats.org/officeDocument/2006/relationships/image" Target="../media/image10740.png"/><Relationship Id="rId147" Type="http://schemas.openxmlformats.org/officeDocument/2006/relationships/customXml" Target="../ink/ink73.xml"/><Relationship Id="rId168" Type="http://schemas.openxmlformats.org/officeDocument/2006/relationships/image" Target="../media/image10950.png"/><Relationship Id="rId51" Type="http://schemas.openxmlformats.org/officeDocument/2006/relationships/customXml" Target="../ink/ink25.xml"/><Relationship Id="rId72" Type="http://schemas.openxmlformats.org/officeDocument/2006/relationships/image" Target="../media/image10470.png"/><Relationship Id="rId93" Type="http://schemas.openxmlformats.org/officeDocument/2006/relationships/customXml" Target="../ink/ink46.xml"/><Relationship Id="rId189" Type="http://schemas.openxmlformats.org/officeDocument/2006/relationships/customXml" Target="../ink/ink94.xml"/><Relationship Id="rId3" Type="http://schemas.openxmlformats.org/officeDocument/2006/relationships/customXml" Target="../ink/ink1.xml"/><Relationship Id="rId214" Type="http://schemas.openxmlformats.org/officeDocument/2006/relationships/image" Target="../media/image11180.png"/><Relationship Id="rId235" Type="http://schemas.openxmlformats.org/officeDocument/2006/relationships/customXml" Target="../ink/ink117.xml"/><Relationship Id="rId256" Type="http://schemas.openxmlformats.org/officeDocument/2006/relationships/image" Target="../media/image11390.png"/><Relationship Id="rId116" Type="http://schemas.openxmlformats.org/officeDocument/2006/relationships/image" Target="../media/image10690.png"/><Relationship Id="rId137" Type="http://schemas.openxmlformats.org/officeDocument/2006/relationships/customXml" Target="../ink/ink68.xml"/><Relationship Id="rId158" Type="http://schemas.openxmlformats.org/officeDocument/2006/relationships/image" Target="../media/image10900.png"/><Relationship Id="rId20" Type="http://schemas.openxmlformats.org/officeDocument/2006/relationships/image" Target="../media/image10210.png"/><Relationship Id="rId41" Type="http://schemas.openxmlformats.org/officeDocument/2006/relationships/customXml" Target="../ink/ink20.xml"/><Relationship Id="rId62" Type="http://schemas.openxmlformats.org/officeDocument/2006/relationships/image" Target="../media/image10420.png"/><Relationship Id="rId83" Type="http://schemas.openxmlformats.org/officeDocument/2006/relationships/customXml" Target="../ink/ink41.xml"/><Relationship Id="rId179" Type="http://schemas.openxmlformats.org/officeDocument/2006/relationships/customXml" Target="../ink/ink89.xml"/><Relationship Id="rId190" Type="http://schemas.openxmlformats.org/officeDocument/2006/relationships/image" Target="../media/image11060.png"/><Relationship Id="rId204" Type="http://schemas.openxmlformats.org/officeDocument/2006/relationships/image" Target="../media/image11130.png"/><Relationship Id="rId225" Type="http://schemas.openxmlformats.org/officeDocument/2006/relationships/customXml" Target="../ink/ink112.xml"/><Relationship Id="rId246" Type="http://schemas.openxmlformats.org/officeDocument/2006/relationships/image" Target="../media/image11340.png"/><Relationship Id="rId106" Type="http://schemas.openxmlformats.org/officeDocument/2006/relationships/image" Target="../media/image10640.png"/><Relationship Id="rId127" Type="http://schemas.openxmlformats.org/officeDocument/2006/relationships/customXml" Target="../ink/ink63.xml"/><Relationship Id="rId10" Type="http://schemas.openxmlformats.org/officeDocument/2006/relationships/image" Target="../media/image10160.png"/><Relationship Id="rId31" Type="http://schemas.openxmlformats.org/officeDocument/2006/relationships/customXml" Target="../ink/ink15.xml"/><Relationship Id="rId52" Type="http://schemas.openxmlformats.org/officeDocument/2006/relationships/image" Target="../media/image10370.png"/><Relationship Id="rId73" Type="http://schemas.openxmlformats.org/officeDocument/2006/relationships/customXml" Target="../ink/ink36.xml"/><Relationship Id="rId94" Type="http://schemas.openxmlformats.org/officeDocument/2006/relationships/image" Target="../media/image10580.png"/><Relationship Id="rId148" Type="http://schemas.openxmlformats.org/officeDocument/2006/relationships/image" Target="../media/image10850.png"/><Relationship Id="rId169" Type="http://schemas.openxmlformats.org/officeDocument/2006/relationships/customXml" Target="../ink/ink84.xml"/><Relationship Id="rId4" Type="http://schemas.openxmlformats.org/officeDocument/2006/relationships/image" Target="../media/image10130.png"/><Relationship Id="rId180" Type="http://schemas.openxmlformats.org/officeDocument/2006/relationships/image" Target="../media/image11010.png"/><Relationship Id="rId215" Type="http://schemas.openxmlformats.org/officeDocument/2006/relationships/customXml" Target="../ink/ink107.xml"/><Relationship Id="rId236" Type="http://schemas.openxmlformats.org/officeDocument/2006/relationships/image" Target="../media/image11290.png"/><Relationship Id="rId257" Type="http://schemas.openxmlformats.org/officeDocument/2006/relationships/customXml" Target="../ink/ink128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98.png"/><Relationship Id="rId21" Type="http://schemas.openxmlformats.org/officeDocument/2006/relationships/image" Target="../media/image11500.png"/><Relationship Id="rId42" Type="http://schemas.openxmlformats.org/officeDocument/2006/relationships/customXml" Target="../ink/ink149.xml"/><Relationship Id="rId63" Type="http://schemas.openxmlformats.org/officeDocument/2006/relationships/image" Target="../media/image1171.png"/><Relationship Id="rId84" Type="http://schemas.openxmlformats.org/officeDocument/2006/relationships/customXml" Target="../ink/ink170.xml"/><Relationship Id="rId138" Type="http://schemas.openxmlformats.org/officeDocument/2006/relationships/customXml" Target="../ink/ink197.xml"/><Relationship Id="rId159" Type="http://schemas.openxmlformats.org/officeDocument/2006/relationships/image" Target="../media/image1219.png"/><Relationship Id="rId170" Type="http://schemas.openxmlformats.org/officeDocument/2006/relationships/customXml" Target="../ink/ink213.xml"/><Relationship Id="rId191" Type="http://schemas.openxmlformats.org/officeDocument/2006/relationships/image" Target="../media/image1235.png"/><Relationship Id="rId205" Type="http://schemas.openxmlformats.org/officeDocument/2006/relationships/image" Target="../media/image1242.png"/><Relationship Id="rId226" Type="http://schemas.openxmlformats.org/officeDocument/2006/relationships/customXml" Target="../ink/ink241.xml"/><Relationship Id="rId247" Type="http://schemas.openxmlformats.org/officeDocument/2006/relationships/image" Target="../media/image1263.png"/><Relationship Id="rId107" Type="http://schemas.openxmlformats.org/officeDocument/2006/relationships/image" Target="../media/image1193.png"/><Relationship Id="rId11" Type="http://schemas.openxmlformats.org/officeDocument/2006/relationships/image" Target="../media/image11450.png"/><Relationship Id="rId32" Type="http://schemas.openxmlformats.org/officeDocument/2006/relationships/customXml" Target="../ink/ink144.xml"/><Relationship Id="rId53" Type="http://schemas.openxmlformats.org/officeDocument/2006/relationships/image" Target="../media/image11660.png"/><Relationship Id="rId74" Type="http://schemas.openxmlformats.org/officeDocument/2006/relationships/customXml" Target="../ink/ink165.xml"/><Relationship Id="rId128" Type="http://schemas.openxmlformats.org/officeDocument/2006/relationships/customXml" Target="../ink/ink192.xml"/><Relationship Id="rId149" Type="http://schemas.openxmlformats.org/officeDocument/2006/relationships/image" Target="../media/image1214.png"/><Relationship Id="rId5" Type="http://schemas.openxmlformats.org/officeDocument/2006/relationships/image" Target="../media/image11420.png"/><Relationship Id="rId95" Type="http://schemas.openxmlformats.org/officeDocument/2006/relationships/image" Target="../media/image1187.png"/><Relationship Id="rId160" Type="http://schemas.openxmlformats.org/officeDocument/2006/relationships/customXml" Target="../ink/ink208.xml"/><Relationship Id="rId181" Type="http://schemas.openxmlformats.org/officeDocument/2006/relationships/image" Target="../media/image1230.png"/><Relationship Id="rId216" Type="http://schemas.openxmlformats.org/officeDocument/2006/relationships/customXml" Target="../ink/ink236.xml"/><Relationship Id="rId237" Type="http://schemas.openxmlformats.org/officeDocument/2006/relationships/image" Target="../media/image1258.png"/><Relationship Id="rId22" Type="http://schemas.openxmlformats.org/officeDocument/2006/relationships/customXml" Target="../ink/ink139.xml"/><Relationship Id="rId43" Type="http://schemas.openxmlformats.org/officeDocument/2006/relationships/image" Target="../media/image11610.png"/><Relationship Id="rId64" Type="http://schemas.openxmlformats.org/officeDocument/2006/relationships/customXml" Target="../ink/ink160.xml"/><Relationship Id="rId118" Type="http://schemas.openxmlformats.org/officeDocument/2006/relationships/customXml" Target="../ink/ink187.xml"/><Relationship Id="rId139" Type="http://schemas.openxmlformats.org/officeDocument/2006/relationships/image" Target="../media/image1209.png"/><Relationship Id="rId85" Type="http://schemas.openxmlformats.org/officeDocument/2006/relationships/image" Target="../media/image1182.png"/><Relationship Id="rId150" Type="http://schemas.openxmlformats.org/officeDocument/2006/relationships/customXml" Target="../ink/ink203.xml"/><Relationship Id="rId171" Type="http://schemas.openxmlformats.org/officeDocument/2006/relationships/image" Target="../media/image1225.png"/><Relationship Id="rId192" Type="http://schemas.openxmlformats.org/officeDocument/2006/relationships/customXml" Target="../ink/ink224.xml"/><Relationship Id="rId206" Type="http://schemas.openxmlformats.org/officeDocument/2006/relationships/customXml" Target="../ink/ink231.xml"/><Relationship Id="rId227" Type="http://schemas.openxmlformats.org/officeDocument/2006/relationships/image" Target="../media/image1253.png"/><Relationship Id="rId248" Type="http://schemas.openxmlformats.org/officeDocument/2006/relationships/customXml" Target="../ink/ink252.xml"/><Relationship Id="rId12" Type="http://schemas.openxmlformats.org/officeDocument/2006/relationships/customXml" Target="../ink/ink134.xml"/><Relationship Id="rId33" Type="http://schemas.openxmlformats.org/officeDocument/2006/relationships/image" Target="../media/image11560.png"/><Relationship Id="rId108" Type="http://schemas.openxmlformats.org/officeDocument/2006/relationships/customXml" Target="../ink/ink182.xml"/><Relationship Id="rId129" Type="http://schemas.openxmlformats.org/officeDocument/2006/relationships/image" Target="../media/image1204.png"/><Relationship Id="rId54" Type="http://schemas.openxmlformats.org/officeDocument/2006/relationships/customXml" Target="../ink/ink155.xml"/><Relationship Id="rId75" Type="http://schemas.openxmlformats.org/officeDocument/2006/relationships/image" Target="../media/image1177.png"/><Relationship Id="rId96" Type="http://schemas.openxmlformats.org/officeDocument/2006/relationships/customXml" Target="../ink/ink176.xml"/><Relationship Id="rId140" Type="http://schemas.openxmlformats.org/officeDocument/2006/relationships/customXml" Target="../ink/ink198.xml"/><Relationship Id="rId161" Type="http://schemas.openxmlformats.org/officeDocument/2006/relationships/image" Target="../media/image1220.png"/><Relationship Id="rId182" Type="http://schemas.openxmlformats.org/officeDocument/2006/relationships/customXml" Target="../ink/ink219.xml"/><Relationship Id="rId217" Type="http://schemas.openxmlformats.org/officeDocument/2006/relationships/image" Target="../media/image1248.png"/><Relationship Id="rId6" Type="http://schemas.openxmlformats.org/officeDocument/2006/relationships/customXml" Target="../ink/ink131.xml"/><Relationship Id="rId238" Type="http://schemas.openxmlformats.org/officeDocument/2006/relationships/customXml" Target="../ink/ink247.xml"/><Relationship Id="rId23" Type="http://schemas.openxmlformats.org/officeDocument/2006/relationships/image" Target="../media/image11510.png"/><Relationship Id="rId119" Type="http://schemas.openxmlformats.org/officeDocument/2006/relationships/image" Target="../media/image1199.png"/><Relationship Id="rId44" Type="http://schemas.openxmlformats.org/officeDocument/2006/relationships/customXml" Target="../ink/ink150.xml"/><Relationship Id="rId65" Type="http://schemas.openxmlformats.org/officeDocument/2006/relationships/image" Target="../media/image1172.png"/><Relationship Id="rId86" Type="http://schemas.openxmlformats.org/officeDocument/2006/relationships/customXml" Target="../ink/ink171.xml"/><Relationship Id="rId130" Type="http://schemas.openxmlformats.org/officeDocument/2006/relationships/customXml" Target="../ink/ink193.xml"/><Relationship Id="rId151" Type="http://schemas.openxmlformats.org/officeDocument/2006/relationships/image" Target="../media/image1215.png"/><Relationship Id="rId172" Type="http://schemas.openxmlformats.org/officeDocument/2006/relationships/customXml" Target="../ink/ink214.xml"/><Relationship Id="rId193" Type="http://schemas.openxmlformats.org/officeDocument/2006/relationships/image" Target="../media/image1236.png"/><Relationship Id="rId207" Type="http://schemas.openxmlformats.org/officeDocument/2006/relationships/image" Target="../media/image1243.png"/><Relationship Id="rId228" Type="http://schemas.openxmlformats.org/officeDocument/2006/relationships/customXml" Target="../ink/ink242.xml"/><Relationship Id="rId249" Type="http://schemas.openxmlformats.org/officeDocument/2006/relationships/image" Target="../media/image1264.png"/><Relationship Id="rId13" Type="http://schemas.openxmlformats.org/officeDocument/2006/relationships/image" Target="../media/image11460.png"/><Relationship Id="rId109" Type="http://schemas.openxmlformats.org/officeDocument/2006/relationships/image" Target="../media/image1194.png"/><Relationship Id="rId34" Type="http://schemas.openxmlformats.org/officeDocument/2006/relationships/customXml" Target="../ink/ink145.xml"/><Relationship Id="rId55" Type="http://schemas.openxmlformats.org/officeDocument/2006/relationships/image" Target="../media/image11670.png"/><Relationship Id="rId76" Type="http://schemas.openxmlformats.org/officeDocument/2006/relationships/customXml" Target="../ink/ink166.xml"/><Relationship Id="rId97" Type="http://schemas.openxmlformats.org/officeDocument/2006/relationships/image" Target="../media/image1188.png"/><Relationship Id="rId120" Type="http://schemas.openxmlformats.org/officeDocument/2006/relationships/customXml" Target="../ink/ink188.xml"/><Relationship Id="rId141" Type="http://schemas.openxmlformats.org/officeDocument/2006/relationships/image" Target="../media/image1210.png"/><Relationship Id="rId7" Type="http://schemas.openxmlformats.org/officeDocument/2006/relationships/image" Target="../media/image11430.png"/><Relationship Id="rId162" Type="http://schemas.openxmlformats.org/officeDocument/2006/relationships/customXml" Target="../ink/ink209.xml"/><Relationship Id="rId183" Type="http://schemas.openxmlformats.org/officeDocument/2006/relationships/image" Target="../media/image1231.png"/><Relationship Id="rId218" Type="http://schemas.openxmlformats.org/officeDocument/2006/relationships/customXml" Target="../ink/ink237.xml"/><Relationship Id="rId239" Type="http://schemas.openxmlformats.org/officeDocument/2006/relationships/image" Target="../media/image1259.png"/><Relationship Id="rId250" Type="http://schemas.openxmlformats.org/officeDocument/2006/relationships/customXml" Target="../ink/ink253.xml"/><Relationship Id="rId24" Type="http://schemas.openxmlformats.org/officeDocument/2006/relationships/customXml" Target="../ink/ink140.xml"/><Relationship Id="rId45" Type="http://schemas.openxmlformats.org/officeDocument/2006/relationships/image" Target="../media/image11620.png"/><Relationship Id="rId66" Type="http://schemas.openxmlformats.org/officeDocument/2006/relationships/customXml" Target="../ink/ink161.xml"/><Relationship Id="rId87" Type="http://schemas.openxmlformats.org/officeDocument/2006/relationships/image" Target="../media/image1183.png"/><Relationship Id="rId110" Type="http://schemas.openxmlformats.org/officeDocument/2006/relationships/customXml" Target="../ink/ink183.xml"/><Relationship Id="rId131" Type="http://schemas.openxmlformats.org/officeDocument/2006/relationships/image" Target="../media/image1205.png"/><Relationship Id="rId152" Type="http://schemas.openxmlformats.org/officeDocument/2006/relationships/customXml" Target="../ink/ink204.xml"/><Relationship Id="rId173" Type="http://schemas.openxmlformats.org/officeDocument/2006/relationships/image" Target="../media/image1226.png"/><Relationship Id="rId194" Type="http://schemas.openxmlformats.org/officeDocument/2006/relationships/customXml" Target="../ink/ink225.xml"/><Relationship Id="rId208" Type="http://schemas.openxmlformats.org/officeDocument/2006/relationships/customXml" Target="../ink/ink232.xml"/><Relationship Id="rId229" Type="http://schemas.openxmlformats.org/officeDocument/2006/relationships/image" Target="../media/image1254.png"/><Relationship Id="rId240" Type="http://schemas.openxmlformats.org/officeDocument/2006/relationships/customXml" Target="../ink/ink248.xml"/><Relationship Id="rId14" Type="http://schemas.openxmlformats.org/officeDocument/2006/relationships/customXml" Target="../ink/ink135.xml"/><Relationship Id="rId35" Type="http://schemas.openxmlformats.org/officeDocument/2006/relationships/image" Target="../media/image11570.png"/><Relationship Id="rId56" Type="http://schemas.openxmlformats.org/officeDocument/2006/relationships/customXml" Target="../ink/ink156.xml"/><Relationship Id="rId77" Type="http://schemas.openxmlformats.org/officeDocument/2006/relationships/image" Target="../media/image1178.png"/><Relationship Id="rId100" Type="http://schemas.openxmlformats.org/officeDocument/2006/relationships/customXml" Target="../ink/ink178.xml"/><Relationship Id="rId8" Type="http://schemas.openxmlformats.org/officeDocument/2006/relationships/customXml" Target="../ink/ink132.xml"/><Relationship Id="rId98" Type="http://schemas.openxmlformats.org/officeDocument/2006/relationships/customXml" Target="../ink/ink177.xml"/><Relationship Id="rId121" Type="http://schemas.openxmlformats.org/officeDocument/2006/relationships/image" Target="../media/image1200.png"/><Relationship Id="rId142" Type="http://schemas.openxmlformats.org/officeDocument/2006/relationships/customXml" Target="../ink/ink199.xml"/><Relationship Id="rId163" Type="http://schemas.openxmlformats.org/officeDocument/2006/relationships/image" Target="../media/image1221.png"/><Relationship Id="rId184" Type="http://schemas.openxmlformats.org/officeDocument/2006/relationships/customXml" Target="../ink/ink220.xml"/><Relationship Id="rId219" Type="http://schemas.openxmlformats.org/officeDocument/2006/relationships/image" Target="../media/image1249.png"/><Relationship Id="rId230" Type="http://schemas.openxmlformats.org/officeDocument/2006/relationships/customXml" Target="../ink/ink243.xml"/><Relationship Id="rId251" Type="http://schemas.openxmlformats.org/officeDocument/2006/relationships/image" Target="../media/image1265.png"/><Relationship Id="rId25" Type="http://schemas.openxmlformats.org/officeDocument/2006/relationships/image" Target="../media/image11520.png"/><Relationship Id="rId46" Type="http://schemas.openxmlformats.org/officeDocument/2006/relationships/customXml" Target="../ink/ink151.xml"/><Relationship Id="rId67" Type="http://schemas.openxmlformats.org/officeDocument/2006/relationships/image" Target="../media/image1173.png"/><Relationship Id="rId88" Type="http://schemas.openxmlformats.org/officeDocument/2006/relationships/customXml" Target="../ink/ink172.xml"/><Relationship Id="rId111" Type="http://schemas.openxmlformats.org/officeDocument/2006/relationships/image" Target="../media/image1195.png"/><Relationship Id="rId132" Type="http://schemas.openxmlformats.org/officeDocument/2006/relationships/customXml" Target="../ink/ink194.xml"/><Relationship Id="rId153" Type="http://schemas.openxmlformats.org/officeDocument/2006/relationships/image" Target="../media/image1216.png"/><Relationship Id="rId174" Type="http://schemas.openxmlformats.org/officeDocument/2006/relationships/customXml" Target="../ink/ink215.xml"/><Relationship Id="rId195" Type="http://schemas.openxmlformats.org/officeDocument/2006/relationships/image" Target="../media/image1237.png"/><Relationship Id="rId209" Type="http://schemas.openxmlformats.org/officeDocument/2006/relationships/image" Target="../media/image1244.png"/><Relationship Id="rId220" Type="http://schemas.openxmlformats.org/officeDocument/2006/relationships/customXml" Target="../ink/ink238.xml"/><Relationship Id="rId241" Type="http://schemas.openxmlformats.org/officeDocument/2006/relationships/image" Target="../media/image1260.png"/><Relationship Id="rId15" Type="http://schemas.openxmlformats.org/officeDocument/2006/relationships/image" Target="../media/image11470.png"/><Relationship Id="rId36" Type="http://schemas.openxmlformats.org/officeDocument/2006/relationships/customXml" Target="../ink/ink146.xml"/><Relationship Id="rId57" Type="http://schemas.openxmlformats.org/officeDocument/2006/relationships/image" Target="../media/image11680.png"/><Relationship Id="rId78" Type="http://schemas.openxmlformats.org/officeDocument/2006/relationships/customXml" Target="../ink/ink167.xml"/><Relationship Id="rId99" Type="http://schemas.openxmlformats.org/officeDocument/2006/relationships/image" Target="../media/image1189.png"/><Relationship Id="rId101" Type="http://schemas.openxmlformats.org/officeDocument/2006/relationships/image" Target="../media/image1190.png"/><Relationship Id="rId122" Type="http://schemas.openxmlformats.org/officeDocument/2006/relationships/customXml" Target="../ink/ink189.xml"/><Relationship Id="rId143" Type="http://schemas.openxmlformats.org/officeDocument/2006/relationships/image" Target="../media/image1211.png"/><Relationship Id="rId164" Type="http://schemas.openxmlformats.org/officeDocument/2006/relationships/customXml" Target="../ink/ink210.xml"/><Relationship Id="rId185" Type="http://schemas.openxmlformats.org/officeDocument/2006/relationships/image" Target="../media/image1232.png"/><Relationship Id="rId9" Type="http://schemas.openxmlformats.org/officeDocument/2006/relationships/image" Target="../media/image11440.png"/><Relationship Id="rId210" Type="http://schemas.openxmlformats.org/officeDocument/2006/relationships/customXml" Target="../ink/ink233.xml"/><Relationship Id="rId26" Type="http://schemas.openxmlformats.org/officeDocument/2006/relationships/customXml" Target="../ink/ink141.xml"/><Relationship Id="rId231" Type="http://schemas.openxmlformats.org/officeDocument/2006/relationships/image" Target="../media/image1255.png"/><Relationship Id="rId252" Type="http://schemas.openxmlformats.org/officeDocument/2006/relationships/customXml" Target="../ink/ink254.xml"/><Relationship Id="rId47" Type="http://schemas.openxmlformats.org/officeDocument/2006/relationships/image" Target="../media/image11630.png"/><Relationship Id="rId68" Type="http://schemas.openxmlformats.org/officeDocument/2006/relationships/customXml" Target="../ink/ink162.xml"/><Relationship Id="rId89" Type="http://schemas.openxmlformats.org/officeDocument/2006/relationships/image" Target="../media/image1184.png"/><Relationship Id="rId112" Type="http://schemas.openxmlformats.org/officeDocument/2006/relationships/customXml" Target="../ink/ink184.xml"/><Relationship Id="rId133" Type="http://schemas.openxmlformats.org/officeDocument/2006/relationships/image" Target="../media/image1206.png"/><Relationship Id="rId154" Type="http://schemas.openxmlformats.org/officeDocument/2006/relationships/customXml" Target="../ink/ink205.xml"/><Relationship Id="rId175" Type="http://schemas.openxmlformats.org/officeDocument/2006/relationships/image" Target="../media/image1227.png"/><Relationship Id="rId196" Type="http://schemas.openxmlformats.org/officeDocument/2006/relationships/customXml" Target="../ink/ink226.xml"/><Relationship Id="rId200" Type="http://schemas.openxmlformats.org/officeDocument/2006/relationships/customXml" Target="../ink/ink228.xml"/><Relationship Id="rId16" Type="http://schemas.openxmlformats.org/officeDocument/2006/relationships/customXml" Target="../ink/ink136.xml"/><Relationship Id="rId221" Type="http://schemas.openxmlformats.org/officeDocument/2006/relationships/image" Target="../media/image1250.png"/><Relationship Id="rId242" Type="http://schemas.openxmlformats.org/officeDocument/2006/relationships/customXml" Target="../ink/ink249.xml"/><Relationship Id="rId37" Type="http://schemas.openxmlformats.org/officeDocument/2006/relationships/image" Target="../media/image11580.png"/><Relationship Id="rId58" Type="http://schemas.openxmlformats.org/officeDocument/2006/relationships/customXml" Target="../ink/ink157.xml"/><Relationship Id="rId79" Type="http://schemas.openxmlformats.org/officeDocument/2006/relationships/image" Target="../media/image1179.png"/><Relationship Id="rId102" Type="http://schemas.openxmlformats.org/officeDocument/2006/relationships/customXml" Target="../ink/ink179.xml"/><Relationship Id="rId123" Type="http://schemas.openxmlformats.org/officeDocument/2006/relationships/image" Target="../media/image1201.png"/><Relationship Id="rId144" Type="http://schemas.openxmlformats.org/officeDocument/2006/relationships/customXml" Target="../ink/ink200.xml"/><Relationship Id="rId90" Type="http://schemas.openxmlformats.org/officeDocument/2006/relationships/customXml" Target="../ink/ink173.xml"/><Relationship Id="rId165" Type="http://schemas.openxmlformats.org/officeDocument/2006/relationships/image" Target="../media/image1222.png"/><Relationship Id="rId186" Type="http://schemas.openxmlformats.org/officeDocument/2006/relationships/customXml" Target="../ink/ink221.xml"/><Relationship Id="rId211" Type="http://schemas.openxmlformats.org/officeDocument/2006/relationships/image" Target="../media/image1245.png"/><Relationship Id="rId232" Type="http://schemas.openxmlformats.org/officeDocument/2006/relationships/customXml" Target="../ink/ink244.xml"/><Relationship Id="rId253" Type="http://schemas.openxmlformats.org/officeDocument/2006/relationships/image" Target="../media/image1266.png"/><Relationship Id="rId27" Type="http://schemas.openxmlformats.org/officeDocument/2006/relationships/image" Target="../media/image11530.png"/><Relationship Id="rId48" Type="http://schemas.openxmlformats.org/officeDocument/2006/relationships/customXml" Target="../ink/ink152.xml"/><Relationship Id="rId69" Type="http://schemas.openxmlformats.org/officeDocument/2006/relationships/image" Target="../media/image1174.png"/><Relationship Id="rId113" Type="http://schemas.openxmlformats.org/officeDocument/2006/relationships/image" Target="../media/image1196.png"/><Relationship Id="rId134" Type="http://schemas.openxmlformats.org/officeDocument/2006/relationships/customXml" Target="../ink/ink195.xml"/><Relationship Id="rId80" Type="http://schemas.openxmlformats.org/officeDocument/2006/relationships/customXml" Target="../ink/ink168.xml"/><Relationship Id="rId155" Type="http://schemas.openxmlformats.org/officeDocument/2006/relationships/image" Target="../media/image1217.png"/><Relationship Id="rId176" Type="http://schemas.openxmlformats.org/officeDocument/2006/relationships/customXml" Target="../ink/ink216.xml"/><Relationship Id="rId197" Type="http://schemas.openxmlformats.org/officeDocument/2006/relationships/image" Target="../media/image1238.png"/><Relationship Id="rId201" Type="http://schemas.openxmlformats.org/officeDocument/2006/relationships/image" Target="../media/image1240.png"/><Relationship Id="rId222" Type="http://schemas.openxmlformats.org/officeDocument/2006/relationships/customXml" Target="../ink/ink239.xml"/><Relationship Id="rId243" Type="http://schemas.openxmlformats.org/officeDocument/2006/relationships/image" Target="../media/image1261.png"/><Relationship Id="rId17" Type="http://schemas.openxmlformats.org/officeDocument/2006/relationships/image" Target="../media/image11480.png"/><Relationship Id="rId38" Type="http://schemas.openxmlformats.org/officeDocument/2006/relationships/customXml" Target="../ink/ink147.xml"/><Relationship Id="rId59" Type="http://schemas.openxmlformats.org/officeDocument/2006/relationships/image" Target="../media/image11690.png"/><Relationship Id="rId103" Type="http://schemas.openxmlformats.org/officeDocument/2006/relationships/image" Target="../media/image1191.png"/><Relationship Id="rId124" Type="http://schemas.openxmlformats.org/officeDocument/2006/relationships/customXml" Target="../ink/ink190.xml"/><Relationship Id="rId70" Type="http://schemas.openxmlformats.org/officeDocument/2006/relationships/customXml" Target="../ink/ink163.xml"/><Relationship Id="rId91" Type="http://schemas.openxmlformats.org/officeDocument/2006/relationships/image" Target="../media/image1185.png"/><Relationship Id="rId145" Type="http://schemas.openxmlformats.org/officeDocument/2006/relationships/image" Target="../media/image1212.png"/><Relationship Id="rId166" Type="http://schemas.openxmlformats.org/officeDocument/2006/relationships/customXml" Target="../ink/ink211.xml"/><Relationship Id="rId187" Type="http://schemas.openxmlformats.org/officeDocument/2006/relationships/image" Target="../media/image1233.png"/><Relationship Id="rId1" Type="http://schemas.openxmlformats.org/officeDocument/2006/relationships/slideLayout" Target="../slideLayouts/slideLayout4.xml"/><Relationship Id="rId212" Type="http://schemas.openxmlformats.org/officeDocument/2006/relationships/customXml" Target="../ink/ink234.xml"/><Relationship Id="rId233" Type="http://schemas.openxmlformats.org/officeDocument/2006/relationships/image" Target="../media/image1256.png"/><Relationship Id="rId254" Type="http://schemas.openxmlformats.org/officeDocument/2006/relationships/customXml" Target="../ink/ink255.xml"/><Relationship Id="rId28" Type="http://schemas.openxmlformats.org/officeDocument/2006/relationships/customXml" Target="../ink/ink142.xml"/><Relationship Id="rId49" Type="http://schemas.openxmlformats.org/officeDocument/2006/relationships/image" Target="../media/image11640.png"/><Relationship Id="rId114" Type="http://schemas.openxmlformats.org/officeDocument/2006/relationships/customXml" Target="../ink/ink185.xml"/><Relationship Id="rId60" Type="http://schemas.openxmlformats.org/officeDocument/2006/relationships/customXml" Target="../ink/ink158.xml"/><Relationship Id="rId81" Type="http://schemas.openxmlformats.org/officeDocument/2006/relationships/image" Target="../media/image1180.png"/><Relationship Id="rId135" Type="http://schemas.openxmlformats.org/officeDocument/2006/relationships/image" Target="../media/image1207.png"/><Relationship Id="rId156" Type="http://schemas.openxmlformats.org/officeDocument/2006/relationships/customXml" Target="../ink/ink206.xml"/><Relationship Id="rId177" Type="http://schemas.openxmlformats.org/officeDocument/2006/relationships/image" Target="../media/image1228.png"/><Relationship Id="rId198" Type="http://schemas.openxmlformats.org/officeDocument/2006/relationships/customXml" Target="../ink/ink227.xml"/><Relationship Id="rId202" Type="http://schemas.openxmlformats.org/officeDocument/2006/relationships/customXml" Target="../ink/ink229.xml"/><Relationship Id="rId223" Type="http://schemas.openxmlformats.org/officeDocument/2006/relationships/image" Target="../media/image1251.png"/><Relationship Id="rId244" Type="http://schemas.openxmlformats.org/officeDocument/2006/relationships/customXml" Target="../ink/ink250.xml"/><Relationship Id="rId18" Type="http://schemas.openxmlformats.org/officeDocument/2006/relationships/customXml" Target="../ink/ink137.xml"/><Relationship Id="rId39" Type="http://schemas.openxmlformats.org/officeDocument/2006/relationships/image" Target="../media/image11590.png"/><Relationship Id="rId50" Type="http://schemas.openxmlformats.org/officeDocument/2006/relationships/customXml" Target="../ink/ink153.xml"/><Relationship Id="rId104" Type="http://schemas.openxmlformats.org/officeDocument/2006/relationships/customXml" Target="../ink/ink180.xml"/><Relationship Id="rId125" Type="http://schemas.openxmlformats.org/officeDocument/2006/relationships/image" Target="../media/image1202.png"/><Relationship Id="rId146" Type="http://schemas.openxmlformats.org/officeDocument/2006/relationships/customXml" Target="../ink/ink201.xml"/><Relationship Id="rId167" Type="http://schemas.openxmlformats.org/officeDocument/2006/relationships/image" Target="../media/image1223.png"/><Relationship Id="rId188" Type="http://schemas.openxmlformats.org/officeDocument/2006/relationships/customXml" Target="../ink/ink222.xml"/><Relationship Id="rId71" Type="http://schemas.openxmlformats.org/officeDocument/2006/relationships/image" Target="../media/image1175.png"/><Relationship Id="rId92" Type="http://schemas.openxmlformats.org/officeDocument/2006/relationships/customXml" Target="../ink/ink174.xml"/><Relationship Id="rId213" Type="http://schemas.openxmlformats.org/officeDocument/2006/relationships/image" Target="../media/image1246.png"/><Relationship Id="rId234" Type="http://schemas.openxmlformats.org/officeDocument/2006/relationships/customXml" Target="../ink/ink245.xml"/><Relationship Id="rId2" Type="http://schemas.openxmlformats.org/officeDocument/2006/relationships/customXml" Target="../ink/ink129.xml"/><Relationship Id="rId29" Type="http://schemas.openxmlformats.org/officeDocument/2006/relationships/image" Target="../media/image11540.png"/><Relationship Id="rId255" Type="http://schemas.openxmlformats.org/officeDocument/2006/relationships/image" Target="../media/image1267.png"/><Relationship Id="rId40" Type="http://schemas.openxmlformats.org/officeDocument/2006/relationships/customXml" Target="../ink/ink148.xml"/><Relationship Id="rId115" Type="http://schemas.openxmlformats.org/officeDocument/2006/relationships/image" Target="../media/image1197.png"/><Relationship Id="rId136" Type="http://schemas.openxmlformats.org/officeDocument/2006/relationships/customXml" Target="../ink/ink196.xml"/><Relationship Id="rId157" Type="http://schemas.openxmlformats.org/officeDocument/2006/relationships/image" Target="../media/image1218.png"/><Relationship Id="rId178" Type="http://schemas.openxmlformats.org/officeDocument/2006/relationships/customXml" Target="../ink/ink217.xml"/><Relationship Id="rId61" Type="http://schemas.openxmlformats.org/officeDocument/2006/relationships/image" Target="../media/image11700.png"/><Relationship Id="rId82" Type="http://schemas.openxmlformats.org/officeDocument/2006/relationships/customXml" Target="../ink/ink169.xml"/><Relationship Id="rId199" Type="http://schemas.openxmlformats.org/officeDocument/2006/relationships/image" Target="../media/image1239.png"/><Relationship Id="rId203" Type="http://schemas.openxmlformats.org/officeDocument/2006/relationships/image" Target="../media/image1241.png"/><Relationship Id="rId19" Type="http://schemas.openxmlformats.org/officeDocument/2006/relationships/image" Target="../media/image11490.png"/><Relationship Id="rId224" Type="http://schemas.openxmlformats.org/officeDocument/2006/relationships/customXml" Target="../ink/ink240.xml"/><Relationship Id="rId245" Type="http://schemas.openxmlformats.org/officeDocument/2006/relationships/image" Target="../media/image1262.png"/><Relationship Id="rId30" Type="http://schemas.openxmlformats.org/officeDocument/2006/relationships/customXml" Target="../ink/ink143.xml"/><Relationship Id="rId105" Type="http://schemas.openxmlformats.org/officeDocument/2006/relationships/image" Target="../media/image1192.png"/><Relationship Id="rId126" Type="http://schemas.openxmlformats.org/officeDocument/2006/relationships/customXml" Target="../ink/ink191.xml"/><Relationship Id="rId147" Type="http://schemas.openxmlformats.org/officeDocument/2006/relationships/image" Target="../media/image1213.png"/><Relationship Id="rId168" Type="http://schemas.openxmlformats.org/officeDocument/2006/relationships/customXml" Target="../ink/ink212.xml"/><Relationship Id="rId51" Type="http://schemas.openxmlformats.org/officeDocument/2006/relationships/image" Target="../media/image11650.png"/><Relationship Id="rId72" Type="http://schemas.openxmlformats.org/officeDocument/2006/relationships/customXml" Target="../ink/ink164.xml"/><Relationship Id="rId93" Type="http://schemas.openxmlformats.org/officeDocument/2006/relationships/image" Target="../media/image1186.png"/><Relationship Id="rId189" Type="http://schemas.openxmlformats.org/officeDocument/2006/relationships/image" Target="../media/image1234.png"/><Relationship Id="rId3" Type="http://schemas.openxmlformats.org/officeDocument/2006/relationships/image" Target="../media/image11410.png"/><Relationship Id="rId214" Type="http://schemas.openxmlformats.org/officeDocument/2006/relationships/customXml" Target="../ink/ink235.xml"/><Relationship Id="rId235" Type="http://schemas.openxmlformats.org/officeDocument/2006/relationships/image" Target="../media/image1257.png"/><Relationship Id="rId116" Type="http://schemas.openxmlformats.org/officeDocument/2006/relationships/customXml" Target="../ink/ink186.xml"/><Relationship Id="rId137" Type="http://schemas.openxmlformats.org/officeDocument/2006/relationships/image" Target="../media/image1208.png"/><Relationship Id="rId158" Type="http://schemas.openxmlformats.org/officeDocument/2006/relationships/customXml" Target="../ink/ink207.xml"/><Relationship Id="rId20" Type="http://schemas.openxmlformats.org/officeDocument/2006/relationships/customXml" Target="../ink/ink138.xml"/><Relationship Id="rId41" Type="http://schemas.openxmlformats.org/officeDocument/2006/relationships/image" Target="../media/image11600.png"/><Relationship Id="rId62" Type="http://schemas.openxmlformats.org/officeDocument/2006/relationships/customXml" Target="../ink/ink159.xml"/><Relationship Id="rId83" Type="http://schemas.openxmlformats.org/officeDocument/2006/relationships/image" Target="../media/image1181.png"/><Relationship Id="rId179" Type="http://schemas.openxmlformats.org/officeDocument/2006/relationships/image" Target="../media/image1229.png"/><Relationship Id="rId190" Type="http://schemas.openxmlformats.org/officeDocument/2006/relationships/customXml" Target="../ink/ink223.xml"/><Relationship Id="rId204" Type="http://schemas.openxmlformats.org/officeDocument/2006/relationships/customXml" Target="../ink/ink230.xml"/><Relationship Id="rId225" Type="http://schemas.openxmlformats.org/officeDocument/2006/relationships/image" Target="../media/image1252.png"/><Relationship Id="rId246" Type="http://schemas.openxmlformats.org/officeDocument/2006/relationships/customXml" Target="../ink/ink251.xml"/><Relationship Id="rId106" Type="http://schemas.openxmlformats.org/officeDocument/2006/relationships/customXml" Target="../ink/ink181.xml"/><Relationship Id="rId127" Type="http://schemas.openxmlformats.org/officeDocument/2006/relationships/image" Target="../media/image1203.png"/><Relationship Id="rId10" Type="http://schemas.openxmlformats.org/officeDocument/2006/relationships/customXml" Target="../ink/ink133.xml"/><Relationship Id="rId31" Type="http://schemas.openxmlformats.org/officeDocument/2006/relationships/image" Target="../media/image11550.png"/><Relationship Id="rId52" Type="http://schemas.openxmlformats.org/officeDocument/2006/relationships/customXml" Target="../ink/ink154.xml"/><Relationship Id="rId73" Type="http://schemas.openxmlformats.org/officeDocument/2006/relationships/image" Target="../media/image1176.png"/><Relationship Id="rId94" Type="http://schemas.openxmlformats.org/officeDocument/2006/relationships/customXml" Target="../ink/ink175.xml"/><Relationship Id="rId148" Type="http://schemas.openxmlformats.org/officeDocument/2006/relationships/customXml" Target="../ink/ink202.xml"/><Relationship Id="rId169" Type="http://schemas.openxmlformats.org/officeDocument/2006/relationships/image" Target="../media/image1224.png"/><Relationship Id="rId4" Type="http://schemas.openxmlformats.org/officeDocument/2006/relationships/customXml" Target="../ink/ink130.xml"/><Relationship Id="rId180" Type="http://schemas.openxmlformats.org/officeDocument/2006/relationships/customXml" Target="../ink/ink218.xml"/><Relationship Id="rId215" Type="http://schemas.openxmlformats.org/officeDocument/2006/relationships/image" Target="../media/image1247.png"/><Relationship Id="rId236" Type="http://schemas.openxmlformats.org/officeDocument/2006/relationships/customXml" Target="../ink/ink246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94.png"/><Relationship Id="rId21" Type="http://schemas.openxmlformats.org/officeDocument/2006/relationships/image" Target="../media/image11500.png"/><Relationship Id="rId42" Type="http://schemas.openxmlformats.org/officeDocument/2006/relationships/customXml" Target="../ink/ink276.xml"/><Relationship Id="rId63" Type="http://schemas.openxmlformats.org/officeDocument/2006/relationships/image" Target="../media/image1240.png"/><Relationship Id="rId84" Type="http://schemas.openxmlformats.org/officeDocument/2006/relationships/customXml" Target="../ink/ink297.xml"/><Relationship Id="rId138" Type="http://schemas.openxmlformats.org/officeDocument/2006/relationships/customXml" Target="../ink/ink324.xml"/><Relationship Id="rId159" Type="http://schemas.openxmlformats.org/officeDocument/2006/relationships/image" Target="../media/image1315.png"/><Relationship Id="rId170" Type="http://schemas.openxmlformats.org/officeDocument/2006/relationships/customXml" Target="../ink/ink340.xml"/><Relationship Id="rId191" Type="http://schemas.openxmlformats.org/officeDocument/2006/relationships/image" Target="../media/image1331.png"/><Relationship Id="rId205" Type="http://schemas.openxmlformats.org/officeDocument/2006/relationships/image" Target="../media/image1338.png"/><Relationship Id="rId107" Type="http://schemas.openxmlformats.org/officeDocument/2006/relationships/image" Target="../media/image1289.png"/><Relationship Id="rId11" Type="http://schemas.openxmlformats.org/officeDocument/2006/relationships/image" Target="../media/image11450.png"/><Relationship Id="rId32" Type="http://schemas.openxmlformats.org/officeDocument/2006/relationships/customXml" Target="../ink/ink271.xml"/><Relationship Id="rId53" Type="http://schemas.openxmlformats.org/officeDocument/2006/relationships/image" Target="../media/image1196.png"/><Relationship Id="rId74" Type="http://schemas.openxmlformats.org/officeDocument/2006/relationships/customXml" Target="../ink/ink292.xml"/><Relationship Id="rId128" Type="http://schemas.openxmlformats.org/officeDocument/2006/relationships/customXml" Target="../ink/ink319.xml"/><Relationship Id="rId149" Type="http://schemas.openxmlformats.org/officeDocument/2006/relationships/image" Target="../media/image1310.png"/><Relationship Id="rId5" Type="http://schemas.openxmlformats.org/officeDocument/2006/relationships/image" Target="../media/image11420.png"/><Relationship Id="rId95" Type="http://schemas.openxmlformats.org/officeDocument/2006/relationships/image" Target="../media/image1283.png"/><Relationship Id="rId160" Type="http://schemas.openxmlformats.org/officeDocument/2006/relationships/customXml" Target="../ink/ink335.xml"/><Relationship Id="rId181" Type="http://schemas.openxmlformats.org/officeDocument/2006/relationships/image" Target="../media/image1326.png"/><Relationship Id="rId216" Type="http://schemas.openxmlformats.org/officeDocument/2006/relationships/customXml" Target="../ink/ink363.xml"/><Relationship Id="rId22" Type="http://schemas.openxmlformats.org/officeDocument/2006/relationships/customXml" Target="../ink/ink266.xml"/><Relationship Id="rId43" Type="http://schemas.openxmlformats.org/officeDocument/2006/relationships/image" Target="../media/image11610.png"/><Relationship Id="rId64" Type="http://schemas.openxmlformats.org/officeDocument/2006/relationships/customXml" Target="../ink/ink287.xml"/><Relationship Id="rId118" Type="http://schemas.openxmlformats.org/officeDocument/2006/relationships/customXml" Target="../ink/ink314.xml"/><Relationship Id="rId139" Type="http://schemas.openxmlformats.org/officeDocument/2006/relationships/image" Target="../media/image1305.png"/><Relationship Id="rId85" Type="http://schemas.openxmlformats.org/officeDocument/2006/relationships/image" Target="../media/image1278.png"/><Relationship Id="rId150" Type="http://schemas.openxmlformats.org/officeDocument/2006/relationships/customXml" Target="../ink/ink330.xml"/><Relationship Id="rId171" Type="http://schemas.openxmlformats.org/officeDocument/2006/relationships/image" Target="../media/image1321.png"/><Relationship Id="rId192" Type="http://schemas.openxmlformats.org/officeDocument/2006/relationships/customXml" Target="../ink/ink351.xml"/><Relationship Id="rId206" Type="http://schemas.openxmlformats.org/officeDocument/2006/relationships/customXml" Target="../ink/ink358.xml"/><Relationship Id="rId12" Type="http://schemas.openxmlformats.org/officeDocument/2006/relationships/customXml" Target="../ink/ink261.xml"/><Relationship Id="rId33" Type="http://schemas.openxmlformats.org/officeDocument/2006/relationships/image" Target="../media/image11560.png"/><Relationship Id="rId108" Type="http://schemas.openxmlformats.org/officeDocument/2006/relationships/customXml" Target="../ink/ink309.xml"/><Relationship Id="rId129" Type="http://schemas.openxmlformats.org/officeDocument/2006/relationships/image" Target="../media/image1300.png"/><Relationship Id="rId54" Type="http://schemas.openxmlformats.org/officeDocument/2006/relationships/customXml" Target="../ink/ink282.xml"/><Relationship Id="rId75" Type="http://schemas.openxmlformats.org/officeDocument/2006/relationships/image" Target="../media/image1273.png"/><Relationship Id="rId96" Type="http://schemas.openxmlformats.org/officeDocument/2006/relationships/customXml" Target="../ink/ink303.xml"/><Relationship Id="rId140" Type="http://schemas.openxmlformats.org/officeDocument/2006/relationships/customXml" Target="../ink/ink325.xml"/><Relationship Id="rId161" Type="http://schemas.openxmlformats.org/officeDocument/2006/relationships/image" Target="../media/image1316.png"/><Relationship Id="rId182" Type="http://schemas.openxmlformats.org/officeDocument/2006/relationships/customXml" Target="../ink/ink346.xml"/><Relationship Id="rId217" Type="http://schemas.openxmlformats.org/officeDocument/2006/relationships/image" Target="../media/image1344.png"/><Relationship Id="rId6" Type="http://schemas.openxmlformats.org/officeDocument/2006/relationships/customXml" Target="../ink/ink258.xml"/><Relationship Id="rId23" Type="http://schemas.openxmlformats.org/officeDocument/2006/relationships/image" Target="../media/image11510.png"/><Relationship Id="rId119" Type="http://schemas.openxmlformats.org/officeDocument/2006/relationships/image" Target="../media/image1295.png"/><Relationship Id="rId44" Type="http://schemas.openxmlformats.org/officeDocument/2006/relationships/customXml" Target="../ink/ink277.xml"/><Relationship Id="rId65" Type="http://schemas.openxmlformats.org/officeDocument/2006/relationships/image" Target="../media/image1268.png"/><Relationship Id="rId86" Type="http://schemas.openxmlformats.org/officeDocument/2006/relationships/customXml" Target="../ink/ink298.xml"/><Relationship Id="rId130" Type="http://schemas.openxmlformats.org/officeDocument/2006/relationships/customXml" Target="../ink/ink320.xml"/><Relationship Id="rId151" Type="http://schemas.openxmlformats.org/officeDocument/2006/relationships/image" Target="../media/image1311.png"/><Relationship Id="rId172" Type="http://schemas.openxmlformats.org/officeDocument/2006/relationships/customXml" Target="../ink/ink341.xml"/><Relationship Id="rId193" Type="http://schemas.openxmlformats.org/officeDocument/2006/relationships/image" Target="../media/image1332.png"/><Relationship Id="rId207" Type="http://schemas.openxmlformats.org/officeDocument/2006/relationships/image" Target="../media/image1339.png"/><Relationship Id="rId13" Type="http://schemas.openxmlformats.org/officeDocument/2006/relationships/image" Target="../media/image11460.png"/><Relationship Id="rId109" Type="http://schemas.openxmlformats.org/officeDocument/2006/relationships/image" Target="../media/image1290.png"/><Relationship Id="rId34" Type="http://schemas.openxmlformats.org/officeDocument/2006/relationships/customXml" Target="../ink/ink272.xml"/><Relationship Id="rId55" Type="http://schemas.openxmlformats.org/officeDocument/2006/relationships/image" Target="../media/image1236.png"/><Relationship Id="rId76" Type="http://schemas.openxmlformats.org/officeDocument/2006/relationships/customXml" Target="../ink/ink293.xml"/><Relationship Id="rId97" Type="http://schemas.openxmlformats.org/officeDocument/2006/relationships/image" Target="../media/image1284.png"/><Relationship Id="rId120" Type="http://schemas.openxmlformats.org/officeDocument/2006/relationships/customXml" Target="../ink/ink315.xml"/><Relationship Id="rId141" Type="http://schemas.openxmlformats.org/officeDocument/2006/relationships/image" Target="../media/image1306.png"/><Relationship Id="rId7" Type="http://schemas.openxmlformats.org/officeDocument/2006/relationships/image" Target="../media/image11430.png"/><Relationship Id="rId162" Type="http://schemas.openxmlformats.org/officeDocument/2006/relationships/customXml" Target="../ink/ink336.xml"/><Relationship Id="rId183" Type="http://schemas.openxmlformats.org/officeDocument/2006/relationships/image" Target="../media/image1327.png"/><Relationship Id="rId218" Type="http://schemas.openxmlformats.org/officeDocument/2006/relationships/customXml" Target="../ink/ink364.xml"/><Relationship Id="rId24" Type="http://schemas.openxmlformats.org/officeDocument/2006/relationships/customXml" Target="../ink/ink267.xml"/><Relationship Id="rId45" Type="http://schemas.openxmlformats.org/officeDocument/2006/relationships/image" Target="../media/image11620.png"/><Relationship Id="rId66" Type="http://schemas.openxmlformats.org/officeDocument/2006/relationships/customXml" Target="../ink/ink288.xml"/><Relationship Id="rId87" Type="http://schemas.openxmlformats.org/officeDocument/2006/relationships/image" Target="../media/image1279.png"/><Relationship Id="rId110" Type="http://schemas.openxmlformats.org/officeDocument/2006/relationships/customXml" Target="../ink/ink310.xml"/><Relationship Id="rId131" Type="http://schemas.openxmlformats.org/officeDocument/2006/relationships/image" Target="../media/image1301.png"/><Relationship Id="rId152" Type="http://schemas.openxmlformats.org/officeDocument/2006/relationships/customXml" Target="../ink/ink331.xml"/><Relationship Id="rId173" Type="http://schemas.openxmlformats.org/officeDocument/2006/relationships/image" Target="../media/image1322.png"/><Relationship Id="rId194" Type="http://schemas.openxmlformats.org/officeDocument/2006/relationships/customXml" Target="../ink/ink352.xml"/><Relationship Id="rId208" Type="http://schemas.openxmlformats.org/officeDocument/2006/relationships/customXml" Target="../ink/ink359.xml"/><Relationship Id="rId14" Type="http://schemas.openxmlformats.org/officeDocument/2006/relationships/customXml" Target="../ink/ink262.xml"/><Relationship Id="rId30" Type="http://schemas.openxmlformats.org/officeDocument/2006/relationships/customXml" Target="../ink/ink270.xml"/><Relationship Id="rId35" Type="http://schemas.openxmlformats.org/officeDocument/2006/relationships/image" Target="../media/image11570.png"/><Relationship Id="rId56" Type="http://schemas.openxmlformats.org/officeDocument/2006/relationships/customXml" Target="../ink/ink283.xml"/><Relationship Id="rId77" Type="http://schemas.openxmlformats.org/officeDocument/2006/relationships/image" Target="../media/image1274.png"/><Relationship Id="rId100" Type="http://schemas.openxmlformats.org/officeDocument/2006/relationships/customXml" Target="../ink/ink305.xml"/><Relationship Id="rId105" Type="http://schemas.openxmlformats.org/officeDocument/2006/relationships/image" Target="../media/image1288.png"/><Relationship Id="rId126" Type="http://schemas.openxmlformats.org/officeDocument/2006/relationships/customXml" Target="../ink/ink318.xml"/><Relationship Id="rId147" Type="http://schemas.openxmlformats.org/officeDocument/2006/relationships/image" Target="../media/image1309.png"/><Relationship Id="rId168" Type="http://schemas.openxmlformats.org/officeDocument/2006/relationships/customXml" Target="../ink/ink339.xml"/><Relationship Id="rId8" Type="http://schemas.openxmlformats.org/officeDocument/2006/relationships/customXml" Target="../ink/ink259.xml"/><Relationship Id="rId51" Type="http://schemas.openxmlformats.org/officeDocument/2006/relationships/image" Target="../media/image1195.png"/><Relationship Id="rId72" Type="http://schemas.openxmlformats.org/officeDocument/2006/relationships/customXml" Target="../ink/ink291.xml"/><Relationship Id="rId93" Type="http://schemas.openxmlformats.org/officeDocument/2006/relationships/image" Target="../media/image1282.png"/><Relationship Id="rId98" Type="http://schemas.openxmlformats.org/officeDocument/2006/relationships/customXml" Target="../ink/ink304.xml"/><Relationship Id="rId121" Type="http://schemas.openxmlformats.org/officeDocument/2006/relationships/image" Target="../media/image1296.png"/><Relationship Id="rId142" Type="http://schemas.openxmlformats.org/officeDocument/2006/relationships/customXml" Target="../ink/ink326.xml"/><Relationship Id="rId163" Type="http://schemas.openxmlformats.org/officeDocument/2006/relationships/image" Target="../media/image1317.png"/><Relationship Id="rId184" Type="http://schemas.openxmlformats.org/officeDocument/2006/relationships/customXml" Target="../ink/ink347.xml"/><Relationship Id="rId189" Type="http://schemas.openxmlformats.org/officeDocument/2006/relationships/image" Target="../media/image1330.png"/><Relationship Id="rId219" Type="http://schemas.openxmlformats.org/officeDocument/2006/relationships/image" Target="../media/image1345.png"/><Relationship Id="rId3" Type="http://schemas.openxmlformats.org/officeDocument/2006/relationships/image" Target="../media/image11410.png"/><Relationship Id="rId214" Type="http://schemas.openxmlformats.org/officeDocument/2006/relationships/customXml" Target="../ink/ink362.xml"/><Relationship Id="rId25" Type="http://schemas.openxmlformats.org/officeDocument/2006/relationships/image" Target="../media/image11520.png"/><Relationship Id="rId46" Type="http://schemas.openxmlformats.org/officeDocument/2006/relationships/customXml" Target="../ink/ink278.xml"/><Relationship Id="rId67" Type="http://schemas.openxmlformats.org/officeDocument/2006/relationships/image" Target="../media/image1269.png"/><Relationship Id="rId116" Type="http://schemas.openxmlformats.org/officeDocument/2006/relationships/customXml" Target="../ink/ink313.xml"/><Relationship Id="rId137" Type="http://schemas.openxmlformats.org/officeDocument/2006/relationships/image" Target="../media/image1304.png"/><Relationship Id="rId158" Type="http://schemas.openxmlformats.org/officeDocument/2006/relationships/customXml" Target="../ink/ink334.xml"/><Relationship Id="rId20" Type="http://schemas.openxmlformats.org/officeDocument/2006/relationships/customXml" Target="../ink/ink265.xml"/><Relationship Id="rId41" Type="http://schemas.openxmlformats.org/officeDocument/2006/relationships/image" Target="../media/image11600.png"/><Relationship Id="rId62" Type="http://schemas.openxmlformats.org/officeDocument/2006/relationships/customXml" Target="../ink/ink286.xml"/><Relationship Id="rId83" Type="http://schemas.openxmlformats.org/officeDocument/2006/relationships/image" Target="../media/image1277.png"/><Relationship Id="rId88" Type="http://schemas.openxmlformats.org/officeDocument/2006/relationships/customXml" Target="../ink/ink299.xml"/><Relationship Id="rId111" Type="http://schemas.openxmlformats.org/officeDocument/2006/relationships/image" Target="../media/image1291.png"/><Relationship Id="rId132" Type="http://schemas.openxmlformats.org/officeDocument/2006/relationships/customXml" Target="../ink/ink321.xml"/><Relationship Id="rId153" Type="http://schemas.openxmlformats.org/officeDocument/2006/relationships/image" Target="../media/image1312.png"/><Relationship Id="rId174" Type="http://schemas.openxmlformats.org/officeDocument/2006/relationships/customXml" Target="../ink/ink342.xml"/><Relationship Id="rId179" Type="http://schemas.openxmlformats.org/officeDocument/2006/relationships/image" Target="../media/image1325.png"/><Relationship Id="rId195" Type="http://schemas.openxmlformats.org/officeDocument/2006/relationships/image" Target="../media/image1333.png"/><Relationship Id="rId209" Type="http://schemas.openxmlformats.org/officeDocument/2006/relationships/image" Target="../media/image1340.png"/><Relationship Id="rId190" Type="http://schemas.openxmlformats.org/officeDocument/2006/relationships/customXml" Target="../ink/ink350.xml"/><Relationship Id="rId204" Type="http://schemas.openxmlformats.org/officeDocument/2006/relationships/customXml" Target="../ink/ink357.xml"/><Relationship Id="rId15" Type="http://schemas.openxmlformats.org/officeDocument/2006/relationships/image" Target="../media/image11470.png"/><Relationship Id="rId36" Type="http://schemas.openxmlformats.org/officeDocument/2006/relationships/customXml" Target="../ink/ink273.xml"/><Relationship Id="rId57" Type="http://schemas.openxmlformats.org/officeDocument/2006/relationships/image" Target="../media/image1237.png"/><Relationship Id="rId106" Type="http://schemas.openxmlformats.org/officeDocument/2006/relationships/customXml" Target="../ink/ink308.xml"/><Relationship Id="rId127" Type="http://schemas.openxmlformats.org/officeDocument/2006/relationships/image" Target="../media/image1299.png"/><Relationship Id="rId10" Type="http://schemas.openxmlformats.org/officeDocument/2006/relationships/customXml" Target="../ink/ink260.xml"/><Relationship Id="rId31" Type="http://schemas.openxmlformats.org/officeDocument/2006/relationships/image" Target="../media/image11550.png"/><Relationship Id="rId52" Type="http://schemas.openxmlformats.org/officeDocument/2006/relationships/customXml" Target="../ink/ink281.xml"/><Relationship Id="rId73" Type="http://schemas.openxmlformats.org/officeDocument/2006/relationships/image" Target="../media/image1272.png"/><Relationship Id="rId78" Type="http://schemas.openxmlformats.org/officeDocument/2006/relationships/customXml" Target="../ink/ink294.xml"/><Relationship Id="rId94" Type="http://schemas.openxmlformats.org/officeDocument/2006/relationships/customXml" Target="../ink/ink302.xml"/><Relationship Id="rId99" Type="http://schemas.openxmlformats.org/officeDocument/2006/relationships/image" Target="../media/image1285.png"/><Relationship Id="rId101" Type="http://schemas.openxmlformats.org/officeDocument/2006/relationships/image" Target="../media/image1286.png"/><Relationship Id="rId122" Type="http://schemas.openxmlformats.org/officeDocument/2006/relationships/customXml" Target="../ink/ink316.xml"/><Relationship Id="rId143" Type="http://schemas.openxmlformats.org/officeDocument/2006/relationships/image" Target="../media/image1307.png"/><Relationship Id="rId148" Type="http://schemas.openxmlformats.org/officeDocument/2006/relationships/customXml" Target="../ink/ink329.xml"/><Relationship Id="rId164" Type="http://schemas.openxmlformats.org/officeDocument/2006/relationships/customXml" Target="../ink/ink337.xml"/><Relationship Id="rId169" Type="http://schemas.openxmlformats.org/officeDocument/2006/relationships/image" Target="../media/image1320.png"/><Relationship Id="rId185" Type="http://schemas.openxmlformats.org/officeDocument/2006/relationships/image" Target="../media/image1328.png"/><Relationship Id="rId4" Type="http://schemas.openxmlformats.org/officeDocument/2006/relationships/customXml" Target="../ink/ink257.xml"/><Relationship Id="rId9" Type="http://schemas.openxmlformats.org/officeDocument/2006/relationships/image" Target="../media/image11440.png"/><Relationship Id="rId180" Type="http://schemas.openxmlformats.org/officeDocument/2006/relationships/customXml" Target="../ink/ink345.xml"/><Relationship Id="rId210" Type="http://schemas.openxmlformats.org/officeDocument/2006/relationships/customXml" Target="../ink/ink360.xml"/><Relationship Id="rId215" Type="http://schemas.openxmlformats.org/officeDocument/2006/relationships/image" Target="../media/image1343.png"/><Relationship Id="rId26" Type="http://schemas.openxmlformats.org/officeDocument/2006/relationships/customXml" Target="../ink/ink268.xml"/><Relationship Id="rId47" Type="http://schemas.openxmlformats.org/officeDocument/2006/relationships/image" Target="../media/image11630.png"/><Relationship Id="rId68" Type="http://schemas.openxmlformats.org/officeDocument/2006/relationships/customXml" Target="../ink/ink289.xml"/><Relationship Id="rId89" Type="http://schemas.openxmlformats.org/officeDocument/2006/relationships/image" Target="../media/image1280.png"/><Relationship Id="rId112" Type="http://schemas.openxmlformats.org/officeDocument/2006/relationships/customXml" Target="../ink/ink311.xml"/><Relationship Id="rId133" Type="http://schemas.openxmlformats.org/officeDocument/2006/relationships/image" Target="../media/image1302.png"/><Relationship Id="rId154" Type="http://schemas.openxmlformats.org/officeDocument/2006/relationships/customXml" Target="../ink/ink332.xml"/><Relationship Id="rId175" Type="http://schemas.openxmlformats.org/officeDocument/2006/relationships/image" Target="../media/image1323.png"/><Relationship Id="rId196" Type="http://schemas.openxmlformats.org/officeDocument/2006/relationships/customXml" Target="../ink/ink353.xml"/><Relationship Id="rId200" Type="http://schemas.openxmlformats.org/officeDocument/2006/relationships/customXml" Target="../ink/ink355.xml"/><Relationship Id="rId16" Type="http://schemas.openxmlformats.org/officeDocument/2006/relationships/customXml" Target="../ink/ink263.xml"/><Relationship Id="rId37" Type="http://schemas.openxmlformats.org/officeDocument/2006/relationships/image" Target="../media/image11580.png"/><Relationship Id="rId58" Type="http://schemas.openxmlformats.org/officeDocument/2006/relationships/customXml" Target="../ink/ink284.xml"/><Relationship Id="rId79" Type="http://schemas.openxmlformats.org/officeDocument/2006/relationships/image" Target="../media/image1275.png"/><Relationship Id="rId102" Type="http://schemas.openxmlformats.org/officeDocument/2006/relationships/customXml" Target="../ink/ink306.xml"/><Relationship Id="rId123" Type="http://schemas.openxmlformats.org/officeDocument/2006/relationships/image" Target="../media/image1297.png"/><Relationship Id="rId144" Type="http://schemas.openxmlformats.org/officeDocument/2006/relationships/customXml" Target="../ink/ink327.xml"/><Relationship Id="rId90" Type="http://schemas.openxmlformats.org/officeDocument/2006/relationships/customXml" Target="../ink/ink300.xml"/><Relationship Id="rId165" Type="http://schemas.openxmlformats.org/officeDocument/2006/relationships/image" Target="../media/image1318.png"/><Relationship Id="rId186" Type="http://schemas.openxmlformats.org/officeDocument/2006/relationships/customXml" Target="../ink/ink348.xml"/><Relationship Id="rId211" Type="http://schemas.openxmlformats.org/officeDocument/2006/relationships/image" Target="../media/image1341.png"/><Relationship Id="rId27" Type="http://schemas.openxmlformats.org/officeDocument/2006/relationships/image" Target="../media/image11530.png"/><Relationship Id="rId48" Type="http://schemas.openxmlformats.org/officeDocument/2006/relationships/customXml" Target="../ink/ink279.xml"/><Relationship Id="rId69" Type="http://schemas.openxmlformats.org/officeDocument/2006/relationships/image" Target="../media/image1270.png"/><Relationship Id="rId113" Type="http://schemas.openxmlformats.org/officeDocument/2006/relationships/image" Target="../media/image1292.png"/><Relationship Id="rId134" Type="http://schemas.openxmlformats.org/officeDocument/2006/relationships/customXml" Target="../ink/ink322.xml"/><Relationship Id="rId80" Type="http://schemas.openxmlformats.org/officeDocument/2006/relationships/customXml" Target="../ink/ink295.xml"/><Relationship Id="rId155" Type="http://schemas.openxmlformats.org/officeDocument/2006/relationships/image" Target="../media/image1313.png"/><Relationship Id="rId176" Type="http://schemas.openxmlformats.org/officeDocument/2006/relationships/customXml" Target="../ink/ink343.xml"/><Relationship Id="rId197" Type="http://schemas.openxmlformats.org/officeDocument/2006/relationships/image" Target="../media/image1334.png"/><Relationship Id="rId201" Type="http://schemas.openxmlformats.org/officeDocument/2006/relationships/image" Target="../media/image1336.png"/><Relationship Id="rId17" Type="http://schemas.openxmlformats.org/officeDocument/2006/relationships/image" Target="../media/image11480.png"/><Relationship Id="rId38" Type="http://schemas.openxmlformats.org/officeDocument/2006/relationships/customXml" Target="../ink/ink274.xml"/><Relationship Id="rId59" Type="http://schemas.openxmlformats.org/officeDocument/2006/relationships/image" Target="../media/image1238.png"/><Relationship Id="rId103" Type="http://schemas.openxmlformats.org/officeDocument/2006/relationships/image" Target="../media/image1287.png"/><Relationship Id="rId124" Type="http://schemas.openxmlformats.org/officeDocument/2006/relationships/customXml" Target="../ink/ink317.xml"/><Relationship Id="rId70" Type="http://schemas.openxmlformats.org/officeDocument/2006/relationships/customXml" Target="../ink/ink290.xml"/><Relationship Id="rId91" Type="http://schemas.openxmlformats.org/officeDocument/2006/relationships/image" Target="../media/image1281.png"/><Relationship Id="rId145" Type="http://schemas.openxmlformats.org/officeDocument/2006/relationships/image" Target="../media/image1308.png"/><Relationship Id="rId166" Type="http://schemas.openxmlformats.org/officeDocument/2006/relationships/customXml" Target="../ink/ink338.xml"/><Relationship Id="rId187" Type="http://schemas.openxmlformats.org/officeDocument/2006/relationships/image" Target="../media/image1329.png"/><Relationship Id="rId1" Type="http://schemas.openxmlformats.org/officeDocument/2006/relationships/slideLayout" Target="../slideLayouts/slideLayout4.xml"/><Relationship Id="rId212" Type="http://schemas.openxmlformats.org/officeDocument/2006/relationships/customXml" Target="../ink/ink361.xml"/><Relationship Id="rId28" Type="http://schemas.openxmlformats.org/officeDocument/2006/relationships/customXml" Target="../ink/ink269.xml"/><Relationship Id="rId49" Type="http://schemas.openxmlformats.org/officeDocument/2006/relationships/image" Target="../media/image11640.png"/><Relationship Id="rId114" Type="http://schemas.openxmlformats.org/officeDocument/2006/relationships/customXml" Target="../ink/ink312.xml"/><Relationship Id="rId60" Type="http://schemas.openxmlformats.org/officeDocument/2006/relationships/customXml" Target="../ink/ink285.xml"/><Relationship Id="rId81" Type="http://schemas.openxmlformats.org/officeDocument/2006/relationships/image" Target="../media/image1276.png"/><Relationship Id="rId135" Type="http://schemas.openxmlformats.org/officeDocument/2006/relationships/image" Target="../media/image1303.png"/><Relationship Id="rId156" Type="http://schemas.openxmlformats.org/officeDocument/2006/relationships/customXml" Target="../ink/ink333.xml"/><Relationship Id="rId177" Type="http://schemas.openxmlformats.org/officeDocument/2006/relationships/image" Target="../media/image1324.png"/><Relationship Id="rId198" Type="http://schemas.openxmlformats.org/officeDocument/2006/relationships/customXml" Target="../ink/ink354.xml"/><Relationship Id="rId202" Type="http://schemas.openxmlformats.org/officeDocument/2006/relationships/customXml" Target="../ink/ink356.xml"/><Relationship Id="rId18" Type="http://schemas.openxmlformats.org/officeDocument/2006/relationships/customXml" Target="../ink/ink264.xml"/><Relationship Id="rId39" Type="http://schemas.openxmlformats.org/officeDocument/2006/relationships/image" Target="../media/image11590.png"/><Relationship Id="rId50" Type="http://schemas.openxmlformats.org/officeDocument/2006/relationships/customXml" Target="../ink/ink280.xml"/><Relationship Id="rId104" Type="http://schemas.openxmlformats.org/officeDocument/2006/relationships/customXml" Target="../ink/ink307.xml"/><Relationship Id="rId125" Type="http://schemas.openxmlformats.org/officeDocument/2006/relationships/image" Target="../media/image1298.png"/><Relationship Id="rId146" Type="http://schemas.openxmlformats.org/officeDocument/2006/relationships/customXml" Target="../ink/ink328.xml"/><Relationship Id="rId167" Type="http://schemas.openxmlformats.org/officeDocument/2006/relationships/image" Target="../media/image1319.png"/><Relationship Id="rId188" Type="http://schemas.openxmlformats.org/officeDocument/2006/relationships/customXml" Target="../ink/ink349.xml"/><Relationship Id="rId71" Type="http://schemas.openxmlformats.org/officeDocument/2006/relationships/image" Target="../media/image1271.png"/><Relationship Id="rId92" Type="http://schemas.openxmlformats.org/officeDocument/2006/relationships/customXml" Target="../ink/ink301.xml"/><Relationship Id="rId213" Type="http://schemas.openxmlformats.org/officeDocument/2006/relationships/image" Target="../media/image1342.png"/><Relationship Id="rId2" Type="http://schemas.openxmlformats.org/officeDocument/2006/relationships/customXml" Target="../ink/ink256.xml"/><Relationship Id="rId29" Type="http://schemas.openxmlformats.org/officeDocument/2006/relationships/image" Target="../media/image11540.png"/><Relationship Id="rId40" Type="http://schemas.openxmlformats.org/officeDocument/2006/relationships/customXml" Target="../ink/ink275.xml"/><Relationship Id="rId115" Type="http://schemas.openxmlformats.org/officeDocument/2006/relationships/image" Target="../media/image1293.png"/><Relationship Id="rId136" Type="http://schemas.openxmlformats.org/officeDocument/2006/relationships/customXml" Target="../ink/ink323.xml"/><Relationship Id="rId157" Type="http://schemas.openxmlformats.org/officeDocument/2006/relationships/image" Target="../media/image1314.png"/><Relationship Id="rId178" Type="http://schemas.openxmlformats.org/officeDocument/2006/relationships/customXml" Target="../ink/ink344.xml"/><Relationship Id="rId61" Type="http://schemas.openxmlformats.org/officeDocument/2006/relationships/image" Target="../media/image1239.png"/><Relationship Id="rId82" Type="http://schemas.openxmlformats.org/officeDocument/2006/relationships/customXml" Target="../ink/ink296.xml"/><Relationship Id="rId199" Type="http://schemas.openxmlformats.org/officeDocument/2006/relationships/image" Target="../media/image1335.png"/><Relationship Id="rId203" Type="http://schemas.openxmlformats.org/officeDocument/2006/relationships/image" Target="../media/image1337.png"/><Relationship Id="rId19" Type="http://schemas.openxmlformats.org/officeDocument/2006/relationships/image" Target="../media/image11490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22.xml"/><Relationship Id="rId299" Type="http://schemas.openxmlformats.org/officeDocument/2006/relationships/customXml" Target="../ink/ink513.xml"/><Relationship Id="rId21" Type="http://schemas.openxmlformats.org/officeDocument/2006/relationships/customXml" Target="../ink/ink374.xml"/><Relationship Id="rId63" Type="http://schemas.openxmlformats.org/officeDocument/2006/relationships/customXml" Target="../ink/ink395.xml"/><Relationship Id="rId159" Type="http://schemas.openxmlformats.org/officeDocument/2006/relationships/customXml" Target="../ink/ink443.xml"/><Relationship Id="rId324" Type="http://schemas.openxmlformats.org/officeDocument/2006/relationships/image" Target="../media/image1505.png"/><Relationship Id="rId366" Type="http://schemas.openxmlformats.org/officeDocument/2006/relationships/image" Target="../media/image1526.png"/><Relationship Id="rId170" Type="http://schemas.openxmlformats.org/officeDocument/2006/relationships/image" Target="../media/image1428.png"/><Relationship Id="rId226" Type="http://schemas.openxmlformats.org/officeDocument/2006/relationships/image" Target="../media/image1456.png"/><Relationship Id="rId268" Type="http://schemas.openxmlformats.org/officeDocument/2006/relationships/image" Target="../media/image1477.png"/><Relationship Id="rId32" Type="http://schemas.openxmlformats.org/officeDocument/2006/relationships/image" Target="../media/image1359.png"/><Relationship Id="rId74" Type="http://schemas.openxmlformats.org/officeDocument/2006/relationships/image" Target="../media/image1380.png"/><Relationship Id="rId128" Type="http://schemas.openxmlformats.org/officeDocument/2006/relationships/image" Target="../media/image1407.png"/><Relationship Id="rId335" Type="http://schemas.openxmlformats.org/officeDocument/2006/relationships/customXml" Target="../ink/ink531.xml"/><Relationship Id="rId5" Type="http://schemas.openxmlformats.org/officeDocument/2006/relationships/customXml" Target="../ink/ink366.xml"/><Relationship Id="rId181" Type="http://schemas.openxmlformats.org/officeDocument/2006/relationships/customXml" Target="../ink/ink454.xml"/><Relationship Id="rId237" Type="http://schemas.openxmlformats.org/officeDocument/2006/relationships/customXml" Target="../ink/ink482.xml"/><Relationship Id="rId279" Type="http://schemas.openxmlformats.org/officeDocument/2006/relationships/customXml" Target="../ink/ink503.xml"/><Relationship Id="rId43" Type="http://schemas.openxmlformats.org/officeDocument/2006/relationships/customXml" Target="../ink/ink385.xml"/><Relationship Id="rId139" Type="http://schemas.openxmlformats.org/officeDocument/2006/relationships/customXml" Target="../ink/ink433.xml"/><Relationship Id="rId290" Type="http://schemas.openxmlformats.org/officeDocument/2006/relationships/image" Target="../media/image1488.png"/><Relationship Id="rId304" Type="http://schemas.openxmlformats.org/officeDocument/2006/relationships/image" Target="../media/image1495.png"/><Relationship Id="rId346" Type="http://schemas.openxmlformats.org/officeDocument/2006/relationships/image" Target="../media/image1516.png"/><Relationship Id="rId85" Type="http://schemas.openxmlformats.org/officeDocument/2006/relationships/customXml" Target="../ink/ink406.xml"/><Relationship Id="rId150" Type="http://schemas.openxmlformats.org/officeDocument/2006/relationships/image" Target="../media/image1418.png"/><Relationship Id="rId192" Type="http://schemas.openxmlformats.org/officeDocument/2006/relationships/image" Target="../media/image1439.png"/><Relationship Id="rId206" Type="http://schemas.openxmlformats.org/officeDocument/2006/relationships/image" Target="../media/image1446.png"/><Relationship Id="rId248" Type="http://schemas.openxmlformats.org/officeDocument/2006/relationships/image" Target="../media/image1467.png"/><Relationship Id="rId12" Type="http://schemas.openxmlformats.org/officeDocument/2006/relationships/image" Target="../media/image1349.png"/><Relationship Id="rId108" Type="http://schemas.openxmlformats.org/officeDocument/2006/relationships/image" Target="../media/image1397.png"/><Relationship Id="rId315" Type="http://schemas.openxmlformats.org/officeDocument/2006/relationships/customXml" Target="../ink/ink521.xml"/><Relationship Id="rId357" Type="http://schemas.openxmlformats.org/officeDocument/2006/relationships/customXml" Target="../ink/ink542.xml"/><Relationship Id="rId54" Type="http://schemas.openxmlformats.org/officeDocument/2006/relationships/image" Target="../media/image1370.png"/><Relationship Id="rId96" Type="http://schemas.openxmlformats.org/officeDocument/2006/relationships/image" Target="../media/image1391.png"/><Relationship Id="rId161" Type="http://schemas.openxmlformats.org/officeDocument/2006/relationships/customXml" Target="../ink/ink444.xml"/><Relationship Id="rId217" Type="http://schemas.openxmlformats.org/officeDocument/2006/relationships/customXml" Target="../ink/ink472.xml"/><Relationship Id="rId259" Type="http://schemas.openxmlformats.org/officeDocument/2006/relationships/customXml" Target="../ink/ink493.xml"/><Relationship Id="rId23" Type="http://schemas.openxmlformats.org/officeDocument/2006/relationships/customXml" Target="../ink/ink375.xml"/><Relationship Id="rId119" Type="http://schemas.openxmlformats.org/officeDocument/2006/relationships/customXml" Target="../ink/ink423.xml"/><Relationship Id="rId270" Type="http://schemas.openxmlformats.org/officeDocument/2006/relationships/image" Target="../media/image1478.png"/><Relationship Id="rId326" Type="http://schemas.openxmlformats.org/officeDocument/2006/relationships/image" Target="../media/image1506.png"/><Relationship Id="rId65" Type="http://schemas.openxmlformats.org/officeDocument/2006/relationships/customXml" Target="../ink/ink396.xml"/><Relationship Id="rId130" Type="http://schemas.openxmlformats.org/officeDocument/2006/relationships/image" Target="../media/image1408.png"/><Relationship Id="rId368" Type="http://schemas.openxmlformats.org/officeDocument/2006/relationships/image" Target="../media/image1527.png"/><Relationship Id="rId172" Type="http://schemas.openxmlformats.org/officeDocument/2006/relationships/image" Target="../media/image1429.png"/><Relationship Id="rId228" Type="http://schemas.openxmlformats.org/officeDocument/2006/relationships/image" Target="../media/image1457.png"/><Relationship Id="rId281" Type="http://schemas.openxmlformats.org/officeDocument/2006/relationships/customXml" Target="../ink/ink504.xml"/><Relationship Id="rId337" Type="http://schemas.openxmlformats.org/officeDocument/2006/relationships/customXml" Target="../ink/ink532.xml"/><Relationship Id="rId34" Type="http://schemas.openxmlformats.org/officeDocument/2006/relationships/image" Target="../media/image1360.png"/><Relationship Id="rId76" Type="http://schemas.openxmlformats.org/officeDocument/2006/relationships/image" Target="../media/image1381.png"/><Relationship Id="rId141" Type="http://schemas.openxmlformats.org/officeDocument/2006/relationships/customXml" Target="../ink/ink434.xml"/><Relationship Id="rId7" Type="http://schemas.openxmlformats.org/officeDocument/2006/relationships/customXml" Target="../ink/ink367.xml"/><Relationship Id="rId183" Type="http://schemas.openxmlformats.org/officeDocument/2006/relationships/customXml" Target="../ink/ink455.xml"/><Relationship Id="rId239" Type="http://schemas.openxmlformats.org/officeDocument/2006/relationships/customXml" Target="../ink/ink483.xml"/><Relationship Id="rId250" Type="http://schemas.openxmlformats.org/officeDocument/2006/relationships/image" Target="../media/image1468.png"/><Relationship Id="rId292" Type="http://schemas.openxmlformats.org/officeDocument/2006/relationships/image" Target="../media/image1489.png"/><Relationship Id="rId306" Type="http://schemas.openxmlformats.org/officeDocument/2006/relationships/image" Target="../media/image1496.png"/><Relationship Id="rId45" Type="http://schemas.openxmlformats.org/officeDocument/2006/relationships/customXml" Target="../ink/ink386.xml"/><Relationship Id="rId87" Type="http://schemas.openxmlformats.org/officeDocument/2006/relationships/customXml" Target="../ink/ink407.xml"/><Relationship Id="rId110" Type="http://schemas.openxmlformats.org/officeDocument/2006/relationships/image" Target="../media/image1398.png"/><Relationship Id="rId348" Type="http://schemas.openxmlformats.org/officeDocument/2006/relationships/image" Target="../media/image1517.png"/><Relationship Id="rId152" Type="http://schemas.openxmlformats.org/officeDocument/2006/relationships/image" Target="../media/image1419.png"/><Relationship Id="rId194" Type="http://schemas.openxmlformats.org/officeDocument/2006/relationships/image" Target="../media/image1440.png"/><Relationship Id="rId208" Type="http://schemas.openxmlformats.org/officeDocument/2006/relationships/image" Target="../media/image1447.png"/><Relationship Id="rId261" Type="http://schemas.openxmlformats.org/officeDocument/2006/relationships/customXml" Target="../ink/ink494.xml"/><Relationship Id="rId14" Type="http://schemas.openxmlformats.org/officeDocument/2006/relationships/image" Target="../media/image1350.png"/><Relationship Id="rId56" Type="http://schemas.openxmlformats.org/officeDocument/2006/relationships/image" Target="../media/image1371.png"/><Relationship Id="rId317" Type="http://schemas.openxmlformats.org/officeDocument/2006/relationships/customXml" Target="../ink/ink522.xml"/><Relationship Id="rId359" Type="http://schemas.openxmlformats.org/officeDocument/2006/relationships/customXml" Target="../ink/ink543.xml"/><Relationship Id="rId98" Type="http://schemas.openxmlformats.org/officeDocument/2006/relationships/image" Target="../media/image1392.png"/><Relationship Id="rId121" Type="http://schemas.openxmlformats.org/officeDocument/2006/relationships/customXml" Target="../ink/ink424.xml"/><Relationship Id="rId163" Type="http://schemas.openxmlformats.org/officeDocument/2006/relationships/customXml" Target="../ink/ink445.xml"/><Relationship Id="rId219" Type="http://schemas.openxmlformats.org/officeDocument/2006/relationships/customXml" Target="../ink/ink473.xml"/><Relationship Id="rId370" Type="http://schemas.openxmlformats.org/officeDocument/2006/relationships/image" Target="../media/image1528.png"/><Relationship Id="rId230" Type="http://schemas.openxmlformats.org/officeDocument/2006/relationships/image" Target="../media/image1458.png"/><Relationship Id="rId25" Type="http://schemas.openxmlformats.org/officeDocument/2006/relationships/customXml" Target="../ink/ink376.xml"/><Relationship Id="rId67" Type="http://schemas.openxmlformats.org/officeDocument/2006/relationships/customXml" Target="../ink/ink397.xml"/><Relationship Id="rId272" Type="http://schemas.openxmlformats.org/officeDocument/2006/relationships/image" Target="../media/image1479.png"/><Relationship Id="rId328" Type="http://schemas.openxmlformats.org/officeDocument/2006/relationships/image" Target="../media/image1507.png"/><Relationship Id="rId132" Type="http://schemas.openxmlformats.org/officeDocument/2006/relationships/image" Target="../media/image1409.png"/><Relationship Id="rId174" Type="http://schemas.openxmlformats.org/officeDocument/2006/relationships/image" Target="../media/image1430.png"/><Relationship Id="rId241" Type="http://schemas.openxmlformats.org/officeDocument/2006/relationships/customXml" Target="../ink/ink484.xml"/><Relationship Id="rId15" Type="http://schemas.openxmlformats.org/officeDocument/2006/relationships/customXml" Target="../ink/ink371.xml"/><Relationship Id="rId36" Type="http://schemas.openxmlformats.org/officeDocument/2006/relationships/image" Target="../media/image1361.png"/><Relationship Id="rId57" Type="http://schemas.openxmlformats.org/officeDocument/2006/relationships/customXml" Target="../ink/ink392.xml"/><Relationship Id="rId262" Type="http://schemas.openxmlformats.org/officeDocument/2006/relationships/image" Target="../media/image1474.png"/><Relationship Id="rId283" Type="http://schemas.openxmlformats.org/officeDocument/2006/relationships/customXml" Target="../ink/ink505.xml"/><Relationship Id="rId318" Type="http://schemas.openxmlformats.org/officeDocument/2006/relationships/image" Target="../media/image1502.png"/><Relationship Id="rId339" Type="http://schemas.openxmlformats.org/officeDocument/2006/relationships/customXml" Target="../ink/ink533.xml"/><Relationship Id="rId78" Type="http://schemas.openxmlformats.org/officeDocument/2006/relationships/image" Target="../media/image1382.png"/><Relationship Id="rId99" Type="http://schemas.openxmlformats.org/officeDocument/2006/relationships/customXml" Target="../ink/ink413.xml"/><Relationship Id="rId101" Type="http://schemas.openxmlformats.org/officeDocument/2006/relationships/customXml" Target="../ink/ink414.xml"/><Relationship Id="rId122" Type="http://schemas.openxmlformats.org/officeDocument/2006/relationships/image" Target="../media/image1404.png"/><Relationship Id="rId143" Type="http://schemas.openxmlformats.org/officeDocument/2006/relationships/customXml" Target="../ink/ink435.xml"/><Relationship Id="rId164" Type="http://schemas.openxmlformats.org/officeDocument/2006/relationships/image" Target="../media/image1425.png"/><Relationship Id="rId185" Type="http://schemas.openxmlformats.org/officeDocument/2006/relationships/customXml" Target="../ink/ink456.xml"/><Relationship Id="rId350" Type="http://schemas.openxmlformats.org/officeDocument/2006/relationships/image" Target="../media/image1518.png"/><Relationship Id="rId371" Type="http://schemas.openxmlformats.org/officeDocument/2006/relationships/customXml" Target="../ink/ink549.xml"/><Relationship Id="rId9" Type="http://schemas.openxmlformats.org/officeDocument/2006/relationships/customXml" Target="../ink/ink368.xml"/><Relationship Id="rId210" Type="http://schemas.openxmlformats.org/officeDocument/2006/relationships/image" Target="../media/image1448.png"/><Relationship Id="rId26" Type="http://schemas.openxmlformats.org/officeDocument/2006/relationships/image" Target="../media/image1356.png"/><Relationship Id="rId231" Type="http://schemas.openxmlformats.org/officeDocument/2006/relationships/customXml" Target="../ink/ink479.xml"/><Relationship Id="rId252" Type="http://schemas.openxmlformats.org/officeDocument/2006/relationships/image" Target="../media/image1469.png"/><Relationship Id="rId273" Type="http://schemas.openxmlformats.org/officeDocument/2006/relationships/customXml" Target="../ink/ink500.xml"/><Relationship Id="rId294" Type="http://schemas.openxmlformats.org/officeDocument/2006/relationships/image" Target="../media/image1490.png"/><Relationship Id="rId308" Type="http://schemas.openxmlformats.org/officeDocument/2006/relationships/image" Target="../media/image1497.png"/><Relationship Id="rId329" Type="http://schemas.openxmlformats.org/officeDocument/2006/relationships/customXml" Target="../ink/ink528.xml"/><Relationship Id="rId47" Type="http://schemas.openxmlformats.org/officeDocument/2006/relationships/customXml" Target="../ink/ink387.xml"/><Relationship Id="rId68" Type="http://schemas.openxmlformats.org/officeDocument/2006/relationships/image" Target="../media/image1377.png"/><Relationship Id="rId89" Type="http://schemas.openxmlformats.org/officeDocument/2006/relationships/customXml" Target="../ink/ink408.xml"/><Relationship Id="rId112" Type="http://schemas.openxmlformats.org/officeDocument/2006/relationships/image" Target="../media/image1399.png"/><Relationship Id="rId133" Type="http://schemas.openxmlformats.org/officeDocument/2006/relationships/customXml" Target="../ink/ink430.xml"/><Relationship Id="rId154" Type="http://schemas.openxmlformats.org/officeDocument/2006/relationships/image" Target="../media/image1420.png"/><Relationship Id="rId175" Type="http://schemas.openxmlformats.org/officeDocument/2006/relationships/customXml" Target="../ink/ink451.xml"/><Relationship Id="rId340" Type="http://schemas.openxmlformats.org/officeDocument/2006/relationships/image" Target="../media/image1513.png"/><Relationship Id="rId361" Type="http://schemas.openxmlformats.org/officeDocument/2006/relationships/customXml" Target="../ink/ink544.xml"/><Relationship Id="rId196" Type="http://schemas.openxmlformats.org/officeDocument/2006/relationships/image" Target="../media/image1441.png"/><Relationship Id="rId200" Type="http://schemas.openxmlformats.org/officeDocument/2006/relationships/image" Target="../media/image1443.png"/><Relationship Id="rId16" Type="http://schemas.openxmlformats.org/officeDocument/2006/relationships/image" Target="../media/image1351.png"/><Relationship Id="rId221" Type="http://schemas.openxmlformats.org/officeDocument/2006/relationships/customXml" Target="../ink/ink474.xml"/><Relationship Id="rId242" Type="http://schemas.openxmlformats.org/officeDocument/2006/relationships/image" Target="../media/image1464.png"/><Relationship Id="rId263" Type="http://schemas.openxmlformats.org/officeDocument/2006/relationships/customXml" Target="../ink/ink495.xml"/><Relationship Id="rId284" Type="http://schemas.openxmlformats.org/officeDocument/2006/relationships/image" Target="../media/image1485.png"/><Relationship Id="rId319" Type="http://schemas.openxmlformats.org/officeDocument/2006/relationships/customXml" Target="../ink/ink523.xml"/><Relationship Id="rId37" Type="http://schemas.openxmlformats.org/officeDocument/2006/relationships/customXml" Target="../ink/ink382.xml"/><Relationship Id="rId58" Type="http://schemas.openxmlformats.org/officeDocument/2006/relationships/image" Target="../media/image1372.png"/><Relationship Id="rId79" Type="http://schemas.openxmlformats.org/officeDocument/2006/relationships/customXml" Target="../ink/ink403.xml"/><Relationship Id="rId102" Type="http://schemas.openxmlformats.org/officeDocument/2006/relationships/image" Target="../media/image1394.png"/><Relationship Id="rId123" Type="http://schemas.openxmlformats.org/officeDocument/2006/relationships/customXml" Target="../ink/ink425.xml"/><Relationship Id="rId144" Type="http://schemas.openxmlformats.org/officeDocument/2006/relationships/image" Target="../media/image1415.png"/><Relationship Id="rId330" Type="http://schemas.openxmlformats.org/officeDocument/2006/relationships/image" Target="../media/image1508.png"/><Relationship Id="rId90" Type="http://schemas.openxmlformats.org/officeDocument/2006/relationships/image" Target="../media/image1388.png"/><Relationship Id="rId165" Type="http://schemas.openxmlformats.org/officeDocument/2006/relationships/customXml" Target="../ink/ink446.xml"/><Relationship Id="rId186" Type="http://schemas.openxmlformats.org/officeDocument/2006/relationships/image" Target="../media/image1436.png"/><Relationship Id="rId351" Type="http://schemas.openxmlformats.org/officeDocument/2006/relationships/customXml" Target="../ink/ink539.xml"/><Relationship Id="rId372" Type="http://schemas.openxmlformats.org/officeDocument/2006/relationships/image" Target="../media/image1529.png"/><Relationship Id="rId211" Type="http://schemas.openxmlformats.org/officeDocument/2006/relationships/customXml" Target="../ink/ink469.xml"/><Relationship Id="rId232" Type="http://schemas.openxmlformats.org/officeDocument/2006/relationships/image" Target="../media/image1459.png"/><Relationship Id="rId253" Type="http://schemas.openxmlformats.org/officeDocument/2006/relationships/customXml" Target="../ink/ink490.xml"/><Relationship Id="rId274" Type="http://schemas.openxmlformats.org/officeDocument/2006/relationships/image" Target="../media/image1480.png"/><Relationship Id="rId295" Type="http://schemas.openxmlformats.org/officeDocument/2006/relationships/customXml" Target="../ink/ink511.xml"/><Relationship Id="rId309" Type="http://schemas.openxmlformats.org/officeDocument/2006/relationships/customXml" Target="../ink/ink518.xml"/><Relationship Id="rId27" Type="http://schemas.openxmlformats.org/officeDocument/2006/relationships/customXml" Target="../ink/ink377.xml"/><Relationship Id="rId48" Type="http://schemas.openxmlformats.org/officeDocument/2006/relationships/image" Target="../media/image1367.png"/><Relationship Id="rId69" Type="http://schemas.openxmlformats.org/officeDocument/2006/relationships/customXml" Target="../ink/ink398.xml"/><Relationship Id="rId113" Type="http://schemas.openxmlformats.org/officeDocument/2006/relationships/customXml" Target="../ink/ink420.xml"/><Relationship Id="rId134" Type="http://schemas.openxmlformats.org/officeDocument/2006/relationships/image" Target="../media/image1410.png"/><Relationship Id="rId320" Type="http://schemas.openxmlformats.org/officeDocument/2006/relationships/image" Target="../media/image1503.png"/><Relationship Id="rId80" Type="http://schemas.openxmlformats.org/officeDocument/2006/relationships/image" Target="../media/image1383.png"/><Relationship Id="rId155" Type="http://schemas.openxmlformats.org/officeDocument/2006/relationships/customXml" Target="../ink/ink441.xml"/><Relationship Id="rId176" Type="http://schemas.openxmlformats.org/officeDocument/2006/relationships/image" Target="../media/image1431.png"/><Relationship Id="rId197" Type="http://schemas.openxmlformats.org/officeDocument/2006/relationships/customXml" Target="../ink/ink462.xml"/><Relationship Id="rId341" Type="http://schemas.openxmlformats.org/officeDocument/2006/relationships/customXml" Target="../ink/ink534.xml"/><Relationship Id="rId362" Type="http://schemas.openxmlformats.org/officeDocument/2006/relationships/image" Target="../media/image1524.png"/><Relationship Id="rId201" Type="http://schemas.openxmlformats.org/officeDocument/2006/relationships/customXml" Target="../ink/ink464.xml"/><Relationship Id="rId222" Type="http://schemas.openxmlformats.org/officeDocument/2006/relationships/image" Target="../media/image1454.png"/><Relationship Id="rId243" Type="http://schemas.openxmlformats.org/officeDocument/2006/relationships/customXml" Target="../ink/ink485.xml"/><Relationship Id="rId264" Type="http://schemas.openxmlformats.org/officeDocument/2006/relationships/image" Target="../media/image1475.png"/><Relationship Id="rId285" Type="http://schemas.openxmlformats.org/officeDocument/2006/relationships/customXml" Target="../ink/ink506.xml"/><Relationship Id="rId17" Type="http://schemas.openxmlformats.org/officeDocument/2006/relationships/customXml" Target="../ink/ink372.xml"/><Relationship Id="rId38" Type="http://schemas.openxmlformats.org/officeDocument/2006/relationships/image" Target="../media/image1362.png"/><Relationship Id="rId59" Type="http://schemas.openxmlformats.org/officeDocument/2006/relationships/customXml" Target="../ink/ink393.xml"/><Relationship Id="rId103" Type="http://schemas.openxmlformats.org/officeDocument/2006/relationships/customXml" Target="../ink/ink415.xml"/><Relationship Id="rId124" Type="http://schemas.openxmlformats.org/officeDocument/2006/relationships/image" Target="../media/image1405.png"/><Relationship Id="rId310" Type="http://schemas.openxmlformats.org/officeDocument/2006/relationships/image" Target="../media/image1498.png"/><Relationship Id="rId70" Type="http://schemas.openxmlformats.org/officeDocument/2006/relationships/image" Target="../media/image1378.png"/><Relationship Id="rId91" Type="http://schemas.openxmlformats.org/officeDocument/2006/relationships/customXml" Target="../ink/ink409.xml"/><Relationship Id="rId145" Type="http://schemas.openxmlformats.org/officeDocument/2006/relationships/customXml" Target="../ink/ink436.xml"/><Relationship Id="rId166" Type="http://schemas.openxmlformats.org/officeDocument/2006/relationships/image" Target="../media/image1426.png"/><Relationship Id="rId187" Type="http://schemas.openxmlformats.org/officeDocument/2006/relationships/customXml" Target="../ink/ink457.xml"/><Relationship Id="rId331" Type="http://schemas.openxmlformats.org/officeDocument/2006/relationships/customXml" Target="../ink/ink529.xml"/><Relationship Id="rId352" Type="http://schemas.openxmlformats.org/officeDocument/2006/relationships/image" Target="../media/image1519.png"/><Relationship Id="rId1" Type="http://schemas.openxmlformats.org/officeDocument/2006/relationships/slideLayout" Target="../slideLayouts/slideLayout5.xml"/><Relationship Id="rId212" Type="http://schemas.openxmlformats.org/officeDocument/2006/relationships/image" Target="../media/image1449.png"/><Relationship Id="rId233" Type="http://schemas.openxmlformats.org/officeDocument/2006/relationships/customXml" Target="../ink/ink480.xml"/><Relationship Id="rId254" Type="http://schemas.openxmlformats.org/officeDocument/2006/relationships/image" Target="../media/image1470.png"/><Relationship Id="rId28" Type="http://schemas.openxmlformats.org/officeDocument/2006/relationships/image" Target="../media/image1357.png"/><Relationship Id="rId49" Type="http://schemas.openxmlformats.org/officeDocument/2006/relationships/customXml" Target="../ink/ink388.xml"/><Relationship Id="rId114" Type="http://schemas.openxmlformats.org/officeDocument/2006/relationships/image" Target="../media/image1400.png"/><Relationship Id="rId275" Type="http://schemas.openxmlformats.org/officeDocument/2006/relationships/customXml" Target="../ink/ink501.xml"/><Relationship Id="rId296" Type="http://schemas.openxmlformats.org/officeDocument/2006/relationships/image" Target="../media/image1491.png"/><Relationship Id="rId300" Type="http://schemas.openxmlformats.org/officeDocument/2006/relationships/image" Target="../media/image1493.png"/><Relationship Id="rId60" Type="http://schemas.openxmlformats.org/officeDocument/2006/relationships/image" Target="../media/image1373.png"/><Relationship Id="rId81" Type="http://schemas.openxmlformats.org/officeDocument/2006/relationships/customXml" Target="../ink/ink404.xml"/><Relationship Id="rId135" Type="http://schemas.openxmlformats.org/officeDocument/2006/relationships/customXml" Target="../ink/ink431.xml"/><Relationship Id="rId156" Type="http://schemas.openxmlformats.org/officeDocument/2006/relationships/image" Target="../media/image1421.png"/><Relationship Id="rId177" Type="http://schemas.openxmlformats.org/officeDocument/2006/relationships/customXml" Target="../ink/ink452.xml"/><Relationship Id="rId198" Type="http://schemas.openxmlformats.org/officeDocument/2006/relationships/image" Target="../media/image1442.png"/><Relationship Id="rId321" Type="http://schemas.openxmlformats.org/officeDocument/2006/relationships/customXml" Target="../ink/ink524.xml"/><Relationship Id="rId342" Type="http://schemas.openxmlformats.org/officeDocument/2006/relationships/image" Target="../media/image1514.png"/><Relationship Id="rId363" Type="http://schemas.openxmlformats.org/officeDocument/2006/relationships/customXml" Target="../ink/ink545.xml"/><Relationship Id="rId202" Type="http://schemas.openxmlformats.org/officeDocument/2006/relationships/image" Target="../media/image1444.png"/><Relationship Id="rId223" Type="http://schemas.openxmlformats.org/officeDocument/2006/relationships/customXml" Target="../ink/ink475.xml"/><Relationship Id="rId244" Type="http://schemas.openxmlformats.org/officeDocument/2006/relationships/image" Target="../media/image1465.png"/><Relationship Id="rId18" Type="http://schemas.openxmlformats.org/officeDocument/2006/relationships/image" Target="../media/image1352.png"/><Relationship Id="rId39" Type="http://schemas.openxmlformats.org/officeDocument/2006/relationships/customXml" Target="../ink/ink383.xml"/><Relationship Id="rId265" Type="http://schemas.openxmlformats.org/officeDocument/2006/relationships/customXml" Target="../ink/ink496.xml"/><Relationship Id="rId286" Type="http://schemas.openxmlformats.org/officeDocument/2006/relationships/image" Target="../media/image1486.png"/><Relationship Id="rId50" Type="http://schemas.openxmlformats.org/officeDocument/2006/relationships/image" Target="../media/image1368.png"/><Relationship Id="rId104" Type="http://schemas.openxmlformats.org/officeDocument/2006/relationships/image" Target="../media/image1395.png"/><Relationship Id="rId125" Type="http://schemas.openxmlformats.org/officeDocument/2006/relationships/customXml" Target="../ink/ink426.xml"/><Relationship Id="rId146" Type="http://schemas.openxmlformats.org/officeDocument/2006/relationships/image" Target="../media/image1416.png"/><Relationship Id="rId167" Type="http://schemas.openxmlformats.org/officeDocument/2006/relationships/customXml" Target="../ink/ink447.xml"/><Relationship Id="rId188" Type="http://schemas.openxmlformats.org/officeDocument/2006/relationships/image" Target="../media/image1437.png"/><Relationship Id="rId311" Type="http://schemas.openxmlformats.org/officeDocument/2006/relationships/customXml" Target="../ink/ink519.xml"/><Relationship Id="rId332" Type="http://schemas.openxmlformats.org/officeDocument/2006/relationships/image" Target="../media/image1509.png"/><Relationship Id="rId353" Type="http://schemas.openxmlformats.org/officeDocument/2006/relationships/customXml" Target="../ink/ink540.xml"/><Relationship Id="rId71" Type="http://schemas.openxmlformats.org/officeDocument/2006/relationships/customXml" Target="../ink/ink399.xml"/><Relationship Id="rId92" Type="http://schemas.openxmlformats.org/officeDocument/2006/relationships/image" Target="../media/image1389.png"/><Relationship Id="rId213" Type="http://schemas.openxmlformats.org/officeDocument/2006/relationships/customXml" Target="../ink/ink470.xml"/><Relationship Id="rId234" Type="http://schemas.openxmlformats.org/officeDocument/2006/relationships/image" Target="../media/image1460.png"/><Relationship Id="rId2" Type="http://schemas.openxmlformats.org/officeDocument/2006/relationships/image" Target="../media/image3.png"/><Relationship Id="rId29" Type="http://schemas.openxmlformats.org/officeDocument/2006/relationships/customXml" Target="../ink/ink378.xml"/><Relationship Id="rId255" Type="http://schemas.openxmlformats.org/officeDocument/2006/relationships/customXml" Target="../ink/ink491.xml"/><Relationship Id="rId276" Type="http://schemas.openxmlformats.org/officeDocument/2006/relationships/image" Target="../media/image1481.png"/><Relationship Id="rId297" Type="http://schemas.openxmlformats.org/officeDocument/2006/relationships/customXml" Target="../ink/ink512.xml"/><Relationship Id="rId40" Type="http://schemas.openxmlformats.org/officeDocument/2006/relationships/image" Target="../media/image1363.png"/><Relationship Id="rId115" Type="http://schemas.openxmlformats.org/officeDocument/2006/relationships/customXml" Target="../ink/ink421.xml"/><Relationship Id="rId136" Type="http://schemas.openxmlformats.org/officeDocument/2006/relationships/image" Target="../media/image1411.png"/><Relationship Id="rId157" Type="http://schemas.openxmlformats.org/officeDocument/2006/relationships/customXml" Target="../ink/ink442.xml"/><Relationship Id="rId178" Type="http://schemas.openxmlformats.org/officeDocument/2006/relationships/image" Target="../media/image1432.png"/><Relationship Id="rId301" Type="http://schemas.openxmlformats.org/officeDocument/2006/relationships/customXml" Target="../ink/ink514.xml"/><Relationship Id="rId322" Type="http://schemas.openxmlformats.org/officeDocument/2006/relationships/image" Target="../media/image1504.png"/><Relationship Id="rId343" Type="http://schemas.openxmlformats.org/officeDocument/2006/relationships/customXml" Target="../ink/ink535.xml"/><Relationship Id="rId364" Type="http://schemas.openxmlformats.org/officeDocument/2006/relationships/image" Target="../media/image1525.png"/><Relationship Id="rId61" Type="http://schemas.openxmlformats.org/officeDocument/2006/relationships/customXml" Target="../ink/ink394.xml"/><Relationship Id="rId82" Type="http://schemas.openxmlformats.org/officeDocument/2006/relationships/image" Target="../media/image1384.png"/><Relationship Id="rId199" Type="http://schemas.openxmlformats.org/officeDocument/2006/relationships/customXml" Target="../ink/ink463.xml"/><Relationship Id="rId203" Type="http://schemas.openxmlformats.org/officeDocument/2006/relationships/customXml" Target="../ink/ink465.xml"/><Relationship Id="rId19" Type="http://schemas.openxmlformats.org/officeDocument/2006/relationships/customXml" Target="../ink/ink373.xml"/><Relationship Id="rId224" Type="http://schemas.openxmlformats.org/officeDocument/2006/relationships/image" Target="../media/image1455.png"/><Relationship Id="rId245" Type="http://schemas.openxmlformats.org/officeDocument/2006/relationships/customXml" Target="../ink/ink486.xml"/><Relationship Id="rId266" Type="http://schemas.openxmlformats.org/officeDocument/2006/relationships/image" Target="../media/image1476.png"/><Relationship Id="rId287" Type="http://schemas.openxmlformats.org/officeDocument/2006/relationships/customXml" Target="../ink/ink507.xml"/><Relationship Id="rId30" Type="http://schemas.openxmlformats.org/officeDocument/2006/relationships/image" Target="../media/image1358.png"/><Relationship Id="rId105" Type="http://schemas.openxmlformats.org/officeDocument/2006/relationships/customXml" Target="../ink/ink416.xml"/><Relationship Id="rId126" Type="http://schemas.openxmlformats.org/officeDocument/2006/relationships/image" Target="../media/image1406.png"/><Relationship Id="rId147" Type="http://schemas.openxmlformats.org/officeDocument/2006/relationships/customXml" Target="../ink/ink437.xml"/><Relationship Id="rId168" Type="http://schemas.openxmlformats.org/officeDocument/2006/relationships/image" Target="../media/image1427.png"/><Relationship Id="rId312" Type="http://schemas.openxmlformats.org/officeDocument/2006/relationships/image" Target="../media/image1499.png"/><Relationship Id="rId333" Type="http://schemas.openxmlformats.org/officeDocument/2006/relationships/customXml" Target="../ink/ink530.xml"/><Relationship Id="rId354" Type="http://schemas.openxmlformats.org/officeDocument/2006/relationships/image" Target="../media/image1520.png"/><Relationship Id="rId51" Type="http://schemas.openxmlformats.org/officeDocument/2006/relationships/customXml" Target="../ink/ink389.xml"/><Relationship Id="rId72" Type="http://schemas.openxmlformats.org/officeDocument/2006/relationships/image" Target="../media/image1379.png"/><Relationship Id="rId93" Type="http://schemas.openxmlformats.org/officeDocument/2006/relationships/customXml" Target="../ink/ink410.xml"/><Relationship Id="rId189" Type="http://schemas.openxmlformats.org/officeDocument/2006/relationships/customXml" Target="../ink/ink458.xml"/><Relationship Id="rId3" Type="http://schemas.openxmlformats.org/officeDocument/2006/relationships/customXml" Target="../ink/ink365.xml"/><Relationship Id="rId214" Type="http://schemas.openxmlformats.org/officeDocument/2006/relationships/image" Target="../media/image1450.png"/><Relationship Id="rId235" Type="http://schemas.openxmlformats.org/officeDocument/2006/relationships/customXml" Target="../ink/ink481.xml"/><Relationship Id="rId256" Type="http://schemas.openxmlformats.org/officeDocument/2006/relationships/image" Target="../media/image1471.png"/><Relationship Id="rId277" Type="http://schemas.openxmlformats.org/officeDocument/2006/relationships/customXml" Target="../ink/ink502.xml"/><Relationship Id="rId298" Type="http://schemas.openxmlformats.org/officeDocument/2006/relationships/image" Target="../media/image1492.png"/><Relationship Id="rId116" Type="http://schemas.openxmlformats.org/officeDocument/2006/relationships/image" Target="../media/image1401.png"/><Relationship Id="rId137" Type="http://schemas.openxmlformats.org/officeDocument/2006/relationships/customXml" Target="../ink/ink432.xml"/><Relationship Id="rId158" Type="http://schemas.openxmlformats.org/officeDocument/2006/relationships/image" Target="../media/image1422.png"/><Relationship Id="rId302" Type="http://schemas.openxmlformats.org/officeDocument/2006/relationships/image" Target="../media/image1494.png"/><Relationship Id="rId323" Type="http://schemas.openxmlformats.org/officeDocument/2006/relationships/customXml" Target="../ink/ink525.xml"/><Relationship Id="rId344" Type="http://schemas.openxmlformats.org/officeDocument/2006/relationships/image" Target="../media/image1515.png"/><Relationship Id="rId20" Type="http://schemas.openxmlformats.org/officeDocument/2006/relationships/image" Target="../media/image1353.png"/><Relationship Id="rId41" Type="http://schemas.openxmlformats.org/officeDocument/2006/relationships/customXml" Target="../ink/ink384.xml"/><Relationship Id="rId62" Type="http://schemas.openxmlformats.org/officeDocument/2006/relationships/image" Target="../media/image1374.png"/><Relationship Id="rId83" Type="http://schemas.openxmlformats.org/officeDocument/2006/relationships/customXml" Target="../ink/ink405.xml"/><Relationship Id="rId179" Type="http://schemas.openxmlformats.org/officeDocument/2006/relationships/customXml" Target="../ink/ink453.xml"/><Relationship Id="rId365" Type="http://schemas.openxmlformats.org/officeDocument/2006/relationships/customXml" Target="../ink/ink546.xml"/><Relationship Id="rId190" Type="http://schemas.openxmlformats.org/officeDocument/2006/relationships/image" Target="../media/image1438.png"/><Relationship Id="rId204" Type="http://schemas.openxmlformats.org/officeDocument/2006/relationships/image" Target="../media/image1445.png"/><Relationship Id="rId225" Type="http://schemas.openxmlformats.org/officeDocument/2006/relationships/customXml" Target="../ink/ink476.xml"/><Relationship Id="rId246" Type="http://schemas.openxmlformats.org/officeDocument/2006/relationships/image" Target="../media/image1466.png"/><Relationship Id="rId267" Type="http://schemas.openxmlformats.org/officeDocument/2006/relationships/customXml" Target="../ink/ink497.xml"/><Relationship Id="rId288" Type="http://schemas.openxmlformats.org/officeDocument/2006/relationships/image" Target="../media/image1487.png"/><Relationship Id="rId106" Type="http://schemas.openxmlformats.org/officeDocument/2006/relationships/image" Target="../media/image1396.png"/><Relationship Id="rId127" Type="http://schemas.openxmlformats.org/officeDocument/2006/relationships/customXml" Target="../ink/ink427.xml"/><Relationship Id="rId313" Type="http://schemas.openxmlformats.org/officeDocument/2006/relationships/customXml" Target="../ink/ink520.xml"/><Relationship Id="rId10" Type="http://schemas.openxmlformats.org/officeDocument/2006/relationships/image" Target="../media/image1348.png"/><Relationship Id="rId31" Type="http://schemas.openxmlformats.org/officeDocument/2006/relationships/customXml" Target="../ink/ink379.xml"/><Relationship Id="rId52" Type="http://schemas.openxmlformats.org/officeDocument/2006/relationships/image" Target="../media/image1369.png"/><Relationship Id="rId73" Type="http://schemas.openxmlformats.org/officeDocument/2006/relationships/customXml" Target="../ink/ink400.xml"/><Relationship Id="rId94" Type="http://schemas.openxmlformats.org/officeDocument/2006/relationships/image" Target="../media/image1390.png"/><Relationship Id="rId148" Type="http://schemas.openxmlformats.org/officeDocument/2006/relationships/image" Target="../media/image1417.png"/><Relationship Id="rId169" Type="http://schemas.openxmlformats.org/officeDocument/2006/relationships/customXml" Target="../ink/ink448.xml"/><Relationship Id="rId334" Type="http://schemas.openxmlformats.org/officeDocument/2006/relationships/image" Target="../media/image1510.png"/><Relationship Id="rId355" Type="http://schemas.openxmlformats.org/officeDocument/2006/relationships/customXml" Target="../ink/ink541.xml"/><Relationship Id="rId4" Type="http://schemas.openxmlformats.org/officeDocument/2006/relationships/image" Target="../media/image10120.png"/><Relationship Id="rId180" Type="http://schemas.openxmlformats.org/officeDocument/2006/relationships/image" Target="../media/image1433.png"/><Relationship Id="rId215" Type="http://schemas.openxmlformats.org/officeDocument/2006/relationships/customXml" Target="../ink/ink471.xml"/><Relationship Id="rId236" Type="http://schemas.openxmlformats.org/officeDocument/2006/relationships/image" Target="../media/image1461.png"/><Relationship Id="rId257" Type="http://schemas.openxmlformats.org/officeDocument/2006/relationships/customXml" Target="../ink/ink492.xml"/><Relationship Id="rId278" Type="http://schemas.openxmlformats.org/officeDocument/2006/relationships/image" Target="../media/image1482.png"/><Relationship Id="rId303" Type="http://schemas.openxmlformats.org/officeDocument/2006/relationships/customXml" Target="../ink/ink515.xml"/><Relationship Id="rId42" Type="http://schemas.openxmlformats.org/officeDocument/2006/relationships/image" Target="../media/image1364.png"/><Relationship Id="rId84" Type="http://schemas.openxmlformats.org/officeDocument/2006/relationships/image" Target="../media/image1385.png"/><Relationship Id="rId138" Type="http://schemas.openxmlformats.org/officeDocument/2006/relationships/image" Target="../media/image1412.png"/><Relationship Id="rId345" Type="http://schemas.openxmlformats.org/officeDocument/2006/relationships/customXml" Target="../ink/ink536.xml"/><Relationship Id="rId191" Type="http://schemas.openxmlformats.org/officeDocument/2006/relationships/customXml" Target="../ink/ink459.xml"/><Relationship Id="rId205" Type="http://schemas.openxmlformats.org/officeDocument/2006/relationships/customXml" Target="../ink/ink466.xml"/><Relationship Id="rId247" Type="http://schemas.openxmlformats.org/officeDocument/2006/relationships/customXml" Target="../ink/ink487.xml"/><Relationship Id="rId107" Type="http://schemas.openxmlformats.org/officeDocument/2006/relationships/customXml" Target="../ink/ink417.xml"/><Relationship Id="rId289" Type="http://schemas.openxmlformats.org/officeDocument/2006/relationships/customXml" Target="../ink/ink508.xml"/><Relationship Id="rId11" Type="http://schemas.openxmlformats.org/officeDocument/2006/relationships/customXml" Target="../ink/ink369.xml"/><Relationship Id="rId53" Type="http://schemas.openxmlformats.org/officeDocument/2006/relationships/customXml" Target="../ink/ink390.xml"/><Relationship Id="rId149" Type="http://schemas.openxmlformats.org/officeDocument/2006/relationships/customXml" Target="../ink/ink438.xml"/><Relationship Id="rId314" Type="http://schemas.openxmlformats.org/officeDocument/2006/relationships/image" Target="../media/image1500.png"/><Relationship Id="rId356" Type="http://schemas.openxmlformats.org/officeDocument/2006/relationships/image" Target="../media/image1521.png"/><Relationship Id="rId95" Type="http://schemas.openxmlformats.org/officeDocument/2006/relationships/customXml" Target="../ink/ink411.xml"/><Relationship Id="rId160" Type="http://schemas.openxmlformats.org/officeDocument/2006/relationships/image" Target="../media/image1423.png"/><Relationship Id="rId216" Type="http://schemas.openxmlformats.org/officeDocument/2006/relationships/image" Target="../media/image1451.png"/><Relationship Id="rId258" Type="http://schemas.openxmlformats.org/officeDocument/2006/relationships/image" Target="../media/image1472.png"/><Relationship Id="rId22" Type="http://schemas.openxmlformats.org/officeDocument/2006/relationships/image" Target="../media/image1354.png"/><Relationship Id="rId64" Type="http://schemas.openxmlformats.org/officeDocument/2006/relationships/image" Target="../media/image1375.png"/><Relationship Id="rId118" Type="http://schemas.openxmlformats.org/officeDocument/2006/relationships/image" Target="../media/image1402.png"/><Relationship Id="rId325" Type="http://schemas.openxmlformats.org/officeDocument/2006/relationships/customXml" Target="../ink/ink526.xml"/><Relationship Id="rId367" Type="http://schemas.openxmlformats.org/officeDocument/2006/relationships/customXml" Target="../ink/ink547.xml"/><Relationship Id="rId171" Type="http://schemas.openxmlformats.org/officeDocument/2006/relationships/customXml" Target="../ink/ink449.xml"/><Relationship Id="rId227" Type="http://schemas.openxmlformats.org/officeDocument/2006/relationships/customXml" Target="../ink/ink477.xml"/><Relationship Id="rId269" Type="http://schemas.openxmlformats.org/officeDocument/2006/relationships/customXml" Target="../ink/ink498.xml"/><Relationship Id="rId33" Type="http://schemas.openxmlformats.org/officeDocument/2006/relationships/customXml" Target="../ink/ink380.xml"/><Relationship Id="rId129" Type="http://schemas.openxmlformats.org/officeDocument/2006/relationships/customXml" Target="../ink/ink428.xml"/><Relationship Id="rId280" Type="http://schemas.openxmlformats.org/officeDocument/2006/relationships/image" Target="../media/image1483.png"/><Relationship Id="rId336" Type="http://schemas.openxmlformats.org/officeDocument/2006/relationships/image" Target="../media/image1511.png"/><Relationship Id="rId75" Type="http://schemas.openxmlformats.org/officeDocument/2006/relationships/customXml" Target="../ink/ink401.xml"/><Relationship Id="rId140" Type="http://schemas.openxmlformats.org/officeDocument/2006/relationships/image" Target="../media/image1413.png"/><Relationship Id="rId182" Type="http://schemas.openxmlformats.org/officeDocument/2006/relationships/image" Target="../media/image1434.png"/><Relationship Id="rId6" Type="http://schemas.openxmlformats.org/officeDocument/2006/relationships/image" Target="../media/image13460.png"/><Relationship Id="rId238" Type="http://schemas.openxmlformats.org/officeDocument/2006/relationships/image" Target="../media/image1462.png"/><Relationship Id="rId291" Type="http://schemas.openxmlformats.org/officeDocument/2006/relationships/customXml" Target="../ink/ink509.xml"/><Relationship Id="rId305" Type="http://schemas.openxmlformats.org/officeDocument/2006/relationships/customXml" Target="../ink/ink516.xml"/><Relationship Id="rId347" Type="http://schemas.openxmlformats.org/officeDocument/2006/relationships/customXml" Target="../ink/ink537.xml"/><Relationship Id="rId44" Type="http://schemas.openxmlformats.org/officeDocument/2006/relationships/image" Target="../media/image1365.png"/><Relationship Id="rId86" Type="http://schemas.openxmlformats.org/officeDocument/2006/relationships/image" Target="../media/image1386.png"/><Relationship Id="rId151" Type="http://schemas.openxmlformats.org/officeDocument/2006/relationships/customXml" Target="../ink/ink439.xml"/><Relationship Id="rId193" Type="http://schemas.openxmlformats.org/officeDocument/2006/relationships/customXml" Target="../ink/ink460.xml"/><Relationship Id="rId207" Type="http://schemas.openxmlformats.org/officeDocument/2006/relationships/customXml" Target="../ink/ink467.xml"/><Relationship Id="rId249" Type="http://schemas.openxmlformats.org/officeDocument/2006/relationships/customXml" Target="../ink/ink488.xml"/><Relationship Id="rId13" Type="http://schemas.openxmlformats.org/officeDocument/2006/relationships/customXml" Target="../ink/ink370.xml"/><Relationship Id="rId109" Type="http://schemas.openxmlformats.org/officeDocument/2006/relationships/customXml" Target="../ink/ink418.xml"/><Relationship Id="rId260" Type="http://schemas.openxmlformats.org/officeDocument/2006/relationships/image" Target="../media/image1473.png"/><Relationship Id="rId316" Type="http://schemas.openxmlformats.org/officeDocument/2006/relationships/image" Target="../media/image1501.png"/><Relationship Id="rId55" Type="http://schemas.openxmlformats.org/officeDocument/2006/relationships/customXml" Target="../ink/ink391.xml"/><Relationship Id="rId97" Type="http://schemas.openxmlformats.org/officeDocument/2006/relationships/customXml" Target="../ink/ink412.xml"/><Relationship Id="rId120" Type="http://schemas.openxmlformats.org/officeDocument/2006/relationships/image" Target="../media/image1403.png"/><Relationship Id="rId358" Type="http://schemas.openxmlformats.org/officeDocument/2006/relationships/image" Target="../media/image1522.png"/><Relationship Id="rId162" Type="http://schemas.openxmlformats.org/officeDocument/2006/relationships/image" Target="../media/image1424.png"/><Relationship Id="rId218" Type="http://schemas.openxmlformats.org/officeDocument/2006/relationships/image" Target="../media/image1452.png"/><Relationship Id="rId271" Type="http://schemas.openxmlformats.org/officeDocument/2006/relationships/customXml" Target="../ink/ink499.xml"/><Relationship Id="rId24" Type="http://schemas.openxmlformats.org/officeDocument/2006/relationships/image" Target="../media/image1355.png"/><Relationship Id="rId66" Type="http://schemas.openxmlformats.org/officeDocument/2006/relationships/image" Target="../media/image1376.png"/><Relationship Id="rId131" Type="http://schemas.openxmlformats.org/officeDocument/2006/relationships/customXml" Target="../ink/ink429.xml"/><Relationship Id="rId327" Type="http://schemas.openxmlformats.org/officeDocument/2006/relationships/customXml" Target="../ink/ink527.xml"/><Relationship Id="rId369" Type="http://schemas.openxmlformats.org/officeDocument/2006/relationships/customXml" Target="../ink/ink548.xml"/><Relationship Id="rId173" Type="http://schemas.openxmlformats.org/officeDocument/2006/relationships/customXml" Target="../ink/ink450.xml"/><Relationship Id="rId229" Type="http://schemas.openxmlformats.org/officeDocument/2006/relationships/customXml" Target="../ink/ink478.xml"/><Relationship Id="rId240" Type="http://schemas.openxmlformats.org/officeDocument/2006/relationships/image" Target="../media/image1463.png"/><Relationship Id="rId35" Type="http://schemas.openxmlformats.org/officeDocument/2006/relationships/customXml" Target="../ink/ink381.xml"/><Relationship Id="rId77" Type="http://schemas.openxmlformats.org/officeDocument/2006/relationships/customXml" Target="../ink/ink402.xml"/><Relationship Id="rId100" Type="http://schemas.openxmlformats.org/officeDocument/2006/relationships/image" Target="../media/image1393.png"/><Relationship Id="rId282" Type="http://schemas.openxmlformats.org/officeDocument/2006/relationships/image" Target="../media/image1484.png"/><Relationship Id="rId338" Type="http://schemas.openxmlformats.org/officeDocument/2006/relationships/image" Target="../media/image1512.png"/><Relationship Id="rId8" Type="http://schemas.openxmlformats.org/officeDocument/2006/relationships/image" Target="../media/image1347.png"/><Relationship Id="rId142" Type="http://schemas.openxmlformats.org/officeDocument/2006/relationships/image" Target="../media/image1414.png"/><Relationship Id="rId184" Type="http://schemas.openxmlformats.org/officeDocument/2006/relationships/image" Target="../media/image1435.png"/><Relationship Id="rId251" Type="http://schemas.openxmlformats.org/officeDocument/2006/relationships/customXml" Target="../ink/ink489.xml"/><Relationship Id="rId46" Type="http://schemas.openxmlformats.org/officeDocument/2006/relationships/image" Target="../media/image1366.png"/><Relationship Id="rId293" Type="http://schemas.openxmlformats.org/officeDocument/2006/relationships/customXml" Target="../ink/ink510.xml"/><Relationship Id="rId307" Type="http://schemas.openxmlformats.org/officeDocument/2006/relationships/customXml" Target="../ink/ink517.xml"/><Relationship Id="rId349" Type="http://schemas.openxmlformats.org/officeDocument/2006/relationships/customXml" Target="../ink/ink538.xml"/><Relationship Id="rId88" Type="http://schemas.openxmlformats.org/officeDocument/2006/relationships/image" Target="../media/image1387.png"/><Relationship Id="rId111" Type="http://schemas.openxmlformats.org/officeDocument/2006/relationships/customXml" Target="../ink/ink419.xml"/><Relationship Id="rId153" Type="http://schemas.openxmlformats.org/officeDocument/2006/relationships/customXml" Target="../ink/ink440.xml"/><Relationship Id="rId195" Type="http://schemas.openxmlformats.org/officeDocument/2006/relationships/customXml" Target="../ink/ink461.xml"/><Relationship Id="rId209" Type="http://schemas.openxmlformats.org/officeDocument/2006/relationships/customXml" Target="../ink/ink468.xml"/><Relationship Id="rId360" Type="http://schemas.openxmlformats.org/officeDocument/2006/relationships/image" Target="../media/image1523.png"/><Relationship Id="rId220" Type="http://schemas.openxmlformats.org/officeDocument/2006/relationships/image" Target="../media/image1453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51.xml"/><Relationship Id="rId18" Type="http://schemas.openxmlformats.org/officeDocument/2006/relationships/image" Target="../media/image1537.png"/><Relationship Id="rId26" Type="http://schemas.openxmlformats.org/officeDocument/2006/relationships/image" Target="../media/image1541.png"/><Relationship Id="rId39" Type="http://schemas.openxmlformats.org/officeDocument/2006/relationships/customXml" Target="../ink/ink564.xml"/><Relationship Id="rId21" Type="http://schemas.openxmlformats.org/officeDocument/2006/relationships/customXml" Target="../ink/ink555.xml"/><Relationship Id="rId34" Type="http://schemas.openxmlformats.org/officeDocument/2006/relationships/image" Target="../media/image1545.png"/><Relationship Id="rId42" Type="http://schemas.openxmlformats.org/officeDocument/2006/relationships/image" Target="../media/image1549.png"/><Relationship Id="rId7" Type="http://schemas.openxmlformats.org/officeDocument/2006/relationships/image" Target="../media/image6.wmf"/><Relationship Id="rId2" Type="http://schemas.openxmlformats.org/officeDocument/2006/relationships/oleObject" Target="../embeddings/oleObject1.bin"/><Relationship Id="rId16" Type="http://schemas.openxmlformats.org/officeDocument/2006/relationships/image" Target="../media/image1536.png"/><Relationship Id="rId29" Type="http://schemas.openxmlformats.org/officeDocument/2006/relationships/customXml" Target="../ink/ink559.xml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3.bin"/><Relationship Id="rId11" Type="http://schemas.openxmlformats.org/officeDocument/2006/relationships/customXml" Target="../ink/ink550.xml"/><Relationship Id="rId24" Type="http://schemas.openxmlformats.org/officeDocument/2006/relationships/image" Target="../media/image1540.png"/><Relationship Id="rId32" Type="http://schemas.openxmlformats.org/officeDocument/2006/relationships/image" Target="../media/image1544.png"/><Relationship Id="rId37" Type="http://schemas.openxmlformats.org/officeDocument/2006/relationships/customXml" Target="../ink/ink563.xml"/><Relationship Id="rId40" Type="http://schemas.openxmlformats.org/officeDocument/2006/relationships/image" Target="../media/image1548.png"/><Relationship Id="rId45" Type="http://schemas.openxmlformats.org/officeDocument/2006/relationships/customXml" Target="../ink/ink567.xml"/><Relationship Id="rId5" Type="http://schemas.openxmlformats.org/officeDocument/2006/relationships/image" Target="../media/image5.wmf"/><Relationship Id="rId15" Type="http://schemas.openxmlformats.org/officeDocument/2006/relationships/customXml" Target="../ink/ink552.xml"/><Relationship Id="rId23" Type="http://schemas.openxmlformats.org/officeDocument/2006/relationships/customXml" Target="../ink/ink556.xml"/><Relationship Id="rId28" Type="http://schemas.openxmlformats.org/officeDocument/2006/relationships/image" Target="../media/image1542.png"/><Relationship Id="rId36" Type="http://schemas.openxmlformats.org/officeDocument/2006/relationships/image" Target="../media/image1546.png"/><Relationship Id="rId10" Type="http://schemas.openxmlformats.org/officeDocument/2006/relationships/image" Target="../media/image8.png"/><Relationship Id="rId19" Type="http://schemas.openxmlformats.org/officeDocument/2006/relationships/customXml" Target="../ink/ink554.xml"/><Relationship Id="rId31" Type="http://schemas.openxmlformats.org/officeDocument/2006/relationships/customXml" Target="../ink/ink560.xml"/><Relationship Id="rId44" Type="http://schemas.openxmlformats.org/officeDocument/2006/relationships/image" Target="../media/image1550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7.wmf"/><Relationship Id="rId14" Type="http://schemas.openxmlformats.org/officeDocument/2006/relationships/image" Target="../media/image1535.png"/><Relationship Id="rId22" Type="http://schemas.openxmlformats.org/officeDocument/2006/relationships/image" Target="../media/image1539.png"/><Relationship Id="rId27" Type="http://schemas.openxmlformats.org/officeDocument/2006/relationships/customXml" Target="../ink/ink558.xml"/><Relationship Id="rId30" Type="http://schemas.openxmlformats.org/officeDocument/2006/relationships/image" Target="../media/image1543.png"/><Relationship Id="rId35" Type="http://schemas.openxmlformats.org/officeDocument/2006/relationships/customXml" Target="../ink/ink562.xml"/><Relationship Id="rId43" Type="http://schemas.openxmlformats.org/officeDocument/2006/relationships/customXml" Target="../ink/ink566.xml"/><Relationship Id="rId8" Type="http://schemas.openxmlformats.org/officeDocument/2006/relationships/oleObject" Target="../embeddings/oleObject4.bin"/><Relationship Id="rId3" Type="http://schemas.openxmlformats.org/officeDocument/2006/relationships/image" Target="../media/image4.wmf"/><Relationship Id="rId12" Type="http://schemas.openxmlformats.org/officeDocument/2006/relationships/image" Target="../media/image1534.png"/><Relationship Id="rId17" Type="http://schemas.openxmlformats.org/officeDocument/2006/relationships/customXml" Target="../ink/ink553.xml"/><Relationship Id="rId25" Type="http://schemas.openxmlformats.org/officeDocument/2006/relationships/customXml" Target="../ink/ink557.xml"/><Relationship Id="rId33" Type="http://schemas.openxmlformats.org/officeDocument/2006/relationships/customXml" Target="../ink/ink561.xml"/><Relationship Id="rId38" Type="http://schemas.openxmlformats.org/officeDocument/2006/relationships/image" Target="../media/image1547.png"/><Relationship Id="rId46" Type="http://schemas.openxmlformats.org/officeDocument/2006/relationships/image" Target="../media/image1551.png"/><Relationship Id="rId20" Type="http://schemas.openxmlformats.org/officeDocument/2006/relationships/image" Target="../media/image1538.png"/><Relationship Id="rId41" Type="http://schemas.openxmlformats.org/officeDocument/2006/relationships/customXml" Target="../ink/ink56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4.png"/><Relationship Id="rId117" Type="http://schemas.openxmlformats.org/officeDocument/2006/relationships/customXml" Target="../ink/ink624.xml"/><Relationship Id="rId21" Type="http://schemas.openxmlformats.org/officeDocument/2006/relationships/customXml" Target="../ink/ink576.xml"/><Relationship Id="rId42" Type="http://schemas.openxmlformats.org/officeDocument/2006/relationships/image" Target="../media/image22.png"/><Relationship Id="rId47" Type="http://schemas.openxmlformats.org/officeDocument/2006/relationships/customXml" Target="../ink/ink589.xml"/><Relationship Id="rId63" Type="http://schemas.openxmlformats.org/officeDocument/2006/relationships/customXml" Target="../ink/ink597.xml"/><Relationship Id="rId68" Type="http://schemas.openxmlformats.org/officeDocument/2006/relationships/image" Target="../media/image35.png"/><Relationship Id="rId84" Type="http://schemas.openxmlformats.org/officeDocument/2006/relationships/image" Target="../media/image43.png"/><Relationship Id="rId89" Type="http://schemas.openxmlformats.org/officeDocument/2006/relationships/customXml" Target="../ink/ink610.xml"/><Relationship Id="rId112" Type="http://schemas.openxmlformats.org/officeDocument/2006/relationships/image" Target="../media/image57.png"/><Relationship Id="rId16" Type="http://schemas.openxmlformats.org/officeDocument/2006/relationships/image" Target="../media/image9101.png"/><Relationship Id="rId107" Type="http://schemas.openxmlformats.org/officeDocument/2006/relationships/customXml" Target="../ink/ink619.xml"/><Relationship Id="rId11" Type="http://schemas.openxmlformats.org/officeDocument/2006/relationships/customXml" Target="../ink/ink571.xml"/><Relationship Id="rId32" Type="http://schemas.openxmlformats.org/officeDocument/2006/relationships/image" Target="../media/image17.png"/><Relationship Id="rId37" Type="http://schemas.openxmlformats.org/officeDocument/2006/relationships/customXml" Target="../ink/ink584.xml"/><Relationship Id="rId53" Type="http://schemas.openxmlformats.org/officeDocument/2006/relationships/customXml" Target="../ink/ink592.xml"/><Relationship Id="rId58" Type="http://schemas.openxmlformats.org/officeDocument/2006/relationships/image" Target="../media/image30.png"/><Relationship Id="rId74" Type="http://schemas.openxmlformats.org/officeDocument/2006/relationships/image" Target="../media/image38.png"/><Relationship Id="rId79" Type="http://schemas.openxmlformats.org/officeDocument/2006/relationships/customXml" Target="../ink/ink605.xml"/><Relationship Id="rId102" Type="http://schemas.openxmlformats.org/officeDocument/2006/relationships/image" Target="../media/image52.png"/><Relationship Id="rId5" Type="http://schemas.openxmlformats.org/officeDocument/2006/relationships/customXml" Target="../ink/ink568.xml"/><Relationship Id="rId90" Type="http://schemas.openxmlformats.org/officeDocument/2006/relationships/image" Target="../media/image46.png"/><Relationship Id="rId95" Type="http://schemas.openxmlformats.org/officeDocument/2006/relationships/customXml" Target="../ink/ink613.xml"/><Relationship Id="rId22" Type="http://schemas.openxmlformats.org/officeDocument/2006/relationships/image" Target="../media/image12100.png"/><Relationship Id="rId27" Type="http://schemas.openxmlformats.org/officeDocument/2006/relationships/customXml" Target="../ink/ink579.xml"/><Relationship Id="rId43" Type="http://schemas.openxmlformats.org/officeDocument/2006/relationships/customXml" Target="../ink/ink587.xml"/><Relationship Id="rId48" Type="http://schemas.openxmlformats.org/officeDocument/2006/relationships/image" Target="../media/image25.png"/><Relationship Id="rId64" Type="http://schemas.openxmlformats.org/officeDocument/2006/relationships/image" Target="../media/image33.png"/><Relationship Id="rId69" Type="http://schemas.openxmlformats.org/officeDocument/2006/relationships/customXml" Target="../ink/ink600.xml"/><Relationship Id="rId113" Type="http://schemas.openxmlformats.org/officeDocument/2006/relationships/customXml" Target="../ink/ink622.xml"/><Relationship Id="rId118" Type="http://schemas.openxmlformats.org/officeDocument/2006/relationships/image" Target="../media/image60.png"/><Relationship Id="rId80" Type="http://schemas.openxmlformats.org/officeDocument/2006/relationships/image" Target="../media/image41.png"/><Relationship Id="rId85" Type="http://schemas.openxmlformats.org/officeDocument/2006/relationships/customXml" Target="../ink/ink608.xml"/><Relationship Id="rId12" Type="http://schemas.openxmlformats.org/officeDocument/2006/relationships/image" Target="../media/image7.png"/><Relationship Id="rId17" Type="http://schemas.openxmlformats.org/officeDocument/2006/relationships/customXml" Target="../ink/ink574.xml"/><Relationship Id="rId33" Type="http://schemas.openxmlformats.org/officeDocument/2006/relationships/customXml" Target="../ink/ink582.xml"/><Relationship Id="rId38" Type="http://schemas.openxmlformats.org/officeDocument/2006/relationships/image" Target="../media/image20.png"/><Relationship Id="rId59" Type="http://schemas.openxmlformats.org/officeDocument/2006/relationships/customXml" Target="../ink/ink595.xml"/><Relationship Id="rId103" Type="http://schemas.openxmlformats.org/officeDocument/2006/relationships/customXml" Target="../ink/ink617.xml"/><Relationship Id="rId108" Type="http://schemas.openxmlformats.org/officeDocument/2006/relationships/image" Target="../media/image55.png"/><Relationship Id="rId54" Type="http://schemas.openxmlformats.org/officeDocument/2006/relationships/image" Target="../media/image28.png"/><Relationship Id="rId70" Type="http://schemas.openxmlformats.org/officeDocument/2006/relationships/image" Target="../media/image36.png"/><Relationship Id="rId75" Type="http://schemas.openxmlformats.org/officeDocument/2006/relationships/customXml" Target="../ink/ink603.xml"/><Relationship Id="rId91" Type="http://schemas.openxmlformats.org/officeDocument/2006/relationships/customXml" Target="../ink/ink611.xml"/><Relationship Id="rId96" Type="http://schemas.openxmlformats.org/officeDocument/2006/relationships/image" Target="../media/image49.png"/><Relationship Id="rId1" Type="http://schemas.openxmlformats.org/officeDocument/2006/relationships/video" Target="https://www.youtube.com/embed/iYLOUAdQK78?feature=oembed" TargetMode="External"/><Relationship Id="rId6" Type="http://schemas.openxmlformats.org/officeDocument/2006/relationships/image" Target="../media/image4.png"/><Relationship Id="rId23" Type="http://schemas.openxmlformats.org/officeDocument/2006/relationships/customXml" Target="../ink/ink577.xml"/><Relationship Id="rId28" Type="http://schemas.openxmlformats.org/officeDocument/2006/relationships/image" Target="../media/image15.png"/><Relationship Id="rId49" Type="http://schemas.openxmlformats.org/officeDocument/2006/relationships/customXml" Target="../ink/ink590.xml"/><Relationship Id="rId114" Type="http://schemas.openxmlformats.org/officeDocument/2006/relationships/image" Target="../media/image58.png"/><Relationship Id="rId119" Type="http://schemas.openxmlformats.org/officeDocument/2006/relationships/customXml" Target="../ink/ink625.xml"/><Relationship Id="rId44" Type="http://schemas.openxmlformats.org/officeDocument/2006/relationships/image" Target="../media/image23.png"/><Relationship Id="rId60" Type="http://schemas.openxmlformats.org/officeDocument/2006/relationships/image" Target="../media/image31.png"/><Relationship Id="rId65" Type="http://schemas.openxmlformats.org/officeDocument/2006/relationships/customXml" Target="../ink/ink598.xml"/><Relationship Id="rId81" Type="http://schemas.openxmlformats.org/officeDocument/2006/relationships/customXml" Target="../ink/ink606.xml"/><Relationship Id="rId86" Type="http://schemas.openxmlformats.org/officeDocument/2006/relationships/image" Target="../media/image44.png"/><Relationship Id="rId4" Type="http://schemas.openxmlformats.org/officeDocument/2006/relationships/image" Target="../media/image14.jpeg"/><Relationship Id="rId9" Type="http://schemas.openxmlformats.org/officeDocument/2006/relationships/customXml" Target="../ink/ink570.xml"/><Relationship Id="rId13" Type="http://schemas.openxmlformats.org/officeDocument/2006/relationships/customXml" Target="../ink/ink572.xml"/><Relationship Id="rId18" Type="http://schemas.openxmlformats.org/officeDocument/2006/relationships/image" Target="../media/image10100.png"/><Relationship Id="rId39" Type="http://schemas.openxmlformats.org/officeDocument/2006/relationships/customXml" Target="../ink/ink585.xml"/><Relationship Id="rId109" Type="http://schemas.openxmlformats.org/officeDocument/2006/relationships/customXml" Target="../ink/ink620.xml"/><Relationship Id="rId34" Type="http://schemas.openxmlformats.org/officeDocument/2006/relationships/image" Target="../media/image18.png"/><Relationship Id="rId50" Type="http://schemas.openxmlformats.org/officeDocument/2006/relationships/image" Target="../media/image26.png"/><Relationship Id="rId55" Type="http://schemas.openxmlformats.org/officeDocument/2006/relationships/customXml" Target="../ink/ink593.xml"/><Relationship Id="rId76" Type="http://schemas.openxmlformats.org/officeDocument/2006/relationships/image" Target="../media/image39.png"/><Relationship Id="rId97" Type="http://schemas.openxmlformats.org/officeDocument/2006/relationships/customXml" Target="../ink/ink614.xml"/><Relationship Id="rId104" Type="http://schemas.openxmlformats.org/officeDocument/2006/relationships/image" Target="../media/image53.png"/><Relationship Id="rId120" Type="http://schemas.openxmlformats.org/officeDocument/2006/relationships/image" Target="../media/image61.png"/><Relationship Id="rId7" Type="http://schemas.openxmlformats.org/officeDocument/2006/relationships/customXml" Target="../ink/ink569.xml"/><Relationship Id="rId71" Type="http://schemas.openxmlformats.org/officeDocument/2006/relationships/customXml" Target="../ink/ink601.xml"/><Relationship Id="rId92" Type="http://schemas.openxmlformats.org/officeDocument/2006/relationships/image" Target="../media/image47.png"/><Relationship Id="rId2" Type="http://schemas.openxmlformats.org/officeDocument/2006/relationships/slideLayout" Target="../slideLayouts/slideLayout2.xml"/><Relationship Id="rId29" Type="http://schemas.openxmlformats.org/officeDocument/2006/relationships/customXml" Target="../ink/ink580.xml"/><Relationship Id="rId24" Type="http://schemas.openxmlformats.org/officeDocument/2006/relationships/image" Target="../media/image13100.png"/><Relationship Id="rId40" Type="http://schemas.openxmlformats.org/officeDocument/2006/relationships/image" Target="../media/image21.png"/><Relationship Id="rId45" Type="http://schemas.openxmlformats.org/officeDocument/2006/relationships/customXml" Target="../ink/ink588.xml"/><Relationship Id="rId66" Type="http://schemas.openxmlformats.org/officeDocument/2006/relationships/image" Target="../media/image34.png"/><Relationship Id="rId87" Type="http://schemas.openxmlformats.org/officeDocument/2006/relationships/customXml" Target="../ink/ink609.xml"/><Relationship Id="rId110" Type="http://schemas.openxmlformats.org/officeDocument/2006/relationships/image" Target="../media/image56.png"/><Relationship Id="rId115" Type="http://schemas.openxmlformats.org/officeDocument/2006/relationships/customXml" Target="../ink/ink623.xml"/><Relationship Id="rId61" Type="http://schemas.openxmlformats.org/officeDocument/2006/relationships/customXml" Target="../ink/ink596.xml"/><Relationship Id="rId82" Type="http://schemas.openxmlformats.org/officeDocument/2006/relationships/image" Target="../media/image42.png"/><Relationship Id="rId19" Type="http://schemas.openxmlformats.org/officeDocument/2006/relationships/customXml" Target="../ink/ink575.xml"/><Relationship Id="rId14" Type="http://schemas.openxmlformats.org/officeDocument/2006/relationships/image" Target="../media/image8101.png"/><Relationship Id="rId30" Type="http://schemas.openxmlformats.org/officeDocument/2006/relationships/image" Target="../media/image16.png"/><Relationship Id="rId35" Type="http://schemas.openxmlformats.org/officeDocument/2006/relationships/customXml" Target="../ink/ink583.xml"/><Relationship Id="rId56" Type="http://schemas.openxmlformats.org/officeDocument/2006/relationships/image" Target="../media/image29.png"/><Relationship Id="rId77" Type="http://schemas.openxmlformats.org/officeDocument/2006/relationships/customXml" Target="../ink/ink604.xml"/><Relationship Id="rId100" Type="http://schemas.openxmlformats.org/officeDocument/2006/relationships/image" Target="../media/image51.png"/><Relationship Id="rId105" Type="http://schemas.openxmlformats.org/officeDocument/2006/relationships/customXml" Target="../ink/ink618.xml"/><Relationship Id="rId8" Type="http://schemas.openxmlformats.org/officeDocument/2006/relationships/image" Target="../media/image5.png"/><Relationship Id="rId51" Type="http://schemas.openxmlformats.org/officeDocument/2006/relationships/customXml" Target="../ink/ink591.xml"/><Relationship Id="rId72" Type="http://schemas.openxmlformats.org/officeDocument/2006/relationships/image" Target="../media/image37.png"/><Relationship Id="rId93" Type="http://schemas.openxmlformats.org/officeDocument/2006/relationships/customXml" Target="../ink/ink612.xml"/><Relationship Id="rId98" Type="http://schemas.openxmlformats.org/officeDocument/2006/relationships/image" Target="../media/image50.png"/><Relationship Id="rId121" Type="http://schemas.openxmlformats.org/officeDocument/2006/relationships/customXml" Target="../ink/ink626.xml"/><Relationship Id="rId3" Type="http://schemas.openxmlformats.org/officeDocument/2006/relationships/image" Target="../media/image13.png"/><Relationship Id="rId25" Type="http://schemas.openxmlformats.org/officeDocument/2006/relationships/customXml" Target="../ink/ink578.xml"/><Relationship Id="rId46" Type="http://schemas.openxmlformats.org/officeDocument/2006/relationships/image" Target="../media/image24.png"/><Relationship Id="rId67" Type="http://schemas.openxmlformats.org/officeDocument/2006/relationships/customXml" Target="../ink/ink599.xml"/><Relationship Id="rId116" Type="http://schemas.openxmlformats.org/officeDocument/2006/relationships/image" Target="../media/image59.png"/><Relationship Id="rId20" Type="http://schemas.openxmlformats.org/officeDocument/2006/relationships/image" Target="../media/image11.png"/><Relationship Id="rId41" Type="http://schemas.openxmlformats.org/officeDocument/2006/relationships/customXml" Target="../ink/ink586.xml"/><Relationship Id="rId62" Type="http://schemas.openxmlformats.org/officeDocument/2006/relationships/image" Target="../media/image32.png"/><Relationship Id="rId83" Type="http://schemas.openxmlformats.org/officeDocument/2006/relationships/customXml" Target="../ink/ink607.xml"/><Relationship Id="rId88" Type="http://schemas.openxmlformats.org/officeDocument/2006/relationships/image" Target="../media/image45.png"/><Relationship Id="rId111" Type="http://schemas.openxmlformats.org/officeDocument/2006/relationships/customXml" Target="../ink/ink621.xml"/><Relationship Id="rId15" Type="http://schemas.openxmlformats.org/officeDocument/2006/relationships/customXml" Target="../ink/ink573.xml"/><Relationship Id="rId36" Type="http://schemas.openxmlformats.org/officeDocument/2006/relationships/image" Target="../media/image19.png"/><Relationship Id="rId57" Type="http://schemas.openxmlformats.org/officeDocument/2006/relationships/customXml" Target="../ink/ink594.xml"/><Relationship Id="rId106" Type="http://schemas.openxmlformats.org/officeDocument/2006/relationships/image" Target="../media/image54.png"/><Relationship Id="rId10" Type="http://schemas.openxmlformats.org/officeDocument/2006/relationships/image" Target="../media/image6.png"/><Relationship Id="rId31" Type="http://schemas.openxmlformats.org/officeDocument/2006/relationships/customXml" Target="../ink/ink581.xml"/><Relationship Id="rId52" Type="http://schemas.openxmlformats.org/officeDocument/2006/relationships/image" Target="../media/image27.png"/><Relationship Id="rId73" Type="http://schemas.openxmlformats.org/officeDocument/2006/relationships/customXml" Target="../ink/ink602.xml"/><Relationship Id="rId78" Type="http://schemas.openxmlformats.org/officeDocument/2006/relationships/image" Target="../media/image40.png"/><Relationship Id="rId94" Type="http://schemas.openxmlformats.org/officeDocument/2006/relationships/image" Target="../media/image48.png"/><Relationship Id="rId99" Type="http://schemas.openxmlformats.org/officeDocument/2006/relationships/customXml" Target="../ink/ink615.xml"/><Relationship Id="rId101" Type="http://schemas.openxmlformats.org/officeDocument/2006/relationships/customXml" Target="../ink/ink616.xml"/><Relationship Id="rId122" Type="http://schemas.openxmlformats.org/officeDocument/2006/relationships/image" Target="../media/image62.png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84.xml"/><Relationship Id="rId299" Type="http://schemas.openxmlformats.org/officeDocument/2006/relationships/customXml" Target="../ink/ink775.xml"/><Relationship Id="rId21" Type="http://schemas.openxmlformats.org/officeDocument/2006/relationships/customXml" Target="../ink/ink636.xml"/><Relationship Id="rId63" Type="http://schemas.openxmlformats.org/officeDocument/2006/relationships/customXml" Target="../ink/ink657.xml"/><Relationship Id="rId159" Type="http://schemas.openxmlformats.org/officeDocument/2006/relationships/customXml" Target="../ink/ink705.xml"/><Relationship Id="rId324" Type="http://schemas.openxmlformats.org/officeDocument/2006/relationships/image" Target="../media/image205.png"/><Relationship Id="rId366" Type="http://schemas.openxmlformats.org/officeDocument/2006/relationships/image" Target="../media/image226.png"/><Relationship Id="rId170" Type="http://schemas.openxmlformats.org/officeDocument/2006/relationships/image" Target="../media/image128.png"/><Relationship Id="rId226" Type="http://schemas.openxmlformats.org/officeDocument/2006/relationships/image" Target="../media/image156.png"/><Relationship Id="rId268" Type="http://schemas.openxmlformats.org/officeDocument/2006/relationships/image" Target="../media/image177.png"/><Relationship Id="rId32" Type="http://schemas.openxmlformats.org/officeDocument/2006/relationships/image" Target="../media/image2612.png"/><Relationship Id="rId74" Type="http://schemas.openxmlformats.org/officeDocument/2006/relationships/image" Target="../media/image80.png"/><Relationship Id="rId128" Type="http://schemas.openxmlformats.org/officeDocument/2006/relationships/image" Target="../media/image107.png"/><Relationship Id="rId335" Type="http://schemas.openxmlformats.org/officeDocument/2006/relationships/customXml" Target="../ink/ink793.xml"/><Relationship Id="rId377" Type="http://schemas.openxmlformats.org/officeDocument/2006/relationships/customXml" Target="../ink/ink814.xml"/><Relationship Id="rId5" Type="http://schemas.openxmlformats.org/officeDocument/2006/relationships/customXml" Target="../ink/ink628.xml"/><Relationship Id="rId181" Type="http://schemas.openxmlformats.org/officeDocument/2006/relationships/customXml" Target="../ink/ink716.xml"/><Relationship Id="rId237" Type="http://schemas.openxmlformats.org/officeDocument/2006/relationships/customXml" Target="../ink/ink744.xml"/><Relationship Id="rId279" Type="http://schemas.openxmlformats.org/officeDocument/2006/relationships/customXml" Target="../ink/ink765.xml"/><Relationship Id="rId43" Type="http://schemas.openxmlformats.org/officeDocument/2006/relationships/customXml" Target="../ink/ink647.xml"/><Relationship Id="rId139" Type="http://schemas.openxmlformats.org/officeDocument/2006/relationships/customXml" Target="../ink/ink695.xml"/><Relationship Id="rId290" Type="http://schemas.openxmlformats.org/officeDocument/2006/relationships/image" Target="../media/image188.png"/><Relationship Id="rId304" Type="http://schemas.openxmlformats.org/officeDocument/2006/relationships/image" Target="../media/image195.png"/><Relationship Id="rId346" Type="http://schemas.openxmlformats.org/officeDocument/2006/relationships/image" Target="../media/image216.png"/><Relationship Id="rId388" Type="http://schemas.openxmlformats.org/officeDocument/2006/relationships/image" Target="../media/image237.png"/><Relationship Id="rId85" Type="http://schemas.openxmlformats.org/officeDocument/2006/relationships/customXml" Target="../ink/ink668.xml"/><Relationship Id="rId150" Type="http://schemas.openxmlformats.org/officeDocument/2006/relationships/image" Target="../media/image118.png"/><Relationship Id="rId192" Type="http://schemas.openxmlformats.org/officeDocument/2006/relationships/image" Target="../media/image139.png"/><Relationship Id="rId206" Type="http://schemas.openxmlformats.org/officeDocument/2006/relationships/image" Target="../media/image146.png"/><Relationship Id="rId248" Type="http://schemas.openxmlformats.org/officeDocument/2006/relationships/image" Target="../media/image167.png"/><Relationship Id="rId12" Type="http://schemas.openxmlformats.org/officeDocument/2006/relationships/image" Target="../media/image1611.png"/><Relationship Id="rId108" Type="http://schemas.openxmlformats.org/officeDocument/2006/relationships/image" Target="../media/image97.png"/><Relationship Id="rId315" Type="http://schemas.openxmlformats.org/officeDocument/2006/relationships/customXml" Target="../ink/ink783.xml"/><Relationship Id="rId357" Type="http://schemas.openxmlformats.org/officeDocument/2006/relationships/customXml" Target="../ink/ink804.xml"/><Relationship Id="rId54" Type="http://schemas.openxmlformats.org/officeDocument/2006/relationships/image" Target="../media/image70.png"/><Relationship Id="rId96" Type="http://schemas.openxmlformats.org/officeDocument/2006/relationships/image" Target="../media/image91.png"/><Relationship Id="rId161" Type="http://schemas.openxmlformats.org/officeDocument/2006/relationships/customXml" Target="../ink/ink706.xml"/><Relationship Id="rId217" Type="http://schemas.openxmlformats.org/officeDocument/2006/relationships/customXml" Target="../ink/ink734.xml"/><Relationship Id="rId399" Type="http://schemas.openxmlformats.org/officeDocument/2006/relationships/customXml" Target="../ink/ink825.xml"/><Relationship Id="rId259" Type="http://schemas.openxmlformats.org/officeDocument/2006/relationships/customXml" Target="../ink/ink755.xml"/><Relationship Id="rId23" Type="http://schemas.openxmlformats.org/officeDocument/2006/relationships/customXml" Target="../ink/ink637.xml"/><Relationship Id="rId119" Type="http://schemas.openxmlformats.org/officeDocument/2006/relationships/customXml" Target="../ink/ink685.xml"/><Relationship Id="rId270" Type="http://schemas.openxmlformats.org/officeDocument/2006/relationships/image" Target="../media/image178.png"/><Relationship Id="rId326" Type="http://schemas.openxmlformats.org/officeDocument/2006/relationships/image" Target="../media/image206.png"/><Relationship Id="rId65" Type="http://schemas.openxmlformats.org/officeDocument/2006/relationships/customXml" Target="../ink/ink658.xml"/><Relationship Id="rId130" Type="http://schemas.openxmlformats.org/officeDocument/2006/relationships/image" Target="../media/image108.png"/><Relationship Id="rId368" Type="http://schemas.openxmlformats.org/officeDocument/2006/relationships/image" Target="../media/image227.png"/><Relationship Id="rId172" Type="http://schemas.openxmlformats.org/officeDocument/2006/relationships/image" Target="../media/image129.png"/><Relationship Id="rId228" Type="http://schemas.openxmlformats.org/officeDocument/2006/relationships/image" Target="../media/image157.png"/><Relationship Id="rId281" Type="http://schemas.openxmlformats.org/officeDocument/2006/relationships/customXml" Target="../ink/ink766.xml"/><Relationship Id="rId337" Type="http://schemas.openxmlformats.org/officeDocument/2006/relationships/customXml" Target="../ink/ink794.xml"/><Relationship Id="rId34" Type="http://schemas.openxmlformats.org/officeDocument/2006/relationships/image" Target="../media/image2712.png"/><Relationship Id="rId76" Type="http://schemas.openxmlformats.org/officeDocument/2006/relationships/image" Target="../media/image81.png"/><Relationship Id="rId141" Type="http://schemas.openxmlformats.org/officeDocument/2006/relationships/customXml" Target="../ink/ink696.xml"/><Relationship Id="rId379" Type="http://schemas.openxmlformats.org/officeDocument/2006/relationships/customXml" Target="../ink/ink815.xml"/><Relationship Id="rId7" Type="http://schemas.openxmlformats.org/officeDocument/2006/relationships/customXml" Target="../ink/ink629.xml"/><Relationship Id="rId183" Type="http://schemas.openxmlformats.org/officeDocument/2006/relationships/customXml" Target="../ink/ink717.xml"/><Relationship Id="rId239" Type="http://schemas.openxmlformats.org/officeDocument/2006/relationships/customXml" Target="../ink/ink745.xml"/><Relationship Id="rId390" Type="http://schemas.openxmlformats.org/officeDocument/2006/relationships/image" Target="../media/image238.png"/><Relationship Id="rId250" Type="http://schemas.openxmlformats.org/officeDocument/2006/relationships/image" Target="../media/image168.png"/><Relationship Id="rId292" Type="http://schemas.openxmlformats.org/officeDocument/2006/relationships/image" Target="../media/image189.png"/><Relationship Id="rId306" Type="http://schemas.openxmlformats.org/officeDocument/2006/relationships/image" Target="../media/image196.png"/><Relationship Id="rId45" Type="http://schemas.openxmlformats.org/officeDocument/2006/relationships/customXml" Target="../ink/ink648.xml"/><Relationship Id="rId87" Type="http://schemas.openxmlformats.org/officeDocument/2006/relationships/customXml" Target="../ink/ink669.xml"/><Relationship Id="rId110" Type="http://schemas.openxmlformats.org/officeDocument/2006/relationships/image" Target="../media/image98.png"/><Relationship Id="rId348" Type="http://schemas.openxmlformats.org/officeDocument/2006/relationships/image" Target="../media/image217.png"/><Relationship Id="rId152" Type="http://schemas.openxmlformats.org/officeDocument/2006/relationships/image" Target="../media/image119.png"/><Relationship Id="rId194" Type="http://schemas.openxmlformats.org/officeDocument/2006/relationships/image" Target="../media/image140.png"/><Relationship Id="rId208" Type="http://schemas.openxmlformats.org/officeDocument/2006/relationships/image" Target="../media/image147.png"/><Relationship Id="rId261" Type="http://schemas.openxmlformats.org/officeDocument/2006/relationships/customXml" Target="../ink/ink756.xml"/><Relationship Id="rId14" Type="http://schemas.openxmlformats.org/officeDocument/2006/relationships/image" Target="../media/image1711.png"/><Relationship Id="rId56" Type="http://schemas.openxmlformats.org/officeDocument/2006/relationships/image" Target="../media/image71.png"/><Relationship Id="rId317" Type="http://schemas.openxmlformats.org/officeDocument/2006/relationships/customXml" Target="../ink/ink784.xml"/><Relationship Id="rId359" Type="http://schemas.openxmlformats.org/officeDocument/2006/relationships/customXml" Target="../ink/ink805.xml"/><Relationship Id="rId98" Type="http://schemas.openxmlformats.org/officeDocument/2006/relationships/image" Target="../media/image92.png"/><Relationship Id="rId121" Type="http://schemas.openxmlformats.org/officeDocument/2006/relationships/customXml" Target="../ink/ink686.xml"/><Relationship Id="rId163" Type="http://schemas.openxmlformats.org/officeDocument/2006/relationships/customXml" Target="../ink/ink707.xml"/><Relationship Id="rId219" Type="http://schemas.openxmlformats.org/officeDocument/2006/relationships/customXml" Target="../ink/ink735.xml"/><Relationship Id="rId370" Type="http://schemas.openxmlformats.org/officeDocument/2006/relationships/image" Target="../media/image228.png"/><Relationship Id="rId230" Type="http://schemas.openxmlformats.org/officeDocument/2006/relationships/image" Target="../media/image158.png"/><Relationship Id="rId25" Type="http://schemas.openxmlformats.org/officeDocument/2006/relationships/customXml" Target="../ink/ink638.xml"/><Relationship Id="rId67" Type="http://schemas.openxmlformats.org/officeDocument/2006/relationships/customXml" Target="../ink/ink659.xml"/><Relationship Id="rId272" Type="http://schemas.openxmlformats.org/officeDocument/2006/relationships/image" Target="../media/image179.png"/><Relationship Id="rId328" Type="http://schemas.openxmlformats.org/officeDocument/2006/relationships/image" Target="../media/image207.png"/><Relationship Id="rId132" Type="http://schemas.openxmlformats.org/officeDocument/2006/relationships/image" Target="../media/image109.png"/><Relationship Id="rId174" Type="http://schemas.openxmlformats.org/officeDocument/2006/relationships/image" Target="../media/image130.png"/><Relationship Id="rId381" Type="http://schemas.openxmlformats.org/officeDocument/2006/relationships/customXml" Target="../ink/ink816.xml"/><Relationship Id="rId241" Type="http://schemas.openxmlformats.org/officeDocument/2006/relationships/customXml" Target="../ink/ink746.xml"/><Relationship Id="rId36" Type="http://schemas.openxmlformats.org/officeDocument/2006/relationships/image" Target="../media/image281.png"/><Relationship Id="rId283" Type="http://schemas.openxmlformats.org/officeDocument/2006/relationships/customXml" Target="../ink/ink767.xml"/><Relationship Id="rId339" Type="http://schemas.openxmlformats.org/officeDocument/2006/relationships/customXml" Target="../ink/ink795.xml"/><Relationship Id="rId78" Type="http://schemas.openxmlformats.org/officeDocument/2006/relationships/image" Target="../media/image82.png"/><Relationship Id="rId101" Type="http://schemas.openxmlformats.org/officeDocument/2006/relationships/customXml" Target="../ink/ink676.xml"/><Relationship Id="rId143" Type="http://schemas.openxmlformats.org/officeDocument/2006/relationships/customXml" Target="../ink/ink697.xml"/><Relationship Id="rId185" Type="http://schemas.openxmlformats.org/officeDocument/2006/relationships/customXml" Target="../ink/ink718.xml"/><Relationship Id="rId350" Type="http://schemas.openxmlformats.org/officeDocument/2006/relationships/image" Target="../media/image218.png"/><Relationship Id="rId9" Type="http://schemas.openxmlformats.org/officeDocument/2006/relationships/customXml" Target="../ink/ink630.xml"/><Relationship Id="rId210" Type="http://schemas.openxmlformats.org/officeDocument/2006/relationships/image" Target="../media/image148.png"/><Relationship Id="rId392" Type="http://schemas.openxmlformats.org/officeDocument/2006/relationships/image" Target="../media/image239.png"/><Relationship Id="rId252" Type="http://schemas.openxmlformats.org/officeDocument/2006/relationships/image" Target="../media/image169.png"/><Relationship Id="rId294" Type="http://schemas.openxmlformats.org/officeDocument/2006/relationships/image" Target="../media/image190.png"/><Relationship Id="rId308" Type="http://schemas.openxmlformats.org/officeDocument/2006/relationships/image" Target="../media/image197.png"/><Relationship Id="rId47" Type="http://schemas.openxmlformats.org/officeDocument/2006/relationships/customXml" Target="../ink/ink649.xml"/><Relationship Id="rId89" Type="http://schemas.openxmlformats.org/officeDocument/2006/relationships/customXml" Target="../ink/ink670.xml"/><Relationship Id="rId112" Type="http://schemas.openxmlformats.org/officeDocument/2006/relationships/image" Target="../media/image99.png"/><Relationship Id="rId154" Type="http://schemas.openxmlformats.org/officeDocument/2006/relationships/image" Target="../media/image120.png"/><Relationship Id="rId361" Type="http://schemas.openxmlformats.org/officeDocument/2006/relationships/customXml" Target="../ink/ink806.xml"/><Relationship Id="rId196" Type="http://schemas.openxmlformats.org/officeDocument/2006/relationships/image" Target="../media/image141.png"/><Relationship Id="rId16" Type="http://schemas.openxmlformats.org/officeDocument/2006/relationships/image" Target="../media/image1811.png"/><Relationship Id="rId221" Type="http://schemas.openxmlformats.org/officeDocument/2006/relationships/customXml" Target="../ink/ink736.xml"/><Relationship Id="rId263" Type="http://schemas.openxmlformats.org/officeDocument/2006/relationships/customXml" Target="../ink/ink757.xml"/><Relationship Id="rId319" Type="http://schemas.openxmlformats.org/officeDocument/2006/relationships/customXml" Target="../ink/ink785.xml"/><Relationship Id="rId37" Type="http://schemas.openxmlformats.org/officeDocument/2006/relationships/customXml" Target="../ink/ink644.xml"/><Relationship Id="rId58" Type="http://schemas.openxmlformats.org/officeDocument/2006/relationships/image" Target="../media/image72.png"/><Relationship Id="rId79" Type="http://schemas.openxmlformats.org/officeDocument/2006/relationships/customXml" Target="../ink/ink665.xml"/><Relationship Id="rId102" Type="http://schemas.openxmlformats.org/officeDocument/2006/relationships/image" Target="../media/image94.png"/><Relationship Id="rId123" Type="http://schemas.openxmlformats.org/officeDocument/2006/relationships/customXml" Target="../ink/ink687.xml"/><Relationship Id="rId144" Type="http://schemas.openxmlformats.org/officeDocument/2006/relationships/image" Target="../media/image115.png"/><Relationship Id="rId330" Type="http://schemas.openxmlformats.org/officeDocument/2006/relationships/image" Target="../media/image208.png"/><Relationship Id="rId90" Type="http://schemas.openxmlformats.org/officeDocument/2006/relationships/image" Target="../media/image88.png"/><Relationship Id="rId165" Type="http://schemas.openxmlformats.org/officeDocument/2006/relationships/customXml" Target="../ink/ink708.xml"/><Relationship Id="rId186" Type="http://schemas.openxmlformats.org/officeDocument/2006/relationships/image" Target="../media/image136.png"/><Relationship Id="rId351" Type="http://schemas.openxmlformats.org/officeDocument/2006/relationships/customXml" Target="../ink/ink801.xml"/><Relationship Id="rId372" Type="http://schemas.openxmlformats.org/officeDocument/2006/relationships/image" Target="../media/image229.png"/><Relationship Id="rId393" Type="http://schemas.openxmlformats.org/officeDocument/2006/relationships/customXml" Target="../ink/ink822.xml"/><Relationship Id="rId211" Type="http://schemas.openxmlformats.org/officeDocument/2006/relationships/customXml" Target="../ink/ink731.xml"/><Relationship Id="rId232" Type="http://schemas.openxmlformats.org/officeDocument/2006/relationships/image" Target="../media/image159.png"/><Relationship Id="rId253" Type="http://schemas.openxmlformats.org/officeDocument/2006/relationships/customXml" Target="../ink/ink752.xml"/><Relationship Id="rId274" Type="http://schemas.openxmlformats.org/officeDocument/2006/relationships/image" Target="../media/image180.png"/><Relationship Id="rId295" Type="http://schemas.openxmlformats.org/officeDocument/2006/relationships/customXml" Target="../ink/ink773.xml"/><Relationship Id="rId309" Type="http://schemas.openxmlformats.org/officeDocument/2006/relationships/customXml" Target="../ink/ink780.xml"/><Relationship Id="rId27" Type="http://schemas.openxmlformats.org/officeDocument/2006/relationships/customXml" Target="../ink/ink639.xml"/><Relationship Id="rId48" Type="http://schemas.openxmlformats.org/officeDocument/2006/relationships/image" Target="../media/image67.png"/><Relationship Id="rId69" Type="http://schemas.openxmlformats.org/officeDocument/2006/relationships/customXml" Target="../ink/ink660.xml"/><Relationship Id="rId113" Type="http://schemas.openxmlformats.org/officeDocument/2006/relationships/customXml" Target="../ink/ink682.xml"/><Relationship Id="rId134" Type="http://schemas.openxmlformats.org/officeDocument/2006/relationships/image" Target="../media/image110.png"/><Relationship Id="rId320" Type="http://schemas.openxmlformats.org/officeDocument/2006/relationships/image" Target="../media/image203.png"/><Relationship Id="rId80" Type="http://schemas.openxmlformats.org/officeDocument/2006/relationships/image" Target="../media/image83.png"/><Relationship Id="rId155" Type="http://schemas.openxmlformats.org/officeDocument/2006/relationships/customXml" Target="../ink/ink703.xml"/><Relationship Id="rId176" Type="http://schemas.openxmlformats.org/officeDocument/2006/relationships/image" Target="../media/image131.png"/><Relationship Id="rId197" Type="http://schemas.openxmlformats.org/officeDocument/2006/relationships/customXml" Target="../ink/ink724.xml"/><Relationship Id="rId341" Type="http://schemas.openxmlformats.org/officeDocument/2006/relationships/customXml" Target="../ink/ink796.xml"/><Relationship Id="rId362" Type="http://schemas.openxmlformats.org/officeDocument/2006/relationships/image" Target="../media/image224.png"/><Relationship Id="rId383" Type="http://schemas.openxmlformats.org/officeDocument/2006/relationships/customXml" Target="../ink/ink817.xml"/><Relationship Id="rId201" Type="http://schemas.openxmlformats.org/officeDocument/2006/relationships/customXml" Target="../ink/ink726.xml"/><Relationship Id="rId222" Type="http://schemas.openxmlformats.org/officeDocument/2006/relationships/image" Target="../media/image154.png"/><Relationship Id="rId243" Type="http://schemas.openxmlformats.org/officeDocument/2006/relationships/customXml" Target="../ink/ink747.xml"/><Relationship Id="rId264" Type="http://schemas.openxmlformats.org/officeDocument/2006/relationships/image" Target="../media/image175.png"/><Relationship Id="rId285" Type="http://schemas.openxmlformats.org/officeDocument/2006/relationships/customXml" Target="../ink/ink768.xml"/><Relationship Id="rId17" Type="http://schemas.openxmlformats.org/officeDocument/2006/relationships/customXml" Target="../ink/ink634.xml"/><Relationship Id="rId38" Type="http://schemas.openxmlformats.org/officeDocument/2006/relationships/image" Target="../media/image2912.png"/><Relationship Id="rId59" Type="http://schemas.openxmlformats.org/officeDocument/2006/relationships/customXml" Target="../ink/ink655.xml"/><Relationship Id="rId103" Type="http://schemas.openxmlformats.org/officeDocument/2006/relationships/customXml" Target="../ink/ink677.xml"/><Relationship Id="rId124" Type="http://schemas.openxmlformats.org/officeDocument/2006/relationships/image" Target="../media/image105.png"/><Relationship Id="rId310" Type="http://schemas.openxmlformats.org/officeDocument/2006/relationships/image" Target="../media/image198.png"/><Relationship Id="rId70" Type="http://schemas.openxmlformats.org/officeDocument/2006/relationships/image" Target="../media/image78.png"/><Relationship Id="rId91" Type="http://schemas.openxmlformats.org/officeDocument/2006/relationships/customXml" Target="../ink/ink671.xml"/><Relationship Id="rId145" Type="http://schemas.openxmlformats.org/officeDocument/2006/relationships/customXml" Target="../ink/ink698.xml"/><Relationship Id="rId166" Type="http://schemas.openxmlformats.org/officeDocument/2006/relationships/image" Target="../media/image126.png"/><Relationship Id="rId187" Type="http://schemas.openxmlformats.org/officeDocument/2006/relationships/customXml" Target="../ink/ink719.xml"/><Relationship Id="rId331" Type="http://schemas.openxmlformats.org/officeDocument/2006/relationships/customXml" Target="../ink/ink791.xml"/><Relationship Id="rId352" Type="http://schemas.openxmlformats.org/officeDocument/2006/relationships/image" Target="../media/image219.png"/><Relationship Id="rId373" Type="http://schemas.openxmlformats.org/officeDocument/2006/relationships/customXml" Target="../ink/ink812.xml"/><Relationship Id="rId394" Type="http://schemas.openxmlformats.org/officeDocument/2006/relationships/image" Target="../media/image240.png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49.png"/><Relationship Id="rId233" Type="http://schemas.openxmlformats.org/officeDocument/2006/relationships/customXml" Target="../ink/ink742.xml"/><Relationship Id="rId254" Type="http://schemas.openxmlformats.org/officeDocument/2006/relationships/image" Target="../media/image170.png"/><Relationship Id="rId28" Type="http://schemas.openxmlformats.org/officeDocument/2006/relationships/image" Target="../media/image2411.png"/><Relationship Id="rId49" Type="http://schemas.openxmlformats.org/officeDocument/2006/relationships/customXml" Target="../ink/ink650.xml"/><Relationship Id="rId114" Type="http://schemas.openxmlformats.org/officeDocument/2006/relationships/image" Target="../media/image100.png"/><Relationship Id="rId275" Type="http://schemas.openxmlformats.org/officeDocument/2006/relationships/customXml" Target="../ink/ink763.xml"/><Relationship Id="rId296" Type="http://schemas.openxmlformats.org/officeDocument/2006/relationships/image" Target="../media/image191.png"/><Relationship Id="rId300" Type="http://schemas.openxmlformats.org/officeDocument/2006/relationships/image" Target="../media/image193.png"/><Relationship Id="rId60" Type="http://schemas.openxmlformats.org/officeDocument/2006/relationships/image" Target="../media/image73.png"/><Relationship Id="rId81" Type="http://schemas.openxmlformats.org/officeDocument/2006/relationships/customXml" Target="../ink/ink666.xml"/><Relationship Id="rId135" Type="http://schemas.openxmlformats.org/officeDocument/2006/relationships/customXml" Target="../ink/ink693.xml"/><Relationship Id="rId156" Type="http://schemas.openxmlformats.org/officeDocument/2006/relationships/image" Target="../media/image121.png"/><Relationship Id="rId177" Type="http://schemas.openxmlformats.org/officeDocument/2006/relationships/customXml" Target="../ink/ink714.xml"/><Relationship Id="rId198" Type="http://schemas.openxmlformats.org/officeDocument/2006/relationships/image" Target="../media/image142.png"/><Relationship Id="rId321" Type="http://schemas.openxmlformats.org/officeDocument/2006/relationships/customXml" Target="../ink/ink786.xml"/><Relationship Id="rId342" Type="http://schemas.openxmlformats.org/officeDocument/2006/relationships/image" Target="../media/image214.png"/><Relationship Id="rId363" Type="http://schemas.openxmlformats.org/officeDocument/2006/relationships/customXml" Target="../ink/ink807.xml"/><Relationship Id="rId384" Type="http://schemas.openxmlformats.org/officeDocument/2006/relationships/image" Target="../media/image235.png"/><Relationship Id="rId202" Type="http://schemas.openxmlformats.org/officeDocument/2006/relationships/image" Target="../media/image144.png"/><Relationship Id="rId223" Type="http://schemas.openxmlformats.org/officeDocument/2006/relationships/customXml" Target="../ink/ink737.xml"/><Relationship Id="rId244" Type="http://schemas.openxmlformats.org/officeDocument/2006/relationships/image" Target="../media/image165.png"/><Relationship Id="rId18" Type="http://schemas.openxmlformats.org/officeDocument/2006/relationships/image" Target="../media/image1911.png"/><Relationship Id="rId39" Type="http://schemas.openxmlformats.org/officeDocument/2006/relationships/customXml" Target="../ink/ink645.xml"/><Relationship Id="rId265" Type="http://schemas.openxmlformats.org/officeDocument/2006/relationships/customXml" Target="../ink/ink758.xml"/><Relationship Id="rId286" Type="http://schemas.openxmlformats.org/officeDocument/2006/relationships/image" Target="../media/image186.png"/><Relationship Id="rId50" Type="http://schemas.openxmlformats.org/officeDocument/2006/relationships/image" Target="../media/image68.png"/><Relationship Id="rId104" Type="http://schemas.openxmlformats.org/officeDocument/2006/relationships/image" Target="../media/image95.png"/><Relationship Id="rId125" Type="http://schemas.openxmlformats.org/officeDocument/2006/relationships/customXml" Target="../ink/ink688.xml"/><Relationship Id="rId146" Type="http://schemas.openxmlformats.org/officeDocument/2006/relationships/image" Target="../media/image116.png"/><Relationship Id="rId167" Type="http://schemas.openxmlformats.org/officeDocument/2006/relationships/customXml" Target="../ink/ink709.xml"/><Relationship Id="rId188" Type="http://schemas.openxmlformats.org/officeDocument/2006/relationships/image" Target="../media/image137.png"/><Relationship Id="rId311" Type="http://schemas.openxmlformats.org/officeDocument/2006/relationships/customXml" Target="../ink/ink781.xml"/><Relationship Id="rId332" Type="http://schemas.openxmlformats.org/officeDocument/2006/relationships/image" Target="../media/image209.png"/><Relationship Id="rId353" Type="http://schemas.openxmlformats.org/officeDocument/2006/relationships/customXml" Target="../ink/ink802.xml"/><Relationship Id="rId374" Type="http://schemas.openxmlformats.org/officeDocument/2006/relationships/image" Target="../media/image230.png"/><Relationship Id="rId395" Type="http://schemas.openxmlformats.org/officeDocument/2006/relationships/customXml" Target="../ink/ink823.xml"/><Relationship Id="rId71" Type="http://schemas.openxmlformats.org/officeDocument/2006/relationships/customXml" Target="../ink/ink661.xml"/><Relationship Id="rId92" Type="http://schemas.openxmlformats.org/officeDocument/2006/relationships/image" Target="../media/image89.png"/><Relationship Id="rId213" Type="http://schemas.openxmlformats.org/officeDocument/2006/relationships/customXml" Target="../ink/ink732.xml"/><Relationship Id="rId234" Type="http://schemas.openxmlformats.org/officeDocument/2006/relationships/image" Target="../media/image160.png"/><Relationship Id="rId2" Type="http://schemas.openxmlformats.org/officeDocument/2006/relationships/image" Target="../media/image63.png"/><Relationship Id="rId29" Type="http://schemas.openxmlformats.org/officeDocument/2006/relationships/customXml" Target="../ink/ink640.xml"/><Relationship Id="rId255" Type="http://schemas.openxmlformats.org/officeDocument/2006/relationships/customXml" Target="../ink/ink753.xml"/><Relationship Id="rId276" Type="http://schemas.openxmlformats.org/officeDocument/2006/relationships/image" Target="../media/image181.png"/><Relationship Id="rId297" Type="http://schemas.openxmlformats.org/officeDocument/2006/relationships/customXml" Target="../ink/ink774.xml"/><Relationship Id="rId40" Type="http://schemas.openxmlformats.org/officeDocument/2006/relationships/image" Target="../media/image3012.png"/><Relationship Id="rId115" Type="http://schemas.openxmlformats.org/officeDocument/2006/relationships/customXml" Target="../ink/ink683.xml"/><Relationship Id="rId136" Type="http://schemas.openxmlformats.org/officeDocument/2006/relationships/image" Target="../media/image111.png"/><Relationship Id="rId157" Type="http://schemas.openxmlformats.org/officeDocument/2006/relationships/customXml" Target="../ink/ink704.xml"/><Relationship Id="rId178" Type="http://schemas.openxmlformats.org/officeDocument/2006/relationships/image" Target="../media/image132.png"/><Relationship Id="rId301" Type="http://schemas.openxmlformats.org/officeDocument/2006/relationships/customXml" Target="../ink/ink776.xml"/><Relationship Id="rId322" Type="http://schemas.openxmlformats.org/officeDocument/2006/relationships/image" Target="../media/image204.png"/><Relationship Id="rId343" Type="http://schemas.openxmlformats.org/officeDocument/2006/relationships/customXml" Target="../ink/ink797.xml"/><Relationship Id="rId364" Type="http://schemas.openxmlformats.org/officeDocument/2006/relationships/image" Target="../media/image225.png"/><Relationship Id="rId61" Type="http://schemas.openxmlformats.org/officeDocument/2006/relationships/customXml" Target="../ink/ink656.xml"/><Relationship Id="rId82" Type="http://schemas.openxmlformats.org/officeDocument/2006/relationships/image" Target="../media/image84.png"/><Relationship Id="rId199" Type="http://schemas.openxmlformats.org/officeDocument/2006/relationships/customXml" Target="../ink/ink725.xml"/><Relationship Id="rId203" Type="http://schemas.openxmlformats.org/officeDocument/2006/relationships/customXml" Target="../ink/ink727.xml"/><Relationship Id="rId385" Type="http://schemas.openxmlformats.org/officeDocument/2006/relationships/customXml" Target="../ink/ink818.xml"/><Relationship Id="rId19" Type="http://schemas.openxmlformats.org/officeDocument/2006/relationships/customXml" Target="../ink/ink635.xml"/><Relationship Id="rId224" Type="http://schemas.openxmlformats.org/officeDocument/2006/relationships/image" Target="../media/image155.png"/><Relationship Id="rId245" Type="http://schemas.openxmlformats.org/officeDocument/2006/relationships/customXml" Target="../ink/ink748.xml"/><Relationship Id="rId266" Type="http://schemas.openxmlformats.org/officeDocument/2006/relationships/image" Target="../media/image176.png"/><Relationship Id="rId287" Type="http://schemas.openxmlformats.org/officeDocument/2006/relationships/customXml" Target="../ink/ink769.xml"/><Relationship Id="rId30" Type="http://schemas.openxmlformats.org/officeDocument/2006/relationships/image" Target="../media/image2511.png"/><Relationship Id="rId105" Type="http://schemas.openxmlformats.org/officeDocument/2006/relationships/customXml" Target="../ink/ink678.xml"/><Relationship Id="rId126" Type="http://schemas.openxmlformats.org/officeDocument/2006/relationships/image" Target="../media/image106.png"/><Relationship Id="rId147" Type="http://schemas.openxmlformats.org/officeDocument/2006/relationships/customXml" Target="../ink/ink699.xml"/><Relationship Id="rId168" Type="http://schemas.openxmlformats.org/officeDocument/2006/relationships/image" Target="../media/image127.png"/><Relationship Id="rId312" Type="http://schemas.openxmlformats.org/officeDocument/2006/relationships/image" Target="../media/image199.png"/><Relationship Id="rId333" Type="http://schemas.openxmlformats.org/officeDocument/2006/relationships/customXml" Target="../ink/ink792.xml"/><Relationship Id="rId354" Type="http://schemas.openxmlformats.org/officeDocument/2006/relationships/image" Target="../media/image220.png"/><Relationship Id="rId51" Type="http://schemas.openxmlformats.org/officeDocument/2006/relationships/customXml" Target="../ink/ink651.xml"/><Relationship Id="rId72" Type="http://schemas.openxmlformats.org/officeDocument/2006/relationships/image" Target="../media/image79.png"/><Relationship Id="rId93" Type="http://schemas.openxmlformats.org/officeDocument/2006/relationships/customXml" Target="../ink/ink672.xml"/><Relationship Id="rId189" Type="http://schemas.openxmlformats.org/officeDocument/2006/relationships/customXml" Target="../ink/ink720.xml"/><Relationship Id="rId375" Type="http://schemas.openxmlformats.org/officeDocument/2006/relationships/customXml" Target="../ink/ink813.xml"/><Relationship Id="rId396" Type="http://schemas.openxmlformats.org/officeDocument/2006/relationships/image" Target="../media/image241.png"/><Relationship Id="rId3" Type="http://schemas.openxmlformats.org/officeDocument/2006/relationships/customXml" Target="../ink/ink627.xml"/><Relationship Id="rId214" Type="http://schemas.openxmlformats.org/officeDocument/2006/relationships/image" Target="../media/image150.png"/><Relationship Id="rId235" Type="http://schemas.openxmlformats.org/officeDocument/2006/relationships/customXml" Target="../ink/ink743.xml"/><Relationship Id="rId256" Type="http://schemas.openxmlformats.org/officeDocument/2006/relationships/image" Target="../media/image171.png"/><Relationship Id="rId277" Type="http://schemas.openxmlformats.org/officeDocument/2006/relationships/customXml" Target="../ink/ink764.xml"/><Relationship Id="rId298" Type="http://schemas.openxmlformats.org/officeDocument/2006/relationships/image" Target="../media/image192.png"/><Relationship Id="rId400" Type="http://schemas.openxmlformats.org/officeDocument/2006/relationships/image" Target="../media/image243.png"/><Relationship Id="rId116" Type="http://schemas.openxmlformats.org/officeDocument/2006/relationships/image" Target="../media/image101.png"/><Relationship Id="rId137" Type="http://schemas.openxmlformats.org/officeDocument/2006/relationships/customXml" Target="../ink/ink694.xml"/><Relationship Id="rId158" Type="http://schemas.openxmlformats.org/officeDocument/2006/relationships/image" Target="../media/image122.png"/><Relationship Id="rId302" Type="http://schemas.openxmlformats.org/officeDocument/2006/relationships/image" Target="../media/image194.png"/><Relationship Id="rId323" Type="http://schemas.openxmlformats.org/officeDocument/2006/relationships/customXml" Target="../ink/ink787.xml"/><Relationship Id="rId344" Type="http://schemas.openxmlformats.org/officeDocument/2006/relationships/image" Target="../media/image215.png"/><Relationship Id="rId20" Type="http://schemas.openxmlformats.org/officeDocument/2006/relationships/image" Target="../media/image2011.png"/><Relationship Id="rId41" Type="http://schemas.openxmlformats.org/officeDocument/2006/relationships/customXml" Target="../ink/ink646.xml"/><Relationship Id="rId62" Type="http://schemas.openxmlformats.org/officeDocument/2006/relationships/image" Target="../media/image74.png"/><Relationship Id="rId83" Type="http://schemas.openxmlformats.org/officeDocument/2006/relationships/customXml" Target="../ink/ink667.xml"/><Relationship Id="rId179" Type="http://schemas.openxmlformats.org/officeDocument/2006/relationships/customXml" Target="../ink/ink715.xml"/><Relationship Id="rId365" Type="http://schemas.openxmlformats.org/officeDocument/2006/relationships/customXml" Target="../ink/ink808.xml"/><Relationship Id="rId386" Type="http://schemas.openxmlformats.org/officeDocument/2006/relationships/image" Target="../media/image236.png"/><Relationship Id="rId190" Type="http://schemas.openxmlformats.org/officeDocument/2006/relationships/image" Target="../media/image138.png"/><Relationship Id="rId204" Type="http://schemas.openxmlformats.org/officeDocument/2006/relationships/image" Target="../media/image145.png"/><Relationship Id="rId225" Type="http://schemas.openxmlformats.org/officeDocument/2006/relationships/customXml" Target="../ink/ink738.xml"/><Relationship Id="rId246" Type="http://schemas.openxmlformats.org/officeDocument/2006/relationships/image" Target="../media/image166.png"/><Relationship Id="rId267" Type="http://schemas.openxmlformats.org/officeDocument/2006/relationships/customXml" Target="../ink/ink759.xml"/><Relationship Id="rId288" Type="http://schemas.openxmlformats.org/officeDocument/2006/relationships/image" Target="../media/image187.png"/><Relationship Id="rId106" Type="http://schemas.openxmlformats.org/officeDocument/2006/relationships/image" Target="../media/image96.png"/><Relationship Id="rId127" Type="http://schemas.openxmlformats.org/officeDocument/2006/relationships/customXml" Target="../ink/ink689.xml"/><Relationship Id="rId313" Type="http://schemas.openxmlformats.org/officeDocument/2006/relationships/customXml" Target="../ink/ink782.xml"/><Relationship Id="rId10" Type="http://schemas.openxmlformats.org/officeDocument/2006/relationships/image" Target="../media/image15110.png"/><Relationship Id="rId31" Type="http://schemas.openxmlformats.org/officeDocument/2006/relationships/customXml" Target="../ink/ink641.xml"/><Relationship Id="rId52" Type="http://schemas.openxmlformats.org/officeDocument/2006/relationships/image" Target="../media/image69.png"/><Relationship Id="rId73" Type="http://schemas.openxmlformats.org/officeDocument/2006/relationships/customXml" Target="../ink/ink662.xml"/><Relationship Id="rId94" Type="http://schemas.openxmlformats.org/officeDocument/2006/relationships/image" Target="../media/image90.png"/><Relationship Id="rId148" Type="http://schemas.openxmlformats.org/officeDocument/2006/relationships/image" Target="../media/image117.png"/><Relationship Id="rId169" Type="http://schemas.openxmlformats.org/officeDocument/2006/relationships/customXml" Target="../ink/ink710.xml"/><Relationship Id="rId334" Type="http://schemas.openxmlformats.org/officeDocument/2006/relationships/image" Target="../media/image210.png"/><Relationship Id="rId355" Type="http://schemas.openxmlformats.org/officeDocument/2006/relationships/customXml" Target="../ink/ink803.xml"/><Relationship Id="rId376" Type="http://schemas.openxmlformats.org/officeDocument/2006/relationships/image" Target="../media/image231.png"/><Relationship Id="rId397" Type="http://schemas.openxmlformats.org/officeDocument/2006/relationships/customXml" Target="../ink/ink824.xml"/><Relationship Id="rId4" Type="http://schemas.openxmlformats.org/officeDocument/2006/relationships/image" Target="../media/image12101.png"/><Relationship Id="rId180" Type="http://schemas.openxmlformats.org/officeDocument/2006/relationships/image" Target="../media/image133.png"/><Relationship Id="rId215" Type="http://schemas.openxmlformats.org/officeDocument/2006/relationships/customXml" Target="../ink/ink733.xml"/><Relationship Id="rId236" Type="http://schemas.openxmlformats.org/officeDocument/2006/relationships/image" Target="../media/image161.png"/><Relationship Id="rId257" Type="http://schemas.openxmlformats.org/officeDocument/2006/relationships/customXml" Target="../ink/ink754.xml"/><Relationship Id="rId278" Type="http://schemas.openxmlformats.org/officeDocument/2006/relationships/image" Target="../media/image182.png"/><Relationship Id="rId303" Type="http://schemas.openxmlformats.org/officeDocument/2006/relationships/customXml" Target="../ink/ink777.xml"/><Relationship Id="rId42" Type="http://schemas.openxmlformats.org/officeDocument/2006/relationships/image" Target="../media/image64.png"/><Relationship Id="rId84" Type="http://schemas.openxmlformats.org/officeDocument/2006/relationships/image" Target="../media/image85.png"/><Relationship Id="rId138" Type="http://schemas.openxmlformats.org/officeDocument/2006/relationships/image" Target="../media/image112.png"/><Relationship Id="rId345" Type="http://schemas.openxmlformats.org/officeDocument/2006/relationships/customXml" Target="../ink/ink798.xml"/><Relationship Id="rId387" Type="http://schemas.openxmlformats.org/officeDocument/2006/relationships/customXml" Target="../ink/ink819.xml"/><Relationship Id="rId191" Type="http://schemas.openxmlformats.org/officeDocument/2006/relationships/customXml" Target="../ink/ink721.xml"/><Relationship Id="rId205" Type="http://schemas.openxmlformats.org/officeDocument/2006/relationships/customXml" Target="../ink/ink728.xml"/><Relationship Id="rId247" Type="http://schemas.openxmlformats.org/officeDocument/2006/relationships/customXml" Target="../ink/ink749.xml"/><Relationship Id="rId107" Type="http://schemas.openxmlformats.org/officeDocument/2006/relationships/customXml" Target="../ink/ink679.xml"/><Relationship Id="rId289" Type="http://schemas.openxmlformats.org/officeDocument/2006/relationships/customXml" Target="../ink/ink770.xml"/><Relationship Id="rId11" Type="http://schemas.openxmlformats.org/officeDocument/2006/relationships/customXml" Target="../ink/ink631.xml"/><Relationship Id="rId53" Type="http://schemas.openxmlformats.org/officeDocument/2006/relationships/customXml" Target="../ink/ink652.xml"/><Relationship Id="rId149" Type="http://schemas.openxmlformats.org/officeDocument/2006/relationships/customXml" Target="../ink/ink700.xml"/><Relationship Id="rId314" Type="http://schemas.openxmlformats.org/officeDocument/2006/relationships/image" Target="../media/image200.png"/><Relationship Id="rId356" Type="http://schemas.openxmlformats.org/officeDocument/2006/relationships/image" Target="../media/image221.png"/><Relationship Id="rId398" Type="http://schemas.openxmlformats.org/officeDocument/2006/relationships/image" Target="../media/image242.png"/><Relationship Id="rId95" Type="http://schemas.openxmlformats.org/officeDocument/2006/relationships/customXml" Target="../ink/ink673.xml"/><Relationship Id="rId160" Type="http://schemas.openxmlformats.org/officeDocument/2006/relationships/image" Target="../media/image123.png"/><Relationship Id="rId216" Type="http://schemas.openxmlformats.org/officeDocument/2006/relationships/image" Target="../media/image151.png"/><Relationship Id="rId258" Type="http://schemas.openxmlformats.org/officeDocument/2006/relationships/image" Target="../media/image172.png"/><Relationship Id="rId22" Type="http://schemas.openxmlformats.org/officeDocument/2006/relationships/image" Target="../media/image2111.png"/><Relationship Id="rId64" Type="http://schemas.openxmlformats.org/officeDocument/2006/relationships/image" Target="../media/image75.png"/><Relationship Id="rId118" Type="http://schemas.openxmlformats.org/officeDocument/2006/relationships/image" Target="../media/image102.png"/><Relationship Id="rId325" Type="http://schemas.openxmlformats.org/officeDocument/2006/relationships/customXml" Target="../ink/ink788.xml"/><Relationship Id="rId367" Type="http://schemas.openxmlformats.org/officeDocument/2006/relationships/customXml" Target="../ink/ink809.xml"/><Relationship Id="rId171" Type="http://schemas.openxmlformats.org/officeDocument/2006/relationships/customXml" Target="../ink/ink711.xml"/><Relationship Id="rId227" Type="http://schemas.openxmlformats.org/officeDocument/2006/relationships/customXml" Target="../ink/ink739.xml"/><Relationship Id="rId269" Type="http://schemas.openxmlformats.org/officeDocument/2006/relationships/customXml" Target="../ink/ink760.xml"/><Relationship Id="rId33" Type="http://schemas.openxmlformats.org/officeDocument/2006/relationships/customXml" Target="../ink/ink642.xml"/><Relationship Id="rId129" Type="http://schemas.openxmlformats.org/officeDocument/2006/relationships/customXml" Target="../ink/ink690.xml"/><Relationship Id="rId280" Type="http://schemas.openxmlformats.org/officeDocument/2006/relationships/image" Target="../media/image183.png"/><Relationship Id="rId336" Type="http://schemas.openxmlformats.org/officeDocument/2006/relationships/image" Target="../media/image211.png"/><Relationship Id="rId75" Type="http://schemas.openxmlformats.org/officeDocument/2006/relationships/customXml" Target="../ink/ink663.xml"/><Relationship Id="rId140" Type="http://schemas.openxmlformats.org/officeDocument/2006/relationships/image" Target="../media/image113.png"/><Relationship Id="rId182" Type="http://schemas.openxmlformats.org/officeDocument/2006/relationships/image" Target="../media/image134.png"/><Relationship Id="rId378" Type="http://schemas.openxmlformats.org/officeDocument/2006/relationships/image" Target="../media/image232.png"/><Relationship Id="rId6" Type="http://schemas.openxmlformats.org/officeDocument/2006/relationships/image" Target="../media/image13101.png"/><Relationship Id="rId238" Type="http://schemas.openxmlformats.org/officeDocument/2006/relationships/image" Target="../media/image162.png"/><Relationship Id="rId291" Type="http://schemas.openxmlformats.org/officeDocument/2006/relationships/customXml" Target="../ink/ink771.xml"/><Relationship Id="rId305" Type="http://schemas.openxmlformats.org/officeDocument/2006/relationships/customXml" Target="../ink/ink778.xml"/><Relationship Id="rId347" Type="http://schemas.openxmlformats.org/officeDocument/2006/relationships/customXml" Target="../ink/ink799.xml"/><Relationship Id="rId44" Type="http://schemas.openxmlformats.org/officeDocument/2006/relationships/image" Target="../media/image65.png"/><Relationship Id="rId86" Type="http://schemas.openxmlformats.org/officeDocument/2006/relationships/image" Target="../media/image86.png"/><Relationship Id="rId151" Type="http://schemas.openxmlformats.org/officeDocument/2006/relationships/customXml" Target="../ink/ink701.xml"/><Relationship Id="rId389" Type="http://schemas.openxmlformats.org/officeDocument/2006/relationships/customXml" Target="../ink/ink820.xml"/><Relationship Id="rId193" Type="http://schemas.openxmlformats.org/officeDocument/2006/relationships/customXml" Target="../ink/ink722.xml"/><Relationship Id="rId207" Type="http://schemas.openxmlformats.org/officeDocument/2006/relationships/customXml" Target="../ink/ink729.xml"/><Relationship Id="rId249" Type="http://schemas.openxmlformats.org/officeDocument/2006/relationships/customXml" Target="../ink/ink750.xml"/><Relationship Id="rId13" Type="http://schemas.openxmlformats.org/officeDocument/2006/relationships/customXml" Target="../ink/ink632.xml"/><Relationship Id="rId109" Type="http://schemas.openxmlformats.org/officeDocument/2006/relationships/customXml" Target="../ink/ink680.xml"/><Relationship Id="rId260" Type="http://schemas.openxmlformats.org/officeDocument/2006/relationships/image" Target="../media/image173.png"/><Relationship Id="rId316" Type="http://schemas.openxmlformats.org/officeDocument/2006/relationships/image" Target="../media/image201.png"/><Relationship Id="rId55" Type="http://schemas.openxmlformats.org/officeDocument/2006/relationships/customXml" Target="../ink/ink653.xml"/><Relationship Id="rId97" Type="http://schemas.openxmlformats.org/officeDocument/2006/relationships/customXml" Target="../ink/ink674.xml"/><Relationship Id="rId120" Type="http://schemas.openxmlformats.org/officeDocument/2006/relationships/image" Target="../media/image103.png"/><Relationship Id="rId358" Type="http://schemas.openxmlformats.org/officeDocument/2006/relationships/image" Target="../media/image222.png"/><Relationship Id="rId162" Type="http://schemas.openxmlformats.org/officeDocument/2006/relationships/image" Target="../media/image124.png"/><Relationship Id="rId218" Type="http://schemas.openxmlformats.org/officeDocument/2006/relationships/image" Target="../media/image152.png"/><Relationship Id="rId271" Type="http://schemas.openxmlformats.org/officeDocument/2006/relationships/customXml" Target="../ink/ink761.xml"/><Relationship Id="rId24" Type="http://schemas.openxmlformats.org/officeDocument/2006/relationships/image" Target="../media/image2211.png"/><Relationship Id="rId66" Type="http://schemas.openxmlformats.org/officeDocument/2006/relationships/image" Target="../media/image76.png"/><Relationship Id="rId131" Type="http://schemas.openxmlformats.org/officeDocument/2006/relationships/customXml" Target="../ink/ink691.xml"/><Relationship Id="rId327" Type="http://schemas.openxmlformats.org/officeDocument/2006/relationships/customXml" Target="../ink/ink789.xml"/><Relationship Id="rId369" Type="http://schemas.openxmlformats.org/officeDocument/2006/relationships/customXml" Target="../ink/ink810.xml"/><Relationship Id="rId173" Type="http://schemas.openxmlformats.org/officeDocument/2006/relationships/customXml" Target="../ink/ink712.xml"/><Relationship Id="rId229" Type="http://schemas.openxmlformats.org/officeDocument/2006/relationships/customXml" Target="../ink/ink740.xml"/><Relationship Id="rId380" Type="http://schemas.openxmlformats.org/officeDocument/2006/relationships/image" Target="../media/image233.png"/><Relationship Id="rId240" Type="http://schemas.openxmlformats.org/officeDocument/2006/relationships/image" Target="../media/image163.png"/><Relationship Id="rId35" Type="http://schemas.openxmlformats.org/officeDocument/2006/relationships/customXml" Target="../ink/ink643.xml"/><Relationship Id="rId77" Type="http://schemas.openxmlformats.org/officeDocument/2006/relationships/customXml" Target="../ink/ink664.xml"/><Relationship Id="rId100" Type="http://schemas.openxmlformats.org/officeDocument/2006/relationships/image" Target="../media/image93.png"/><Relationship Id="rId282" Type="http://schemas.openxmlformats.org/officeDocument/2006/relationships/image" Target="../media/image184.png"/><Relationship Id="rId338" Type="http://schemas.openxmlformats.org/officeDocument/2006/relationships/image" Target="../media/image212.png"/><Relationship Id="rId8" Type="http://schemas.openxmlformats.org/officeDocument/2006/relationships/image" Target="../media/image14110.png"/><Relationship Id="rId142" Type="http://schemas.openxmlformats.org/officeDocument/2006/relationships/image" Target="../media/image114.png"/><Relationship Id="rId184" Type="http://schemas.openxmlformats.org/officeDocument/2006/relationships/image" Target="../media/image135.png"/><Relationship Id="rId391" Type="http://schemas.openxmlformats.org/officeDocument/2006/relationships/customXml" Target="../ink/ink821.xml"/><Relationship Id="rId251" Type="http://schemas.openxmlformats.org/officeDocument/2006/relationships/customXml" Target="../ink/ink751.xml"/><Relationship Id="rId46" Type="http://schemas.openxmlformats.org/officeDocument/2006/relationships/image" Target="../media/image66.png"/><Relationship Id="rId293" Type="http://schemas.openxmlformats.org/officeDocument/2006/relationships/customXml" Target="../ink/ink772.xml"/><Relationship Id="rId307" Type="http://schemas.openxmlformats.org/officeDocument/2006/relationships/customXml" Target="../ink/ink779.xml"/><Relationship Id="rId349" Type="http://schemas.openxmlformats.org/officeDocument/2006/relationships/customXml" Target="../ink/ink800.xml"/><Relationship Id="rId88" Type="http://schemas.openxmlformats.org/officeDocument/2006/relationships/image" Target="../media/image87.png"/><Relationship Id="rId111" Type="http://schemas.openxmlformats.org/officeDocument/2006/relationships/customXml" Target="../ink/ink681.xml"/><Relationship Id="rId153" Type="http://schemas.openxmlformats.org/officeDocument/2006/relationships/customXml" Target="../ink/ink702.xml"/><Relationship Id="rId195" Type="http://schemas.openxmlformats.org/officeDocument/2006/relationships/customXml" Target="../ink/ink723.xml"/><Relationship Id="rId209" Type="http://schemas.openxmlformats.org/officeDocument/2006/relationships/customXml" Target="../ink/ink730.xml"/><Relationship Id="rId360" Type="http://schemas.openxmlformats.org/officeDocument/2006/relationships/image" Target="../media/image223.png"/><Relationship Id="rId220" Type="http://schemas.openxmlformats.org/officeDocument/2006/relationships/image" Target="../media/image153.png"/><Relationship Id="rId15" Type="http://schemas.openxmlformats.org/officeDocument/2006/relationships/customXml" Target="../ink/ink633.xml"/><Relationship Id="rId57" Type="http://schemas.openxmlformats.org/officeDocument/2006/relationships/customXml" Target="../ink/ink654.xml"/><Relationship Id="rId262" Type="http://schemas.openxmlformats.org/officeDocument/2006/relationships/image" Target="../media/image174.png"/><Relationship Id="rId318" Type="http://schemas.openxmlformats.org/officeDocument/2006/relationships/image" Target="../media/image202.png"/><Relationship Id="rId99" Type="http://schemas.openxmlformats.org/officeDocument/2006/relationships/customXml" Target="../ink/ink675.xml"/><Relationship Id="rId122" Type="http://schemas.openxmlformats.org/officeDocument/2006/relationships/image" Target="../media/image104.png"/><Relationship Id="rId164" Type="http://schemas.openxmlformats.org/officeDocument/2006/relationships/image" Target="../media/image125.png"/><Relationship Id="rId371" Type="http://schemas.openxmlformats.org/officeDocument/2006/relationships/customXml" Target="../ink/ink811.xml"/><Relationship Id="rId26" Type="http://schemas.openxmlformats.org/officeDocument/2006/relationships/image" Target="../media/image2311.png"/><Relationship Id="rId231" Type="http://schemas.openxmlformats.org/officeDocument/2006/relationships/customXml" Target="../ink/ink741.xml"/><Relationship Id="rId273" Type="http://schemas.openxmlformats.org/officeDocument/2006/relationships/customXml" Target="../ink/ink762.xml"/><Relationship Id="rId329" Type="http://schemas.openxmlformats.org/officeDocument/2006/relationships/customXml" Target="../ink/ink790.xml"/><Relationship Id="rId68" Type="http://schemas.openxmlformats.org/officeDocument/2006/relationships/image" Target="../media/image77.png"/><Relationship Id="rId133" Type="http://schemas.openxmlformats.org/officeDocument/2006/relationships/customXml" Target="../ink/ink692.xml"/><Relationship Id="rId175" Type="http://schemas.openxmlformats.org/officeDocument/2006/relationships/customXml" Target="../ink/ink713.xml"/><Relationship Id="rId340" Type="http://schemas.openxmlformats.org/officeDocument/2006/relationships/image" Target="../media/image213.png"/><Relationship Id="rId200" Type="http://schemas.openxmlformats.org/officeDocument/2006/relationships/image" Target="../media/image143.png"/><Relationship Id="rId382" Type="http://schemas.openxmlformats.org/officeDocument/2006/relationships/image" Target="../media/image234.png"/><Relationship Id="rId242" Type="http://schemas.openxmlformats.org/officeDocument/2006/relationships/image" Target="../media/image164.png"/><Relationship Id="rId284" Type="http://schemas.openxmlformats.org/officeDocument/2006/relationships/image" Target="../media/image18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826.xml"/><Relationship Id="rId2" Type="http://schemas.openxmlformats.org/officeDocument/2006/relationships/image" Target="../media/image2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12.png"/><Relationship Id="rId5" Type="http://schemas.openxmlformats.org/officeDocument/2006/relationships/customXml" Target="../ink/ink827.xml"/><Relationship Id="rId4" Type="http://schemas.openxmlformats.org/officeDocument/2006/relationships/image" Target="../media/image321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830.xml"/><Relationship Id="rId13" Type="http://schemas.openxmlformats.org/officeDocument/2006/relationships/image" Target="../media/image4011.png"/><Relationship Id="rId18" Type="http://schemas.openxmlformats.org/officeDocument/2006/relationships/customXml" Target="../ink/ink835.xml"/><Relationship Id="rId26" Type="http://schemas.openxmlformats.org/officeDocument/2006/relationships/customXml" Target="../ink/ink839.xml"/><Relationship Id="rId3" Type="http://schemas.openxmlformats.org/officeDocument/2006/relationships/image" Target="../media/image246.jpg"/><Relationship Id="rId21" Type="http://schemas.openxmlformats.org/officeDocument/2006/relationships/image" Target="../media/image4411.png"/><Relationship Id="rId7" Type="http://schemas.openxmlformats.org/officeDocument/2006/relationships/image" Target="../media/image3712.png"/><Relationship Id="rId12" Type="http://schemas.openxmlformats.org/officeDocument/2006/relationships/customXml" Target="../ink/ink832.xml"/><Relationship Id="rId17" Type="http://schemas.openxmlformats.org/officeDocument/2006/relationships/image" Target="../media/image4211.png"/><Relationship Id="rId25" Type="http://schemas.openxmlformats.org/officeDocument/2006/relationships/image" Target="../media/image4611.png"/><Relationship Id="rId2" Type="http://schemas.openxmlformats.org/officeDocument/2006/relationships/image" Target="../media/image245.png"/><Relationship Id="rId16" Type="http://schemas.openxmlformats.org/officeDocument/2006/relationships/customXml" Target="../ink/ink834.xml"/><Relationship Id="rId20" Type="http://schemas.openxmlformats.org/officeDocument/2006/relationships/customXml" Target="../ink/ink83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29.xml"/><Relationship Id="rId11" Type="http://schemas.openxmlformats.org/officeDocument/2006/relationships/image" Target="../media/image3911.png"/><Relationship Id="rId24" Type="http://schemas.openxmlformats.org/officeDocument/2006/relationships/customXml" Target="../ink/ink838.xml"/><Relationship Id="rId5" Type="http://schemas.openxmlformats.org/officeDocument/2006/relationships/image" Target="../media/image3612.png"/><Relationship Id="rId15" Type="http://schemas.openxmlformats.org/officeDocument/2006/relationships/image" Target="../media/image4111.png"/><Relationship Id="rId23" Type="http://schemas.openxmlformats.org/officeDocument/2006/relationships/image" Target="../media/image4511.png"/><Relationship Id="rId10" Type="http://schemas.openxmlformats.org/officeDocument/2006/relationships/customXml" Target="../ink/ink831.xml"/><Relationship Id="rId19" Type="http://schemas.openxmlformats.org/officeDocument/2006/relationships/image" Target="../media/image4311.png"/><Relationship Id="rId4" Type="http://schemas.openxmlformats.org/officeDocument/2006/relationships/customXml" Target="../ink/ink828.xml"/><Relationship Id="rId9" Type="http://schemas.openxmlformats.org/officeDocument/2006/relationships/image" Target="../media/image3811.png"/><Relationship Id="rId14" Type="http://schemas.openxmlformats.org/officeDocument/2006/relationships/customXml" Target="../ink/ink833.xml"/><Relationship Id="rId22" Type="http://schemas.openxmlformats.org/officeDocument/2006/relationships/customXml" Target="../ink/ink837.xml"/><Relationship Id="rId27" Type="http://schemas.openxmlformats.org/officeDocument/2006/relationships/image" Target="../media/image4711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845.xml"/><Relationship Id="rId18" Type="http://schemas.openxmlformats.org/officeDocument/2006/relationships/image" Target="../media/image565.png"/><Relationship Id="rId26" Type="http://schemas.openxmlformats.org/officeDocument/2006/relationships/image" Target="../media/image6011.png"/><Relationship Id="rId3" Type="http://schemas.openxmlformats.org/officeDocument/2006/relationships/customXml" Target="../ink/ink840.xml"/><Relationship Id="rId21" Type="http://schemas.openxmlformats.org/officeDocument/2006/relationships/customXml" Target="../ink/ink849.xml"/><Relationship Id="rId34" Type="http://schemas.openxmlformats.org/officeDocument/2006/relationships/image" Target="../media/image6411.png"/><Relationship Id="rId7" Type="http://schemas.openxmlformats.org/officeDocument/2006/relationships/customXml" Target="../ink/ink842.xml"/><Relationship Id="rId12" Type="http://schemas.openxmlformats.org/officeDocument/2006/relationships/image" Target="../media/image5311.png"/><Relationship Id="rId17" Type="http://schemas.openxmlformats.org/officeDocument/2006/relationships/customXml" Target="../ink/ink847.xml"/><Relationship Id="rId25" Type="http://schemas.openxmlformats.org/officeDocument/2006/relationships/customXml" Target="../ink/ink851.xml"/><Relationship Id="rId33" Type="http://schemas.openxmlformats.org/officeDocument/2006/relationships/customXml" Target="../ink/ink855.xml"/><Relationship Id="rId2" Type="http://schemas.openxmlformats.org/officeDocument/2006/relationships/image" Target="../media/image247.png"/><Relationship Id="rId16" Type="http://schemas.openxmlformats.org/officeDocument/2006/relationships/image" Target="../media/image5511.png"/><Relationship Id="rId20" Type="http://schemas.openxmlformats.org/officeDocument/2006/relationships/image" Target="../media/image570.png"/><Relationship Id="rId29" Type="http://schemas.openxmlformats.org/officeDocument/2006/relationships/customXml" Target="../ink/ink8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11.png"/><Relationship Id="rId11" Type="http://schemas.openxmlformats.org/officeDocument/2006/relationships/customXml" Target="../ink/ink844.xml"/><Relationship Id="rId24" Type="http://schemas.openxmlformats.org/officeDocument/2006/relationships/image" Target="../media/image5911.png"/><Relationship Id="rId32" Type="http://schemas.openxmlformats.org/officeDocument/2006/relationships/image" Target="../media/image6311.png"/><Relationship Id="rId5" Type="http://schemas.openxmlformats.org/officeDocument/2006/relationships/customXml" Target="../ink/ink841.xml"/><Relationship Id="rId15" Type="http://schemas.openxmlformats.org/officeDocument/2006/relationships/customXml" Target="../ink/ink846.xml"/><Relationship Id="rId23" Type="http://schemas.openxmlformats.org/officeDocument/2006/relationships/customXml" Target="../ink/ink850.xml"/><Relationship Id="rId28" Type="http://schemas.openxmlformats.org/officeDocument/2006/relationships/image" Target="../media/image6111.png"/><Relationship Id="rId10" Type="http://schemas.openxmlformats.org/officeDocument/2006/relationships/image" Target="../media/image5211.png"/><Relationship Id="rId19" Type="http://schemas.openxmlformats.org/officeDocument/2006/relationships/customXml" Target="../ink/ink848.xml"/><Relationship Id="rId31" Type="http://schemas.openxmlformats.org/officeDocument/2006/relationships/customXml" Target="../ink/ink854.xml"/><Relationship Id="rId4" Type="http://schemas.openxmlformats.org/officeDocument/2006/relationships/image" Target="../media/image4911.png"/><Relationship Id="rId9" Type="http://schemas.openxmlformats.org/officeDocument/2006/relationships/customXml" Target="../ink/ink843.xml"/><Relationship Id="rId14" Type="http://schemas.openxmlformats.org/officeDocument/2006/relationships/image" Target="../media/image5411.png"/><Relationship Id="rId22" Type="http://schemas.openxmlformats.org/officeDocument/2006/relationships/image" Target="../media/image5811.png"/><Relationship Id="rId27" Type="http://schemas.openxmlformats.org/officeDocument/2006/relationships/customXml" Target="../ink/ink852.xml"/><Relationship Id="rId30" Type="http://schemas.openxmlformats.org/officeDocument/2006/relationships/image" Target="../media/image6211.png"/><Relationship Id="rId8" Type="http://schemas.openxmlformats.org/officeDocument/2006/relationships/image" Target="../media/image5111.png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96.png"/><Relationship Id="rId21" Type="http://schemas.openxmlformats.org/officeDocument/2006/relationships/image" Target="../media/image7511.png"/><Relationship Id="rId63" Type="http://schemas.openxmlformats.org/officeDocument/2006/relationships/image" Target="../media/image268.png"/><Relationship Id="rId159" Type="http://schemas.openxmlformats.org/officeDocument/2006/relationships/image" Target="../media/image317.png"/><Relationship Id="rId170" Type="http://schemas.openxmlformats.org/officeDocument/2006/relationships/customXml" Target="../ink/ink939.xml"/><Relationship Id="rId226" Type="http://schemas.openxmlformats.org/officeDocument/2006/relationships/customXml" Target="../ink/ink967.xml"/><Relationship Id="rId268" Type="http://schemas.openxmlformats.org/officeDocument/2006/relationships/customXml" Target="../ink/ink988.xml"/><Relationship Id="rId32" Type="http://schemas.openxmlformats.org/officeDocument/2006/relationships/customXml" Target="../ink/ink870.xml"/><Relationship Id="rId74" Type="http://schemas.openxmlformats.org/officeDocument/2006/relationships/customXml" Target="../ink/ink891.xml"/><Relationship Id="rId128" Type="http://schemas.openxmlformats.org/officeDocument/2006/relationships/customXml" Target="../ink/ink918.xml"/><Relationship Id="rId5" Type="http://schemas.openxmlformats.org/officeDocument/2006/relationships/image" Target="../media/image6711.png"/><Relationship Id="rId181" Type="http://schemas.openxmlformats.org/officeDocument/2006/relationships/image" Target="../media/image328.png"/><Relationship Id="rId237" Type="http://schemas.openxmlformats.org/officeDocument/2006/relationships/image" Target="../media/image356.png"/><Relationship Id="rId279" Type="http://schemas.openxmlformats.org/officeDocument/2006/relationships/image" Target="../media/image377.png"/><Relationship Id="rId43" Type="http://schemas.openxmlformats.org/officeDocument/2006/relationships/image" Target="../media/image258.png"/><Relationship Id="rId139" Type="http://schemas.openxmlformats.org/officeDocument/2006/relationships/image" Target="../media/image307.png"/><Relationship Id="rId290" Type="http://schemas.openxmlformats.org/officeDocument/2006/relationships/customXml" Target="../ink/ink999.xml"/><Relationship Id="rId85" Type="http://schemas.openxmlformats.org/officeDocument/2006/relationships/image" Target="../media/image279.png"/><Relationship Id="rId150" Type="http://schemas.openxmlformats.org/officeDocument/2006/relationships/customXml" Target="../ink/ink929.xml"/><Relationship Id="rId192" Type="http://schemas.openxmlformats.org/officeDocument/2006/relationships/customXml" Target="../ink/ink950.xml"/><Relationship Id="rId206" Type="http://schemas.openxmlformats.org/officeDocument/2006/relationships/customXml" Target="../ink/ink957.xml"/><Relationship Id="rId248" Type="http://schemas.openxmlformats.org/officeDocument/2006/relationships/customXml" Target="../ink/ink978.xml"/><Relationship Id="rId12" Type="http://schemas.openxmlformats.org/officeDocument/2006/relationships/customXml" Target="../ink/ink860.xml"/><Relationship Id="rId108" Type="http://schemas.openxmlformats.org/officeDocument/2006/relationships/customXml" Target="../ink/ink908.xml"/><Relationship Id="rId54" Type="http://schemas.openxmlformats.org/officeDocument/2006/relationships/customXml" Target="../ink/ink881.xml"/><Relationship Id="rId75" Type="http://schemas.openxmlformats.org/officeDocument/2006/relationships/image" Target="../media/image274.png"/><Relationship Id="rId96" Type="http://schemas.openxmlformats.org/officeDocument/2006/relationships/customXml" Target="../ink/ink902.xml"/><Relationship Id="rId140" Type="http://schemas.openxmlformats.org/officeDocument/2006/relationships/customXml" Target="../ink/ink924.xml"/><Relationship Id="rId161" Type="http://schemas.openxmlformats.org/officeDocument/2006/relationships/image" Target="../media/image318.png"/><Relationship Id="rId182" Type="http://schemas.openxmlformats.org/officeDocument/2006/relationships/customXml" Target="../ink/ink945.xml"/><Relationship Id="rId217" Type="http://schemas.openxmlformats.org/officeDocument/2006/relationships/image" Target="../media/image346.png"/><Relationship Id="rId6" Type="http://schemas.openxmlformats.org/officeDocument/2006/relationships/customXml" Target="../ink/ink857.xml"/><Relationship Id="rId238" Type="http://schemas.openxmlformats.org/officeDocument/2006/relationships/customXml" Target="../ink/ink973.xml"/><Relationship Id="rId259" Type="http://schemas.openxmlformats.org/officeDocument/2006/relationships/image" Target="../media/image367.png"/><Relationship Id="rId23" Type="http://schemas.openxmlformats.org/officeDocument/2006/relationships/image" Target="../media/image769.png"/><Relationship Id="rId119" Type="http://schemas.openxmlformats.org/officeDocument/2006/relationships/image" Target="../media/image297.png"/><Relationship Id="rId270" Type="http://schemas.openxmlformats.org/officeDocument/2006/relationships/customXml" Target="../ink/ink989.xml"/><Relationship Id="rId291" Type="http://schemas.openxmlformats.org/officeDocument/2006/relationships/image" Target="../media/image383.png"/><Relationship Id="rId44" Type="http://schemas.openxmlformats.org/officeDocument/2006/relationships/customXml" Target="../ink/ink876.xml"/><Relationship Id="rId65" Type="http://schemas.openxmlformats.org/officeDocument/2006/relationships/image" Target="../media/image269.png"/><Relationship Id="rId86" Type="http://schemas.openxmlformats.org/officeDocument/2006/relationships/customXml" Target="../ink/ink897.xml"/><Relationship Id="rId130" Type="http://schemas.openxmlformats.org/officeDocument/2006/relationships/customXml" Target="../ink/ink919.xml"/><Relationship Id="rId151" Type="http://schemas.openxmlformats.org/officeDocument/2006/relationships/image" Target="../media/image313.png"/><Relationship Id="rId172" Type="http://schemas.openxmlformats.org/officeDocument/2006/relationships/customXml" Target="../ink/ink940.xml"/><Relationship Id="rId193" Type="http://schemas.openxmlformats.org/officeDocument/2006/relationships/image" Target="../media/image334.png"/><Relationship Id="rId207" Type="http://schemas.openxmlformats.org/officeDocument/2006/relationships/image" Target="../media/image341.png"/><Relationship Id="rId228" Type="http://schemas.openxmlformats.org/officeDocument/2006/relationships/customXml" Target="../ink/ink968.xml"/><Relationship Id="rId249" Type="http://schemas.openxmlformats.org/officeDocument/2006/relationships/image" Target="../media/image362.png"/><Relationship Id="rId13" Type="http://schemas.openxmlformats.org/officeDocument/2006/relationships/image" Target="../media/image7111.png"/><Relationship Id="rId109" Type="http://schemas.openxmlformats.org/officeDocument/2006/relationships/image" Target="../media/image292.png"/><Relationship Id="rId260" Type="http://schemas.openxmlformats.org/officeDocument/2006/relationships/customXml" Target="../ink/ink984.xml"/><Relationship Id="rId281" Type="http://schemas.openxmlformats.org/officeDocument/2006/relationships/image" Target="../media/image378.png"/><Relationship Id="rId34" Type="http://schemas.openxmlformats.org/officeDocument/2006/relationships/customXml" Target="../ink/ink871.xml"/><Relationship Id="rId55" Type="http://schemas.openxmlformats.org/officeDocument/2006/relationships/image" Target="../media/image264.png"/><Relationship Id="rId76" Type="http://schemas.openxmlformats.org/officeDocument/2006/relationships/customXml" Target="../ink/ink892.xml"/><Relationship Id="rId97" Type="http://schemas.openxmlformats.org/officeDocument/2006/relationships/image" Target="../media/image286.png"/><Relationship Id="rId120" Type="http://schemas.openxmlformats.org/officeDocument/2006/relationships/customXml" Target="../ink/ink914.xml"/><Relationship Id="rId141" Type="http://schemas.openxmlformats.org/officeDocument/2006/relationships/image" Target="../media/image308.png"/><Relationship Id="rId7" Type="http://schemas.openxmlformats.org/officeDocument/2006/relationships/image" Target="../media/image6811.png"/><Relationship Id="rId162" Type="http://schemas.openxmlformats.org/officeDocument/2006/relationships/customXml" Target="../ink/ink935.xml"/><Relationship Id="rId183" Type="http://schemas.openxmlformats.org/officeDocument/2006/relationships/image" Target="../media/image329.png"/><Relationship Id="rId218" Type="http://schemas.openxmlformats.org/officeDocument/2006/relationships/customXml" Target="../ink/ink963.xml"/><Relationship Id="rId239" Type="http://schemas.openxmlformats.org/officeDocument/2006/relationships/image" Target="../media/image357.png"/><Relationship Id="rId250" Type="http://schemas.openxmlformats.org/officeDocument/2006/relationships/customXml" Target="../ink/ink979.xml"/><Relationship Id="rId271" Type="http://schemas.openxmlformats.org/officeDocument/2006/relationships/image" Target="../media/image373.png"/><Relationship Id="rId292" Type="http://schemas.openxmlformats.org/officeDocument/2006/relationships/customXml" Target="../ink/ink1000.xml"/><Relationship Id="rId24" Type="http://schemas.openxmlformats.org/officeDocument/2006/relationships/customXml" Target="../ink/ink866.xml"/><Relationship Id="rId45" Type="http://schemas.openxmlformats.org/officeDocument/2006/relationships/image" Target="../media/image259.png"/><Relationship Id="rId66" Type="http://schemas.openxmlformats.org/officeDocument/2006/relationships/customXml" Target="../ink/ink887.xml"/><Relationship Id="rId87" Type="http://schemas.openxmlformats.org/officeDocument/2006/relationships/image" Target="../media/image280.png"/><Relationship Id="rId110" Type="http://schemas.openxmlformats.org/officeDocument/2006/relationships/customXml" Target="../ink/ink909.xml"/><Relationship Id="rId131" Type="http://schemas.openxmlformats.org/officeDocument/2006/relationships/image" Target="../media/image303.png"/><Relationship Id="rId152" Type="http://schemas.openxmlformats.org/officeDocument/2006/relationships/customXml" Target="../ink/ink930.xml"/><Relationship Id="rId173" Type="http://schemas.openxmlformats.org/officeDocument/2006/relationships/image" Target="../media/image324.png"/><Relationship Id="rId194" Type="http://schemas.openxmlformats.org/officeDocument/2006/relationships/customXml" Target="../ink/ink951.xml"/><Relationship Id="rId208" Type="http://schemas.openxmlformats.org/officeDocument/2006/relationships/customXml" Target="../ink/ink958.xml"/><Relationship Id="rId229" Type="http://schemas.openxmlformats.org/officeDocument/2006/relationships/image" Target="../media/image352.png"/><Relationship Id="rId240" Type="http://schemas.openxmlformats.org/officeDocument/2006/relationships/customXml" Target="../ink/ink974.xml"/><Relationship Id="rId261" Type="http://schemas.openxmlformats.org/officeDocument/2006/relationships/image" Target="../media/image368.png"/><Relationship Id="rId14" Type="http://schemas.openxmlformats.org/officeDocument/2006/relationships/customXml" Target="../ink/ink861.xml"/><Relationship Id="rId35" Type="http://schemas.openxmlformats.org/officeDocument/2006/relationships/image" Target="../media/image254.png"/><Relationship Id="rId56" Type="http://schemas.openxmlformats.org/officeDocument/2006/relationships/customXml" Target="../ink/ink882.xml"/><Relationship Id="rId77" Type="http://schemas.openxmlformats.org/officeDocument/2006/relationships/image" Target="../media/image275.png"/><Relationship Id="rId100" Type="http://schemas.openxmlformats.org/officeDocument/2006/relationships/customXml" Target="../ink/ink904.xml"/><Relationship Id="rId282" Type="http://schemas.openxmlformats.org/officeDocument/2006/relationships/customXml" Target="../ink/ink995.xml"/><Relationship Id="rId8" Type="http://schemas.openxmlformats.org/officeDocument/2006/relationships/customXml" Target="../ink/ink858.xml"/><Relationship Id="rId98" Type="http://schemas.openxmlformats.org/officeDocument/2006/relationships/customXml" Target="../ink/ink903.xml"/><Relationship Id="rId121" Type="http://schemas.openxmlformats.org/officeDocument/2006/relationships/image" Target="../media/image298.png"/><Relationship Id="rId142" Type="http://schemas.openxmlformats.org/officeDocument/2006/relationships/customXml" Target="../ink/ink925.xml"/><Relationship Id="rId163" Type="http://schemas.openxmlformats.org/officeDocument/2006/relationships/image" Target="../media/image319.png"/><Relationship Id="rId184" Type="http://schemas.openxmlformats.org/officeDocument/2006/relationships/customXml" Target="../ink/ink946.xml"/><Relationship Id="rId219" Type="http://schemas.openxmlformats.org/officeDocument/2006/relationships/image" Target="../media/image347.png"/><Relationship Id="rId230" Type="http://schemas.openxmlformats.org/officeDocument/2006/relationships/customXml" Target="../ink/ink969.xml"/><Relationship Id="rId251" Type="http://schemas.openxmlformats.org/officeDocument/2006/relationships/image" Target="../media/image363.png"/><Relationship Id="rId25" Type="http://schemas.openxmlformats.org/officeDocument/2006/relationships/image" Target="../media/image770.png"/><Relationship Id="rId46" Type="http://schemas.openxmlformats.org/officeDocument/2006/relationships/customXml" Target="../ink/ink877.xml"/><Relationship Id="rId67" Type="http://schemas.openxmlformats.org/officeDocument/2006/relationships/image" Target="../media/image270.png"/><Relationship Id="rId272" Type="http://schemas.openxmlformats.org/officeDocument/2006/relationships/customXml" Target="../ink/ink990.xml"/><Relationship Id="rId293" Type="http://schemas.openxmlformats.org/officeDocument/2006/relationships/image" Target="../media/image384.png"/><Relationship Id="rId88" Type="http://schemas.openxmlformats.org/officeDocument/2006/relationships/customXml" Target="../ink/ink898.xml"/><Relationship Id="rId111" Type="http://schemas.openxmlformats.org/officeDocument/2006/relationships/image" Target="../media/image293.png"/><Relationship Id="rId132" Type="http://schemas.openxmlformats.org/officeDocument/2006/relationships/customXml" Target="../ink/ink920.xml"/><Relationship Id="rId153" Type="http://schemas.openxmlformats.org/officeDocument/2006/relationships/image" Target="../media/image314.png"/><Relationship Id="rId174" Type="http://schemas.openxmlformats.org/officeDocument/2006/relationships/customXml" Target="../ink/ink941.xml"/><Relationship Id="rId195" Type="http://schemas.openxmlformats.org/officeDocument/2006/relationships/image" Target="../media/image335.png"/><Relationship Id="rId209" Type="http://schemas.openxmlformats.org/officeDocument/2006/relationships/image" Target="../media/image342.png"/><Relationship Id="rId220" Type="http://schemas.openxmlformats.org/officeDocument/2006/relationships/customXml" Target="../ink/ink964.xml"/><Relationship Id="rId241" Type="http://schemas.openxmlformats.org/officeDocument/2006/relationships/image" Target="../media/image358.png"/><Relationship Id="rId15" Type="http://schemas.openxmlformats.org/officeDocument/2006/relationships/image" Target="../media/image7211.png"/><Relationship Id="rId36" Type="http://schemas.openxmlformats.org/officeDocument/2006/relationships/customXml" Target="../ink/ink872.xml"/><Relationship Id="rId57" Type="http://schemas.openxmlformats.org/officeDocument/2006/relationships/image" Target="../media/image265.png"/><Relationship Id="rId262" Type="http://schemas.openxmlformats.org/officeDocument/2006/relationships/customXml" Target="../ink/ink985.xml"/><Relationship Id="rId283" Type="http://schemas.openxmlformats.org/officeDocument/2006/relationships/image" Target="../media/image379.png"/><Relationship Id="rId78" Type="http://schemas.openxmlformats.org/officeDocument/2006/relationships/customXml" Target="../ink/ink893.xml"/><Relationship Id="rId99" Type="http://schemas.openxmlformats.org/officeDocument/2006/relationships/image" Target="../media/image287.png"/><Relationship Id="rId101" Type="http://schemas.openxmlformats.org/officeDocument/2006/relationships/image" Target="../media/image288.png"/><Relationship Id="rId122" Type="http://schemas.openxmlformats.org/officeDocument/2006/relationships/customXml" Target="../ink/ink915.xml"/><Relationship Id="rId143" Type="http://schemas.openxmlformats.org/officeDocument/2006/relationships/image" Target="../media/image309.png"/><Relationship Id="rId164" Type="http://schemas.openxmlformats.org/officeDocument/2006/relationships/customXml" Target="../ink/ink936.xml"/><Relationship Id="rId185" Type="http://schemas.openxmlformats.org/officeDocument/2006/relationships/image" Target="../media/image330.png"/><Relationship Id="rId9" Type="http://schemas.openxmlformats.org/officeDocument/2006/relationships/image" Target="../media/image690.png"/><Relationship Id="rId210" Type="http://schemas.openxmlformats.org/officeDocument/2006/relationships/customXml" Target="../ink/ink959.xml"/><Relationship Id="rId26" Type="http://schemas.openxmlformats.org/officeDocument/2006/relationships/customXml" Target="../ink/ink867.xml"/><Relationship Id="rId231" Type="http://schemas.openxmlformats.org/officeDocument/2006/relationships/image" Target="../media/image353.png"/><Relationship Id="rId252" Type="http://schemas.openxmlformats.org/officeDocument/2006/relationships/customXml" Target="../ink/ink980.xml"/><Relationship Id="rId273" Type="http://schemas.openxmlformats.org/officeDocument/2006/relationships/image" Target="../media/image374.png"/><Relationship Id="rId294" Type="http://schemas.openxmlformats.org/officeDocument/2006/relationships/customXml" Target="../ink/ink1001.xml"/><Relationship Id="rId47" Type="http://schemas.openxmlformats.org/officeDocument/2006/relationships/image" Target="../media/image260.png"/><Relationship Id="rId68" Type="http://schemas.openxmlformats.org/officeDocument/2006/relationships/customXml" Target="../ink/ink888.xml"/><Relationship Id="rId89" Type="http://schemas.openxmlformats.org/officeDocument/2006/relationships/image" Target="../media/image282.png"/><Relationship Id="rId112" Type="http://schemas.openxmlformats.org/officeDocument/2006/relationships/customXml" Target="../ink/ink910.xml"/><Relationship Id="rId133" Type="http://schemas.openxmlformats.org/officeDocument/2006/relationships/image" Target="../media/image304.png"/><Relationship Id="rId154" Type="http://schemas.openxmlformats.org/officeDocument/2006/relationships/customXml" Target="../ink/ink931.xml"/><Relationship Id="rId175" Type="http://schemas.openxmlformats.org/officeDocument/2006/relationships/image" Target="../media/image325.png"/><Relationship Id="rId196" Type="http://schemas.openxmlformats.org/officeDocument/2006/relationships/customXml" Target="../ink/ink952.xml"/><Relationship Id="rId200" Type="http://schemas.openxmlformats.org/officeDocument/2006/relationships/customXml" Target="../ink/ink954.xml"/><Relationship Id="rId16" Type="http://schemas.openxmlformats.org/officeDocument/2006/relationships/customXml" Target="../ink/ink862.xml"/><Relationship Id="rId221" Type="http://schemas.openxmlformats.org/officeDocument/2006/relationships/image" Target="../media/image348.png"/><Relationship Id="rId242" Type="http://schemas.openxmlformats.org/officeDocument/2006/relationships/customXml" Target="../ink/ink975.xml"/><Relationship Id="rId263" Type="http://schemas.openxmlformats.org/officeDocument/2006/relationships/image" Target="../media/image369.png"/><Relationship Id="rId284" Type="http://schemas.openxmlformats.org/officeDocument/2006/relationships/customXml" Target="../ink/ink996.xml"/><Relationship Id="rId37" Type="http://schemas.openxmlformats.org/officeDocument/2006/relationships/image" Target="../media/image255.png"/><Relationship Id="rId58" Type="http://schemas.openxmlformats.org/officeDocument/2006/relationships/customXml" Target="../ink/ink883.xml"/><Relationship Id="rId79" Type="http://schemas.openxmlformats.org/officeDocument/2006/relationships/image" Target="../media/image276.png"/><Relationship Id="rId102" Type="http://schemas.openxmlformats.org/officeDocument/2006/relationships/customXml" Target="../ink/ink905.xml"/><Relationship Id="rId123" Type="http://schemas.openxmlformats.org/officeDocument/2006/relationships/image" Target="../media/image299.png"/><Relationship Id="rId144" Type="http://schemas.openxmlformats.org/officeDocument/2006/relationships/customXml" Target="../ink/ink926.xml"/><Relationship Id="rId90" Type="http://schemas.openxmlformats.org/officeDocument/2006/relationships/customXml" Target="../ink/ink899.xml"/><Relationship Id="rId165" Type="http://schemas.openxmlformats.org/officeDocument/2006/relationships/image" Target="../media/image320.png"/><Relationship Id="rId186" Type="http://schemas.openxmlformats.org/officeDocument/2006/relationships/customXml" Target="../ink/ink947.xml"/><Relationship Id="rId211" Type="http://schemas.openxmlformats.org/officeDocument/2006/relationships/image" Target="../media/image343.png"/><Relationship Id="rId232" Type="http://schemas.openxmlformats.org/officeDocument/2006/relationships/customXml" Target="../ink/ink970.xml"/><Relationship Id="rId253" Type="http://schemas.openxmlformats.org/officeDocument/2006/relationships/image" Target="../media/image364.png"/><Relationship Id="rId274" Type="http://schemas.openxmlformats.org/officeDocument/2006/relationships/customXml" Target="../ink/ink991.xml"/><Relationship Id="rId295" Type="http://schemas.openxmlformats.org/officeDocument/2006/relationships/image" Target="../media/image385.png"/><Relationship Id="rId27" Type="http://schemas.openxmlformats.org/officeDocument/2006/relationships/image" Target="../media/image250.png"/><Relationship Id="rId48" Type="http://schemas.openxmlformats.org/officeDocument/2006/relationships/customXml" Target="../ink/ink878.xml"/><Relationship Id="rId69" Type="http://schemas.openxmlformats.org/officeDocument/2006/relationships/image" Target="../media/image271.png"/><Relationship Id="rId113" Type="http://schemas.openxmlformats.org/officeDocument/2006/relationships/image" Target="../media/image294.png"/><Relationship Id="rId134" Type="http://schemas.openxmlformats.org/officeDocument/2006/relationships/customXml" Target="../ink/ink921.xml"/><Relationship Id="rId80" Type="http://schemas.openxmlformats.org/officeDocument/2006/relationships/customXml" Target="../ink/ink894.xml"/><Relationship Id="rId155" Type="http://schemas.openxmlformats.org/officeDocument/2006/relationships/image" Target="../media/image315.png"/><Relationship Id="rId176" Type="http://schemas.openxmlformats.org/officeDocument/2006/relationships/customXml" Target="../ink/ink942.xml"/><Relationship Id="rId197" Type="http://schemas.openxmlformats.org/officeDocument/2006/relationships/image" Target="../media/image336.png"/><Relationship Id="rId201" Type="http://schemas.openxmlformats.org/officeDocument/2006/relationships/image" Target="../media/image338.png"/><Relationship Id="rId222" Type="http://schemas.openxmlformats.org/officeDocument/2006/relationships/customXml" Target="../ink/ink965.xml"/><Relationship Id="rId243" Type="http://schemas.openxmlformats.org/officeDocument/2006/relationships/image" Target="../media/image359.png"/><Relationship Id="rId264" Type="http://schemas.openxmlformats.org/officeDocument/2006/relationships/customXml" Target="../ink/ink986.xml"/><Relationship Id="rId285" Type="http://schemas.openxmlformats.org/officeDocument/2006/relationships/image" Target="../media/image380.png"/><Relationship Id="rId17" Type="http://schemas.openxmlformats.org/officeDocument/2006/relationships/image" Target="../media/image7311.png"/><Relationship Id="rId38" Type="http://schemas.openxmlformats.org/officeDocument/2006/relationships/customXml" Target="../ink/ink873.xml"/><Relationship Id="rId59" Type="http://schemas.openxmlformats.org/officeDocument/2006/relationships/image" Target="../media/image266.png"/><Relationship Id="rId103" Type="http://schemas.openxmlformats.org/officeDocument/2006/relationships/image" Target="../media/image289.png"/><Relationship Id="rId124" Type="http://schemas.openxmlformats.org/officeDocument/2006/relationships/customXml" Target="../ink/ink916.xml"/><Relationship Id="rId70" Type="http://schemas.openxmlformats.org/officeDocument/2006/relationships/customXml" Target="../ink/ink889.xml"/><Relationship Id="rId91" Type="http://schemas.openxmlformats.org/officeDocument/2006/relationships/image" Target="../media/image283.png"/><Relationship Id="rId145" Type="http://schemas.openxmlformats.org/officeDocument/2006/relationships/image" Target="../media/image310.png"/><Relationship Id="rId166" Type="http://schemas.openxmlformats.org/officeDocument/2006/relationships/customXml" Target="../ink/ink937.xml"/><Relationship Id="rId187" Type="http://schemas.openxmlformats.org/officeDocument/2006/relationships/image" Target="../media/image331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960.xml"/><Relationship Id="rId233" Type="http://schemas.openxmlformats.org/officeDocument/2006/relationships/image" Target="../media/image354.png"/><Relationship Id="rId254" Type="http://schemas.openxmlformats.org/officeDocument/2006/relationships/customXml" Target="../ink/ink981.xml"/><Relationship Id="rId28" Type="http://schemas.openxmlformats.org/officeDocument/2006/relationships/customXml" Target="../ink/ink868.xml"/><Relationship Id="rId49" Type="http://schemas.openxmlformats.org/officeDocument/2006/relationships/image" Target="../media/image261.png"/><Relationship Id="rId114" Type="http://schemas.openxmlformats.org/officeDocument/2006/relationships/customXml" Target="../ink/ink911.xml"/><Relationship Id="rId275" Type="http://schemas.openxmlformats.org/officeDocument/2006/relationships/image" Target="../media/image375.png"/><Relationship Id="rId296" Type="http://schemas.openxmlformats.org/officeDocument/2006/relationships/customXml" Target="../ink/ink1002.xml"/><Relationship Id="rId60" Type="http://schemas.openxmlformats.org/officeDocument/2006/relationships/customXml" Target="../ink/ink884.xml"/><Relationship Id="rId81" Type="http://schemas.openxmlformats.org/officeDocument/2006/relationships/image" Target="../media/image277.png"/><Relationship Id="rId135" Type="http://schemas.openxmlformats.org/officeDocument/2006/relationships/image" Target="../media/image305.png"/><Relationship Id="rId156" Type="http://schemas.openxmlformats.org/officeDocument/2006/relationships/customXml" Target="../ink/ink932.xml"/><Relationship Id="rId177" Type="http://schemas.openxmlformats.org/officeDocument/2006/relationships/image" Target="../media/image326.png"/><Relationship Id="rId198" Type="http://schemas.openxmlformats.org/officeDocument/2006/relationships/customXml" Target="../ink/ink953.xml"/><Relationship Id="rId202" Type="http://schemas.openxmlformats.org/officeDocument/2006/relationships/customXml" Target="../ink/ink955.xml"/><Relationship Id="rId223" Type="http://schemas.openxmlformats.org/officeDocument/2006/relationships/image" Target="../media/image349.png"/><Relationship Id="rId244" Type="http://schemas.openxmlformats.org/officeDocument/2006/relationships/customXml" Target="../ink/ink976.xml"/><Relationship Id="rId18" Type="http://schemas.openxmlformats.org/officeDocument/2006/relationships/customXml" Target="../ink/ink863.xml"/><Relationship Id="rId39" Type="http://schemas.openxmlformats.org/officeDocument/2006/relationships/image" Target="../media/image256.png"/><Relationship Id="rId265" Type="http://schemas.openxmlformats.org/officeDocument/2006/relationships/image" Target="../media/image370.png"/><Relationship Id="rId286" Type="http://schemas.openxmlformats.org/officeDocument/2006/relationships/customXml" Target="../ink/ink997.xml"/><Relationship Id="rId50" Type="http://schemas.openxmlformats.org/officeDocument/2006/relationships/customXml" Target="../ink/ink879.xml"/><Relationship Id="rId104" Type="http://schemas.openxmlformats.org/officeDocument/2006/relationships/customXml" Target="../ink/ink906.xml"/><Relationship Id="rId125" Type="http://schemas.openxmlformats.org/officeDocument/2006/relationships/image" Target="../media/image300.png"/><Relationship Id="rId146" Type="http://schemas.openxmlformats.org/officeDocument/2006/relationships/customXml" Target="../ink/ink927.xml"/><Relationship Id="rId167" Type="http://schemas.openxmlformats.org/officeDocument/2006/relationships/image" Target="../media/image321.png"/><Relationship Id="rId188" Type="http://schemas.openxmlformats.org/officeDocument/2006/relationships/customXml" Target="../ink/ink948.xml"/><Relationship Id="rId71" Type="http://schemas.openxmlformats.org/officeDocument/2006/relationships/image" Target="../media/image272.png"/><Relationship Id="rId92" Type="http://schemas.openxmlformats.org/officeDocument/2006/relationships/customXml" Target="../ink/ink900.xml"/><Relationship Id="rId213" Type="http://schemas.openxmlformats.org/officeDocument/2006/relationships/image" Target="../media/image344.png"/><Relationship Id="rId234" Type="http://schemas.openxmlformats.org/officeDocument/2006/relationships/customXml" Target="../ink/ink971.xml"/><Relationship Id="rId2" Type="http://schemas.openxmlformats.org/officeDocument/2006/relationships/image" Target="../media/image248.jpg"/><Relationship Id="rId29" Type="http://schemas.openxmlformats.org/officeDocument/2006/relationships/image" Target="../media/image251.png"/><Relationship Id="rId255" Type="http://schemas.openxmlformats.org/officeDocument/2006/relationships/image" Target="../media/image365.png"/><Relationship Id="rId276" Type="http://schemas.openxmlformats.org/officeDocument/2006/relationships/customXml" Target="../ink/ink992.xml"/><Relationship Id="rId297" Type="http://schemas.openxmlformats.org/officeDocument/2006/relationships/image" Target="../media/image386.png"/><Relationship Id="rId40" Type="http://schemas.openxmlformats.org/officeDocument/2006/relationships/customXml" Target="../ink/ink874.xml"/><Relationship Id="rId115" Type="http://schemas.openxmlformats.org/officeDocument/2006/relationships/image" Target="../media/image295.png"/><Relationship Id="rId136" Type="http://schemas.openxmlformats.org/officeDocument/2006/relationships/customXml" Target="../ink/ink922.xml"/><Relationship Id="rId157" Type="http://schemas.openxmlformats.org/officeDocument/2006/relationships/image" Target="../media/image316.png"/><Relationship Id="rId178" Type="http://schemas.openxmlformats.org/officeDocument/2006/relationships/customXml" Target="../ink/ink943.xml"/><Relationship Id="rId61" Type="http://schemas.openxmlformats.org/officeDocument/2006/relationships/image" Target="../media/image267.png"/><Relationship Id="rId82" Type="http://schemas.openxmlformats.org/officeDocument/2006/relationships/customXml" Target="../ink/ink895.xml"/><Relationship Id="rId199" Type="http://schemas.openxmlformats.org/officeDocument/2006/relationships/image" Target="../media/image337.png"/><Relationship Id="rId203" Type="http://schemas.openxmlformats.org/officeDocument/2006/relationships/image" Target="../media/image339.png"/><Relationship Id="rId19" Type="http://schemas.openxmlformats.org/officeDocument/2006/relationships/image" Target="../media/image7411.png"/><Relationship Id="rId224" Type="http://schemas.openxmlformats.org/officeDocument/2006/relationships/customXml" Target="../ink/ink966.xml"/><Relationship Id="rId245" Type="http://schemas.openxmlformats.org/officeDocument/2006/relationships/image" Target="../media/image360.png"/><Relationship Id="rId266" Type="http://schemas.openxmlformats.org/officeDocument/2006/relationships/customXml" Target="../ink/ink987.xml"/><Relationship Id="rId287" Type="http://schemas.openxmlformats.org/officeDocument/2006/relationships/image" Target="../media/image381.png"/><Relationship Id="rId30" Type="http://schemas.openxmlformats.org/officeDocument/2006/relationships/customXml" Target="../ink/ink869.xml"/><Relationship Id="rId105" Type="http://schemas.openxmlformats.org/officeDocument/2006/relationships/image" Target="../media/image290.png"/><Relationship Id="rId126" Type="http://schemas.openxmlformats.org/officeDocument/2006/relationships/customXml" Target="../ink/ink917.xml"/><Relationship Id="rId147" Type="http://schemas.openxmlformats.org/officeDocument/2006/relationships/image" Target="../media/image311.png"/><Relationship Id="rId168" Type="http://schemas.openxmlformats.org/officeDocument/2006/relationships/customXml" Target="../ink/ink938.xml"/><Relationship Id="rId51" Type="http://schemas.openxmlformats.org/officeDocument/2006/relationships/image" Target="../media/image262.png"/><Relationship Id="rId72" Type="http://schemas.openxmlformats.org/officeDocument/2006/relationships/customXml" Target="../ink/ink890.xml"/><Relationship Id="rId93" Type="http://schemas.openxmlformats.org/officeDocument/2006/relationships/image" Target="../media/image284.png"/><Relationship Id="rId189" Type="http://schemas.openxmlformats.org/officeDocument/2006/relationships/image" Target="../media/image332.png"/><Relationship Id="rId3" Type="http://schemas.openxmlformats.org/officeDocument/2006/relationships/image" Target="../media/image249.jpg"/><Relationship Id="rId214" Type="http://schemas.openxmlformats.org/officeDocument/2006/relationships/customXml" Target="../ink/ink961.xml"/><Relationship Id="rId235" Type="http://schemas.openxmlformats.org/officeDocument/2006/relationships/image" Target="../media/image355.png"/><Relationship Id="rId256" Type="http://schemas.openxmlformats.org/officeDocument/2006/relationships/customXml" Target="../ink/ink982.xml"/><Relationship Id="rId277" Type="http://schemas.openxmlformats.org/officeDocument/2006/relationships/image" Target="../media/image376.png"/><Relationship Id="rId116" Type="http://schemas.openxmlformats.org/officeDocument/2006/relationships/customXml" Target="../ink/ink912.xml"/><Relationship Id="rId137" Type="http://schemas.openxmlformats.org/officeDocument/2006/relationships/image" Target="../media/image306.png"/><Relationship Id="rId158" Type="http://schemas.openxmlformats.org/officeDocument/2006/relationships/customXml" Target="../ink/ink933.xml"/><Relationship Id="rId20" Type="http://schemas.openxmlformats.org/officeDocument/2006/relationships/customXml" Target="../ink/ink864.xml"/><Relationship Id="rId41" Type="http://schemas.openxmlformats.org/officeDocument/2006/relationships/image" Target="../media/image257.png"/><Relationship Id="rId62" Type="http://schemas.openxmlformats.org/officeDocument/2006/relationships/customXml" Target="../ink/ink885.xml"/><Relationship Id="rId83" Type="http://schemas.openxmlformats.org/officeDocument/2006/relationships/image" Target="../media/image278.png"/><Relationship Id="rId179" Type="http://schemas.openxmlformats.org/officeDocument/2006/relationships/image" Target="../media/image327.png"/><Relationship Id="rId190" Type="http://schemas.openxmlformats.org/officeDocument/2006/relationships/customXml" Target="../ink/ink949.xml"/><Relationship Id="rId204" Type="http://schemas.openxmlformats.org/officeDocument/2006/relationships/customXml" Target="../ink/ink956.xml"/><Relationship Id="rId225" Type="http://schemas.openxmlformats.org/officeDocument/2006/relationships/image" Target="../media/image350.png"/><Relationship Id="rId246" Type="http://schemas.openxmlformats.org/officeDocument/2006/relationships/customXml" Target="../ink/ink977.xml"/><Relationship Id="rId267" Type="http://schemas.openxmlformats.org/officeDocument/2006/relationships/image" Target="../media/image371.png"/><Relationship Id="rId288" Type="http://schemas.openxmlformats.org/officeDocument/2006/relationships/customXml" Target="../ink/ink998.xml"/><Relationship Id="rId106" Type="http://schemas.openxmlformats.org/officeDocument/2006/relationships/customXml" Target="../ink/ink907.xml"/><Relationship Id="rId127" Type="http://schemas.openxmlformats.org/officeDocument/2006/relationships/image" Target="../media/image301.png"/><Relationship Id="rId10" Type="http://schemas.openxmlformats.org/officeDocument/2006/relationships/customXml" Target="../ink/ink859.xml"/><Relationship Id="rId31" Type="http://schemas.openxmlformats.org/officeDocument/2006/relationships/image" Target="../media/image252.png"/><Relationship Id="rId52" Type="http://schemas.openxmlformats.org/officeDocument/2006/relationships/customXml" Target="../ink/ink880.xml"/><Relationship Id="rId73" Type="http://schemas.openxmlformats.org/officeDocument/2006/relationships/image" Target="../media/image273.png"/><Relationship Id="rId94" Type="http://schemas.openxmlformats.org/officeDocument/2006/relationships/customXml" Target="../ink/ink901.xml"/><Relationship Id="rId148" Type="http://schemas.openxmlformats.org/officeDocument/2006/relationships/customXml" Target="../ink/ink928.xml"/><Relationship Id="rId169" Type="http://schemas.openxmlformats.org/officeDocument/2006/relationships/image" Target="../media/image322.png"/><Relationship Id="rId4" Type="http://schemas.openxmlformats.org/officeDocument/2006/relationships/customXml" Target="../ink/ink856.xml"/><Relationship Id="rId180" Type="http://schemas.openxmlformats.org/officeDocument/2006/relationships/customXml" Target="../ink/ink944.xml"/><Relationship Id="rId215" Type="http://schemas.openxmlformats.org/officeDocument/2006/relationships/image" Target="../media/image345.png"/><Relationship Id="rId236" Type="http://schemas.openxmlformats.org/officeDocument/2006/relationships/customXml" Target="../ink/ink972.xml"/><Relationship Id="rId257" Type="http://schemas.openxmlformats.org/officeDocument/2006/relationships/image" Target="../media/image366.png"/><Relationship Id="rId278" Type="http://schemas.openxmlformats.org/officeDocument/2006/relationships/customXml" Target="../ink/ink993.xml"/><Relationship Id="rId42" Type="http://schemas.openxmlformats.org/officeDocument/2006/relationships/customXml" Target="../ink/ink875.xml"/><Relationship Id="rId84" Type="http://schemas.openxmlformats.org/officeDocument/2006/relationships/customXml" Target="../ink/ink896.xml"/><Relationship Id="rId138" Type="http://schemas.openxmlformats.org/officeDocument/2006/relationships/customXml" Target="../ink/ink923.xml"/><Relationship Id="rId191" Type="http://schemas.openxmlformats.org/officeDocument/2006/relationships/image" Target="../media/image333.png"/><Relationship Id="rId205" Type="http://schemas.openxmlformats.org/officeDocument/2006/relationships/image" Target="../media/image340.png"/><Relationship Id="rId247" Type="http://schemas.openxmlformats.org/officeDocument/2006/relationships/image" Target="../media/image361.png"/><Relationship Id="rId107" Type="http://schemas.openxmlformats.org/officeDocument/2006/relationships/image" Target="../media/image291.png"/><Relationship Id="rId289" Type="http://schemas.openxmlformats.org/officeDocument/2006/relationships/image" Target="../media/image382.png"/><Relationship Id="rId11" Type="http://schemas.openxmlformats.org/officeDocument/2006/relationships/image" Target="../media/image7011.png"/><Relationship Id="rId53" Type="http://schemas.openxmlformats.org/officeDocument/2006/relationships/image" Target="../media/image263.png"/><Relationship Id="rId149" Type="http://schemas.openxmlformats.org/officeDocument/2006/relationships/image" Target="../media/image312.png"/><Relationship Id="rId95" Type="http://schemas.openxmlformats.org/officeDocument/2006/relationships/image" Target="../media/image285.png"/><Relationship Id="rId160" Type="http://schemas.openxmlformats.org/officeDocument/2006/relationships/customXml" Target="../ink/ink934.xml"/><Relationship Id="rId216" Type="http://schemas.openxmlformats.org/officeDocument/2006/relationships/customXml" Target="../ink/ink962.xml"/><Relationship Id="rId258" Type="http://schemas.openxmlformats.org/officeDocument/2006/relationships/customXml" Target="../ink/ink983.xml"/><Relationship Id="rId22" Type="http://schemas.openxmlformats.org/officeDocument/2006/relationships/customXml" Target="../ink/ink865.xml"/><Relationship Id="rId64" Type="http://schemas.openxmlformats.org/officeDocument/2006/relationships/customXml" Target="../ink/ink886.xml"/><Relationship Id="rId118" Type="http://schemas.openxmlformats.org/officeDocument/2006/relationships/customXml" Target="../ink/ink913.xml"/><Relationship Id="rId171" Type="http://schemas.openxmlformats.org/officeDocument/2006/relationships/image" Target="../media/image323.png"/><Relationship Id="rId227" Type="http://schemas.openxmlformats.org/officeDocument/2006/relationships/image" Target="../media/image351.png"/><Relationship Id="rId269" Type="http://schemas.openxmlformats.org/officeDocument/2006/relationships/image" Target="../media/image372.png"/><Relationship Id="rId33" Type="http://schemas.openxmlformats.org/officeDocument/2006/relationships/image" Target="../media/image253.png"/><Relationship Id="rId129" Type="http://schemas.openxmlformats.org/officeDocument/2006/relationships/image" Target="../media/image302.png"/><Relationship Id="rId280" Type="http://schemas.openxmlformats.org/officeDocument/2006/relationships/customXml" Target="../ink/ink994.xml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060.xml"/><Relationship Id="rId21" Type="http://schemas.openxmlformats.org/officeDocument/2006/relationships/customXml" Target="../ink/ink1012.xml"/><Relationship Id="rId42" Type="http://schemas.openxmlformats.org/officeDocument/2006/relationships/image" Target="../media/image980.png"/><Relationship Id="rId63" Type="http://schemas.openxmlformats.org/officeDocument/2006/relationships/customXml" Target="../ink/ink1033.xml"/><Relationship Id="rId84" Type="http://schemas.openxmlformats.org/officeDocument/2006/relationships/image" Target="../media/image11900.png"/><Relationship Id="rId138" Type="http://schemas.openxmlformats.org/officeDocument/2006/relationships/image" Target="../media/image14610.png"/><Relationship Id="rId107" Type="http://schemas.openxmlformats.org/officeDocument/2006/relationships/customXml" Target="../ink/ink1055.xml"/><Relationship Id="rId11" Type="http://schemas.openxmlformats.org/officeDocument/2006/relationships/customXml" Target="../ink/ink1007.xml"/><Relationship Id="rId32" Type="http://schemas.openxmlformats.org/officeDocument/2006/relationships/image" Target="../media/image930.png"/><Relationship Id="rId53" Type="http://schemas.openxmlformats.org/officeDocument/2006/relationships/customXml" Target="../ink/ink1028.xml"/><Relationship Id="rId74" Type="http://schemas.openxmlformats.org/officeDocument/2006/relationships/image" Target="../media/image1140.png"/><Relationship Id="rId128" Type="http://schemas.openxmlformats.org/officeDocument/2006/relationships/image" Target="../media/image14120.png"/><Relationship Id="rId149" Type="http://schemas.openxmlformats.org/officeDocument/2006/relationships/customXml" Target="../ink/ink1076.xml"/><Relationship Id="rId5" Type="http://schemas.openxmlformats.org/officeDocument/2006/relationships/customXml" Target="../ink/ink1004.xml"/><Relationship Id="rId95" Type="http://schemas.openxmlformats.org/officeDocument/2006/relationships/customXml" Target="../ink/ink1049.xml"/><Relationship Id="rId22" Type="http://schemas.openxmlformats.org/officeDocument/2006/relationships/image" Target="../media/image881.png"/><Relationship Id="rId27" Type="http://schemas.openxmlformats.org/officeDocument/2006/relationships/customXml" Target="../ink/ink1015.xml"/><Relationship Id="rId43" Type="http://schemas.openxmlformats.org/officeDocument/2006/relationships/customXml" Target="../ink/ink1023.xml"/><Relationship Id="rId48" Type="http://schemas.openxmlformats.org/officeDocument/2006/relationships/image" Target="../media/image1010.png"/><Relationship Id="rId64" Type="http://schemas.openxmlformats.org/officeDocument/2006/relationships/image" Target="../media/image1090.png"/><Relationship Id="rId69" Type="http://schemas.openxmlformats.org/officeDocument/2006/relationships/customXml" Target="../ink/ink1036.xml"/><Relationship Id="rId113" Type="http://schemas.openxmlformats.org/officeDocument/2006/relationships/customXml" Target="../ink/ink1058.xml"/><Relationship Id="rId118" Type="http://schemas.openxmlformats.org/officeDocument/2006/relationships/image" Target="../media/image13610.png"/><Relationship Id="rId134" Type="http://schemas.openxmlformats.org/officeDocument/2006/relationships/image" Target="../media/image14410.png"/><Relationship Id="rId139" Type="http://schemas.openxmlformats.org/officeDocument/2006/relationships/customXml" Target="../ink/ink1071.xml"/><Relationship Id="rId80" Type="http://schemas.openxmlformats.org/officeDocument/2006/relationships/image" Target="../media/image1170.png"/><Relationship Id="rId85" Type="http://schemas.openxmlformats.org/officeDocument/2006/relationships/customXml" Target="../ink/ink1044.xml"/><Relationship Id="rId150" Type="http://schemas.openxmlformats.org/officeDocument/2006/relationships/image" Target="../media/image15210.png"/><Relationship Id="rId155" Type="http://schemas.openxmlformats.org/officeDocument/2006/relationships/customXml" Target="../ink/ink1079.xml"/><Relationship Id="rId12" Type="http://schemas.openxmlformats.org/officeDocument/2006/relationships/image" Target="../media/image831.png"/><Relationship Id="rId17" Type="http://schemas.openxmlformats.org/officeDocument/2006/relationships/customXml" Target="../ink/ink1010.xml"/><Relationship Id="rId33" Type="http://schemas.openxmlformats.org/officeDocument/2006/relationships/customXml" Target="../ink/ink1018.xml"/><Relationship Id="rId38" Type="http://schemas.openxmlformats.org/officeDocument/2006/relationships/image" Target="../media/image960.png"/><Relationship Id="rId59" Type="http://schemas.openxmlformats.org/officeDocument/2006/relationships/customXml" Target="../ink/ink1031.xml"/><Relationship Id="rId103" Type="http://schemas.openxmlformats.org/officeDocument/2006/relationships/customXml" Target="../ink/ink1053.xml"/><Relationship Id="rId108" Type="http://schemas.openxmlformats.org/officeDocument/2006/relationships/image" Target="../media/image13110.png"/><Relationship Id="rId124" Type="http://schemas.openxmlformats.org/officeDocument/2006/relationships/image" Target="../media/image13910.png"/><Relationship Id="rId129" Type="http://schemas.openxmlformats.org/officeDocument/2006/relationships/customXml" Target="../ink/ink1066.xml"/><Relationship Id="rId54" Type="http://schemas.openxmlformats.org/officeDocument/2006/relationships/image" Target="../media/image1040.png"/><Relationship Id="rId70" Type="http://schemas.openxmlformats.org/officeDocument/2006/relationships/image" Target="../media/image1120.png"/><Relationship Id="rId75" Type="http://schemas.openxmlformats.org/officeDocument/2006/relationships/customXml" Target="../ink/ink1039.xml"/><Relationship Id="rId91" Type="http://schemas.openxmlformats.org/officeDocument/2006/relationships/customXml" Target="../ink/ink1047.xml"/><Relationship Id="rId96" Type="http://schemas.openxmlformats.org/officeDocument/2006/relationships/image" Target="../media/image12500.png"/><Relationship Id="rId140" Type="http://schemas.openxmlformats.org/officeDocument/2006/relationships/image" Target="../media/image14710.png"/><Relationship Id="rId145" Type="http://schemas.openxmlformats.org/officeDocument/2006/relationships/customXml" Target="../ink/ink107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8.png"/><Relationship Id="rId23" Type="http://schemas.openxmlformats.org/officeDocument/2006/relationships/customXml" Target="../ink/ink1013.xml"/><Relationship Id="rId28" Type="http://schemas.openxmlformats.org/officeDocument/2006/relationships/image" Target="../media/image911.png"/><Relationship Id="rId49" Type="http://schemas.openxmlformats.org/officeDocument/2006/relationships/customXml" Target="../ink/ink1026.xml"/><Relationship Id="rId114" Type="http://schemas.openxmlformats.org/officeDocument/2006/relationships/image" Target="../media/image13400.png"/><Relationship Id="rId119" Type="http://schemas.openxmlformats.org/officeDocument/2006/relationships/customXml" Target="../ink/ink1061.xml"/><Relationship Id="rId44" Type="http://schemas.openxmlformats.org/officeDocument/2006/relationships/image" Target="../media/image990.png"/><Relationship Id="rId60" Type="http://schemas.openxmlformats.org/officeDocument/2006/relationships/image" Target="../media/image1070.png"/><Relationship Id="rId65" Type="http://schemas.openxmlformats.org/officeDocument/2006/relationships/customXml" Target="../ink/ink1034.xml"/><Relationship Id="rId81" Type="http://schemas.openxmlformats.org/officeDocument/2006/relationships/customXml" Target="../ink/ink1042.xml"/><Relationship Id="rId86" Type="http://schemas.openxmlformats.org/officeDocument/2006/relationships/image" Target="../media/image12000.png"/><Relationship Id="rId130" Type="http://schemas.openxmlformats.org/officeDocument/2006/relationships/image" Target="../media/image14210.png"/><Relationship Id="rId135" Type="http://schemas.openxmlformats.org/officeDocument/2006/relationships/customXml" Target="../ink/ink1069.xml"/><Relationship Id="rId151" Type="http://schemas.openxmlformats.org/officeDocument/2006/relationships/customXml" Target="../ink/ink1077.xml"/><Relationship Id="rId156" Type="http://schemas.openxmlformats.org/officeDocument/2006/relationships/image" Target="../media/image15510.png"/><Relationship Id="rId13" Type="http://schemas.openxmlformats.org/officeDocument/2006/relationships/customXml" Target="../ink/ink1008.xml"/><Relationship Id="rId18" Type="http://schemas.openxmlformats.org/officeDocument/2006/relationships/image" Target="../media/image861.png"/><Relationship Id="rId39" Type="http://schemas.openxmlformats.org/officeDocument/2006/relationships/customXml" Target="../ink/ink1021.xml"/><Relationship Id="rId109" Type="http://schemas.openxmlformats.org/officeDocument/2006/relationships/customXml" Target="../ink/ink1056.xml"/><Relationship Id="rId34" Type="http://schemas.openxmlformats.org/officeDocument/2006/relationships/image" Target="../media/image940.png"/><Relationship Id="rId50" Type="http://schemas.openxmlformats.org/officeDocument/2006/relationships/image" Target="../media/image1020.png"/><Relationship Id="rId55" Type="http://schemas.openxmlformats.org/officeDocument/2006/relationships/customXml" Target="../ink/ink1029.xml"/><Relationship Id="rId76" Type="http://schemas.openxmlformats.org/officeDocument/2006/relationships/image" Target="../media/image1150.png"/><Relationship Id="rId97" Type="http://schemas.openxmlformats.org/officeDocument/2006/relationships/customXml" Target="../ink/ink1050.xml"/><Relationship Id="rId104" Type="http://schemas.openxmlformats.org/officeDocument/2006/relationships/image" Target="../media/image12900.png"/><Relationship Id="rId120" Type="http://schemas.openxmlformats.org/officeDocument/2006/relationships/image" Target="../media/image13710.png"/><Relationship Id="rId125" Type="http://schemas.openxmlformats.org/officeDocument/2006/relationships/customXml" Target="../ink/ink1064.xml"/><Relationship Id="rId141" Type="http://schemas.openxmlformats.org/officeDocument/2006/relationships/customXml" Target="../ink/ink1072.xml"/><Relationship Id="rId146" Type="http://schemas.openxmlformats.org/officeDocument/2006/relationships/image" Target="../media/image15010.png"/><Relationship Id="rId7" Type="http://schemas.openxmlformats.org/officeDocument/2006/relationships/customXml" Target="../ink/ink1005.xml"/><Relationship Id="rId71" Type="http://schemas.openxmlformats.org/officeDocument/2006/relationships/customXml" Target="../ink/ink1037.xml"/><Relationship Id="rId92" Type="http://schemas.openxmlformats.org/officeDocument/2006/relationships/image" Target="../media/image12300.png"/><Relationship Id="rId2" Type="http://schemas.openxmlformats.org/officeDocument/2006/relationships/image" Target="../media/image387.png"/><Relationship Id="rId29" Type="http://schemas.openxmlformats.org/officeDocument/2006/relationships/customXml" Target="../ink/ink1016.xml"/><Relationship Id="rId24" Type="http://schemas.openxmlformats.org/officeDocument/2006/relationships/image" Target="../media/image891.png"/><Relationship Id="rId40" Type="http://schemas.openxmlformats.org/officeDocument/2006/relationships/image" Target="../media/image970.png"/><Relationship Id="rId45" Type="http://schemas.openxmlformats.org/officeDocument/2006/relationships/customXml" Target="../ink/ink1024.xml"/><Relationship Id="rId66" Type="http://schemas.openxmlformats.org/officeDocument/2006/relationships/image" Target="../media/image1100.png"/><Relationship Id="rId87" Type="http://schemas.openxmlformats.org/officeDocument/2006/relationships/customXml" Target="../ink/ink1045.xml"/><Relationship Id="rId110" Type="http://schemas.openxmlformats.org/officeDocument/2006/relationships/image" Target="../media/image13200.png"/><Relationship Id="rId115" Type="http://schemas.openxmlformats.org/officeDocument/2006/relationships/customXml" Target="../ink/ink1059.xml"/><Relationship Id="rId131" Type="http://schemas.openxmlformats.org/officeDocument/2006/relationships/customXml" Target="../ink/ink1067.xml"/><Relationship Id="rId136" Type="http://schemas.openxmlformats.org/officeDocument/2006/relationships/image" Target="../media/image14510.png"/><Relationship Id="rId61" Type="http://schemas.openxmlformats.org/officeDocument/2006/relationships/customXml" Target="../ink/ink1032.xml"/><Relationship Id="rId82" Type="http://schemas.openxmlformats.org/officeDocument/2006/relationships/image" Target="../media/image11800.png"/><Relationship Id="rId152" Type="http://schemas.openxmlformats.org/officeDocument/2006/relationships/image" Target="../media/image1531.png"/><Relationship Id="rId19" Type="http://schemas.openxmlformats.org/officeDocument/2006/relationships/customXml" Target="../ink/ink1011.xml"/><Relationship Id="rId14" Type="http://schemas.openxmlformats.org/officeDocument/2006/relationships/image" Target="../media/image841.png"/><Relationship Id="rId30" Type="http://schemas.openxmlformats.org/officeDocument/2006/relationships/image" Target="../media/image921.png"/><Relationship Id="rId35" Type="http://schemas.openxmlformats.org/officeDocument/2006/relationships/customXml" Target="../ink/ink1019.xml"/><Relationship Id="rId56" Type="http://schemas.openxmlformats.org/officeDocument/2006/relationships/image" Target="../media/image1050.png"/><Relationship Id="rId77" Type="http://schemas.openxmlformats.org/officeDocument/2006/relationships/customXml" Target="../ink/ink1040.xml"/><Relationship Id="rId100" Type="http://schemas.openxmlformats.org/officeDocument/2006/relationships/image" Target="../media/image12700.png"/><Relationship Id="rId105" Type="http://schemas.openxmlformats.org/officeDocument/2006/relationships/customXml" Target="../ink/ink1054.xml"/><Relationship Id="rId126" Type="http://schemas.openxmlformats.org/officeDocument/2006/relationships/image" Target="../media/image14010.png"/><Relationship Id="rId147" Type="http://schemas.openxmlformats.org/officeDocument/2006/relationships/customXml" Target="../ink/ink1075.xml"/><Relationship Id="rId8" Type="http://schemas.openxmlformats.org/officeDocument/2006/relationships/image" Target="../media/image8110.png"/><Relationship Id="rId51" Type="http://schemas.openxmlformats.org/officeDocument/2006/relationships/customXml" Target="../ink/ink1027.xml"/><Relationship Id="rId72" Type="http://schemas.openxmlformats.org/officeDocument/2006/relationships/image" Target="../media/image1130.png"/><Relationship Id="rId93" Type="http://schemas.openxmlformats.org/officeDocument/2006/relationships/customXml" Target="../ink/ink1048.xml"/><Relationship Id="rId98" Type="http://schemas.openxmlformats.org/officeDocument/2006/relationships/image" Target="../media/image12600.png"/><Relationship Id="rId121" Type="http://schemas.openxmlformats.org/officeDocument/2006/relationships/customXml" Target="../ink/ink1062.xml"/><Relationship Id="rId142" Type="http://schemas.openxmlformats.org/officeDocument/2006/relationships/image" Target="../media/image14810.png"/><Relationship Id="rId3" Type="http://schemas.openxmlformats.org/officeDocument/2006/relationships/customXml" Target="../ink/ink1003.xml"/><Relationship Id="rId25" Type="http://schemas.openxmlformats.org/officeDocument/2006/relationships/customXml" Target="../ink/ink1014.xml"/><Relationship Id="rId46" Type="http://schemas.openxmlformats.org/officeDocument/2006/relationships/image" Target="../media/image1000.png"/><Relationship Id="rId67" Type="http://schemas.openxmlformats.org/officeDocument/2006/relationships/customXml" Target="../ink/ink1035.xml"/><Relationship Id="rId116" Type="http://schemas.openxmlformats.org/officeDocument/2006/relationships/image" Target="../media/image13500.png"/><Relationship Id="rId137" Type="http://schemas.openxmlformats.org/officeDocument/2006/relationships/customXml" Target="../ink/ink1070.xml"/><Relationship Id="rId20" Type="http://schemas.openxmlformats.org/officeDocument/2006/relationships/image" Target="../media/image871.png"/><Relationship Id="rId41" Type="http://schemas.openxmlformats.org/officeDocument/2006/relationships/customXml" Target="../ink/ink1022.xml"/><Relationship Id="rId62" Type="http://schemas.openxmlformats.org/officeDocument/2006/relationships/image" Target="../media/image1080.png"/><Relationship Id="rId83" Type="http://schemas.openxmlformats.org/officeDocument/2006/relationships/customXml" Target="../ink/ink1043.xml"/><Relationship Id="rId88" Type="http://schemas.openxmlformats.org/officeDocument/2006/relationships/image" Target="../media/image12110.png"/><Relationship Id="rId111" Type="http://schemas.openxmlformats.org/officeDocument/2006/relationships/customXml" Target="../ink/ink1057.xml"/><Relationship Id="rId132" Type="http://schemas.openxmlformats.org/officeDocument/2006/relationships/image" Target="../media/image14310.png"/><Relationship Id="rId153" Type="http://schemas.openxmlformats.org/officeDocument/2006/relationships/customXml" Target="../ink/ink1078.xml"/><Relationship Id="rId15" Type="http://schemas.openxmlformats.org/officeDocument/2006/relationships/customXml" Target="../ink/ink1009.xml"/><Relationship Id="rId36" Type="http://schemas.openxmlformats.org/officeDocument/2006/relationships/image" Target="../media/image950.png"/><Relationship Id="rId57" Type="http://schemas.openxmlformats.org/officeDocument/2006/relationships/customXml" Target="../ink/ink1030.xml"/><Relationship Id="rId106" Type="http://schemas.openxmlformats.org/officeDocument/2006/relationships/image" Target="../media/image13000.png"/><Relationship Id="rId127" Type="http://schemas.openxmlformats.org/officeDocument/2006/relationships/customXml" Target="../ink/ink1065.xml"/><Relationship Id="rId10" Type="http://schemas.openxmlformats.org/officeDocument/2006/relationships/image" Target="../media/image821.png"/><Relationship Id="rId31" Type="http://schemas.openxmlformats.org/officeDocument/2006/relationships/customXml" Target="../ink/ink1017.xml"/><Relationship Id="rId52" Type="http://schemas.openxmlformats.org/officeDocument/2006/relationships/image" Target="../media/image1030.png"/><Relationship Id="rId73" Type="http://schemas.openxmlformats.org/officeDocument/2006/relationships/customXml" Target="../ink/ink1038.xml"/><Relationship Id="rId78" Type="http://schemas.openxmlformats.org/officeDocument/2006/relationships/image" Target="../media/image1160.png"/><Relationship Id="rId94" Type="http://schemas.openxmlformats.org/officeDocument/2006/relationships/image" Target="../media/image12400.png"/><Relationship Id="rId99" Type="http://schemas.openxmlformats.org/officeDocument/2006/relationships/customXml" Target="../ink/ink1051.xml"/><Relationship Id="rId101" Type="http://schemas.openxmlformats.org/officeDocument/2006/relationships/customXml" Target="../ink/ink1052.xml"/><Relationship Id="rId122" Type="http://schemas.openxmlformats.org/officeDocument/2006/relationships/image" Target="../media/image13810.png"/><Relationship Id="rId143" Type="http://schemas.openxmlformats.org/officeDocument/2006/relationships/customXml" Target="../ink/ink1073.xml"/><Relationship Id="rId148" Type="http://schemas.openxmlformats.org/officeDocument/2006/relationships/image" Target="../media/image15120.png"/><Relationship Id="rId4" Type="http://schemas.openxmlformats.org/officeDocument/2006/relationships/image" Target="../media/image797.png"/><Relationship Id="rId9" Type="http://schemas.openxmlformats.org/officeDocument/2006/relationships/customXml" Target="../ink/ink1006.xml"/><Relationship Id="rId26" Type="http://schemas.openxmlformats.org/officeDocument/2006/relationships/image" Target="../media/image901.png"/><Relationship Id="rId47" Type="http://schemas.openxmlformats.org/officeDocument/2006/relationships/customXml" Target="../ink/ink1025.xml"/><Relationship Id="rId68" Type="http://schemas.openxmlformats.org/officeDocument/2006/relationships/image" Target="../media/image1110.png"/><Relationship Id="rId89" Type="http://schemas.openxmlformats.org/officeDocument/2006/relationships/customXml" Target="../ink/ink1046.xml"/><Relationship Id="rId112" Type="http://schemas.openxmlformats.org/officeDocument/2006/relationships/image" Target="../media/image13300.png"/><Relationship Id="rId133" Type="http://schemas.openxmlformats.org/officeDocument/2006/relationships/customXml" Target="../ink/ink1068.xml"/><Relationship Id="rId154" Type="http://schemas.openxmlformats.org/officeDocument/2006/relationships/image" Target="../media/image15410.png"/><Relationship Id="rId16" Type="http://schemas.openxmlformats.org/officeDocument/2006/relationships/image" Target="../media/image851.png"/><Relationship Id="rId37" Type="http://schemas.openxmlformats.org/officeDocument/2006/relationships/customXml" Target="../ink/ink1020.xml"/><Relationship Id="rId58" Type="http://schemas.openxmlformats.org/officeDocument/2006/relationships/image" Target="../media/image1060.png"/><Relationship Id="rId79" Type="http://schemas.openxmlformats.org/officeDocument/2006/relationships/customXml" Target="../ink/ink1041.xml"/><Relationship Id="rId102" Type="http://schemas.openxmlformats.org/officeDocument/2006/relationships/image" Target="../media/image12800.png"/><Relationship Id="rId123" Type="http://schemas.openxmlformats.org/officeDocument/2006/relationships/customXml" Target="../ink/ink1063.xml"/><Relationship Id="rId144" Type="http://schemas.openxmlformats.org/officeDocument/2006/relationships/image" Target="../media/image14910.png"/><Relationship Id="rId90" Type="http://schemas.openxmlformats.org/officeDocument/2006/relationships/image" Target="../media/image12200.png"/></Relationships>
</file>

<file path=ppt/slides/_rels/slide1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137.xml"/><Relationship Id="rId21" Type="http://schemas.openxmlformats.org/officeDocument/2006/relationships/customXml" Target="../ink/ink1089.xml"/><Relationship Id="rId42" Type="http://schemas.openxmlformats.org/officeDocument/2006/relationships/image" Target="../media/image1761.png"/><Relationship Id="rId63" Type="http://schemas.openxmlformats.org/officeDocument/2006/relationships/customXml" Target="../ink/ink1110.xml"/><Relationship Id="rId84" Type="http://schemas.openxmlformats.org/officeDocument/2006/relationships/image" Target="../media/image1971.png"/><Relationship Id="rId138" Type="http://schemas.openxmlformats.org/officeDocument/2006/relationships/image" Target="../media/image2241.png"/><Relationship Id="rId159" Type="http://schemas.openxmlformats.org/officeDocument/2006/relationships/customXml" Target="../ink/ink1158.xml"/><Relationship Id="rId170" Type="http://schemas.openxmlformats.org/officeDocument/2006/relationships/image" Target="../media/image2401.png"/><Relationship Id="rId191" Type="http://schemas.openxmlformats.org/officeDocument/2006/relationships/customXml" Target="../ink/ink1174.xml"/><Relationship Id="rId205" Type="http://schemas.openxmlformats.org/officeDocument/2006/relationships/customXml" Target="../ink/ink1181.xml"/><Relationship Id="rId107" Type="http://schemas.openxmlformats.org/officeDocument/2006/relationships/customXml" Target="../ink/ink1132.xml"/><Relationship Id="rId11" Type="http://schemas.openxmlformats.org/officeDocument/2006/relationships/customXml" Target="../ink/ink1084.xml"/><Relationship Id="rId32" Type="http://schemas.openxmlformats.org/officeDocument/2006/relationships/image" Target="../media/image1712.png"/><Relationship Id="rId53" Type="http://schemas.openxmlformats.org/officeDocument/2006/relationships/customXml" Target="../ink/ink1105.xml"/><Relationship Id="rId74" Type="http://schemas.openxmlformats.org/officeDocument/2006/relationships/image" Target="../media/image1921.png"/><Relationship Id="rId128" Type="http://schemas.openxmlformats.org/officeDocument/2006/relationships/image" Target="../media/image2191.png"/><Relationship Id="rId149" Type="http://schemas.openxmlformats.org/officeDocument/2006/relationships/customXml" Target="../ink/ink1153.xml"/><Relationship Id="rId5" Type="http://schemas.openxmlformats.org/officeDocument/2006/relationships/customXml" Target="../ink/ink1081.xml"/><Relationship Id="rId95" Type="http://schemas.openxmlformats.org/officeDocument/2006/relationships/customXml" Target="../ink/ink1126.xml"/><Relationship Id="rId160" Type="http://schemas.openxmlformats.org/officeDocument/2006/relationships/image" Target="../media/image2351.png"/><Relationship Id="rId181" Type="http://schemas.openxmlformats.org/officeDocument/2006/relationships/customXml" Target="../ink/ink1169.xml"/><Relationship Id="rId22" Type="http://schemas.openxmlformats.org/officeDocument/2006/relationships/image" Target="../media/image1661.png"/><Relationship Id="rId43" Type="http://schemas.openxmlformats.org/officeDocument/2006/relationships/customXml" Target="../ink/ink1100.xml"/><Relationship Id="rId64" Type="http://schemas.openxmlformats.org/officeDocument/2006/relationships/image" Target="../media/image1871.png"/><Relationship Id="rId118" Type="http://schemas.openxmlformats.org/officeDocument/2006/relationships/image" Target="../media/image2141.png"/><Relationship Id="rId139" Type="http://schemas.openxmlformats.org/officeDocument/2006/relationships/customXml" Target="../ink/ink1148.xml"/><Relationship Id="rId85" Type="http://schemas.openxmlformats.org/officeDocument/2006/relationships/customXml" Target="../ink/ink1121.xml"/><Relationship Id="rId150" Type="http://schemas.openxmlformats.org/officeDocument/2006/relationships/image" Target="../media/image2301.png"/><Relationship Id="rId171" Type="http://schemas.openxmlformats.org/officeDocument/2006/relationships/customXml" Target="../ink/ink1164.xml"/><Relationship Id="rId192" Type="http://schemas.openxmlformats.org/officeDocument/2006/relationships/image" Target="../media/image2512.png"/><Relationship Id="rId206" Type="http://schemas.openxmlformats.org/officeDocument/2006/relationships/image" Target="../media/image2581.png"/><Relationship Id="rId12" Type="http://schemas.openxmlformats.org/officeDocument/2006/relationships/image" Target="../media/image1612.png"/><Relationship Id="rId33" Type="http://schemas.openxmlformats.org/officeDocument/2006/relationships/customXml" Target="../ink/ink1095.xml"/><Relationship Id="rId108" Type="http://schemas.openxmlformats.org/officeDocument/2006/relationships/image" Target="../media/image2091.png"/><Relationship Id="rId129" Type="http://schemas.openxmlformats.org/officeDocument/2006/relationships/customXml" Target="../ink/ink1143.xml"/><Relationship Id="rId54" Type="http://schemas.openxmlformats.org/officeDocument/2006/relationships/image" Target="../media/image1821.png"/><Relationship Id="rId75" Type="http://schemas.openxmlformats.org/officeDocument/2006/relationships/customXml" Target="../ink/ink1116.xml"/><Relationship Id="rId96" Type="http://schemas.openxmlformats.org/officeDocument/2006/relationships/image" Target="../media/image2031.png"/><Relationship Id="rId140" Type="http://schemas.openxmlformats.org/officeDocument/2006/relationships/image" Target="../media/image2251.png"/><Relationship Id="rId161" Type="http://schemas.openxmlformats.org/officeDocument/2006/relationships/customXml" Target="../ink/ink1159.xml"/><Relationship Id="rId182" Type="http://schemas.openxmlformats.org/officeDocument/2006/relationships/image" Target="../media/image246.png"/><Relationship Id="rId6" Type="http://schemas.openxmlformats.org/officeDocument/2006/relationships/image" Target="../media/image1581.png"/><Relationship Id="rId23" Type="http://schemas.openxmlformats.org/officeDocument/2006/relationships/customXml" Target="../ink/ink1090.xml"/><Relationship Id="rId119" Type="http://schemas.openxmlformats.org/officeDocument/2006/relationships/customXml" Target="../ink/ink1138.xml"/><Relationship Id="rId44" Type="http://schemas.openxmlformats.org/officeDocument/2006/relationships/image" Target="../media/image1771.png"/><Relationship Id="rId65" Type="http://schemas.openxmlformats.org/officeDocument/2006/relationships/customXml" Target="../ink/ink1111.xml"/><Relationship Id="rId86" Type="http://schemas.openxmlformats.org/officeDocument/2006/relationships/image" Target="../media/image1981.png"/><Relationship Id="rId130" Type="http://schemas.openxmlformats.org/officeDocument/2006/relationships/image" Target="../media/image2201.png"/><Relationship Id="rId151" Type="http://schemas.openxmlformats.org/officeDocument/2006/relationships/customXml" Target="../ink/ink1154.xml"/><Relationship Id="rId172" Type="http://schemas.openxmlformats.org/officeDocument/2006/relationships/image" Target="../media/image2412.png"/><Relationship Id="rId193" Type="http://schemas.openxmlformats.org/officeDocument/2006/relationships/customXml" Target="../ink/ink1175.xml"/><Relationship Id="rId207" Type="http://schemas.openxmlformats.org/officeDocument/2006/relationships/customXml" Target="../ink/ink1182.xml"/><Relationship Id="rId13" Type="http://schemas.openxmlformats.org/officeDocument/2006/relationships/customXml" Target="../ink/ink1085.xml"/><Relationship Id="rId109" Type="http://schemas.openxmlformats.org/officeDocument/2006/relationships/customXml" Target="../ink/ink1133.xml"/><Relationship Id="rId34" Type="http://schemas.openxmlformats.org/officeDocument/2006/relationships/image" Target="../media/image1721.png"/><Relationship Id="rId55" Type="http://schemas.openxmlformats.org/officeDocument/2006/relationships/customXml" Target="../ink/ink1106.xml"/><Relationship Id="rId76" Type="http://schemas.openxmlformats.org/officeDocument/2006/relationships/image" Target="../media/image1931.png"/><Relationship Id="rId97" Type="http://schemas.openxmlformats.org/officeDocument/2006/relationships/customXml" Target="../ink/ink1127.xml"/><Relationship Id="rId120" Type="http://schemas.openxmlformats.org/officeDocument/2006/relationships/image" Target="../media/image2151.png"/><Relationship Id="rId141" Type="http://schemas.openxmlformats.org/officeDocument/2006/relationships/customXml" Target="../ink/ink1149.xml"/><Relationship Id="rId7" Type="http://schemas.openxmlformats.org/officeDocument/2006/relationships/customXml" Target="../ink/ink1082.xml"/><Relationship Id="rId162" Type="http://schemas.openxmlformats.org/officeDocument/2006/relationships/image" Target="../media/image2361.png"/><Relationship Id="rId183" Type="http://schemas.openxmlformats.org/officeDocument/2006/relationships/customXml" Target="../ink/ink1170.xml"/><Relationship Id="rId24" Type="http://schemas.openxmlformats.org/officeDocument/2006/relationships/image" Target="../media/image1671.png"/><Relationship Id="rId45" Type="http://schemas.openxmlformats.org/officeDocument/2006/relationships/customXml" Target="../ink/ink1101.xml"/><Relationship Id="rId66" Type="http://schemas.openxmlformats.org/officeDocument/2006/relationships/image" Target="../media/image1881.png"/><Relationship Id="rId87" Type="http://schemas.openxmlformats.org/officeDocument/2006/relationships/customXml" Target="../ink/ink1122.xml"/><Relationship Id="rId110" Type="http://schemas.openxmlformats.org/officeDocument/2006/relationships/image" Target="../media/image2101.png"/><Relationship Id="rId131" Type="http://schemas.openxmlformats.org/officeDocument/2006/relationships/customXml" Target="../ink/ink1144.xml"/><Relationship Id="rId61" Type="http://schemas.openxmlformats.org/officeDocument/2006/relationships/customXml" Target="../ink/ink1109.xml"/><Relationship Id="rId82" Type="http://schemas.openxmlformats.org/officeDocument/2006/relationships/image" Target="../media/image1961.png"/><Relationship Id="rId152" Type="http://schemas.openxmlformats.org/officeDocument/2006/relationships/image" Target="../media/image2312.png"/><Relationship Id="rId173" Type="http://schemas.openxmlformats.org/officeDocument/2006/relationships/customXml" Target="../ink/ink1165.xml"/><Relationship Id="rId194" Type="http://schemas.openxmlformats.org/officeDocument/2006/relationships/image" Target="../media/image2521.png"/><Relationship Id="rId199" Type="http://schemas.openxmlformats.org/officeDocument/2006/relationships/customXml" Target="../ink/ink1178.xml"/><Relationship Id="rId203" Type="http://schemas.openxmlformats.org/officeDocument/2006/relationships/customXml" Target="../ink/ink1180.xml"/><Relationship Id="rId208" Type="http://schemas.openxmlformats.org/officeDocument/2006/relationships/image" Target="../media/image2591.png"/><Relationship Id="rId19" Type="http://schemas.openxmlformats.org/officeDocument/2006/relationships/customXml" Target="../ink/ink1088.xml"/><Relationship Id="rId14" Type="http://schemas.openxmlformats.org/officeDocument/2006/relationships/image" Target="../media/image1621.png"/><Relationship Id="rId30" Type="http://schemas.openxmlformats.org/officeDocument/2006/relationships/image" Target="../media/image1701.png"/><Relationship Id="rId35" Type="http://schemas.openxmlformats.org/officeDocument/2006/relationships/customXml" Target="../ink/ink1096.xml"/><Relationship Id="rId56" Type="http://schemas.openxmlformats.org/officeDocument/2006/relationships/image" Target="../media/image1831.png"/><Relationship Id="rId77" Type="http://schemas.openxmlformats.org/officeDocument/2006/relationships/customXml" Target="../ink/ink1117.xml"/><Relationship Id="rId100" Type="http://schemas.openxmlformats.org/officeDocument/2006/relationships/image" Target="../media/image2051.png"/><Relationship Id="rId105" Type="http://schemas.openxmlformats.org/officeDocument/2006/relationships/customXml" Target="../ink/ink1131.xml"/><Relationship Id="rId126" Type="http://schemas.openxmlformats.org/officeDocument/2006/relationships/image" Target="../media/image2181.png"/><Relationship Id="rId147" Type="http://schemas.openxmlformats.org/officeDocument/2006/relationships/customXml" Target="../ink/ink1152.xml"/><Relationship Id="rId168" Type="http://schemas.openxmlformats.org/officeDocument/2006/relationships/image" Target="../media/image2391.png"/><Relationship Id="rId8" Type="http://schemas.openxmlformats.org/officeDocument/2006/relationships/image" Target="../media/image1591.png"/><Relationship Id="rId51" Type="http://schemas.openxmlformats.org/officeDocument/2006/relationships/customXml" Target="../ink/ink1104.xml"/><Relationship Id="rId72" Type="http://schemas.openxmlformats.org/officeDocument/2006/relationships/image" Target="../media/image1912.png"/><Relationship Id="rId93" Type="http://schemas.openxmlformats.org/officeDocument/2006/relationships/customXml" Target="../ink/ink1125.xml"/><Relationship Id="rId98" Type="http://schemas.openxmlformats.org/officeDocument/2006/relationships/image" Target="../media/image2041.png"/><Relationship Id="rId121" Type="http://schemas.openxmlformats.org/officeDocument/2006/relationships/customXml" Target="../ink/ink1139.xml"/><Relationship Id="rId142" Type="http://schemas.openxmlformats.org/officeDocument/2006/relationships/image" Target="../media/image2261.png"/><Relationship Id="rId163" Type="http://schemas.openxmlformats.org/officeDocument/2006/relationships/customXml" Target="../ink/ink1160.xml"/><Relationship Id="rId184" Type="http://schemas.openxmlformats.org/officeDocument/2006/relationships/image" Target="../media/image2471.png"/><Relationship Id="rId189" Type="http://schemas.openxmlformats.org/officeDocument/2006/relationships/customXml" Target="../ink/ink1173.xml"/><Relationship Id="rId3" Type="http://schemas.openxmlformats.org/officeDocument/2006/relationships/customXml" Target="../ink/ink1080.xml"/><Relationship Id="rId25" Type="http://schemas.openxmlformats.org/officeDocument/2006/relationships/customXml" Target="../ink/ink1091.xml"/><Relationship Id="rId46" Type="http://schemas.openxmlformats.org/officeDocument/2006/relationships/image" Target="../media/image1781.png"/><Relationship Id="rId67" Type="http://schemas.openxmlformats.org/officeDocument/2006/relationships/customXml" Target="../ink/ink1112.xml"/><Relationship Id="rId116" Type="http://schemas.openxmlformats.org/officeDocument/2006/relationships/image" Target="../media/image2131.png"/><Relationship Id="rId137" Type="http://schemas.openxmlformats.org/officeDocument/2006/relationships/customXml" Target="../ink/ink1147.xml"/><Relationship Id="rId158" Type="http://schemas.openxmlformats.org/officeDocument/2006/relationships/image" Target="../media/image2341.png"/><Relationship Id="rId20" Type="http://schemas.openxmlformats.org/officeDocument/2006/relationships/image" Target="../media/image1651.png"/><Relationship Id="rId41" Type="http://schemas.openxmlformats.org/officeDocument/2006/relationships/customXml" Target="../ink/ink1099.xml"/><Relationship Id="rId62" Type="http://schemas.openxmlformats.org/officeDocument/2006/relationships/image" Target="../media/image1861.png"/><Relationship Id="rId83" Type="http://schemas.openxmlformats.org/officeDocument/2006/relationships/customXml" Target="../ink/ink1120.xml"/><Relationship Id="rId88" Type="http://schemas.openxmlformats.org/officeDocument/2006/relationships/image" Target="../media/image1991.png"/><Relationship Id="rId111" Type="http://schemas.openxmlformats.org/officeDocument/2006/relationships/customXml" Target="../ink/ink1134.xml"/><Relationship Id="rId132" Type="http://schemas.openxmlformats.org/officeDocument/2006/relationships/image" Target="../media/image2212.png"/><Relationship Id="rId153" Type="http://schemas.openxmlformats.org/officeDocument/2006/relationships/customXml" Target="../ink/ink1155.xml"/><Relationship Id="rId174" Type="http://schemas.openxmlformats.org/officeDocument/2006/relationships/image" Target="../media/image2421.png"/><Relationship Id="rId179" Type="http://schemas.openxmlformats.org/officeDocument/2006/relationships/customXml" Target="../ink/ink1168.xml"/><Relationship Id="rId195" Type="http://schemas.openxmlformats.org/officeDocument/2006/relationships/customXml" Target="../ink/ink1176.xml"/><Relationship Id="rId209" Type="http://schemas.openxmlformats.org/officeDocument/2006/relationships/customXml" Target="../ink/ink1183.xml"/><Relationship Id="rId190" Type="http://schemas.openxmlformats.org/officeDocument/2006/relationships/image" Target="../media/image2501.png"/><Relationship Id="rId204" Type="http://schemas.openxmlformats.org/officeDocument/2006/relationships/image" Target="../media/image2571.png"/><Relationship Id="rId15" Type="http://schemas.openxmlformats.org/officeDocument/2006/relationships/customXml" Target="../ink/ink1086.xml"/><Relationship Id="rId36" Type="http://schemas.openxmlformats.org/officeDocument/2006/relationships/image" Target="../media/image1731.png"/><Relationship Id="rId57" Type="http://schemas.openxmlformats.org/officeDocument/2006/relationships/customXml" Target="../ink/ink1107.xml"/><Relationship Id="rId106" Type="http://schemas.openxmlformats.org/officeDocument/2006/relationships/image" Target="../media/image2081.png"/><Relationship Id="rId127" Type="http://schemas.openxmlformats.org/officeDocument/2006/relationships/customXml" Target="../ink/ink1142.xml"/><Relationship Id="rId10" Type="http://schemas.openxmlformats.org/officeDocument/2006/relationships/image" Target="../media/image1601.png"/><Relationship Id="rId31" Type="http://schemas.openxmlformats.org/officeDocument/2006/relationships/customXml" Target="../ink/ink1094.xml"/><Relationship Id="rId52" Type="http://schemas.openxmlformats.org/officeDocument/2006/relationships/image" Target="../media/image1812.png"/><Relationship Id="rId73" Type="http://schemas.openxmlformats.org/officeDocument/2006/relationships/customXml" Target="../ink/ink1115.xml"/><Relationship Id="rId78" Type="http://schemas.openxmlformats.org/officeDocument/2006/relationships/image" Target="../media/image1941.png"/><Relationship Id="rId94" Type="http://schemas.openxmlformats.org/officeDocument/2006/relationships/image" Target="../media/image2021.png"/><Relationship Id="rId99" Type="http://schemas.openxmlformats.org/officeDocument/2006/relationships/customXml" Target="../ink/ink1128.xml"/><Relationship Id="rId101" Type="http://schemas.openxmlformats.org/officeDocument/2006/relationships/customXml" Target="../ink/ink1129.xml"/><Relationship Id="rId122" Type="http://schemas.openxmlformats.org/officeDocument/2006/relationships/image" Target="../media/image2161.png"/><Relationship Id="rId143" Type="http://schemas.openxmlformats.org/officeDocument/2006/relationships/customXml" Target="../ink/ink1150.xml"/><Relationship Id="rId148" Type="http://schemas.openxmlformats.org/officeDocument/2006/relationships/image" Target="../media/image2291.png"/><Relationship Id="rId164" Type="http://schemas.openxmlformats.org/officeDocument/2006/relationships/image" Target="../media/image2371.png"/><Relationship Id="rId169" Type="http://schemas.openxmlformats.org/officeDocument/2006/relationships/customXml" Target="../ink/ink1163.xml"/><Relationship Id="rId185" Type="http://schemas.openxmlformats.org/officeDocument/2006/relationships/customXml" Target="../ink/ink1171.xml"/><Relationship Id="rId4" Type="http://schemas.openxmlformats.org/officeDocument/2006/relationships/image" Target="../media/image1571.png"/><Relationship Id="rId9" Type="http://schemas.openxmlformats.org/officeDocument/2006/relationships/customXml" Target="../ink/ink1083.xml"/><Relationship Id="rId180" Type="http://schemas.openxmlformats.org/officeDocument/2006/relationships/image" Target="../media/image2451.png"/><Relationship Id="rId210" Type="http://schemas.openxmlformats.org/officeDocument/2006/relationships/image" Target="../media/image2601.png"/><Relationship Id="rId26" Type="http://schemas.openxmlformats.org/officeDocument/2006/relationships/image" Target="../media/image1681.png"/><Relationship Id="rId47" Type="http://schemas.openxmlformats.org/officeDocument/2006/relationships/customXml" Target="../ink/ink1102.xml"/><Relationship Id="rId68" Type="http://schemas.openxmlformats.org/officeDocument/2006/relationships/image" Target="../media/image1891.png"/><Relationship Id="rId89" Type="http://schemas.openxmlformats.org/officeDocument/2006/relationships/customXml" Target="../ink/ink1123.xml"/><Relationship Id="rId112" Type="http://schemas.openxmlformats.org/officeDocument/2006/relationships/image" Target="../media/image2112.png"/><Relationship Id="rId133" Type="http://schemas.openxmlformats.org/officeDocument/2006/relationships/customXml" Target="../ink/ink1145.xml"/><Relationship Id="rId154" Type="http://schemas.openxmlformats.org/officeDocument/2006/relationships/image" Target="../media/image2321.png"/><Relationship Id="rId175" Type="http://schemas.openxmlformats.org/officeDocument/2006/relationships/customXml" Target="../ink/ink1166.xml"/><Relationship Id="rId196" Type="http://schemas.openxmlformats.org/officeDocument/2006/relationships/image" Target="../media/image2531.png"/><Relationship Id="rId200" Type="http://schemas.openxmlformats.org/officeDocument/2006/relationships/image" Target="../media/image2551.png"/><Relationship Id="rId16" Type="http://schemas.openxmlformats.org/officeDocument/2006/relationships/image" Target="../media/image1631.png"/><Relationship Id="rId37" Type="http://schemas.openxmlformats.org/officeDocument/2006/relationships/customXml" Target="../ink/ink1097.xml"/><Relationship Id="rId58" Type="http://schemas.openxmlformats.org/officeDocument/2006/relationships/image" Target="../media/image1841.png"/><Relationship Id="rId79" Type="http://schemas.openxmlformats.org/officeDocument/2006/relationships/customXml" Target="../ink/ink1118.xml"/><Relationship Id="rId102" Type="http://schemas.openxmlformats.org/officeDocument/2006/relationships/image" Target="../media/image2061.png"/><Relationship Id="rId123" Type="http://schemas.openxmlformats.org/officeDocument/2006/relationships/customXml" Target="../ink/ink1140.xml"/><Relationship Id="rId144" Type="http://schemas.openxmlformats.org/officeDocument/2006/relationships/image" Target="../media/image2271.png"/><Relationship Id="rId90" Type="http://schemas.openxmlformats.org/officeDocument/2006/relationships/image" Target="../media/image2001.png"/><Relationship Id="rId165" Type="http://schemas.openxmlformats.org/officeDocument/2006/relationships/customXml" Target="../ink/ink1161.xml"/><Relationship Id="rId186" Type="http://schemas.openxmlformats.org/officeDocument/2006/relationships/image" Target="../media/image248.png"/><Relationship Id="rId211" Type="http://schemas.openxmlformats.org/officeDocument/2006/relationships/customXml" Target="../ink/ink1184.xml"/><Relationship Id="rId27" Type="http://schemas.openxmlformats.org/officeDocument/2006/relationships/customXml" Target="../ink/ink1092.xml"/><Relationship Id="rId48" Type="http://schemas.openxmlformats.org/officeDocument/2006/relationships/image" Target="../media/image1791.png"/><Relationship Id="rId69" Type="http://schemas.openxmlformats.org/officeDocument/2006/relationships/customXml" Target="../ink/ink1113.xml"/><Relationship Id="rId113" Type="http://schemas.openxmlformats.org/officeDocument/2006/relationships/customXml" Target="../ink/ink1135.xml"/><Relationship Id="rId134" Type="http://schemas.openxmlformats.org/officeDocument/2006/relationships/image" Target="../media/image2221.png"/><Relationship Id="rId80" Type="http://schemas.openxmlformats.org/officeDocument/2006/relationships/image" Target="../media/image1951.png"/><Relationship Id="rId155" Type="http://schemas.openxmlformats.org/officeDocument/2006/relationships/customXml" Target="../ink/ink1156.xml"/><Relationship Id="rId176" Type="http://schemas.openxmlformats.org/officeDocument/2006/relationships/image" Target="../media/image2431.png"/><Relationship Id="rId197" Type="http://schemas.openxmlformats.org/officeDocument/2006/relationships/customXml" Target="../ink/ink1177.xml"/><Relationship Id="rId201" Type="http://schemas.openxmlformats.org/officeDocument/2006/relationships/customXml" Target="../ink/ink1179.xml"/><Relationship Id="rId17" Type="http://schemas.openxmlformats.org/officeDocument/2006/relationships/customXml" Target="../ink/ink1087.xml"/><Relationship Id="rId38" Type="http://schemas.openxmlformats.org/officeDocument/2006/relationships/image" Target="../media/image1741.png"/><Relationship Id="rId59" Type="http://schemas.openxmlformats.org/officeDocument/2006/relationships/customXml" Target="../ink/ink1108.xml"/><Relationship Id="rId103" Type="http://schemas.openxmlformats.org/officeDocument/2006/relationships/customXml" Target="../ink/ink1130.xml"/><Relationship Id="rId124" Type="http://schemas.openxmlformats.org/officeDocument/2006/relationships/image" Target="../media/image2171.png"/><Relationship Id="rId70" Type="http://schemas.openxmlformats.org/officeDocument/2006/relationships/image" Target="../media/image1901.png"/><Relationship Id="rId91" Type="http://schemas.openxmlformats.org/officeDocument/2006/relationships/customXml" Target="../ink/ink1124.xml"/><Relationship Id="rId145" Type="http://schemas.openxmlformats.org/officeDocument/2006/relationships/customXml" Target="../ink/ink1151.xml"/><Relationship Id="rId166" Type="http://schemas.openxmlformats.org/officeDocument/2006/relationships/image" Target="../media/image2381.png"/><Relationship Id="rId187" Type="http://schemas.openxmlformats.org/officeDocument/2006/relationships/customXml" Target="../ink/ink1172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2613.png"/><Relationship Id="rId28" Type="http://schemas.openxmlformats.org/officeDocument/2006/relationships/image" Target="../media/image1691.png"/><Relationship Id="rId49" Type="http://schemas.openxmlformats.org/officeDocument/2006/relationships/customXml" Target="../ink/ink1103.xml"/><Relationship Id="rId114" Type="http://schemas.openxmlformats.org/officeDocument/2006/relationships/image" Target="../media/image2121.png"/><Relationship Id="rId60" Type="http://schemas.openxmlformats.org/officeDocument/2006/relationships/image" Target="../media/image1851.png"/><Relationship Id="rId81" Type="http://schemas.openxmlformats.org/officeDocument/2006/relationships/customXml" Target="../ink/ink1119.xml"/><Relationship Id="rId135" Type="http://schemas.openxmlformats.org/officeDocument/2006/relationships/customXml" Target="../ink/ink1146.xml"/><Relationship Id="rId156" Type="http://schemas.openxmlformats.org/officeDocument/2006/relationships/image" Target="../media/image2331.png"/><Relationship Id="rId177" Type="http://schemas.openxmlformats.org/officeDocument/2006/relationships/customXml" Target="../ink/ink1167.xml"/><Relationship Id="rId198" Type="http://schemas.openxmlformats.org/officeDocument/2006/relationships/image" Target="../media/image2541.png"/><Relationship Id="rId202" Type="http://schemas.openxmlformats.org/officeDocument/2006/relationships/image" Target="../media/image2561.png"/><Relationship Id="rId18" Type="http://schemas.openxmlformats.org/officeDocument/2006/relationships/image" Target="../media/image1641.png"/><Relationship Id="rId39" Type="http://schemas.openxmlformats.org/officeDocument/2006/relationships/customXml" Target="../ink/ink1098.xml"/><Relationship Id="rId50" Type="http://schemas.openxmlformats.org/officeDocument/2006/relationships/image" Target="../media/image1801.png"/><Relationship Id="rId104" Type="http://schemas.openxmlformats.org/officeDocument/2006/relationships/image" Target="../media/image2071.png"/><Relationship Id="rId125" Type="http://schemas.openxmlformats.org/officeDocument/2006/relationships/customXml" Target="../ink/ink1141.xml"/><Relationship Id="rId146" Type="http://schemas.openxmlformats.org/officeDocument/2006/relationships/image" Target="../media/image2281.png"/><Relationship Id="rId167" Type="http://schemas.openxmlformats.org/officeDocument/2006/relationships/customXml" Target="../ink/ink1162.xml"/><Relationship Id="rId188" Type="http://schemas.openxmlformats.org/officeDocument/2006/relationships/image" Target="../media/image249.png"/><Relationship Id="rId71" Type="http://schemas.openxmlformats.org/officeDocument/2006/relationships/customXml" Target="../ink/ink1114.xml"/><Relationship Id="rId92" Type="http://schemas.openxmlformats.org/officeDocument/2006/relationships/image" Target="../media/image2012.png"/><Relationship Id="rId2" Type="http://schemas.openxmlformats.org/officeDocument/2006/relationships/image" Target="../media/image388.png"/><Relationship Id="rId29" Type="http://schemas.openxmlformats.org/officeDocument/2006/relationships/customXml" Target="../ink/ink1093.xml"/><Relationship Id="rId40" Type="http://schemas.openxmlformats.org/officeDocument/2006/relationships/image" Target="../media/image1751.png"/><Relationship Id="rId115" Type="http://schemas.openxmlformats.org/officeDocument/2006/relationships/customXml" Target="../ink/ink1136.xml"/><Relationship Id="rId136" Type="http://schemas.openxmlformats.org/officeDocument/2006/relationships/image" Target="../media/image2231.png"/><Relationship Id="rId157" Type="http://schemas.openxmlformats.org/officeDocument/2006/relationships/customXml" Target="../ink/ink1157.xml"/><Relationship Id="rId178" Type="http://schemas.openxmlformats.org/officeDocument/2006/relationships/image" Target="../media/image2441.png"/></Relationships>
</file>

<file path=ppt/slides/_rels/slide2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242.xml"/><Relationship Id="rId299" Type="http://schemas.openxmlformats.org/officeDocument/2006/relationships/customXml" Target="../ink/ink1333.xml"/><Relationship Id="rId21" Type="http://schemas.openxmlformats.org/officeDocument/2006/relationships/customXml" Target="../ink/ink1194.xml"/><Relationship Id="rId63" Type="http://schemas.openxmlformats.org/officeDocument/2006/relationships/customXml" Target="../ink/ink1215.xml"/><Relationship Id="rId159" Type="http://schemas.openxmlformats.org/officeDocument/2006/relationships/customXml" Target="../ink/ink1263.xml"/><Relationship Id="rId170" Type="http://schemas.openxmlformats.org/officeDocument/2006/relationships/image" Target="../media/image472.png"/><Relationship Id="rId226" Type="http://schemas.openxmlformats.org/officeDocument/2006/relationships/image" Target="../media/image500.png"/><Relationship Id="rId268" Type="http://schemas.openxmlformats.org/officeDocument/2006/relationships/image" Target="../media/image521.png"/><Relationship Id="rId32" Type="http://schemas.openxmlformats.org/officeDocument/2006/relationships/image" Target="../media/image403.png"/><Relationship Id="rId74" Type="http://schemas.openxmlformats.org/officeDocument/2006/relationships/image" Target="../media/image424.png"/><Relationship Id="rId128" Type="http://schemas.openxmlformats.org/officeDocument/2006/relationships/image" Target="../media/image451.png"/><Relationship Id="rId5" Type="http://schemas.openxmlformats.org/officeDocument/2006/relationships/customXml" Target="../ink/ink1186.xml"/><Relationship Id="rId181" Type="http://schemas.openxmlformats.org/officeDocument/2006/relationships/customXml" Target="../ink/ink1274.xml"/><Relationship Id="rId237" Type="http://schemas.openxmlformats.org/officeDocument/2006/relationships/customXml" Target="../ink/ink1302.xml"/><Relationship Id="rId279" Type="http://schemas.openxmlformats.org/officeDocument/2006/relationships/customXml" Target="../ink/ink1323.xml"/><Relationship Id="rId43" Type="http://schemas.openxmlformats.org/officeDocument/2006/relationships/customXml" Target="../ink/ink1205.xml"/><Relationship Id="rId139" Type="http://schemas.openxmlformats.org/officeDocument/2006/relationships/customXml" Target="../ink/ink1253.xml"/><Relationship Id="rId290" Type="http://schemas.openxmlformats.org/officeDocument/2006/relationships/image" Target="../media/image532.png"/><Relationship Id="rId85" Type="http://schemas.openxmlformats.org/officeDocument/2006/relationships/customXml" Target="../ink/ink1226.xml"/><Relationship Id="rId150" Type="http://schemas.openxmlformats.org/officeDocument/2006/relationships/image" Target="../media/image462.png"/><Relationship Id="rId192" Type="http://schemas.openxmlformats.org/officeDocument/2006/relationships/image" Target="../media/image483.png"/><Relationship Id="rId206" Type="http://schemas.openxmlformats.org/officeDocument/2006/relationships/image" Target="../media/image490.png"/><Relationship Id="rId248" Type="http://schemas.openxmlformats.org/officeDocument/2006/relationships/image" Target="../media/image511.png"/><Relationship Id="rId12" Type="http://schemas.openxmlformats.org/officeDocument/2006/relationships/image" Target="../media/image393.png"/><Relationship Id="rId108" Type="http://schemas.openxmlformats.org/officeDocument/2006/relationships/image" Target="../media/image441.png"/><Relationship Id="rId54" Type="http://schemas.openxmlformats.org/officeDocument/2006/relationships/image" Target="../media/image414.png"/><Relationship Id="rId96" Type="http://schemas.openxmlformats.org/officeDocument/2006/relationships/image" Target="../media/image435.png"/><Relationship Id="rId161" Type="http://schemas.openxmlformats.org/officeDocument/2006/relationships/customXml" Target="../ink/ink1264.xml"/><Relationship Id="rId217" Type="http://schemas.openxmlformats.org/officeDocument/2006/relationships/customXml" Target="../ink/ink1292.xml"/><Relationship Id="rId6" Type="http://schemas.openxmlformats.org/officeDocument/2006/relationships/image" Target="../media/image390.png"/><Relationship Id="rId238" Type="http://schemas.openxmlformats.org/officeDocument/2006/relationships/image" Target="../media/image506.png"/><Relationship Id="rId259" Type="http://schemas.openxmlformats.org/officeDocument/2006/relationships/customXml" Target="../ink/ink1313.xml"/><Relationship Id="rId23" Type="http://schemas.openxmlformats.org/officeDocument/2006/relationships/customXml" Target="../ink/ink1195.xml"/><Relationship Id="rId119" Type="http://schemas.openxmlformats.org/officeDocument/2006/relationships/customXml" Target="../ink/ink1243.xml"/><Relationship Id="rId270" Type="http://schemas.openxmlformats.org/officeDocument/2006/relationships/image" Target="../media/image522.png"/><Relationship Id="rId291" Type="http://schemas.openxmlformats.org/officeDocument/2006/relationships/customXml" Target="../ink/ink1329.xml"/><Relationship Id="rId44" Type="http://schemas.openxmlformats.org/officeDocument/2006/relationships/image" Target="../media/image409.png"/><Relationship Id="rId65" Type="http://schemas.openxmlformats.org/officeDocument/2006/relationships/customXml" Target="../ink/ink1216.xml"/><Relationship Id="rId86" Type="http://schemas.openxmlformats.org/officeDocument/2006/relationships/image" Target="../media/image430.png"/><Relationship Id="rId130" Type="http://schemas.openxmlformats.org/officeDocument/2006/relationships/image" Target="../media/image452.png"/><Relationship Id="rId151" Type="http://schemas.openxmlformats.org/officeDocument/2006/relationships/customXml" Target="../ink/ink1259.xml"/><Relationship Id="rId172" Type="http://schemas.openxmlformats.org/officeDocument/2006/relationships/image" Target="../media/image473.png"/><Relationship Id="rId193" Type="http://schemas.openxmlformats.org/officeDocument/2006/relationships/customXml" Target="../ink/ink1280.xml"/><Relationship Id="rId207" Type="http://schemas.openxmlformats.org/officeDocument/2006/relationships/customXml" Target="../ink/ink1287.xml"/><Relationship Id="rId228" Type="http://schemas.openxmlformats.org/officeDocument/2006/relationships/image" Target="../media/image501.png"/><Relationship Id="rId249" Type="http://schemas.openxmlformats.org/officeDocument/2006/relationships/customXml" Target="../ink/ink1308.xml"/><Relationship Id="rId13" Type="http://schemas.openxmlformats.org/officeDocument/2006/relationships/customXml" Target="../ink/ink1190.xml"/><Relationship Id="rId109" Type="http://schemas.openxmlformats.org/officeDocument/2006/relationships/customXml" Target="../ink/ink1238.xml"/><Relationship Id="rId260" Type="http://schemas.openxmlformats.org/officeDocument/2006/relationships/image" Target="../media/image517.png"/><Relationship Id="rId281" Type="http://schemas.openxmlformats.org/officeDocument/2006/relationships/customXml" Target="../ink/ink1324.xml"/><Relationship Id="rId34" Type="http://schemas.openxmlformats.org/officeDocument/2006/relationships/image" Target="../media/image404.png"/><Relationship Id="rId55" Type="http://schemas.openxmlformats.org/officeDocument/2006/relationships/customXml" Target="../ink/ink1211.xml"/><Relationship Id="rId76" Type="http://schemas.openxmlformats.org/officeDocument/2006/relationships/image" Target="../media/image425.png"/><Relationship Id="rId97" Type="http://schemas.openxmlformats.org/officeDocument/2006/relationships/customXml" Target="../ink/ink1232.xml"/><Relationship Id="rId120" Type="http://schemas.openxmlformats.org/officeDocument/2006/relationships/image" Target="../media/image447.png"/><Relationship Id="rId141" Type="http://schemas.openxmlformats.org/officeDocument/2006/relationships/customXml" Target="../ink/ink1254.xml"/><Relationship Id="rId7" Type="http://schemas.openxmlformats.org/officeDocument/2006/relationships/customXml" Target="../ink/ink1187.xml"/><Relationship Id="rId162" Type="http://schemas.openxmlformats.org/officeDocument/2006/relationships/image" Target="../media/image468.png"/><Relationship Id="rId183" Type="http://schemas.openxmlformats.org/officeDocument/2006/relationships/customXml" Target="../ink/ink1275.xml"/><Relationship Id="rId218" Type="http://schemas.openxmlformats.org/officeDocument/2006/relationships/image" Target="../media/image496.png"/><Relationship Id="rId239" Type="http://schemas.openxmlformats.org/officeDocument/2006/relationships/customXml" Target="../ink/ink1303.xml"/><Relationship Id="rId250" Type="http://schemas.openxmlformats.org/officeDocument/2006/relationships/image" Target="../media/image512.png"/><Relationship Id="rId271" Type="http://schemas.openxmlformats.org/officeDocument/2006/relationships/customXml" Target="../ink/ink1319.xml"/><Relationship Id="rId292" Type="http://schemas.openxmlformats.org/officeDocument/2006/relationships/image" Target="../media/image533.png"/><Relationship Id="rId24" Type="http://schemas.openxmlformats.org/officeDocument/2006/relationships/image" Target="../media/image399.png"/><Relationship Id="rId45" Type="http://schemas.openxmlformats.org/officeDocument/2006/relationships/customXml" Target="../ink/ink1206.xml"/><Relationship Id="rId66" Type="http://schemas.openxmlformats.org/officeDocument/2006/relationships/image" Target="../media/image420.png"/><Relationship Id="rId87" Type="http://schemas.openxmlformats.org/officeDocument/2006/relationships/customXml" Target="../ink/ink1227.xml"/><Relationship Id="rId110" Type="http://schemas.openxmlformats.org/officeDocument/2006/relationships/image" Target="../media/image442.png"/><Relationship Id="rId131" Type="http://schemas.openxmlformats.org/officeDocument/2006/relationships/customXml" Target="../ink/ink1249.xml"/><Relationship Id="rId152" Type="http://schemas.openxmlformats.org/officeDocument/2006/relationships/image" Target="../media/image463.png"/><Relationship Id="rId173" Type="http://schemas.openxmlformats.org/officeDocument/2006/relationships/customXml" Target="../ink/ink1270.xml"/><Relationship Id="rId194" Type="http://schemas.openxmlformats.org/officeDocument/2006/relationships/image" Target="../media/image484.png"/><Relationship Id="rId208" Type="http://schemas.openxmlformats.org/officeDocument/2006/relationships/image" Target="../media/image491.png"/><Relationship Id="rId229" Type="http://schemas.openxmlformats.org/officeDocument/2006/relationships/customXml" Target="../ink/ink1298.xml"/><Relationship Id="rId240" Type="http://schemas.openxmlformats.org/officeDocument/2006/relationships/image" Target="../media/image507.png"/><Relationship Id="rId261" Type="http://schemas.openxmlformats.org/officeDocument/2006/relationships/customXml" Target="../ink/ink1314.xml"/><Relationship Id="rId14" Type="http://schemas.openxmlformats.org/officeDocument/2006/relationships/image" Target="../media/image394.png"/><Relationship Id="rId35" Type="http://schemas.openxmlformats.org/officeDocument/2006/relationships/customXml" Target="../ink/ink1201.xml"/><Relationship Id="rId56" Type="http://schemas.openxmlformats.org/officeDocument/2006/relationships/image" Target="../media/image415.png"/><Relationship Id="rId77" Type="http://schemas.openxmlformats.org/officeDocument/2006/relationships/customXml" Target="../ink/ink1222.xml"/><Relationship Id="rId100" Type="http://schemas.openxmlformats.org/officeDocument/2006/relationships/image" Target="../media/image437.png"/><Relationship Id="rId282" Type="http://schemas.openxmlformats.org/officeDocument/2006/relationships/image" Target="../media/image528.png"/><Relationship Id="rId8" Type="http://schemas.openxmlformats.org/officeDocument/2006/relationships/image" Target="../media/image391.png"/><Relationship Id="rId98" Type="http://schemas.openxmlformats.org/officeDocument/2006/relationships/image" Target="../media/image436.png"/><Relationship Id="rId121" Type="http://schemas.openxmlformats.org/officeDocument/2006/relationships/customXml" Target="../ink/ink1244.xml"/><Relationship Id="rId142" Type="http://schemas.openxmlformats.org/officeDocument/2006/relationships/image" Target="../media/image458.png"/><Relationship Id="rId163" Type="http://schemas.openxmlformats.org/officeDocument/2006/relationships/customXml" Target="../ink/ink1265.xml"/><Relationship Id="rId184" Type="http://schemas.openxmlformats.org/officeDocument/2006/relationships/image" Target="../media/image479.png"/><Relationship Id="rId219" Type="http://schemas.openxmlformats.org/officeDocument/2006/relationships/customXml" Target="../ink/ink1293.xml"/><Relationship Id="rId230" Type="http://schemas.openxmlformats.org/officeDocument/2006/relationships/image" Target="../media/image502.png"/><Relationship Id="rId251" Type="http://schemas.openxmlformats.org/officeDocument/2006/relationships/customXml" Target="../ink/ink1309.xml"/><Relationship Id="rId25" Type="http://schemas.openxmlformats.org/officeDocument/2006/relationships/customXml" Target="../ink/ink1196.xml"/><Relationship Id="rId46" Type="http://schemas.openxmlformats.org/officeDocument/2006/relationships/image" Target="../media/image410.png"/><Relationship Id="rId67" Type="http://schemas.openxmlformats.org/officeDocument/2006/relationships/customXml" Target="../ink/ink1217.xml"/><Relationship Id="rId272" Type="http://schemas.openxmlformats.org/officeDocument/2006/relationships/image" Target="../media/image523.png"/><Relationship Id="rId293" Type="http://schemas.openxmlformats.org/officeDocument/2006/relationships/customXml" Target="../ink/ink1330.xml"/><Relationship Id="rId88" Type="http://schemas.openxmlformats.org/officeDocument/2006/relationships/image" Target="../media/image431.png"/><Relationship Id="rId111" Type="http://schemas.openxmlformats.org/officeDocument/2006/relationships/customXml" Target="../ink/ink1239.xml"/><Relationship Id="rId132" Type="http://schemas.openxmlformats.org/officeDocument/2006/relationships/image" Target="../media/image453.png"/><Relationship Id="rId153" Type="http://schemas.openxmlformats.org/officeDocument/2006/relationships/customXml" Target="../ink/ink1260.xml"/><Relationship Id="rId174" Type="http://schemas.openxmlformats.org/officeDocument/2006/relationships/image" Target="../media/image474.png"/><Relationship Id="rId195" Type="http://schemas.openxmlformats.org/officeDocument/2006/relationships/customXml" Target="../ink/ink1281.xml"/><Relationship Id="rId209" Type="http://schemas.openxmlformats.org/officeDocument/2006/relationships/customXml" Target="../ink/ink1288.xml"/><Relationship Id="rId220" Type="http://schemas.openxmlformats.org/officeDocument/2006/relationships/image" Target="../media/image497.png"/><Relationship Id="rId241" Type="http://schemas.openxmlformats.org/officeDocument/2006/relationships/customXml" Target="../ink/ink1304.xml"/><Relationship Id="rId15" Type="http://schemas.openxmlformats.org/officeDocument/2006/relationships/customXml" Target="../ink/ink1191.xml"/><Relationship Id="rId36" Type="http://schemas.openxmlformats.org/officeDocument/2006/relationships/image" Target="../media/image405.png"/><Relationship Id="rId57" Type="http://schemas.openxmlformats.org/officeDocument/2006/relationships/customXml" Target="../ink/ink1212.xml"/><Relationship Id="rId262" Type="http://schemas.openxmlformats.org/officeDocument/2006/relationships/image" Target="../media/image518.png"/><Relationship Id="rId283" Type="http://schemas.openxmlformats.org/officeDocument/2006/relationships/customXml" Target="../ink/ink1325.xml"/><Relationship Id="rId78" Type="http://schemas.openxmlformats.org/officeDocument/2006/relationships/image" Target="../media/image426.png"/><Relationship Id="rId99" Type="http://schemas.openxmlformats.org/officeDocument/2006/relationships/customXml" Target="../ink/ink1233.xml"/><Relationship Id="rId101" Type="http://schemas.openxmlformats.org/officeDocument/2006/relationships/customXml" Target="../ink/ink1234.xml"/><Relationship Id="rId122" Type="http://schemas.openxmlformats.org/officeDocument/2006/relationships/image" Target="../media/image448.png"/><Relationship Id="rId143" Type="http://schemas.openxmlformats.org/officeDocument/2006/relationships/customXml" Target="../ink/ink1255.xml"/><Relationship Id="rId164" Type="http://schemas.openxmlformats.org/officeDocument/2006/relationships/image" Target="../media/image469.png"/><Relationship Id="rId185" Type="http://schemas.openxmlformats.org/officeDocument/2006/relationships/customXml" Target="../ink/ink1276.xml"/><Relationship Id="rId9" Type="http://schemas.openxmlformats.org/officeDocument/2006/relationships/customXml" Target="../ink/ink1188.xml"/><Relationship Id="rId210" Type="http://schemas.openxmlformats.org/officeDocument/2006/relationships/image" Target="../media/image492.png"/><Relationship Id="rId26" Type="http://schemas.openxmlformats.org/officeDocument/2006/relationships/image" Target="../media/image400.png"/><Relationship Id="rId231" Type="http://schemas.openxmlformats.org/officeDocument/2006/relationships/customXml" Target="../ink/ink1299.xml"/><Relationship Id="rId252" Type="http://schemas.openxmlformats.org/officeDocument/2006/relationships/image" Target="../media/image513.png"/><Relationship Id="rId273" Type="http://schemas.openxmlformats.org/officeDocument/2006/relationships/customXml" Target="../ink/ink1320.xml"/><Relationship Id="rId294" Type="http://schemas.openxmlformats.org/officeDocument/2006/relationships/image" Target="../media/image534.png"/><Relationship Id="rId47" Type="http://schemas.openxmlformats.org/officeDocument/2006/relationships/customXml" Target="../ink/ink1207.xml"/><Relationship Id="rId68" Type="http://schemas.openxmlformats.org/officeDocument/2006/relationships/image" Target="../media/image421.png"/><Relationship Id="rId89" Type="http://schemas.openxmlformats.org/officeDocument/2006/relationships/customXml" Target="../ink/ink1228.xml"/><Relationship Id="rId112" Type="http://schemas.openxmlformats.org/officeDocument/2006/relationships/image" Target="../media/image443.png"/><Relationship Id="rId133" Type="http://schemas.openxmlformats.org/officeDocument/2006/relationships/customXml" Target="../ink/ink1250.xml"/><Relationship Id="rId154" Type="http://schemas.openxmlformats.org/officeDocument/2006/relationships/image" Target="../media/image464.png"/><Relationship Id="rId175" Type="http://schemas.openxmlformats.org/officeDocument/2006/relationships/customXml" Target="../ink/ink1271.xml"/><Relationship Id="rId196" Type="http://schemas.openxmlformats.org/officeDocument/2006/relationships/image" Target="../media/image485.png"/><Relationship Id="rId200" Type="http://schemas.openxmlformats.org/officeDocument/2006/relationships/image" Target="../media/image487.png"/><Relationship Id="rId16" Type="http://schemas.openxmlformats.org/officeDocument/2006/relationships/image" Target="../media/image395.png"/><Relationship Id="rId221" Type="http://schemas.openxmlformats.org/officeDocument/2006/relationships/customXml" Target="../ink/ink1294.xml"/><Relationship Id="rId242" Type="http://schemas.openxmlformats.org/officeDocument/2006/relationships/image" Target="../media/image508.png"/><Relationship Id="rId263" Type="http://schemas.openxmlformats.org/officeDocument/2006/relationships/customXml" Target="../ink/ink1315.xml"/><Relationship Id="rId284" Type="http://schemas.openxmlformats.org/officeDocument/2006/relationships/image" Target="../media/image529.png"/><Relationship Id="rId37" Type="http://schemas.openxmlformats.org/officeDocument/2006/relationships/customXml" Target="../ink/ink1202.xml"/><Relationship Id="rId58" Type="http://schemas.openxmlformats.org/officeDocument/2006/relationships/image" Target="../media/image416.png"/><Relationship Id="rId79" Type="http://schemas.openxmlformats.org/officeDocument/2006/relationships/customXml" Target="../ink/ink1223.xml"/><Relationship Id="rId102" Type="http://schemas.openxmlformats.org/officeDocument/2006/relationships/image" Target="../media/image438.png"/><Relationship Id="rId123" Type="http://schemas.openxmlformats.org/officeDocument/2006/relationships/customXml" Target="../ink/ink1245.xml"/><Relationship Id="rId144" Type="http://schemas.openxmlformats.org/officeDocument/2006/relationships/image" Target="../media/image459.png"/><Relationship Id="rId90" Type="http://schemas.openxmlformats.org/officeDocument/2006/relationships/image" Target="../media/image432.png"/><Relationship Id="rId165" Type="http://schemas.openxmlformats.org/officeDocument/2006/relationships/customXml" Target="../ink/ink1266.xml"/><Relationship Id="rId186" Type="http://schemas.openxmlformats.org/officeDocument/2006/relationships/image" Target="../media/image480.png"/><Relationship Id="rId211" Type="http://schemas.openxmlformats.org/officeDocument/2006/relationships/customXml" Target="../ink/ink1289.xml"/><Relationship Id="rId232" Type="http://schemas.openxmlformats.org/officeDocument/2006/relationships/image" Target="../media/image503.png"/><Relationship Id="rId253" Type="http://schemas.openxmlformats.org/officeDocument/2006/relationships/customXml" Target="../ink/ink1310.xml"/><Relationship Id="rId274" Type="http://schemas.openxmlformats.org/officeDocument/2006/relationships/image" Target="../media/image524.png"/><Relationship Id="rId295" Type="http://schemas.openxmlformats.org/officeDocument/2006/relationships/customXml" Target="../ink/ink1331.xml"/><Relationship Id="rId27" Type="http://schemas.openxmlformats.org/officeDocument/2006/relationships/customXml" Target="../ink/ink1197.xml"/><Relationship Id="rId48" Type="http://schemas.openxmlformats.org/officeDocument/2006/relationships/image" Target="../media/image411.png"/><Relationship Id="rId69" Type="http://schemas.openxmlformats.org/officeDocument/2006/relationships/customXml" Target="../ink/ink1218.xml"/><Relationship Id="rId113" Type="http://schemas.openxmlformats.org/officeDocument/2006/relationships/customXml" Target="../ink/ink1240.xml"/><Relationship Id="rId134" Type="http://schemas.openxmlformats.org/officeDocument/2006/relationships/image" Target="../media/image454.png"/><Relationship Id="rId80" Type="http://schemas.openxmlformats.org/officeDocument/2006/relationships/image" Target="../media/image427.png"/><Relationship Id="rId155" Type="http://schemas.openxmlformats.org/officeDocument/2006/relationships/customXml" Target="../ink/ink1261.xml"/><Relationship Id="rId176" Type="http://schemas.openxmlformats.org/officeDocument/2006/relationships/image" Target="../media/image475.png"/><Relationship Id="rId197" Type="http://schemas.openxmlformats.org/officeDocument/2006/relationships/customXml" Target="../ink/ink1282.xml"/><Relationship Id="rId201" Type="http://schemas.openxmlformats.org/officeDocument/2006/relationships/customXml" Target="../ink/ink1284.xml"/><Relationship Id="rId222" Type="http://schemas.openxmlformats.org/officeDocument/2006/relationships/image" Target="../media/image498.png"/><Relationship Id="rId243" Type="http://schemas.openxmlformats.org/officeDocument/2006/relationships/customXml" Target="../ink/ink1305.xml"/><Relationship Id="rId264" Type="http://schemas.openxmlformats.org/officeDocument/2006/relationships/image" Target="../media/image519.png"/><Relationship Id="rId285" Type="http://schemas.openxmlformats.org/officeDocument/2006/relationships/customXml" Target="../ink/ink1326.xml"/><Relationship Id="rId17" Type="http://schemas.openxmlformats.org/officeDocument/2006/relationships/customXml" Target="../ink/ink1192.xml"/><Relationship Id="rId38" Type="http://schemas.openxmlformats.org/officeDocument/2006/relationships/image" Target="../media/image406.png"/><Relationship Id="rId59" Type="http://schemas.openxmlformats.org/officeDocument/2006/relationships/customXml" Target="../ink/ink1213.xml"/><Relationship Id="rId103" Type="http://schemas.openxmlformats.org/officeDocument/2006/relationships/customXml" Target="../ink/ink1235.xml"/><Relationship Id="rId124" Type="http://schemas.openxmlformats.org/officeDocument/2006/relationships/image" Target="../media/image449.png"/><Relationship Id="rId70" Type="http://schemas.openxmlformats.org/officeDocument/2006/relationships/image" Target="../media/image422.png"/><Relationship Id="rId91" Type="http://schemas.openxmlformats.org/officeDocument/2006/relationships/customXml" Target="../ink/ink1229.xml"/><Relationship Id="rId145" Type="http://schemas.openxmlformats.org/officeDocument/2006/relationships/customXml" Target="../ink/ink1256.xml"/><Relationship Id="rId166" Type="http://schemas.openxmlformats.org/officeDocument/2006/relationships/image" Target="../media/image470.png"/><Relationship Id="rId187" Type="http://schemas.openxmlformats.org/officeDocument/2006/relationships/customXml" Target="../ink/ink1277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493.png"/><Relationship Id="rId233" Type="http://schemas.openxmlformats.org/officeDocument/2006/relationships/customXml" Target="../ink/ink1300.xml"/><Relationship Id="rId254" Type="http://schemas.openxmlformats.org/officeDocument/2006/relationships/image" Target="../media/image514.png"/><Relationship Id="rId28" Type="http://schemas.openxmlformats.org/officeDocument/2006/relationships/image" Target="../media/image401.png"/><Relationship Id="rId49" Type="http://schemas.openxmlformats.org/officeDocument/2006/relationships/customXml" Target="../ink/ink1208.xml"/><Relationship Id="rId114" Type="http://schemas.openxmlformats.org/officeDocument/2006/relationships/image" Target="../media/image444.png"/><Relationship Id="rId275" Type="http://schemas.openxmlformats.org/officeDocument/2006/relationships/customXml" Target="../ink/ink1321.xml"/><Relationship Id="rId296" Type="http://schemas.openxmlformats.org/officeDocument/2006/relationships/image" Target="../media/image535.png"/><Relationship Id="rId300" Type="http://schemas.openxmlformats.org/officeDocument/2006/relationships/image" Target="../media/image537.png"/><Relationship Id="rId60" Type="http://schemas.openxmlformats.org/officeDocument/2006/relationships/image" Target="../media/image417.png"/><Relationship Id="rId81" Type="http://schemas.openxmlformats.org/officeDocument/2006/relationships/customXml" Target="../ink/ink1224.xml"/><Relationship Id="rId135" Type="http://schemas.openxmlformats.org/officeDocument/2006/relationships/customXml" Target="../ink/ink1251.xml"/><Relationship Id="rId156" Type="http://schemas.openxmlformats.org/officeDocument/2006/relationships/image" Target="../media/image465.png"/><Relationship Id="rId177" Type="http://schemas.openxmlformats.org/officeDocument/2006/relationships/customXml" Target="../ink/ink1272.xml"/><Relationship Id="rId198" Type="http://schemas.openxmlformats.org/officeDocument/2006/relationships/image" Target="../media/image486.png"/><Relationship Id="rId202" Type="http://schemas.openxmlformats.org/officeDocument/2006/relationships/image" Target="../media/image488.png"/><Relationship Id="rId223" Type="http://schemas.openxmlformats.org/officeDocument/2006/relationships/customXml" Target="../ink/ink1295.xml"/><Relationship Id="rId244" Type="http://schemas.openxmlformats.org/officeDocument/2006/relationships/image" Target="../media/image509.png"/><Relationship Id="rId18" Type="http://schemas.openxmlformats.org/officeDocument/2006/relationships/image" Target="../media/image396.png"/><Relationship Id="rId39" Type="http://schemas.openxmlformats.org/officeDocument/2006/relationships/customXml" Target="../ink/ink1203.xml"/><Relationship Id="rId265" Type="http://schemas.openxmlformats.org/officeDocument/2006/relationships/customXml" Target="../ink/ink1316.xml"/><Relationship Id="rId286" Type="http://schemas.openxmlformats.org/officeDocument/2006/relationships/image" Target="../media/image530.png"/><Relationship Id="rId50" Type="http://schemas.openxmlformats.org/officeDocument/2006/relationships/image" Target="../media/image412.png"/><Relationship Id="rId104" Type="http://schemas.openxmlformats.org/officeDocument/2006/relationships/image" Target="../media/image439.png"/><Relationship Id="rId125" Type="http://schemas.openxmlformats.org/officeDocument/2006/relationships/customXml" Target="../ink/ink1246.xml"/><Relationship Id="rId146" Type="http://schemas.openxmlformats.org/officeDocument/2006/relationships/image" Target="../media/image460.png"/><Relationship Id="rId167" Type="http://schemas.openxmlformats.org/officeDocument/2006/relationships/customXml" Target="../ink/ink1267.xml"/><Relationship Id="rId188" Type="http://schemas.openxmlformats.org/officeDocument/2006/relationships/image" Target="../media/image481.png"/><Relationship Id="rId71" Type="http://schemas.openxmlformats.org/officeDocument/2006/relationships/customXml" Target="../ink/ink1219.xml"/><Relationship Id="rId92" Type="http://schemas.openxmlformats.org/officeDocument/2006/relationships/image" Target="../media/image433.png"/><Relationship Id="rId213" Type="http://schemas.openxmlformats.org/officeDocument/2006/relationships/customXml" Target="../ink/ink1290.xml"/><Relationship Id="rId234" Type="http://schemas.openxmlformats.org/officeDocument/2006/relationships/image" Target="../media/image504.png"/><Relationship Id="rId2" Type="http://schemas.openxmlformats.org/officeDocument/2006/relationships/image" Target="../media/image388.png"/><Relationship Id="rId29" Type="http://schemas.openxmlformats.org/officeDocument/2006/relationships/customXml" Target="../ink/ink1198.xml"/><Relationship Id="rId255" Type="http://schemas.openxmlformats.org/officeDocument/2006/relationships/customXml" Target="../ink/ink1311.xml"/><Relationship Id="rId276" Type="http://schemas.openxmlformats.org/officeDocument/2006/relationships/image" Target="../media/image525.png"/><Relationship Id="rId297" Type="http://schemas.openxmlformats.org/officeDocument/2006/relationships/customXml" Target="../ink/ink1332.xml"/><Relationship Id="rId40" Type="http://schemas.openxmlformats.org/officeDocument/2006/relationships/image" Target="../media/image407.png"/><Relationship Id="rId115" Type="http://schemas.openxmlformats.org/officeDocument/2006/relationships/customXml" Target="../ink/ink1241.xml"/><Relationship Id="rId136" Type="http://schemas.openxmlformats.org/officeDocument/2006/relationships/image" Target="../media/image455.png"/><Relationship Id="rId157" Type="http://schemas.openxmlformats.org/officeDocument/2006/relationships/customXml" Target="../ink/ink1262.xml"/><Relationship Id="rId178" Type="http://schemas.openxmlformats.org/officeDocument/2006/relationships/image" Target="../media/image476.png"/><Relationship Id="rId301" Type="http://schemas.openxmlformats.org/officeDocument/2006/relationships/customXml" Target="../ink/ink1334.xml"/><Relationship Id="rId61" Type="http://schemas.openxmlformats.org/officeDocument/2006/relationships/customXml" Target="../ink/ink1214.xml"/><Relationship Id="rId82" Type="http://schemas.openxmlformats.org/officeDocument/2006/relationships/image" Target="../media/image428.png"/><Relationship Id="rId199" Type="http://schemas.openxmlformats.org/officeDocument/2006/relationships/customXml" Target="../ink/ink1283.xml"/><Relationship Id="rId203" Type="http://schemas.openxmlformats.org/officeDocument/2006/relationships/customXml" Target="../ink/ink1285.xml"/><Relationship Id="rId19" Type="http://schemas.openxmlformats.org/officeDocument/2006/relationships/customXml" Target="../ink/ink1193.xml"/><Relationship Id="rId224" Type="http://schemas.openxmlformats.org/officeDocument/2006/relationships/image" Target="../media/image499.png"/><Relationship Id="rId245" Type="http://schemas.openxmlformats.org/officeDocument/2006/relationships/customXml" Target="../ink/ink1306.xml"/><Relationship Id="rId266" Type="http://schemas.openxmlformats.org/officeDocument/2006/relationships/image" Target="../media/image520.png"/><Relationship Id="rId287" Type="http://schemas.openxmlformats.org/officeDocument/2006/relationships/customXml" Target="../ink/ink1327.xml"/><Relationship Id="rId30" Type="http://schemas.openxmlformats.org/officeDocument/2006/relationships/image" Target="../media/image402.png"/><Relationship Id="rId105" Type="http://schemas.openxmlformats.org/officeDocument/2006/relationships/customXml" Target="../ink/ink1236.xml"/><Relationship Id="rId126" Type="http://schemas.openxmlformats.org/officeDocument/2006/relationships/image" Target="../media/image450.png"/><Relationship Id="rId147" Type="http://schemas.openxmlformats.org/officeDocument/2006/relationships/customXml" Target="../ink/ink1257.xml"/><Relationship Id="rId168" Type="http://schemas.openxmlformats.org/officeDocument/2006/relationships/image" Target="../media/image471.png"/><Relationship Id="rId51" Type="http://schemas.openxmlformats.org/officeDocument/2006/relationships/customXml" Target="../ink/ink1209.xml"/><Relationship Id="rId72" Type="http://schemas.openxmlformats.org/officeDocument/2006/relationships/image" Target="../media/image423.png"/><Relationship Id="rId93" Type="http://schemas.openxmlformats.org/officeDocument/2006/relationships/customXml" Target="../ink/ink1230.xml"/><Relationship Id="rId189" Type="http://schemas.openxmlformats.org/officeDocument/2006/relationships/customXml" Target="../ink/ink1278.xml"/><Relationship Id="rId3" Type="http://schemas.openxmlformats.org/officeDocument/2006/relationships/customXml" Target="../ink/ink1185.xml"/><Relationship Id="rId214" Type="http://schemas.openxmlformats.org/officeDocument/2006/relationships/image" Target="../media/image494.png"/><Relationship Id="rId235" Type="http://schemas.openxmlformats.org/officeDocument/2006/relationships/customXml" Target="../ink/ink1301.xml"/><Relationship Id="rId256" Type="http://schemas.openxmlformats.org/officeDocument/2006/relationships/image" Target="../media/image515.png"/><Relationship Id="rId277" Type="http://schemas.openxmlformats.org/officeDocument/2006/relationships/customXml" Target="../ink/ink1322.xml"/><Relationship Id="rId298" Type="http://schemas.openxmlformats.org/officeDocument/2006/relationships/image" Target="../media/image536.png"/><Relationship Id="rId116" Type="http://schemas.openxmlformats.org/officeDocument/2006/relationships/image" Target="../media/image445.png"/><Relationship Id="rId137" Type="http://schemas.openxmlformats.org/officeDocument/2006/relationships/customXml" Target="../ink/ink1252.xml"/><Relationship Id="rId158" Type="http://schemas.openxmlformats.org/officeDocument/2006/relationships/image" Target="../media/image466.png"/><Relationship Id="rId302" Type="http://schemas.openxmlformats.org/officeDocument/2006/relationships/image" Target="../media/image538.png"/><Relationship Id="rId20" Type="http://schemas.openxmlformats.org/officeDocument/2006/relationships/image" Target="../media/image397.png"/><Relationship Id="rId41" Type="http://schemas.openxmlformats.org/officeDocument/2006/relationships/customXml" Target="../ink/ink1204.xml"/><Relationship Id="rId62" Type="http://schemas.openxmlformats.org/officeDocument/2006/relationships/image" Target="../media/image418.png"/><Relationship Id="rId83" Type="http://schemas.openxmlformats.org/officeDocument/2006/relationships/customXml" Target="../ink/ink1225.xml"/><Relationship Id="rId179" Type="http://schemas.openxmlformats.org/officeDocument/2006/relationships/customXml" Target="../ink/ink1273.xml"/><Relationship Id="rId190" Type="http://schemas.openxmlformats.org/officeDocument/2006/relationships/image" Target="../media/image482.png"/><Relationship Id="rId204" Type="http://schemas.openxmlformats.org/officeDocument/2006/relationships/image" Target="../media/image489.png"/><Relationship Id="rId225" Type="http://schemas.openxmlformats.org/officeDocument/2006/relationships/customXml" Target="../ink/ink1296.xml"/><Relationship Id="rId246" Type="http://schemas.openxmlformats.org/officeDocument/2006/relationships/image" Target="../media/image510.png"/><Relationship Id="rId267" Type="http://schemas.openxmlformats.org/officeDocument/2006/relationships/customXml" Target="../ink/ink1317.xml"/><Relationship Id="rId288" Type="http://schemas.openxmlformats.org/officeDocument/2006/relationships/image" Target="../media/image531.png"/><Relationship Id="rId106" Type="http://schemas.openxmlformats.org/officeDocument/2006/relationships/image" Target="../media/image440.png"/><Relationship Id="rId127" Type="http://schemas.openxmlformats.org/officeDocument/2006/relationships/customXml" Target="../ink/ink1247.xml"/><Relationship Id="rId10" Type="http://schemas.openxmlformats.org/officeDocument/2006/relationships/image" Target="../media/image392.png"/><Relationship Id="rId31" Type="http://schemas.openxmlformats.org/officeDocument/2006/relationships/customXml" Target="../ink/ink1199.xml"/><Relationship Id="rId52" Type="http://schemas.openxmlformats.org/officeDocument/2006/relationships/image" Target="../media/image413.png"/><Relationship Id="rId73" Type="http://schemas.openxmlformats.org/officeDocument/2006/relationships/customXml" Target="../ink/ink1220.xml"/><Relationship Id="rId94" Type="http://schemas.openxmlformats.org/officeDocument/2006/relationships/image" Target="../media/image434.png"/><Relationship Id="rId148" Type="http://schemas.openxmlformats.org/officeDocument/2006/relationships/image" Target="../media/image461.png"/><Relationship Id="rId169" Type="http://schemas.openxmlformats.org/officeDocument/2006/relationships/customXml" Target="../ink/ink1268.xml"/><Relationship Id="rId4" Type="http://schemas.openxmlformats.org/officeDocument/2006/relationships/image" Target="../media/image389.png"/><Relationship Id="rId180" Type="http://schemas.openxmlformats.org/officeDocument/2006/relationships/image" Target="../media/image477.png"/><Relationship Id="rId215" Type="http://schemas.openxmlformats.org/officeDocument/2006/relationships/customXml" Target="../ink/ink1291.xml"/><Relationship Id="rId236" Type="http://schemas.openxmlformats.org/officeDocument/2006/relationships/image" Target="../media/image505.png"/><Relationship Id="rId257" Type="http://schemas.openxmlformats.org/officeDocument/2006/relationships/customXml" Target="../ink/ink1312.xml"/><Relationship Id="rId278" Type="http://schemas.openxmlformats.org/officeDocument/2006/relationships/image" Target="../media/image526.png"/><Relationship Id="rId42" Type="http://schemas.openxmlformats.org/officeDocument/2006/relationships/image" Target="../media/image408.png"/><Relationship Id="rId84" Type="http://schemas.openxmlformats.org/officeDocument/2006/relationships/image" Target="../media/image429.png"/><Relationship Id="rId138" Type="http://schemas.openxmlformats.org/officeDocument/2006/relationships/image" Target="../media/image456.png"/><Relationship Id="rId191" Type="http://schemas.openxmlformats.org/officeDocument/2006/relationships/customXml" Target="../ink/ink1279.xml"/><Relationship Id="rId205" Type="http://schemas.openxmlformats.org/officeDocument/2006/relationships/customXml" Target="../ink/ink1286.xml"/><Relationship Id="rId247" Type="http://schemas.openxmlformats.org/officeDocument/2006/relationships/customXml" Target="../ink/ink1307.xml"/><Relationship Id="rId107" Type="http://schemas.openxmlformats.org/officeDocument/2006/relationships/customXml" Target="../ink/ink1237.xml"/><Relationship Id="rId289" Type="http://schemas.openxmlformats.org/officeDocument/2006/relationships/customXml" Target="../ink/ink1328.xml"/><Relationship Id="rId11" Type="http://schemas.openxmlformats.org/officeDocument/2006/relationships/customXml" Target="../ink/ink1189.xml"/><Relationship Id="rId53" Type="http://schemas.openxmlformats.org/officeDocument/2006/relationships/customXml" Target="../ink/ink1210.xml"/><Relationship Id="rId149" Type="http://schemas.openxmlformats.org/officeDocument/2006/relationships/customXml" Target="../ink/ink1258.xml"/><Relationship Id="rId95" Type="http://schemas.openxmlformats.org/officeDocument/2006/relationships/customXml" Target="../ink/ink1231.xml"/><Relationship Id="rId160" Type="http://schemas.openxmlformats.org/officeDocument/2006/relationships/image" Target="../media/image467.png"/><Relationship Id="rId216" Type="http://schemas.openxmlformats.org/officeDocument/2006/relationships/image" Target="../media/image495.png"/><Relationship Id="rId258" Type="http://schemas.openxmlformats.org/officeDocument/2006/relationships/image" Target="../media/image516.png"/><Relationship Id="rId22" Type="http://schemas.openxmlformats.org/officeDocument/2006/relationships/image" Target="../media/image398.png"/><Relationship Id="rId64" Type="http://schemas.openxmlformats.org/officeDocument/2006/relationships/image" Target="../media/image419.png"/><Relationship Id="rId118" Type="http://schemas.openxmlformats.org/officeDocument/2006/relationships/image" Target="../media/image446.png"/><Relationship Id="rId171" Type="http://schemas.openxmlformats.org/officeDocument/2006/relationships/customXml" Target="../ink/ink1269.xml"/><Relationship Id="rId227" Type="http://schemas.openxmlformats.org/officeDocument/2006/relationships/customXml" Target="../ink/ink1297.xml"/><Relationship Id="rId269" Type="http://schemas.openxmlformats.org/officeDocument/2006/relationships/customXml" Target="../ink/ink1318.xml"/><Relationship Id="rId33" Type="http://schemas.openxmlformats.org/officeDocument/2006/relationships/customXml" Target="../ink/ink1200.xml"/><Relationship Id="rId129" Type="http://schemas.openxmlformats.org/officeDocument/2006/relationships/customXml" Target="../ink/ink1248.xml"/><Relationship Id="rId280" Type="http://schemas.openxmlformats.org/officeDocument/2006/relationships/image" Target="../media/image527.png"/><Relationship Id="rId75" Type="http://schemas.openxmlformats.org/officeDocument/2006/relationships/customXml" Target="../ink/ink1221.xml"/><Relationship Id="rId140" Type="http://schemas.openxmlformats.org/officeDocument/2006/relationships/image" Target="../media/image457.png"/><Relationship Id="rId182" Type="http://schemas.openxmlformats.org/officeDocument/2006/relationships/image" Target="../media/image478.png"/></Relationships>
</file>

<file path=ppt/slides/_rels/slide21.xml.rels><?xml version="1.0" encoding="UTF-8" standalone="yes"?>
<Relationships xmlns="http://schemas.openxmlformats.org/package/2006/relationships"><Relationship Id="rId18" Type="http://schemas.openxmlformats.org/officeDocument/2006/relationships/image" Target="../media/image2701.png"/><Relationship Id="rId26" Type="http://schemas.openxmlformats.org/officeDocument/2006/relationships/image" Target="../media/image2741.png"/><Relationship Id="rId39" Type="http://schemas.openxmlformats.org/officeDocument/2006/relationships/customXml" Target="../ink/ink1348.xml"/><Relationship Id="rId21" Type="http://schemas.openxmlformats.org/officeDocument/2006/relationships/customXml" Target="../ink/ink1339.xml"/><Relationship Id="rId34" Type="http://schemas.openxmlformats.org/officeDocument/2006/relationships/image" Target="../media/image541.png"/><Relationship Id="rId42" Type="http://schemas.openxmlformats.org/officeDocument/2006/relationships/image" Target="../media/image545.png"/><Relationship Id="rId47" Type="http://schemas.openxmlformats.org/officeDocument/2006/relationships/customXml" Target="../ink/ink1352.xml"/><Relationship Id="rId50" Type="http://schemas.openxmlformats.org/officeDocument/2006/relationships/image" Target="../media/image549.png"/><Relationship Id="rId55" Type="http://schemas.openxmlformats.org/officeDocument/2006/relationships/customXml" Target="../ink/ink1356.xml"/><Relationship Id="rId63" Type="http://schemas.openxmlformats.org/officeDocument/2006/relationships/customXml" Target="../ink/ink1360.xml"/><Relationship Id="rId68" Type="http://schemas.openxmlformats.org/officeDocument/2006/relationships/image" Target="../media/image558.png"/><Relationship Id="rId71" Type="http://schemas.openxmlformats.org/officeDocument/2006/relationships/customXml" Target="../ink/ink1364.xml"/><Relationship Id="rId2" Type="http://schemas.openxmlformats.org/officeDocument/2006/relationships/image" Target="../media/image539.png"/><Relationship Id="rId16" Type="http://schemas.openxmlformats.org/officeDocument/2006/relationships/image" Target="../media/image2691.png"/><Relationship Id="rId29" Type="http://schemas.openxmlformats.org/officeDocument/2006/relationships/customXml" Target="../ink/ink1343.xml"/><Relationship Id="rId24" Type="http://schemas.openxmlformats.org/officeDocument/2006/relationships/image" Target="../media/image2731.png"/><Relationship Id="rId32" Type="http://schemas.openxmlformats.org/officeDocument/2006/relationships/image" Target="../media/image540.png"/><Relationship Id="rId37" Type="http://schemas.openxmlformats.org/officeDocument/2006/relationships/customXml" Target="../ink/ink1347.xml"/><Relationship Id="rId40" Type="http://schemas.openxmlformats.org/officeDocument/2006/relationships/image" Target="../media/image544.png"/><Relationship Id="rId45" Type="http://schemas.openxmlformats.org/officeDocument/2006/relationships/customXml" Target="../ink/ink1351.xml"/><Relationship Id="rId53" Type="http://schemas.openxmlformats.org/officeDocument/2006/relationships/customXml" Target="../ink/ink1355.xml"/><Relationship Id="rId58" Type="http://schemas.openxmlformats.org/officeDocument/2006/relationships/image" Target="../media/image553.png"/><Relationship Id="rId66" Type="http://schemas.openxmlformats.org/officeDocument/2006/relationships/image" Target="../media/image557.png"/><Relationship Id="rId74" Type="http://schemas.openxmlformats.org/officeDocument/2006/relationships/image" Target="../media/image561.png"/><Relationship Id="rId61" Type="http://schemas.openxmlformats.org/officeDocument/2006/relationships/customXml" Target="../ink/ink1359.xml"/><Relationship Id="rId19" Type="http://schemas.openxmlformats.org/officeDocument/2006/relationships/customXml" Target="../ink/ink1338.xml"/><Relationship Id="rId14" Type="http://schemas.openxmlformats.org/officeDocument/2006/relationships/image" Target="../media/image2681.png"/><Relationship Id="rId22" Type="http://schemas.openxmlformats.org/officeDocument/2006/relationships/image" Target="../media/image2721.png"/><Relationship Id="rId27" Type="http://schemas.openxmlformats.org/officeDocument/2006/relationships/customXml" Target="../ink/ink1342.xml"/><Relationship Id="rId30" Type="http://schemas.openxmlformats.org/officeDocument/2006/relationships/image" Target="../media/image2761.png"/><Relationship Id="rId35" Type="http://schemas.openxmlformats.org/officeDocument/2006/relationships/customXml" Target="../ink/ink1346.xml"/><Relationship Id="rId43" Type="http://schemas.openxmlformats.org/officeDocument/2006/relationships/customXml" Target="../ink/ink1350.xml"/><Relationship Id="rId48" Type="http://schemas.openxmlformats.org/officeDocument/2006/relationships/image" Target="../media/image548.png"/><Relationship Id="rId56" Type="http://schemas.openxmlformats.org/officeDocument/2006/relationships/image" Target="../media/image552.png"/><Relationship Id="rId64" Type="http://schemas.openxmlformats.org/officeDocument/2006/relationships/image" Target="../media/image556.png"/><Relationship Id="rId69" Type="http://schemas.openxmlformats.org/officeDocument/2006/relationships/customXml" Target="../ink/ink1363.xml"/><Relationship Id="rId51" Type="http://schemas.openxmlformats.org/officeDocument/2006/relationships/customXml" Target="../ink/ink1354.xml"/><Relationship Id="rId72" Type="http://schemas.openxmlformats.org/officeDocument/2006/relationships/image" Target="../media/image560.png"/><Relationship Id="rId3" Type="http://schemas.openxmlformats.org/officeDocument/2006/relationships/customXml" Target="../ink/ink1335.xml"/><Relationship Id="rId17" Type="http://schemas.openxmlformats.org/officeDocument/2006/relationships/customXml" Target="../ink/ink1337.xml"/><Relationship Id="rId25" Type="http://schemas.openxmlformats.org/officeDocument/2006/relationships/customXml" Target="../ink/ink1341.xml"/><Relationship Id="rId33" Type="http://schemas.openxmlformats.org/officeDocument/2006/relationships/customXml" Target="../ink/ink1345.xml"/><Relationship Id="rId38" Type="http://schemas.openxmlformats.org/officeDocument/2006/relationships/image" Target="../media/image543.png"/><Relationship Id="rId46" Type="http://schemas.openxmlformats.org/officeDocument/2006/relationships/image" Target="../media/image547.png"/><Relationship Id="rId59" Type="http://schemas.openxmlformats.org/officeDocument/2006/relationships/customXml" Target="../ink/ink1358.xml"/><Relationship Id="rId67" Type="http://schemas.openxmlformats.org/officeDocument/2006/relationships/customXml" Target="../ink/ink1362.xml"/><Relationship Id="rId20" Type="http://schemas.openxmlformats.org/officeDocument/2006/relationships/image" Target="../media/image2713.png"/><Relationship Id="rId41" Type="http://schemas.openxmlformats.org/officeDocument/2006/relationships/customXml" Target="../ink/ink1349.xml"/><Relationship Id="rId54" Type="http://schemas.openxmlformats.org/officeDocument/2006/relationships/image" Target="../media/image551.png"/><Relationship Id="rId62" Type="http://schemas.openxmlformats.org/officeDocument/2006/relationships/image" Target="../media/image555.png"/><Relationship Id="rId70" Type="http://schemas.openxmlformats.org/officeDocument/2006/relationships/image" Target="../media/image559.png"/><Relationship Id="rId1" Type="http://schemas.openxmlformats.org/officeDocument/2006/relationships/slideLayout" Target="../slideLayouts/slideLayout2.xml"/><Relationship Id="rId15" Type="http://schemas.openxmlformats.org/officeDocument/2006/relationships/customXml" Target="../ink/ink1336.xml"/><Relationship Id="rId23" Type="http://schemas.openxmlformats.org/officeDocument/2006/relationships/customXml" Target="../ink/ink1340.xml"/><Relationship Id="rId28" Type="http://schemas.openxmlformats.org/officeDocument/2006/relationships/image" Target="../media/image2751.png"/><Relationship Id="rId36" Type="http://schemas.openxmlformats.org/officeDocument/2006/relationships/image" Target="../media/image542.png"/><Relationship Id="rId49" Type="http://schemas.openxmlformats.org/officeDocument/2006/relationships/customXml" Target="../ink/ink1353.xml"/><Relationship Id="rId57" Type="http://schemas.openxmlformats.org/officeDocument/2006/relationships/customXml" Target="../ink/ink1357.xml"/><Relationship Id="rId31" Type="http://schemas.openxmlformats.org/officeDocument/2006/relationships/customXml" Target="../ink/ink1344.xml"/><Relationship Id="rId44" Type="http://schemas.openxmlformats.org/officeDocument/2006/relationships/image" Target="../media/image546.png"/><Relationship Id="rId52" Type="http://schemas.openxmlformats.org/officeDocument/2006/relationships/image" Target="../media/image550.png"/><Relationship Id="rId60" Type="http://schemas.openxmlformats.org/officeDocument/2006/relationships/image" Target="../media/image554.png"/><Relationship Id="rId65" Type="http://schemas.openxmlformats.org/officeDocument/2006/relationships/customXml" Target="../ink/ink1361.xml"/><Relationship Id="rId73" Type="http://schemas.openxmlformats.org/officeDocument/2006/relationships/customXml" Target="../ink/ink1365.xml"/></Relationships>
</file>

<file path=ppt/slides/_rels/slide2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23.png"/><Relationship Id="rId21" Type="http://schemas.openxmlformats.org/officeDocument/2006/relationships/image" Target="../media/image575.png"/><Relationship Id="rId42" Type="http://schemas.openxmlformats.org/officeDocument/2006/relationships/customXml" Target="../ink/ink1384.xml"/><Relationship Id="rId63" Type="http://schemas.openxmlformats.org/officeDocument/2006/relationships/image" Target="../media/image596.png"/><Relationship Id="rId84" Type="http://schemas.openxmlformats.org/officeDocument/2006/relationships/customXml" Target="../ink/ink1405.xml"/><Relationship Id="rId138" Type="http://schemas.openxmlformats.org/officeDocument/2006/relationships/customXml" Target="../ink/ink1432.xml"/><Relationship Id="rId159" Type="http://schemas.openxmlformats.org/officeDocument/2006/relationships/image" Target="../media/image644.png"/><Relationship Id="rId170" Type="http://schemas.openxmlformats.org/officeDocument/2006/relationships/customXml" Target="../ink/ink1448.xml"/><Relationship Id="rId107" Type="http://schemas.openxmlformats.org/officeDocument/2006/relationships/image" Target="../media/image618.png"/><Relationship Id="rId11" Type="http://schemas.openxmlformats.org/officeDocument/2006/relationships/image" Target="../media/image569.png"/><Relationship Id="rId32" Type="http://schemas.openxmlformats.org/officeDocument/2006/relationships/customXml" Target="../ink/ink1379.xml"/><Relationship Id="rId53" Type="http://schemas.openxmlformats.org/officeDocument/2006/relationships/image" Target="../media/image591.png"/><Relationship Id="rId74" Type="http://schemas.openxmlformats.org/officeDocument/2006/relationships/customXml" Target="../ink/ink1400.xml"/><Relationship Id="rId128" Type="http://schemas.openxmlformats.org/officeDocument/2006/relationships/customXml" Target="../ink/ink1427.xml"/><Relationship Id="rId149" Type="http://schemas.openxmlformats.org/officeDocument/2006/relationships/image" Target="../media/image639.png"/><Relationship Id="rId5" Type="http://schemas.openxmlformats.org/officeDocument/2006/relationships/image" Target="../media/image566.png"/><Relationship Id="rId95" Type="http://schemas.openxmlformats.org/officeDocument/2006/relationships/image" Target="../media/image612.png"/><Relationship Id="rId160" Type="http://schemas.openxmlformats.org/officeDocument/2006/relationships/customXml" Target="../ink/ink1443.xml"/><Relationship Id="rId181" Type="http://schemas.openxmlformats.org/officeDocument/2006/relationships/image" Target="../media/image655.png"/><Relationship Id="rId22" Type="http://schemas.openxmlformats.org/officeDocument/2006/relationships/customXml" Target="../ink/ink1374.xml"/><Relationship Id="rId43" Type="http://schemas.openxmlformats.org/officeDocument/2006/relationships/image" Target="../media/image586.png"/><Relationship Id="rId64" Type="http://schemas.openxmlformats.org/officeDocument/2006/relationships/customXml" Target="../ink/ink1395.xml"/><Relationship Id="rId118" Type="http://schemas.openxmlformats.org/officeDocument/2006/relationships/customXml" Target="../ink/ink1422.xml"/><Relationship Id="rId139" Type="http://schemas.openxmlformats.org/officeDocument/2006/relationships/image" Target="../media/image634.png"/><Relationship Id="rId85" Type="http://schemas.openxmlformats.org/officeDocument/2006/relationships/image" Target="../media/image607.png"/><Relationship Id="rId150" Type="http://schemas.openxmlformats.org/officeDocument/2006/relationships/customXml" Target="../ink/ink1438.xml"/><Relationship Id="rId171" Type="http://schemas.openxmlformats.org/officeDocument/2006/relationships/image" Target="../media/image650.png"/><Relationship Id="rId12" Type="http://schemas.openxmlformats.org/officeDocument/2006/relationships/customXml" Target="../ink/ink1369.xml"/><Relationship Id="rId33" Type="http://schemas.openxmlformats.org/officeDocument/2006/relationships/image" Target="../media/image581.png"/><Relationship Id="rId108" Type="http://schemas.openxmlformats.org/officeDocument/2006/relationships/customXml" Target="../ink/ink1417.xml"/><Relationship Id="rId129" Type="http://schemas.openxmlformats.org/officeDocument/2006/relationships/image" Target="../media/image629.png"/><Relationship Id="rId54" Type="http://schemas.openxmlformats.org/officeDocument/2006/relationships/customXml" Target="../ink/ink1390.xml"/><Relationship Id="rId75" Type="http://schemas.openxmlformats.org/officeDocument/2006/relationships/image" Target="../media/image602.png"/><Relationship Id="rId96" Type="http://schemas.openxmlformats.org/officeDocument/2006/relationships/customXml" Target="../ink/ink1411.xml"/><Relationship Id="rId140" Type="http://schemas.openxmlformats.org/officeDocument/2006/relationships/customXml" Target="../ink/ink1433.xml"/><Relationship Id="rId161" Type="http://schemas.openxmlformats.org/officeDocument/2006/relationships/image" Target="../media/image645.png"/><Relationship Id="rId6" Type="http://schemas.openxmlformats.org/officeDocument/2006/relationships/customXml" Target="../ink/ink1366.xml"/><Relationship Id="rId23" Type="http://schemas.openxmlformats.org/officeDocument/2006/relationships/image" Target="../media/image576.png"/><Relationship Id="rId119" Type="http://schemas.openxmlformats.org/officeDocument/2006/relationships/image" Target="../media/image624.png"/><Relationship Id="rId44" Type="http://schemas.openxmlformats.org/officeDocument/2006/relationships/customXml" Target="../ink/ink1385.xml"/><Relationship Id="rId60" Type="http://schemas.openxmlformats.org/officeDocument/2006/relationships/customXml" Target="../ink/ink1393.xml"/><Relationship Id="rId65" Type="http://schemas.openxmlformats.org/officeDocument/2006/relationships/image" Target="../media/image597.png"/><Relationship Id="rId81" Type="http://schemas.openxmlformats.org/officeDocument/2006/relationships/image" Target="../media/image605.png"/><Relationship Id="rId86" Type="http://schemas.openxmlformats.org/officeDocument/2006/relationships/customXml" Target="../ink/ink1406.xml"/><Relationship Id="rId130" Type="http://schemas.openxmlformats.org/officeDocument/2006/relationships/customXml" Target="../ink/ink1428.xml"/><Relationship Id="rId135" Type="http://schemas.openxmlformats.org/officeDocument/2006/relationships/image" Target="../media/image632.png"/><Relationship Id="rId151" Type="http://schemas.openxmlformats.org/officeDocument/2006/relationships/image" Target="../media/image640.png"/><Relationship Id="rId156" Type="http://schemas.openxmlformats.org/officeDocument/2006/relationships/customXml" Target="../ink/ink1441.xml"/><Relationship Id="rId177" Type="http://schemas.openxmlformats.org/officeDocument/2006/relationships/image" Target="../media/image653.png"/><Relationship Id="rId172" Type="http://schemas.openxmlformats.org/officeDocument/2006/relationships/customXml" Target="../ink/ink1449.xml"/><Relationship Id="rId13" Type="http://schemas.openxmlformats.org/officeDocument/2006/relationships/image" Target="../media/image571.png"/><Relationship Id="rId18" Type="http://schemas.openxmlformats.org/officeDocument/2006/relationships/customXml" Target="../ink/ink1372.xml"/><Relationship Id="rId39" Type="http://schemas.openxmlformats.org/officeDocument/2006/relationships/image" Target="../media/image584.png"/><Relationship Id="rId109" Type="http://schemas.openxmlformats.org/officeDocument/2006/relationships/image" Target="../media/image619.png"/><Relationship Id="rId34" Type="http://schemas.openxmlformats.org/officeDocument/2006/relationships/customXml" Target="../ink/ink1380.xml"/><Relationship Id="rId50" Type="http://schemas.openxmlformats.org/officeDocument/2006/relationships/customXml" Target="../ink/ink1388.xml"/><Relationship Id="rId55" Type="http://schemas.openxmlformats.org/officeDocument/2006/relationships/image" Target="../media/image592.png"/><Relationship Id="rId76" Type="http://schemas.openxmlformats.org/officeDocument/2006/relationships/customXml" Target="../ink/ink1401.xml"/><Relationship Id="rId97" Type="http://schemas.openxmlformats.org/officeDocument/2006/relationships/image" Target="../media/image613.png"/><Relationship Id="rId104" Type="http://schemas.openxmlformats.org/officeDocument/2006/relationships/customXml" Target="../ink/ink1415.xml"/><Relationship Id="rId120" Type="http://schemas.openxmlformats.org/officeDocument/2006/relationships/customXml" Target="../ink/ink1423.xml"/><Relationship Id="rId125" Type="http://schemas.openxmlformats.org/officeDocument/2006/relationships/image" Target="../media/image627.png"/><Relationship Id="rId141" Type="http://schemas.openxmlformats.org/officeDocument/2006/relationships/image" Target="../media/image635.png"/><Relationship Id="rId146" Type="http://schemas.openxmlformats.org/officeDocument/2006/relationships/customXml" Target="../ink/ink1436.xml"/><Relationship Id="rId167" Type="http://schemas.openxmlformats.org/officeDocument/2006/relationships/image" Target="../media/image648.png"/><Relationship Id="rId7" Type="http://schemas.openxmlformats.org/officeDocument/2006/relationships/image" Target="../media/image567.png"/><Relationship Id="rId71" Type="http://schemas.openxmlformats.org/officeDocument/2006/relationships/image" Target="../media/image600.png"/><Relationship Id="rId92" Type="http://schemas.openxmlformats.org/officeDocument/2006/relationships/customXml" Target="../ink/ink1409.xml"/><Relationship Id="rId162" Type="http://schemas.openxmlformats.org/officeDocument/2006/relationships/customXml" Target="../ink/ink1444.xml"/><Relationship Id="rId2" Type="http://schemas.openxmlformats.org/officeDocument/2006/relationships/image" Target="../media/image562.png"/><Relationship Id="rId29" Type="http://schemas.openxmlformats.org/officeDocument/2006/relationships/image" Target="../media/image579.png"/><Relationship Id="rId24" Type="http://schemas.openxmlformats.org/officeDocument/2006/relationships/customXml" Target="../ink/ink1375.xml"/><Relationship Id="rId40" Type="http://schemas.openxmlformats.org/officeDocument/2006/relationships/customXml" Target="../ink/ink1383.xml"/><Relationship Id="rId45" Type="http://schemas.openxmlformats.org/officeDocument/2006/relationships/image" Target="../media/image587.png"/><Relationship Id="rId66" Type="http://schemas.openxmlformats.org/officeDocument/2006/relationships/customXml" Target="../ink/ink1396.xml"/><Relationship Id="rId87" Type="http://schemas.openxmlformats.org/officeDocument/2006/relationships/image" Target="../media/image608.png"/><Relationship Id="rId110" Type="http://schemas.openxmlformats.org/officeDocument/2006/relationships/customXml" Target="../ink/ink1418.xml"/><Relationship Id="rId115" Type="http://schemas.openxmlformats.org/officeDocument/2006/relationships/image" Target="../media/image622.png"/><Relationship Id="rId131" Type="http://schemas.openxmlformats.org/officeDocument/2006/relationships/image" Target="../media/image630.png"/><Relationship Id="rId136" Type="http://schemas.openxmlformats.org/officeDocument/2006/relationships/customXml" Target="../ink/ink1431.xml"/><Relationship Id="rId157" Type="http://schemas.openxmlformats.org/officeDocument/2006/relationships/image" Target="../media/image643.png"/><Relationship Id="rId178" Type="http://schemas.openxmlformats.org/officeDocument/2006/relationships/customXml" Target="../ink/ink1452.xml"/><Relationship Id="rId61" Type="http://schemas.openxmlformats.org/officeDocument/2006/relationships/image" Target="../media/image595.png"/><Relationship Id="rId82" Type="http://schemas.openxmlformats.org/officeDocument/2006/relationships/customXml" Target="../ink/ink1404.xml"/><Relationship Id="rId152" Type="http://schemas.openxmlformats.org/officeDocument/2006/relationships/customXml" Target="../ink/ink1439.xml"/><Relationship Id="rId173" Type="http://schemas.openxmlformats.org/officeDocument/2006/relationships/image" Target="../media/image651.png"/><Relationship Id="rId19" Type="http://schemas.openxmlformats.org/officeDocument/2006/relationships/image" Target="../media/image574.png"/><Relationship Id="rId14" Type="http://schemas.openxmlformats.org/officeDocument/2006/relationships/customXml" Target="../ink/ink1370.xml"/><Relationship Id="rId30" Type="http://schemas.openxmlformats.org/officeDocument/2006/relationships/customXml" Target="../ink/ink1378.xml"/><Relationship Id="rId35" Type="http://schemas.openxmlformats.org/officeDocument/2006/relationships/image" Target="../media/image582.png"/><Relationship Id="rId56" Type="http://schemas.openxmlformats.org/officeDocument/2006/relationships/customXml" Target="../ink/ink1391.xml"/><Relationship Id="rId77" Type="http://schemas.openxmlformats.org/officeDocument/2006/relationships/image" Target="../media/image603.png"/><Relationship Id="rId100" Type="http://schemas.openxmlformats.org/officeDocument/2006/relationships/customXml" Target="../ink/ink1413.xml"/><Relationship Id="rId105" Type="http://schemas.openxmlformats.org/officeDocument/2006/relationships/image" Target="../media/image617.png"/><Relationship Id="rId126" Type="http://schemas.openxmlformats.org/officeDocument/2006/relationships/customXml" Target="../ink/ink1426.xml"/><Relationship Id="rId147" Type="http://schemas.openxmlformats.org/officeDocument/2006/relationships/image" Target="../media/image638.png"/><Relationship Id="rId168" Type="http://schemas.openxmlformats.org/officeDocument/2006/relationships/customXml" Target="../ink/ink1447.xml"/><Relationship Id="rId8" Type="http://schemas.openxmlformats.org/officeDocument/2006/relationships/customXml" Target="../ink/ink1367.xml"/><Relationship Id="rId51" Type="http://schemas.openxmlformats.org/officeDocument/2006/relationships/image" Target="../media/image590.png"/><Relationship Id="rId72" Type="http://schemas.openxmlformats.org/officeDocument/2006/relationships/customXml" Target="../ink/ink1399.xml"/><Relationship Id="rId93" Type="http://schemas.openxmlformats.org/officeDocument/2006/relationships/image" Target="../media/image611.png"/><Relationship Id="rId98" Type="http://schemas.openxmlformats.org/officeDocument/2006/relationships/customXml" Target="../ink/ink1412.xml"/><Relationship Id="rId121" Type="http://schemas.openxmlformats.org/officeDocument/2006/relationships/image" Target="../media/image625.png"/><Relationship Id="rId142" Type="http://schemas.openxmlformats.org/officeDocument/2006/relationships/customXml" Target="../ink/ink1434.xml"/><Relationship Id="rId163" Type="http://schemas.openxmlformats.org/officeDocument/2006/relationships/image" Target="../media/image646.png"/><Relationship Id="rId3" Type="http://schemas.openxmlformats.org/officeDocument/2006/relationships/image" Target="../media/image563.png"/><Relationship Id="rId25" Type="http://schemas.openxmlformats.org/officeDocument/2006/relationships/image" Target="../media/image577.png"/><Relationship Id="rId46" Type="http://schemas.openxmlformats.org/officeDocument/2006/relationships/customXml" Target="../ink/ink1386.xml"/><Relationship Id="rId67" Type="http://schemas.openxmlformats.org/officeDocument/2006/relationships/image" Target="../media/image598.png"/><Relationship Id="rId116" Type="http://schemas.openxmlformats.org/officeDocument/2006/relationships/customXml" Target="../ink/ink1421.xml"/><Relationship Id="rId137" Type="http://schemas.openxmlformats.org/officeDocument/2006/relationships/image" Target="../media/image633.png"/><Relationship Id="rId158" Type="http://schemas.openxmlformats.org/officeDocument/2006/relationships/customXml" Target="../ink/ink1442.xml"/><Relationship Id="rId20" Type="http://schemas.openxmlformats.org/officeDocument/2006/relationships/customXml" Target="../ink/ink1373.xml"/><Relationship Id="rId41" Type="http://schemas.openxmlformats.org/officeDocument/2006/relationships/image" Target="../media/image585.png"/><Relationship Id="rId62" Type="http://schemas.openxmlformats.org/officeDocument/2006/relationships/customXml" Target="../ink/ink1394.xml"/><Relationship Id="rId83" Type="http://schemas.openxmlformats.org/officeDocument/2006/relationships/image" Target="../media/image606.png"/><Relationship Id="rId88" Type="http://schemas.openxmlformats.org/officeDocument/2006/relationships/customXml" Target="../ink/ink1407.xml"/><Relationship Id="rId111" Type="http://schemas.openxmlformats.org/officeDocument/2006/relationships/image" Target="../media/image620.png"/><Relationship Id="rId132" Type="http://schemas.openxmlformats.org/officeDocument/2006/relationships/customXml" Target="../ink/ink1429.xml"/><Relationship Id="rId153" Type="http://schemas.openxmlformats.org/officeDocument/2006/relationships/image" Target="../media/image641.png"/><Relationship Id="rId174" Type="http://schemas.openxmlformats.org/officeDocument/2006/relationships/customXml" Target="../ink/ink1450.xml"/><Relationship Id="rId179" Type="http://schemas.openxmlformats.org/officeDocument/2006/relationships/image" Target="../media/image654.png"/><Relationship Id="rId15" Type="http://schemas.openxmlformats.org/officeDocument/2006/relationships/image" Target="../media/image572.png"/><Relationship Id="rId36" Type="http://schemas.openxmlformats.org/officeDocument/2006/relationships/customXml" Target="../ink/ink1381.xml"/><Relationship Id="rId57" Type="http://schemas.openxmlformats.org/officeDocument/2006/relationships/image" Target="../media/image593.png"/><Relationship Id="rId106" Type="http://schemas.openxmlformats.org/officeDocument/2006/relationships/customXml" Target="../ink/ink1416.xml"/><Relationship Id="rId127" Type="http://schemas.openxmlformats.org/officeDocument/2006/relationships/image" Target="../media/image628.png"/><Relationship Id="rId10" Type="http://schemas.openxmlformats.org/officeDocument/2006/relationships/customXml" Target="../ink/ink1368.xml"/><Relationship Id="rId31" Type="http://schemas.openxmlformats.org/officeDocument/2006/relationships/image" Target="../media/image580.png"/><Relationship Id="rId52" Type="http://schemas.openxmlformats.org/officeDocument/2006/relationships/customXml" Target="../ink/ink1389.xml"/><Relationship Id="rId73" Type="http://schemas.openxmlformats.org/officeDocument/2006/relationships/image" Target="../media/image601.png"/><Relationship Id="rId78" Type="http://schemas.openxmlformats.org/officeDocument/2006/relationships/customXml" Target="../ink/ink1402.xml"/><Relationship Id="rId94" Type="http://schemas.openxmlformats.org/officeDocument/2006/relationships/customXml" Target="../ink/ink1410.xml"/><Relationship Id="rId99" Type="http://schemas.openxmlformats.org/officeDocument/2006/relationships/image" Target="../media/image614.png"/><Relationship Id="rId101" Type="http://schemas.openxmlformats.org/officeDocument/2006/relationships/image" Target="../media/image615.png"/><Relationship Id="rId122" Type="http://schemas.openxmlformats.org/officeDocument/2006/relationships/customXml" Target="../ink/ink1424.xml"/><Relationship Id="rId143" Type="http://schemas.openxmlformats.org/officeDocument/2006/relationships/image" Target="../media/image636.png"/><Relationship Id="rId148" Type="http://schemas.openxmlformats.org/officeDocument/2006/relationships/customXml" Target="../ink/ink1437.xml"/><Relationship Id="rId164" Type="http://schemas.openxmlformats.org/officeDocument/2006/relationships/customXml" Target="../ink/ink1445.xml"/><Relationship Id="rId169" Type="http://schemas.openxmlformats.org/officeDocument/2006/relationships/image" Target="../media/image649.png"/><Relationship Id="rId4" Type="http://schemas.openxmlformats.org/officeDocument/2006/relationships/image" Target="../media/image564.png"/><Relationship Id="rId9" Type="http://schemas.openxmlformats.org/officeDocument/2006/relationships/image" Target="../media/image568.png"/><Relationship Id="rId180" Type="http://schemas.openxmlformats.org/officeDocument/2006/relationships/customXml" Target="../ink/ink1453.xml"/><Relationship Id="rId26" Type="http://schemas.openxmlformats.org/officeDocument/2006/relationships/customXml" Target="../ink/ink1376.xml"/><Relationship Id="rId47" Type="http://schemas.openxmlformats.org/officeDocument/2006/relationships/image" Target="../media/image588.png"/><Relationship Id="rId68" Type="http://schemas.openxmlformats.org/officeDocument/2006/relationships/customXml" Target="../ink/ink1397.xml"/><Relationship Id="rId89" Type="http://schemas.openxmlformats.org/officeDocument/2006/relationships/image" Target="../media/image609.png"/><Relationship Id="rId112" Type="http://schemas.openxmlformats.org/officeDocument/2006/relationships/customXml" Target="../ink/ink1419.xml"/><Relationship Id="rId133" Type="http://schemas.openxmlformats.org/officeDocument/2006/relationships/image" Target="../media/image631.png"/><Relationship Id="rId154" Type="http://schemas.openxmlformats.org/officeDocument/2006/relationships/customXml" Target="../ink/ink1440.xml"/><Relationship Id="rId175" Type="http://schemas.openxmlformats.org/officeDocument/2006/relationships/image" Target="../media/image652.png"/><Relationship Id="rId16" Type="http://schemas.openxmlformats.org/officeDocument/2006/relationships/customXml" Target="../ink/ink1371.xml"/><Relationship Id="rId37" Type="http://schemas.openxmlformats.org/officeDocument/2006/relationships/image" Target="../media/image583.png"/><Relationship Id="rId58" Type="http://schemas.openxmlformats.org/officeDocument/2006/relationships/customXml" Target="../ink/ink1392.xml"/><Relationship Id="rId79" Type="http://schemas.openxmlformats.org/officeDocument/2006/relationships/image" Target="../media/image604.png"/><Relationship Id="rId102" Type="http://schemas.openxmlformats.org/officeDocument/2006/relationships/customXml" Target="../ink/ink1414.xml"/><Relationship Id="rId123" Type="http://schemas.openxmlformats.org/officeDocument/2006/relationships/image" Target="../media/image626.png"/><Relationship Id="rId144" Type="http://schemas.openxmlformats.org/officeDocument/2006/relationships/customXml" Target="../ink/ink1435.xml"/><Relationship Id="rId90" Type="http://schemas.openxmlformats.org/officeDocument/2006/relationships/customXml" Target="../ink/ink1408.xml"/><Relationship Id="rId165" Type="http://schemas.openxmlformats.org/officeDocument/2006/relationships/image" Target="../media/image647.png"/><Relationship Id="rId27" Type="http://schemas.openxmlformats.org/officeDocument/2006/relationships/image" Target="../media/image578.png"/><Relationship Id="rId48" Type="http://schemas.openxmlformats.org/officeDocument/2006/relationships/customXml" Target="../ink/ink1387.xml"/><Relationship Id="rId69" Type="http://schemas.openxmlformats.org/officeDocument/2006/relationships/image" Target="../media/image599.png"/><Relationship Id="rId113" Type="http://schemas.openxmlformats.org/officeDocument/2006/relationships/image" Target="../media/image621.png"/><Relationship Id="rId134" Type="http://schemas.openxmlformats.org/officeDocument/2006/relationships/customXml" Target="../ink/ink1430.xml"/><Relationship Id="rId80" Type="http://schemas.openxmlformats.org/officeDocument/2006/relationships/customXml" Target="../ink/ink1403.xml"/><Relationship Id="rId155" Type="http://schemas.openxmlformats.org/officeDocument/2006/relationships/image" Target="../media/image642.png"/><Relationship Id="rId176" Type="http://schemas.openxmlformats.org/officeDocument/2006/relationships/customXml" Target="../ink/ink1451.xml"/><Relationship Id="rId17" Type="http://schemas.openxmlformats.org/officeDocument/2006/relationships/image" Target="../media/image573.png"/><Relationship Id="rId38" Type="http://schemas.openxmlformats.org/officeDocument/2006/relationships/customXml" Target="../ink/ink1382.xml"/><Relationship Id="rId59" Type="http://schemas.openxmlformats.org/officeDocument/2006/relationships/image" Target="../media/image594.png"/><Relationship Id="rId103" Type="http://schemas.openxmlformats.org/officeDocument/2006/relationships/image" Target="../media/image616.png"/><Relationship Id="rId124" Type="http://schemas.openxmlformats.org/officeDocument/2006/relationships/customXml" Target="../ink/ink1425.xml"/><Relationship Id="rId70" Type="http://schemas.openxmlformats.org/officeDocument/2006/relationships/customXml" Target="../ink/ink1398.xml"/><Relationship Id="rId91" Type="http://schemas.openxmlformats.org/officeDocument/2006/relationships/image" Target="../media/image610.png"/><Relationship Id="rId145" Type="http://schemas.openxmlformats.org/officeDocument/2006/relationships/image" Target="../media/image637.png"/><Relationship Id="rId166" Type="http://schemas.openxmlformats.org/officeDocument/2006/relationships/customXml" Target="../ink/ink1446.xml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1377.xml"/><Relationship Id="rId49" Type="http://schemas.openxmlformats.org/officeDocument/2006/relationships/image" Target="../media/image589.png"/><Relationship Id="rId114" Type="http://schemas.openxmlformats.org/officeDocument/2006/relationships/customXml" Target="../ink/ink1420.xml"/></Relationships>
</file>

<file path=ppt/slides/_rels/slide2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511.xml"/><Relationship Id="rId21" Type="http://schemas.openxmlformats.org/officeDocument/2006/relationships/customXml" Target="../ink/ink1463.xml"/><Relationship Id="rId63" Type="http://schemas.openxmlformats.org/officeDocument/2006/relationships/customXml" Target="../ink/ink1484.xml"/><Relationship Id="rId159" Type="http://schemas.openxmlformats.org/officeDocument/2006/relationships/customXml" Target="../ink/ink1532.xml"/><Relationship Id="rId170" Type="http://schemas.openxmlformats.org/officeDocument/2006/relationships/image" Target="../media/image3651.png"/><Relationship Id="rId226" Type="http://schemas.openxmlformats.org/officeDocument/2006/relationships/image" Target="../media/image3930.png"/><Relationship Id="rId268" Type="http://schemas.openxmlformats.org/officeDocument/2006/relationships/image" Target="../media/image4140.png"/><Relationship Id="rId32" Type="http://schemas.openxmlformats.org/officeDocument/2006/relationships/image" Target="../media/image2961.png"/><Relationship Id="rId74" Type="http://schemas.openxmlformats.org/officeDocument/2006/relationships/image" Target="../media/image3171.png"/><Relationship Id="rId128" Type="http://schemas.openxmlformats.org/officeDocument/2006/relationships/image" Target="../media/image3441.png"/><Relationship Id="rId5" Type="http://schemas.openxmlformats.org/officeDocument/2006/relationships/customXml" Target="../ink/ink1455.xml"/><Relationship Id="rId181" Type="http://schemas.openxmlformats.org/officeDocument/2006/relationships/customXml" Target="../ink/ink1543.xml"/><Relationship Id="rId237" Type="http://schemas.openxmlformats.org/officeDocument/2006/relationships/customXml" Target="../ink/ink1571.xml"/><Relationship Id="rId258" Type="http://schemas.openxmlformats.org/officeDocument/2006/relationships/image" Target="../media/image4090.png"/><Relationship Id="rId279" Type="http://schemas.openxmlformats.org/officeDocument/2006/relationships/customXml" Target="../ink/ink1592.xml"/><Relationship Id="rId22" Type="http://schemas.openxmlformats.org/officeDocument/2006/relationships/image" Target="../media/image2913.png"/><Relationship Id="rId43" Type="http://schemas.openxmlformats.org/officeDocument/2006/relationships/customXml" Target="../ink/ink1474.xml"/><Relationship Id="rId64" Type="http://schemas.openxmlformats.org/officeDocument/2006/relationships/image" Target="../media/image3121.png"/><Relationship Id="rId118" Type="http://schemas.openxmlformats.org/officeDocument/2006/relationships/image" Target="../media/image3391.png"/><Relationship Id="rId139" Type="http://schemas.openxmlformats.org/officeDocument/2006/relationships/customXml" Target="../ink/ink1522.xml"/><Relationship Id="rId85" Type="http://schemas.openxmlformats.org/officeDocument/2006/relationships/customXml" Target="../ink/ink1495.xml"/><Relationship Id="rId150" Type="http://schemas.openxmlformats.org/officeDocument/2006/relationships/image" Target="../media/image3551.png"/><Relationship Id="rId171" Type="http://schemas.openxmlformats.org/officeDocument/2006/relationships/customXml" Target="../ink/ink1538.xml"/><Relationship Id="rId192" Type="http://schemas.openxmlformats.org/officeDocument/2006/relationships/image" Target="../media/image3760.png"/><Relationship Id="rId206" Type="http://schemas.openxmlformats.org/officeDocument/2006/relationships/image" Target="../media/image3830.png"/><Relationship Id="rId227" Type="http://schemas.openxmlformats.org/officeDocument/2006/relationships/customXml" Target="../ink/ink1566.xml"/><Relationship Id="rId248" Type="http://schemas.openxmlformats.org/officeDocument/2006/relationships/image" Target="../media/image4040.png"/><Relationship Id="rId269" Type="http://schemas.openxmlformats.org/officeDocument/2006/relationships/customXml" Target="../ink/ink1587.xml"/><Relationship Id="rId12" Type="http://schemas.openxmlformats.org/officeDocument/2006/relationships/image" Target="../media/image2861.png"/><Relationship Id="rId33" Type="http://schemas.openxmlformats.org/officeDocument/2006/relationships/customXml" Target="../ink/ink1469.xml"/><Relationship Id="rId108" Type="http://schemas.openxmlformats.org/officeDocument/2006/relationships/image" Target="../media/image3341.png"/><Relationship Id="rId129" Type="http://schemas.openxmlformats.org/officeDocument/2006/relationships/customXml" Target="../ink/ink1517.xml"/><Relationship Id="rId280" Type="http://schemas.openxmlformats.org/officeDocument/2006/relationships/image" Target="../media/image4200.png"/><Relationship Id="rId54" Type="http://schemas.openxmlformats.org/officeDocument/2006/relationships/image" Target="../media/image3071.png"/><Relationship Id="rId75" Type="http://schemas.openxmlformats.org/officeDocument/2006/relationships/customXml" Target="../ink/ink1490.xml"/><Relationship Id="rId96" Type="http://schemas.openxmlformats.org/officeDocument/2006/relationships/image" Target="../media/image3281.png"/><Relationship Id="rId140" Type="http://schemas.openxmlformats.org/officeDocument/2006/relationships/image" Target="../media/image3501.png"/><Relationship Id="rId161" Type="http://schemas.openxmlformats.org/officeDocument/2006/relationships/customXml" Target="../ink/ink1533.xml"/><Relationship Id="rId182" Type="http://schemas.openxmlformats.org/officeDocument/2006/relationships/image" Target="../media/image3713.png"/><Relationship Id="rId217" Type="http://schemas.openxmlformats.org/officeDocument/2006/relationships/customXml" Target="../ink/ink1561.xml"/><Relationship Id="rId6" Type="http://schemas.openxmlformats.org/officeDocument/2006/relationships/image" Target="../media/image2831.png"/><Relationship Id="rId238" Type="http://schemas.openxmlformats.org/officeDocument/2006/relationships/image" Target="../media/image3990.png"/><Relationship Id="rId259" Type="http://schemas.openxmlformats.org/officeDocument/2006/relationships/customXml" Target="../ink/ink1582.xml"/><Relationship Id="rId23" Type="http://schemas.openxmlformats.org/officeDocument/2006/relationships/customXml" Target="../ink/ink1464.xml"/><Relationship Id="rId119" Type="http://schemas.openxmlformats.org/officeDocument/2006/relationships/customXml" Target="../ink/ink1512.xml"/><Relationship Id="rId270" Type="http://schemas.openxmlformats.org/officeDocument/2006/relationships/image" Target="../media/image4150.png"/><Relationship Id="rId44" Type="http://schemas.openxmlformats.org/officeDocument/2006/relationships/image" Target="../media/image3021.png"/><Relationship Id="rId65" Type="http://schemas.openxmlformats.org/officeDocument/2006/relationships/customXml" Target="../ink/ink1485.xml"/><Relationship Id="rId86" Type="http://schemas.openxmlformats.org/officeDocument/2006/relationships/image" Target="../media/image3231.png"/><Relationship Id="rId130" Type="http://schemas.openxmlformats.org/officeDocument/2006/relationships/image" Target="../media/image3451.png"/><Relationship Id="rId151" Type="http://schemas.openxmlformats.org/officeDocument/2006/relationships/customXml" Target="../ink/ink1528.xml"/><Relationship Id="rId172" Type="http://schemas.openxmlformats.org/officeDocument/2006/relationships/image" Target="../media/image3661.png"/><Relationship Id="rId193" Type="http://schemas.openxmlformats.org/officeDocument/2006/relationships/customXml" Target="../ink/ink1549.xml"/><Relationship Id="rId207" Type="http://schemas.openxmlformats.org/officeDocument/2006/relationships/customXml" Target="../ink/ink1556.xml"/><Relationship Id="rId228" Type="http://schemas.openxmlformats.org/officeDocument/2006/relationships/image" Target="../media/image3940.png"/><Relationship Id="rId249" Type="http://schemas.openxmlformats.org/officeDocument/2006/relationships/customXml" Target="../ink/ink1577.xml"/><Relationship Id="rId13" Type="http://schemas.openxmlformats.org/officeDocument/2006/relationships/customXml" Target="../ink/ink1459.xml"/><Relationship Id="rId109" Type="http://schemas.openxmlformats.org/officeDocument/2006/relationships/customXml" Target="../ink/ink1507.xml"/><Relationship Id="rId260" Type="http://schemas.openxmlformats.org/officeDocument/2006/relationships/image" Target="../media/image4100.png"/><Relationship Id="rId34" Type="http://schemas.openxmlformats.org/officeDocument/2006/relationships/image" Target="../media/image2971.png"/><Relationship Id="rId55" Type="http://schemas.openxmlformats.org/officeDocument/2006/relationships/customXml" Target="../ink/ink1480.xml"/><Relationship Id="rId76" Type="http://schemas.openxmlformats.org/officeDocument/2006/relationships/image" Target="../media/image3181.png"/><Relationship Id="rId97" Type="http://schemas.openxmlformats.org/officeDocument/2006/relationships/customXml" Target="../ink/ink1501.xml"/><Relationship Id="rId120" Type="http://schemas.openxmlformats.org/officeDocument/2006/relationships/image" Target="../media/image3401.png"/><Relationship Id="rId141" Type="http://schemas.openxmlformats.org/officeDocument/2006/relationships/customXml" Target="../ink/ink1523.xml"/><Relationship Id="rId7" Type="http://schemas.openxmlformats.org/officeDocument/2006/relationships/customXml" Target="../ink/ink1456.xml"/><Relationship Id="rId162" Type="http://schemas.openxmlformats.org/officeDocument/2006/relationships/image" Target="../media/image3613.png"/><Relationship Id="rId183" Type="http://schemas.openxmlformats.org/officeDocument/2006/relationships/customXml" Target="../ink/ink1544.xml"/><Relationship Id="rId218" Type="http://schemas.openxmlformats.org/officeDocument/2006/relationships/image" Target="../media/image3890.png"/><Relationship Id="rId239" Type="http://schemas.openxmlformats.org/officeDocument/2006/relationships/customXml" Target="../ink/ink1572.xml"/><Relationship Id="rId250" Type="http://schemas.openxmlformats.org/officeDocument/2006/relationships/image" Target="../media/image4050.png"/><Relationship Id="rId271" Type="http://schemas.openxmlformats.org/officeDocument/2006/relationships/customXml" Target="../ink/ink1588.xml"/><Relationship Id="rId24" Type="http://schemas.openxmlformats.org/officeDocument/2006/relationships/image" Target="../media/image2921.png"/><Relationship Id="rId45" Type="http://schemas.openxmlformats.org/officeDocument/2006/relationships/customXml" Target="../ink/ink1475.xml"/><Relationship Id="rId66" Type="http://schemas.openxmlformats.org/officeDocument/2006/relationships/image" Target="../media/image3131.png"/><Relationship Id="rId87" Type="http://schemas.openxmlformats.org/officeDocument/2006/relationships/customXml" Target="../ink/ink1496.xml"/><Relationship Id="rId110" Type="http://schemas.openxmlformats.org/officeDocument/2006/relationships/image" Target="../media/image3351.png"/><Relationship Id="rId131" Type="http://schemas.openxmlformats.org/officeDocument/2006/relationships/customXml" Target="../ink/ink1518.xml"/><Relationship Id="rId152" Type="http://schemas.openxmlformats.org/officeDocument/2006/relationships/image" Target="../media/image3561.png"/><Relationship Id="rId173" Type="http://schemas.openxmlformats.org/officeDocument/2006/relationships/customXml" Target="../ink/ink1539.xml"/><Relationship Id="rId194" Type="http://schemas.openxmlformats.org/officeDocument/2006/relationships/image" Target="../media/image3770.png"/><Relationship Id="rId208" Type="http://schemas.openxmlformats.org/officeDocument/2006/relationships/image" Target="../media/image3840.png"/><Relationship Id="rId229" Type="http://schemas.openxmlformats.org/officeDocument/2006/relationships/customXml" Target="../ink/ink1567.xml"/><Relationship Id="rId240" Type="http://schemas.openxmlformats.org/officeDocument/2006/relationships/image" Target="../media/image4000.png"/><Relationship Id="rId261" Type="http://schemas.openxmlformats.org/officeDocument/2006/relationships/customXml" Target="../ink/ink1583.xml"/><Relationship Id="rId14" Type="http://schemas.openxmlformats.org/officeDocument/2006/relationships/image" Target="../media/image2871.png"/><Relationship Id="rId35" Type="http://schemas.openxmlformats.org/officeDocument/2006/relationships/customXml" Target="../ink/ink1470.xml"/><Relationship Id="rId56" Type="http://schemas.openxmlformats.org/officeDocument/2006/relationships/image" Target="../media/image3081.png"/><Relationship Id="rId77" Type="http://schemas.openxmlformats.org/officeDocument/2006/relationships/customXml" Target="../ink/ink1491.xml"/><Relationship Id="rId100" Type="http://schemas.openxmlformats.org/officeDocument/2006/relationships/image" Target="../media/image3301.png"/><Relationship Id="rId8" Type="http://schemas.openxmlformats.org/officeDocument/2006/relationships/image" Target="../media/image2841.png"/><Relationship Id="rId98" Type="http://schemas.openxmlformats.org/officeDocument/2006/relationships/image" Target="../media/image3291.png"/><Relationship Id="rId121" Type="http://schemas.openxmlformats.org/officeDocument/2006/relationships/customXml" Target="../ink/ink1513.xml"/><Relationship Id="rId142" Type="http://schemas.openxmlformats.org/officeDocument/2006/relationships/image" Target="../media/image3512.png"/><Relationship Id="rId163" Type="http://schemas.openxmlformats.org/officeDocument/2006/relationships/customXml" Target="../ink/ink1534.xml"/><Relationship Id="rId184" Type="http://schemas.openxmlformats.org/officeDocument/2006/relationships/image" Target="../media/image3720.png"/><Relationship Id="rId219" Type="http://schemas.openxmlformats.org/officeDocument/2006/relationships/customXml" Target="../ink/ink1562.xml"/><Relationship Id="rId230" Type="http://schemas.openxmlformats.org/officeDocument/2006/relationships/image" Target="../media/image3950.png"/><Relationship Id="rId251" Type="http://schemas.openxmlformats.org/officeDocument/2006/relationships/customXml" Target="../ink/ink1578.xml"/><Relationship Id="rId25" Type="http://schemas.openxmlformats.org/officeDocument/2006/relationships/customXml" Target="../ink/ink1465.xml"/><Relationship Id="rId46" Type="http://schemas.openxmlformats.org/officeDocument/2006/relationships/image" Target="../media/image3031.png"/><Relationship Id="rId67" Type="http://schemas.openxmlformats.org/officeDocument/2006/relationships/customXml" Target="../ink/ink1486.xml"/><Relationship Id="rId272" Type="http://schemas.openxmlformats.org/officeDocument/2006/relationships/image" Target="../media/image4160.png"/><Relationship Id="rId88" Type="http://schemas.openxmlformats.org/officeDocument/2006/relationships/image" Target="../media/image3241.png"/><Relationship Id="rId111" Type="http://schemas.openxmlformats.org/officeDocument/2006/relationships/customXml" Target="../ink/ink1508.xml"/><Relationship Id="rId132" Type="http://schemas.openxmlformats.org/officeDocument/2006/relationships/image" Target="../media/image3461.png"/><Relationship Id="rId153" Type="http://schemas.openxmlformats.org/officeDocument/2006/relationships/customXml" Target="../ink/ink1529.xml"/><Relationship Id="rId174" Type="http://schemas.openxmlformats.org/officeDocument/2006/relationships/image" Target="../media/image3671.png"/><Relationship Id="rId195" Type="http://schemas.openxmlformats.org/officeDocument/2006/relationships/customXml" Target="../ink/ink1550.xml"/><Relationship Id="rId209" Type="http://schemas.openxmlformats.org/officeDocument/2006/relationships/customXml" Target="../ink/ink1557.xml"/><Relationship Id="rId220" Type="http://schemas.openxmlformats.org/officeDocument/2006/relationships/image" Target="../media/image3900.png"/><Relationship Id="rId241" Type="http://schemas.openxmlformats.org/officeDocument/2006/relationships/customXml" Target="../ink/ink1573.xml"/><Relationship Id="rId15" Type="http://schemas.openxmlformats.org/officeDocument/2006/relationships/customXml" Target="../ink/ink1460.xml"/><Relationship Id="rId36" Type="http://schemas.openxmlformats.org/officeDocument/2006/relationships/image" Target="../media/image2981.png"/><Relationship Id="rId57" Type="http://schemas.openxmlformats.org/officeDocument/2006/relationships/customXml" Target="../ink/ink1481.xml"/><Relationship Id="rId262" Type="http://schemas.openxmlformats.org/officeDocument/2006/relationships/image" Target="../media/image4112.png"/><Relationship Id="rId78" Type="http://schemas.openxmlformats.org/officeDocument/2006/relationships/image" Target="../media/image3191.png"/><Relationship Id="rId99" Type="http://schemas.openxmlformats.org/officeDocument/2006/relationships/customXml" Target="../ink/ink1502.xml"/><Relationship Id="rId101" Type="http://schemas.openxmlformats.org/officeDocument/2006/relationships/customXml" Target="../ink/ink1503.xml"/><Relationship Id="rId122" Type="http://schemas.openxmlformats.org/officeDocument/2006/relationships/image" Target="../media/image3412.png"/><Relationship Id="rId143" Type="http://schemas.openxmlformats.org/officeDocument/2006/relationships/customXml" Target="../ink/ink1524.xml"/><Relationship Id="rId164" Type="http://schemas.openxmlformats.org/officeDocument/2006/relationships/image" Target="../media/image3621.png"/><Relationship Id="rId185" Type="http://schemas.openxmlformats.org/officeDocument/2006/relationships/customXml" Target="../ink/ink1545.xml"/><Relationship Id="rId9" Type="http://schemas.openxmlformats.org/officeDocument/2006/relationships/customXml" Target="../ink/ink1457.xml"/><Relationship Id="rId210" Type="http://schemas.openxmlformats.org/officeDocument/2006/relationships/image" Target="../media/image3850.png"/><Relationship Id="rId26" Type="http://schemas.openxmlformats.org/officeDocument/2006/relationships/image" Target="../media/image2931.png"/><Relationship Id="rId231" Type="http://schemas.openxmlformats.org/officeDocument/2006/relationships/customXml" Target="../ink/ink1568.xml"/><Relationship Id="rId252" Type="http://schemas.openxmlformats.org/officeDocument/2006/relationships/image" Target="../media/image4060.png"/><Relationship Id="rId273" Type="http://schemas.openxmlformats.org/officeDocument/2006/relationships/customXml" Target="../ink/ink1589.xml"/><Relationship Id="rId47" Type="http://schemas.openxmlformats.org/officeDocument/2006/relationships/customXml" Target="../ink/ink1476.xml"/><Relationship Id="rId68" Type="http://schemas.openxmlformats.org/officeDocument/2006/relationships/image" Target="../media/image3141.png"/><Relationship Id="rId89" Type="http://schemas.openxmlformats.org/officeDocument/2006/relationships/customXml" Target="../ink/ink1497.xml"/><Relationship Id="rId112" Type="http://schemas.openxmlformats.org/officeDocument/2006/relationships/image" Target="../media/image3361.png"/><Relationship Id="rId133" Type="http://schemas.openxmlformats.org/officeDocument/2006/relationships/customXml" Target="../ink/ink1519.xml"/><Relationship Id="rId154" Type="http://schemas.openxmlformats.org/officeDocument/2006/relationships/image" Target="../media/image3571.png"/><Relationship Id="rId175" Type="http://schemas.openxmlformats.org/officeDocument/2006/relationships/customXml" Target="../ink/ink1540.xml"/><Relationship Id="rId196" Type="http://schemas.openxmlformats.org/officeDocument/2006/relationships/image" Target="../media/image3780.png"/><Relationship Id="rId200" Type="http://schemas.openxmlformats.org/officeDocument/2006/relationships/image" Target="../media/image3800.png"/><Relationship Id="rId16" Type="http://schemas.openxmlformats.org/officeDocument/2006/relationships/image" Target="../media/image2881.png"/><Relationship Id="rId221" Type="http://schemas.openxmlformats.org/officeDocument/2006/relationships/customXml" Target="../ink/ink1563.xml"/><Relationship Id="rId242" Type="http://schemas.openxmlformats.org/officeDocument/2006/relationships/image" Target="../media/image4012.png"/><Relationship Id="rId263" Type="http://schemas.openxmlformats.org/officeDocument/2006/relationships/customXml" Target="../ink/ink1584.xml"/><Relationship Id="rId37" Type="http://schemas.openxmlformats.org/officeDocument/2006/relationships/customXml" Target="../ink/ink1471.xml"/><Relationship Id="rId58" Type="http://schemas.openxmlformats.org/officeDocument/2006/relationships/image" Target="../media/image3091.png"/><Relationship Id="rId79" Type="http://schemas.openxmlformats.org/officeDocument/2006/relationships/customXml" Target="../ink/ink1492.xml"/><Relationship Id="rId102" Type="http://schemas.openxmlformats.org/officeDocument/2006/relationships/image" Target="../media/image3313.png"/><Relationship Id="rId123" Type="http://schemas.openxmlformats.org/officeDocument/2006/relationships/customXml" Target="../ink/ink1514.xml"/><Relationship Id="rId144" Type="http://schemas.openxmlformats.org/officeDocument/2006/relationships/image" Target="../media/image3521.png"/><Relationship Id="rId90" Type="http://schemas.openxmlformats.org/officeDocument/2006/relationships/image" Target="../media/image3251.png"/><Relationship Id="rId165" Type="http://schemas.openxmlformats.org/officeDocument/2006/relationships/customXml" Target="../ink/ink1535.xml"/><Relationship Id="rId186" Type="http://schemas.openxmlformats.org/officeDocument/2006/relationships/image" Target="../media/image3730.png"/><Relationship Id="rId211" Type="http://schemas.openxmlformats.org/officeDocument/2006/relationships/customXml" Target="../ink/ink1558.xml"/><Relationship Id="rId232" Type="http://schemas.openxmlformats.org/officeDocument/2006/relationships/image" Target="../media/image3960.png"/><Relationship Id="rId253" Type="http://schemas.openxmlformats.org/officeDocument/2006/relationships/customXml" Target="../ink/ink1579.xml"/><Relationship Id="rId274" Type="http://schemas.openxmlformats.org/officeDocument/2006/relationships/image" Target="../media/image4170.png"/><Relationship Id="rId27" Type="http://schemas.openxmlformats.org/officeDocument/2006/relationships/customXml" Target="../ink/ink1466.xml"/><Relationship Id="rId48" Type="http://schemas.openxmlformats.org/officeDocument/2006/relationships/image" Target="../media/image3041.png"/><Relationship Id="rId69" Type="http://schemas.openxmlformats.org/officeDocument/2006/relationships/customXml" Target="../ink/ink1487.xml"/><Relationship Id="rId113" Type="http://schemas.openxmlformats.org/officeDocument/2006/relationships/customXml" Target="../ink/ink1509.xml"/><Relationship Id="rId134" Type="http://schemas.openxmlformats.org/officeDocument/2006/relationships/image" Target="../media/image3471.png"/><Relationship Id="rId80" Type="http://schemas.openxmlformats.org/officeDocument/2006/relationships/image" Target="../media/image3201.png"/><Relationship Id="rId155" Type="http://schemas.openxmlformats.org/officeDocument/2006/relationships/customXml" Target="../ink/ink1530.xml"/><Relationship Id="rId176" Type="http://schemas.openxmlformats.org/officeDocument/2006/relationships/image" Target="../media/image3681.png"/><Relationship Id="rId197" Type="http://schemas.openxmlformats.org/officeDocument/2006/relationships/customXml" Target="../ink/ink1551.xml"/><Relationship Id="rId201" Type="http://schemas.openxmlformats.org/officeDocument/2006/relationships/customXml" Target="../ink/ink1553.xml"/><Relationship Id="rId222" Type="http://schemas.openxmlformats.org/officeDocument/2006/relationships/image" Target="../media/image3912.png"/><Relationship Id="rId243" Type="http://schemas.openxmlformats.org/officeDocument/2006/relationships/customXml" Target="../ink/ink1574.xml"/><Relationship Id="rId264" Type="http://schemas.openxmlformats.org/officeDocument/2006/relationships/image" Target="../media/image4120.png"/><Relationship Id="rId17" Type="http://schemas.openxmlformats.org/officeDocument/2006/relationships/customXml" Target="../ink/ink1461.xml"/><Relationship Id="rId38" Type="http://schemas.openxmlformats.org/officeDocument/2006/relationships/image" Target="../media/image2991.png"/><Relationship Id="rId59" Type="http://schemas.openxmlformats.org/officeDocument/2006/relationships/customXml" Target="../ink/ink1482.xml"/><Relationship Id="rId103" Type="http://schemas.openxmlformats.org/officeDocument/2006/relationships/customXml" Target="../ink/ink1504.xml"/><Relationship Id="rId124" Type="http://schemas.openxmlformats.org/officeDocument/2006/relationships/image" Target="../media/image3421.png"/><Relationship Id="rId70" Type="http://schemas.openxmlformats.org/officeDocument/2006/relationships/image" Target="../media/image3151.png"/><Relationship Id="rId91" Type="http://schemas.openxmlformats.org/officeDocument/2006/relationships/customXml" Target="../ink/ink1498.xml"/><Relationship Id="rId145" Type="http://schemas.openxmlformats.org/officeDocument/2006/relationships/customXml" Target="../ink/ink1525.xml"/><Relationship Id="rId166" Type="http://schemas.openxmlformats.org/officeDocument/2006/relationships/image" Target="../media/image3631.png"/><Relationship Id="rId187" Type="http://schemas.openxmlformats.org/officeDocument/2006/relationships/customXml" Target="../ink/ink1546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3860.png"/><Relationship Id="rId233" Type="http://schemas.openxmlformats.org/officeDocument/2006/relationships/customXml" Target="../ink/ink1569.xml"/><Relationship Id="rId254" Type="http://schemas.openxmlformats.org/officeDocument/2006/relationships/image" Target="../media/image4070.png"/><Relationship Id="rId28" Type="http://schemas.openxmlformats.org/officeDocument/2006/relationships/image" Target="../media/image2941.png"/><Relationship Id="rId49" Type="http://schemas.openxmlformats.org/officeDocument/2006/relationships/customXml" Target="../ink/ink1477.xml"/><Relationship Id="rId114" Type="http://schemas.openxmlformats.org/officeDocument/2006/relationships/image" Target="../media/image3371.png"/><Relationship Id="rId275" Type="http://schemas.openxmlformats.org/officeDocument/2006/relationships/customXml" Target="../ink/ink1590.xml"/><Relationship Id="rId60" Type="http://schemas.openxmlformats.org/officeDocument/2006/relationships/image" Target="../media/image3101.png"/><Relationship Id="rId81" Type="http://schemas.openxmlformats.org/officeDocument/2006/relationships/customXml" Target="../ink/ink1493.xml"/><Relationship Id="rId135" Type="http://schemas.openxmlformats.org/officeDocument/2006/relationships/customXml" Target="../ink/ink1520.xml"/><Relationship Id="rId156" Type="http://schemas.openxmlformats.org/officeDocument/2006/relationships/image" Target="../media/image3581.png"/><Relationship Id="rId177" Type="http://schemas.openxmlformats.org/officeDocument/2006/relationships/customXml" Target="../ink/ink1541.xml"/><Relationship Id="rId198" Type="http://schemas.openxmlformats.org/officeDocument/2006/relationships/image" Target="../media/image3790.png"/><Relationship Id="rId202" Type="http://schemas.openxmlformats.org/officeDocument/2006/relationships/image" Target="../media/image3812.png"/><Relationship Id="rId223" Type="http://schemas.openxmlformats.org/officeDocument/2006/relationships/customXml" Target="../ink/ink1564.xml"/><Relationship Id="rId244" Type="http://schemas.openxmlformats.org/officeDocument/2006/relationships/image" Target="../media/image4020.png"/><Relationship Id="rId18" Type="http://schemas.openxmlformats.org/officeDocument/2006/relationships/image" Target="../media/image2891.png"/><Relationship Id="rId39" Type="http://schemas.openxmlformats.org/officeDocument/2006/relationships/customXml" Target="../ink/ink1472.xml"/><Relationship Id="rId265" Type="http://schemas.openxmlformats.org/officeDocument/2006/relationships/customXml" Target="../ink/ink1585.xml"/><Relationship Id="rId50" Type="http://schemas.openxmlformats.org/officeDocument/2006/relationships/image" Target="../media/image3051.png"/><Relationship Id="rId104" Type="http://schemas.openxmlformats.org/officeDocument/2006/relationships/image" Target="../media/image3321.png"/><Relationship Id="rId125" Type="http://schemas.openxmlformats.org/officeDocument/2006/relationships/customXml" Target="../ink/ink1515.xml"/><Relationship Id="rId146" Type="http://schemas.openxmlformats.org/officeDocument/2006/relationships/image" Target="../media/image3531.png"/><Relationship Id="rId167" Type="http://schemas.openxmlformats.org/officeDocument/2006/relationships/customXml" Target="../ink/ink1536.xml"/><Relationship Id="rId188" Type="http://schemas.openxmlformats.org/officeDocument/2006/relationships/image" Target="../media/image3740.png"/><Relationship Id="rId71" Type="http://schemas.openxmlformats.org/officeDocument/2006/relationships/customXml" Target="../ink/ink1488.xml"/><Relationship Id="rId92" Type="http://schemas.openxmlformats.org/officeDocument/2006/relationships/image" Target="../media/image3261.png"/><Relationship Id="rId213" Type="http://schemas.openxmlformats.org/officeDocument/2006/relationships/customXml" Target="../ink/ink1559.xml"/><Relationship Id="rId234" Type="http://schemas.openxmlformats.org/officeDocument/2006/relationships/image" Target="../media/image3970.png"/><Relationship Id="rId2" Type="http://schemas.openxmlformats.org/officeDocument/2006/relationships/image" Target="../media/image567.gif"/><Relationship Id="rId29" Type="http://schemas.openxmlformats.org/officeDocument/2006/relationships/customXml" Target="../ink/ink1467.xml"/><Relationship Id="rId255" Type="http://schemas.openxmlformats.org/officeDocument/2006/relationships/customXml" Target="../ink/ink1580.xml"/><Relationship Id="rId276" Type="http://schemas.openxmlformats.org/officeDocument/2006/relationships/image" Target="../media/image4180.png"/><Relationship Id="rId40" Type="http://schemas.openxmlformats.org/officeDocument/2006/relationships/image" Target="../media/image3001.png"/><Relationship Id="rId115" Type="http://schemas.openxmlformats.org/officeDocument/2006/relationships/customXml" Target="../ink/ink1510.xml"/><Relationship Id="rId136" Type="http://schemas.openxmlformats.org/officeDocument/2006/relationships/image" Target="../media/image3481.png"/><Relationship Id="rId157" Type="http://schemas.openxmlformats.org/officeDocument/2006/relationships/customXml" Target="../ink/ink1531.xml"/><Relationship Id="rId178" Type="http://schemas.openxmlformats.org/officeDocument/2006/relationships/image" Target="../media/image3691.png"/><Relationship Id="rId61" Type="http://schemas.openxmlformats.org/officeDocument/2006/relationships/customXml" Target="../ink/ink1483.xml"/><Relationship Id="rId82" Type="http://schemas.openxmlformats.org/officeDocument/2006/relationships/image" Target="../media/image3213.png"/><Relationship Id="rId199" Type="http://schemas.openxmlformats.org/officeDocument/2006/relationships/customXml" Target="../ink/ink1552.xml"/><Relationship Id="rId203" Type="http://schemas.openxmlformats.org/officeDocument/2006/relationships/customXml" Target="../ink/ink1554.xml"/><Relationship Id="rId19" Type="http://schemas.openxmlformats.org/officeDocument/2006/relationships/customXml" Target="../ink/ink1462.xml"/><Relationship Id="rId224" Type="http://schemas.openxmlformats.org/officeDocument/2006/relationships/image" Target="../media/image3920.png"/><Relationship Id="rId245" Type="http://schemas.openxmlformats.org/officeDocument/2006/relationships/customXml" Target="../ink/ink1575.xml"/><Relationship Id="rId266" Type="http://schemas.openxmlformats.org/officeDocument/2006/relationships/image" Target="../media/image4130.png"/><Relationship Id="rId30" Type="http://schemas.openxmlformats.org/officeDocument/2006/relationships/image" Target="../media/image2951.png"/><Relationship Id="rId105" Type="http://schemas.openxmlformats.org/officeDocument/2006/relationships/customXml" Target="../ink/ink1505.xml"/><Relationship Id="rId126" Type="http://schemas.openxmlformats.org/officeDocument/2006/relationships/image" Target="../media/image3431.png"/><Relationship Id="rId147" Type="http://schemas.openxmlformats.org/officeDocument/2006/relationships/customXml" Target="../ink/ink1526.xml"/><Relationship Id="rId168" Type="http://schemas.openxmlformats.org/officeDocument/2006/relationships/image" Target="../media/image3641.png"/><Relationship Id="rId51" Type="http://schemas.openxmlformats.org/officeDocument/2006/relationships/customXml" Target="../ink/ink1478.xml"/><Relationship Id="rId72" Type="http://schemas.openxmlformats.org/officeDocument/2006/relationships/image" Target="../media/image3161.png"/><Relationship Id="rId93" Type="http://schemas.openxmlformats.org/officeDocument/2006/relationships/customXml" Target="../ink/ink1499.xml"/><Relationship Id="rId189" Type="http://schemas.openxmlformats.org/officeDocument/2006/relationships/customXml" Target="../ink/ink1547.xml"/><Relationship Id="rId3" Type="http://schemas.openxmlformats.org/officeDocument/2006/relationships/customXml" Target="../ink/ink1454.xml"/><Relationship Id="rId214" Type="http://schemas.openxmlformats.org/officeDocument/2006/relationships/image" Target="../media/image3870.png"/><Relationship Id="rId235" Type="http://schemas.openxmlformats.org/officeDocument/2006/relationships/customXml" Target="../ink/ink1570.xml"/><Relationship Id="rId256" Type="http://schemas.openxmlformats.org/officeDocument/2006/relationships/image" Target="../media/image4080.png"/><Relationship Id="rId277" Type="http://schemas.openxmlformats.org/officeDocument/2006/relationships/customXml" Target="../ink/ink1591.xml"/><Relationship Id="rId116" Type="http://schemas.openxmlformats.org/officeDocument/2006/relationships/image" Target="../media/image3381.png"/><Relationship Id="rId137" Type="http://schemas.openxmlformats.org/officeDocument/2006/relationships/customXml" Target="../ink/ink1521.xml"/><Relationship Id="rId158" Type="http://schemas.openxmlformats.org/officeDocument/2006/relationships/image" Target="../media/image3591.png"/><Relationship Id="rId20" Type="http://schemas.openxmlformats.org/officeDocument/2006/relationships/image" Target="../media/image2901.png"/><Relationship Id="rId41" Type="http://schemas.openxmlformats.org/officeDocument/2006/relationships/customXml" Target="../ink/ink1473.xml"/><Relationship Id="rId62" Type="http://schemas.openxmlformats.org/officeDocument/2006/relationships/image" Target="../media/image3112.png"/><Relationship Id="rId83" Type="http://schemas.openxmlformats.org/officeDocument/2006/relationships/customXml" Target="../ink/ink1494.xml"/><Relationship Id="rId179" Type="http://schemas.openxmlformats.org/officeDocument/2006/relationships/customXml" Target="../ink/ink1542.xml"/><Relationship Id="rId190" Type="http://schemas.openxmlformats.org/officeDocument/2006/relationships/image" Target="../media/image3750.png"/><Relationship Id="rId204" Type="http://schemas.openxmlformats.org/officeDocument/2006/relationships/image" Target="../media/image3820.png"/><Relationship Id="rId225" Type="http://schemas.openxmlformats.org/officeDocument/2006/relationships/customXml" Target="../ink/ink1565.xml"/><Relationship Id="rId246" Type="http://schemas.openxmlformats.org/officeDocument/2006/relationships/image" Target="../media/image4030.png"/><Relationship Id="rId267" Type="http://schemas.openxmlformats.org/officeDocument/2006/relationships/customXml" Target="../ink/ink1586.xml"/><Relationship Id="rId106" Type="http://schemas.openxmlformats.org/officeDocument/2006/relationships/image" Target="../media/image3331.png"/><Relationship Id="rId127" Type="http://schemas.openxmlformats.org/officeDocument/2006/relationships/customXml" Target="../ink/ink1516.xml"/><Relationship Id="rId10" Type="http://schemas.openxmlformats.org/officeDocument/2006/relationships/image" Target="../media/image2851.png"/><Relationship Id="rId31" Type="http://schemas.openxmlformats.org/officeDocument/2006/relationships/customXml" Target="../ink/ink1468.xml"/><Relationship Id="rId52" Type="http://schemas.openxmlformats.org/officeDocument/2006/relationships/image" Target="../media/image3061.png"/><Relationship Id="rId73" Type="http://schemas.openxmlformats.org/officeDocument/2006/relationships/customXml" Target="../ink/ink1489.xml"/><Relationship Id="rId94" Type="http://schemas.openxmlformats.org/officeDocument/2006/relationships/image" Target="../media/image3271.png"/><Relationship Id="rId148" Type="http://schemas.openxmlformats.org/officeDocument/2006/relationships/image" Target="../media/image3541.png"/><Relationship Id="rId169" Type="http://schemas.openxmlformats.org/officeDocument/2006/relationships/customXml" Target="../ink/ink1537.xml"/><Relationship Id="rId4" Type="http://schemas.openxmlformats.org/officeDocument/2006/relationships/image" Target="../media/image2821.png"/><Relationship Id="rId180" Type="http://schemas.openxmlformats.org/officeDocument/2006/relationships/image" Target="../media/image3701.png"/><Relationship Id="rId215" Type="http://schemas.openxmlformats.org/officeDocument/2006/relationships/customXml" Target="../ink/ink1560.xml"/><Relationship Id="rId236" Type="http://schemas.openxmlformats.org/officeDocument/2006/relationships/image" Target="../media/image3980.png"/><Relationship Id="rId257" Type="http://schemas.openxmlformats.org/officeDocument/2006/relationships/customXml" Target="../ink/ink1581.xml"/><Relationship Id="rId278" Type="http://schemas.openxmlformats.org/officeDocument/2006/relationships/image" Target="../media/image4190.png"/><Relationship Id="rId42" Type="http://schemas.openxmlformats.org/officeDocument/2006/relationships/image" Target="../media/image3013.png"/><Relationship Id="rId84" Type="http://schemas.openxmlformats.org/officeDocument/2006/relationships/image" Target="../media/image3221.png"/><Relationship Id="rId138" Type="http://schemas.openxmlformats.org/officeDocument/2006/relationships/image" Target="../media/image3491.png"/><Relationship Id="rId191" Type="http://schemas.openxmlformats.org/officeDocument/2006/relationships/customXml" Target="../ink/ink1548.xml"/><Relationship Id="rId205" Type="http://schemas.openxmlformats.org/officeDocument/2006/relationships/customXml" Target="../ink/ink1555.xml"/><Relationship Id="rId247" Type="http://schemas.openxmlformats.org/officeDocument/2006/relationships/customXml" Target="../ink/ink1576.xml"/><Relationship Id="rId107" Type="http://schemas.openxmlformats.org/officeDocument/2006/relationships/customXml" Target="../ink/ink1506.xml"/><Relationship Id="rId11" Type="http://schemas.openxmlformats.org/officeDocument/2006/relationships/customXml" Target="../ink/ink1458.xml"/><Relationship Id="rId53" Type="http://schemas.openxmlformats.org/officeDocument/2006/relationships/customXml" Target="../ink/ink1479.xml"/><Relationship Id="rId149" Type="http://schemas.openxmlformats.org/officeDocument/2006/relationships/customXml" Target="../ink/ink1527.xml"/><Relationship Id="rId95" Type="http://schemas.openxmlformats.org/officeDocument/2006/relationships/customXml" Target="../ink/ink1500.xml"/><Relationship Id="rId160" Type="http://schemas.openxmlformats.org/officeDocument/2006/relationships/image" Target="../media/image3601.png"/><Relationship Id="rId216" Type="http://schemas.openxmlformats.org/officeDocument/2006/relationships/image" Target="../media/image388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8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790.png"/><Relationship Id="rId21" Type="http://schemas.openxmlformats.org/officeDocument/2006/relationships/image" Target="../media/image4312.png"/><Relationship Id="rId42" Type="http://schemas.openxmlformats.org/officeDocument/2006/relationships/customXml" Target="../ink/ink1613.xml"/><Relationship Id="rId63" Type="http://schemas.openxmlformats.org/officeDocument/2006/relationships/image" Target="../media/image4520.png"/><Relationship Id="rId84" Type="http://schemas.openxmlformats.org/officeDocument/2006/relationships/customXml" Target="../ink/ink1634.xml"/><Relationship Id="rId138" Type="http://schemas.openxmlformats.org/officeDocument/2006/relationships/customXml" Target="../ink/ink1661.xml"/><Relationship Id="rId159" Type="http://schemas.openxmlformats.org/officeDocument/2006/relationships/image" Target="../media/image5000.png"/><Relationship Id="rId170" Type="http://schemas.openxmlformats.org/officeDocument/2006/relationships/customXml" Target="../ink/ink1677.xml"/><Relationship Id="rId191" Type="http://schemas.openxmlformats.org/officeDocument/2006/relationships/image" Target="../media/image5160.png"/><Relationship Id="rId205" Type="http://schemas.openxmlformats.org/officeDocument/2006/relationships/image" Target="../media/image5230.png"/><Relationship Id="rId226" Type="http://schemas.openxmlformats.org/officeDocument/2006/relationships/customXml" Target="../ink/ink1705.xml"/><Relationship Id="rId247" Type="http://schemas.openxmlformats.org/officeDocument/2006/relationships/image" Target="../media/image5440.png"/><Relationship Id="rId107" Type="http://schemas.openxmlformats.org/officeDocument/2006/relationships/image" Target="../media/image4740.png"/><Relationship Id="rId11" Type="http://schemas.openxmlformats.org/officeDocument/2006/relationships/image" Target="../media/image4260.png"/><Relationship Id="rId32" Type="http://schemas.openxmlformats.org/officeDocument/2006/relationships/customXml" Target="../ink/ink1608.xml"/><Relationship Id="rId53" Type="http://schemas.openxmlformats.org/officeDocument/2006/relationships/image" Target="../media/image4470.png"/><Relationship Id="rId74" Type="http://schemas.openxmlformats.org/officeDocument/2006/relationships/customXml" Target="../ink/ink1629.xml"/><Relationship Id="rId128" Type="http://schemas.openxmlformats.org/officeDocument/2006/relationships/customXml" Target="../ink/ink1656.xml"/><Relationship Id="rId149" Type="http://schemas.openxmlformats.org/officeDocument/2006/relationships/image" Target="../media/image4950.png"/><Relationship Id="rId5" Type="http://schemas.openxmlformats.org/officeDocument/2006/relationships/image" Target="../media/image4230.png"/><Relationship Id="rId95" Type="http://schemas.openxmlformats.org/officeDocument/2006/relationships/image" Target="../media/image4680.png"/><Relationship Id="rId160" Type="http://schemas.openxmlformats.org/officeDocument/2006/relationships/customXml" Target="../ink/ink1672.xml"/><Relationship Id="rId181" Type="http://schemas.openxmlformats.org/officeDocument/2006/relationships/image" Target="../media/image5112.png"/><Relationship Id="rId216" Type="http://schemas.openxmlformats.org/officeDocument/2006/relationships/customXml" Target="../ink/ink1700.xml"/><Relationship Id="rId237" Type="http://schemas.openxmlformats.org/officeDocument/2006/relationships/image" Target="../media/image5390.png"/><Relationship Id="rId22" Type="http://schemas.openxmlformats.org/officeDocument/2006/relationships/customXml" Target="../ink/ink1603.xml"/><Relationship Id="rId43" Type="http://schemas.openxmlformats.org/officeDocument/2006/relationships/image" Target="../media/image4420.png"/><Relationship Id="rId64" Type="http://schemas.openxmlformats.org/officeDocument/2006/relationships/customXml" Target="../ink/ink1624.xml"/><Relationship Id="rId118" Type="http://schemas.openxmlformats.org/officeDocument/2006/relationships/customXml" Target="../ink/ink1651.xml"/><Relationship Id="rId139" Type="http://schemas.openxmlformats.org/officeDocument/2006/relationships/image" Target="../media/image4900.png"/><Relationship Id="rId85" Type="http://schemas.openxmlformats.org/officeDocument/2006/relationships/image" Target="../media/image4630.png"/><Relationship Id="rId150" Type="http://schemas.openxmlformats.org/officeDocument/2006/relationships/customXml" Target="../ink/ink1667.xml"/><Relationship Id="rId171" Type="http://schemas.openxmlformats.org/officeDocument/2006/relationships/image" Target="../media/image5060.png"/><Relationship Id="rId192" Type="http://schemas.openxmlformats.org/officeDocument/2006/relationships/customXml" Target="../ink/ink1688.xml"/><Relationship Id="rId206" Type="http://schemas.openxmlformats.org/officeDocument/2006/relationships/customXml" Target="../ink/ink1695.xml"/><Relationship Id="rId227" Type="http://schemas.openxmlformats.org/officeDocument/2006/relationships/image" Target="../media/image5340.png"/><Relationship Id="rId248" Type="http://schemas.openxmlformats.org/officeDocument/2006/relationships/customXml" Target="../ink/ink1716.xml"/><Relationship Id="rId12" Type="http://schemas.openxmlformats.org/officeDocument/2006/relationships/customXml" Target="../ink/ink1598.xml"/><Relationship Id="rId33" Type="http://schemas.openxmlformats.org/officeDocument/2006/relationships/image" Target="../media/image4370.png"/><Relationship Id="rId108" Type="http://schemas.openxmlformats.org/officeDocument/2006/relationships/customXml" Target="../ink/ink1646.xml"/><Relationship Id="rId129" Type="http://schemas.openxmlformats.org/officeDocument/2006/relationships/image" Target="../media/image4850.png"/><Relationship Id="rId54" Type="http://schemas.openxmlformats.org/officeDocument/2006/relationships/customXml" Target="../ink/ink1619.xml"/><Relationship Id="rId75" Type="http://schemas.openxmlformats.org/officeDocument/2006/relationships/image" Target="../media/image4580.png"/><Relationship Id="rId96" Type="http://schemas.openxmlformats.org/officeDocument/2006/relationships/customXml" Target="../ink/ink1640.xml"/><Relationship Id="rId140" Type="http://schemas.openxmlformats.org/officeDocument/2006/relationships/customXml" Target="../ink/ink1662.xml"/><Relationship Id="rId161" Type="http://schemas.openxmlformats.org/officeDocument/2006/relationships/image" Target="../media/image5012.png"/><Relationship Id="rId182" Type="http://schemas.openxmlformats.org/officeDocument/2006/relationships/customXml" Target="../ink/ink1683.xml"/><Relationship Id="rId217" Type="http://schemas.openxmlformats.org/officeDocument/2006/relationships/image" Target="../media/image5290.png"/><Relationship Id="rId6" Type="http://schemas.openxmlformats.org/officeDocument/2006/relationships/customXml" Target="../ink/ink1595.xml"/><Relationship Id="rId238" Type="http://schemas.openxmlformats.org/officeDocument/2006/relationships/customXml" Target="../ink/ink1711.xml"/><Relationship Id="rId23" Type="http://schemas.openxmlformats.org/officeDocument/2006/relationships/image" Target="../media/image4320.png"/><Relationship Id="rId119" Type="http://schemas.openxmlformats.org/officeDocument/2006/relationships/image" Target="../media/image4800.png"/><Relationship Id="rId44" Type="http://schemas.openxmlformats.org/officeDocument/2006/relationships/customXml" Target="../ink/ink1614.xml"/><Relationship Id="rId65" Type="http://schemas.openxmlformats.org/officeDocument/2006/relationships/image" Target="../media/image4530.png"/><Relationship Id="rId86" Type="http://schemas.openxmlformats.org/officeDocument/2006/relationships/customXml" Target="../ink/ink1635.xml"/><Relationship Id="rId130" Type="http://schemas.openxmlformats.org/officeDocument/2006/relationships/customXml" Target="../ink/ink1657.xml"/><Relationship Id="rId151" Type="http://schemas.openxmlformats.org/officeDocument/2006/relationships/image" Target="../media/image4960.png"/><Relationship Id="rId172" Type="http://schemas.openxmlformats.org/officeDocument/2006/relationships/customXml" Target="../ink/ink1678.xml"/><Relationship Id="rId193" Type="http://schemas.openxmlformats.org/officeDocument/2006/relationships/image" Target="../media/image5170.png"/><Relationship Id="rId207" Type="http://schemas.openxmlformats.org/officeDocument/2006/relationships/image" Target="../media/image5240.png"/><Relationship Id="rId228" Type="http://schemas.openxmlformats.org/officeDocument/2006/relationships/customXml" Target="../ink/ink1706.xml"/><Relationship Id="rId249" Type="http://schemas.openxmlformats.org/officeDocument/2006/relationships/image" Target="../media/image5450.png"/><Relationship Id="rId13" Type="http://schemas.openxmlformats.org/officeDocument/2006/relationships/image" Target="../media/image4270.png"/><Relationship Id="rId109" Type="http://schemas.openxmlformats.org/officeDocument/2006/relationships/image" Target="../media/image4750.png"/><Relationship Id="rId34" Type="http://schemas.openxmlformats.org/officeDocument/2006/relationships/customXml" Target="../ink/ink1609.xml"/><Relationship Id="rId55" Type="http://schemas.openxmlformats.org/officeDocument/2006/relationships/image" Target="../media/image4480.png"/><Relationship Id="rId76" Type="http://schemas.openxmlformats.org/officeDocument/2006/relationships/customXml" Target="../ink/ink1630.xml"/><Relationship Id="rId97" Type="http://schemas.openxmlformats.org/officeDocument/2006/relationships/image" Target="../media/image4690.png"/><Relationship Id="rId120" Type="http://schemas.openxmlformats.org/officeDocument/2006/relationships/customXml" Target="../ink/ink1652.xml"/><Relationship Id="rId141" Type="http://schemas.openxmlformats.org/officeDocument/2006/relationships/image" Target="../media/image4912.png"/><Relationship Id="rId7" Type="http://schemas.openxmlformats.org/officeDocument/2006/relationships/image" Target="../media/image4240.png"/><Relationship Id="rId162" Type="http://schemas.openxmlformats.org/officeDocument/2006/relationships/customXml" Target="../ink/ink1673.xml"/><Relationship Id="rId183" Type="http://schemas.openxmlformats.org/officeDocument/2006/relationships/image" Target="../media/image5120.png"/><Relationship Id="rId218" Type="http://schemas.openxmlformats.org/officeDocument/2006/relationships/customXml" Target="../ink/ink1701.xml"/><Relationship Id="rId239" Type="http://schemas.openxmlformats.org/officeDocument/2006/relationships/image" Target="../media/image5400.png"/><Relationship Id="rId24" Type="http://schemas.openxmlformats.org/officeDocument/2006/relationships/customXml" Target="../ink/ink1604.xml"/><Relationship Id="rId45" Type="http://schemas.openxmlformats.org/officeDocument/2006/relationships/image" Target="../media/image4430.png"/><Relationship Id="rId66" Type="http://schemas.openxmlformats.org/officeDocument/2006/relationships/customXml" Target="../ink/ink1625.xml"/><Relationship Id="rId87" Type="http://schemas.openxmlformats.org/officeDocument/2006/relationships/image" Target="../media/image4640.png"/><Relationship Id="rId110" Type="http://schemas.openxmlformats.org/officeDocument/2006/relationships/customXml" Target="../ink/ink1647.xml"/><Relationship Id="rId131" Type="http://schemas.openxmlformats.org/officeDocument/2006/relationships/image" Target="../media/image4860.png"/><Relationship Id="rId152" Type="http://schemas.openxmlformats.org/officeDocument/2006/relationships/customXml" Target="../ink/ink1668.xml"/><Relationship Id="rId173" Type="http://schemas.openxmlformats.org/officeDocument/2006/relationships/image" Target="../media/image5070.png"/><Relationship Id="rId194" Type="http://schemas.openxmlformats.org/officeDocument/2006/relationships/customXml" Target="../ink/ink1689.xml"/><Relationship Id="rId208" Type="http://schemas.openxmlformats.org/officeDocument/2006/relationships/customXml" Target="../ink/ink1696.xml"/><Relationship Id="rId229" Type="http://schemas.openxmlformats.org/officeDocument/2006/relationships/image" Target="../media/image5350.png"/><Relationship Id="rId240" Type="http://schemas.openxmlformats.org/officeDocument/2006/relationships/customXml" Target="../ink/ink1712.xml"/><Relationship Id="rId14" Type="http://schemas.openxmlformats.org/officeDocument/2006/relationships/customXml" Target="../ink/ink1599.xml"/><Relationship Id="rId35" Type="http://schemas.openxmlformats.org/officeDocument/2006/relationships/image" Target="../media/image4380.png"/><Relationship Id="rId56" Type="http://schemas.openxmlformats.org/officeDocument/2006/relationships/customXml" Target="../ink/ink1620.xml"/><Relationship Id="rId77" Type="http://schemas.openxmlformats.org/officeDocument/2006/relationships/image" Target="../media/image4590.png"/><Relationship Id="rId100" Type="http://schemas.openxmlformats.org/officeDocument/2006/relationships/customXml" Target="../ink/ink1642.xml"/><Relationship Id="rId8" Type="http://schemas.openxmlformats.org/officeDocument/2006/relationships/customXml" Target="../ink/ink1596.xml"/><Relationship Id="rId98" Type="http://schemas.openxmlformats.org/officeDocument/2006/relationships/customXml" Target="../ink/ink1641.xml"/><Relationship Id="rId121" Type="http://schemas.openxmlformats.org/officeDocument/2006/relationships/image" Target="../media/image4811.png"/><Relationship Id="rId142" Type="http://schemas.openxmlformats.org/officeDocument/2006/relationships/customXml" Target="../ink/ink1663.xml"/><Relationship Id="rId163" Type="http://schemas.openxmlformats.org/officeDocument/2006/relationships/image" Target="../media/image5020.png"/><Relationship Id="rId184" Type="http://schemas.openxmlformats.org/officeDocument/2006/relationships/customXml" Target="../ink/ink1684.xml"/><Relationship Id="rId219" Type="http://schemas.openxmlformats.org/officeDocument/2006/relationships/image" Target="../media/image5300.png"/><Relationship Id="rId230" Type="http://schemas.openxmlformats.org/officeDocument/2006/relationships/customXml" Target="../ink/ink1707.xml"/><Relationship Id="rId25" Type="http://schemas.openxmlformats.org/officeDocument/2006/relationships/image" Target="../media/image4330.png"/><Relationship Id="rId46" Type="http://schemas.openxmlformats.org/officeDocument/2006/relationships/customXml" Target="../ink/ink1615.xml"/><Relationship Id="rId67" Type="http://schemas.openxmlformats.org/officeDocument/2006/relationships/image" Target="../media/image4540.png"/><Relationship Id="rId88" Type="http://schemas.openxmlformats.org/officeDocument/2006/relationships/customXml" Target="../ink/ink1636.xml"/><Relationship Id="rId111" Type="http://schemas.openxmlformats.org/officeDocument/2006/relationships/image" Target="../media/image4760.png"/><Relationship Id="rId132" Type="http://schemas.openxmlformats.org/officeDocument/2006/relationships/customXml" Target="../ink/ink1658.xml"/><Relationship Id="rId153" Type="http://schemas.openxmlformats.org/officeDocument/2006/relationships/image" Target="../media/image4970.png"/><Relationship Id="rId174" Type="http://schemas.openxmlformats.org/officeDocument/2006/relationships/customXml" Target="../ink/ink1679.xml"/><Relationship Id="rId195" Type="http://schemas.openxmlformats.org/officeDocument/2006/relationships/image" Target="../media/image5180.png"/><Relationship Id="rId209" Type="http://schemas.openxmlformats.org/officeDocument/2006/relationships/image" Target="../media/image5250.png"/><Relationship Id="rId220" Type="http://schemas.openxmlformats.org/officeDocument/2006/relationships/customXml" Target="../ink/ink1702.xml"/><Relationship Id="rId241" Type="http://schemas.openxmlformats.org/officeDocument/2006/relationships/image" Target="../media/image5412.png"/><Relationship Id="rId15" Type="http://schemas.openxmlformats.org/officeDocument/2006/relationships/image" Target="../media/image4280.png"/><Relationship Id="rId36" Type="http://schemas.openxmlformats.org/officeDocument/2006/relationships/customXml" Target="../ink/ink1610.xml"/><Relationship Id="rId57" Type="http://schemas.openxmlformats.org/officeDocument/2006/relationships/image" Target="../media/image4490.png"/><Relationship Id="rId78" Type="http://schemas.openxmlformats.org/officeDocument/2006/relationships/customXml" Target="../ink/ink1631.xml"/><Relationship Id="rId99" Type="http://schemas.openxmlformats.org/officeDocument/2006/relationships/image" Target="../media/image4700.png"/><Relationship Id="rId101" Type="http://schemas.openxmlformats.org/officeDocument/2006/relationships/image" Target="../media/image4712.png"/><Relationship Id="rId122" Type="http://schemas.openxmlformats.org/officeDocument/2006/relationships/customXml" Target="../ink/ink1653.xml"/><Relationship Id="rId143" Type="http://schemas.openxmlformats.org/officeDocument/2006/relationships/image" Target="../media/image4920.png"/><Relationship Id="rId164" Type="http://schemas.openxmlformats.org/officeDocument/2006/relationships/customXml" Target="../ink/ink1674.xml"/><Relationship Id="rId185" Type="http://schemas.openxmlformats.org/officeDocument/2006/relationships/image" Target="../media/image5130.png"/><Relationship Id="rId4" Type="http://schemas.openxmlformats.org/officeDocument/2006/relationships/customXml" Target="../ink/ink1594.xml"/><Relationship Id="rId9" Type="http://schemas.openxmlformats.org/officeDocument/2006/relationships/image" Target="../media/image4250.png"/><Relationship Id="rId180" Type="http://schemas.openxmlformats.org/officeDocument/2006/relationships/customXml" Target="../ink/ink1682.xml"/><Relationship Id="rId210" Type="http://schemas.openxmlformats.org/officeDocument/2006/relationships/customXml" Target="../ink/ink1697.xml"/><Relationship Id="rId215" Type="http://schemas.openxmlformats.org/officeDocument/2006/relationships/image" Target="../media/image5280.png"/><Relationship Id="rId236" Type="http://schemas.openxmlformats.org/officeDocument/2006/relationships/customXml" Target="../ink/ink1710.xml"/><Relationship Id="rId26" Type="http://schemas.openxmlformats.org/officeDocument/2006/relationships/customXml" Target="../ink/ink1605.xml"/><Relationship Id="rId231" Type="http://schemas.openxmlformats.org/officeDocument/2006/relationships/image" Target="../media/image5360.png"/><Relationship Id="rId47" Type="http://schemas.openxmlformats.org/officeDocument/2006/relationships/image" Target="../media/image4440.png"/><Relationship Id="rId68" Type="http://schemas.openxmlformats.org/officeDocument/2006/relationships/customXml" Target="../ink/ink1626.xml"/><Relationship Id="rId89" Type="http://schemas.openxmlformats.org/officeDocument/2006/relationships/image" Target="../media/image4650.png"/><Relationship Id="rId112" Type="http://schemas.openxmlformats.org/officeDocument/2006/relationships/customXml" Target="../ink/ink1648.xml"/><Relationship Id="rId133" Type="http://schemas.openxmlformats.org/officeDocument/2006/relationships/image" Target="../media/image4870.png"/><Relationship Id="rId154" Type="http://schemas.openxmlformats.org/officeDocument/2006/relationships/customXml" Target="../ink/ink1669.xml"/><Relationship Id="rId175" Type="http://schemas.openxmlformats.org/officeDocument/2006/relationships/image" Target="../media/image5080.png"/><Relationship Id="rId196" Type="http://schemas.openxmlformats.org/officeDocument/2006/relationships/customXml" Target="../ink/ink1690.xml"/><Relationship Id="rId200" Type="http://schemas.openxmlformats.org/officeDocument/2006/relationships/customXml" Target="../ink/ink1692.xml"/><Relationship Id="rId16" Type="http://schemas.openxmlformats.org/officeDocument/2006/relationships/customXml" Target="../ink/ink1600.xml"/><Relationship Id="rId221" Type="http://schemas.openxmlformats.org/officeDocument/2006/relationships/image" Target="../media/image5312.png"/><Relationship Id="rId242" Type="http://schemas.openxmlformats.org/officeDocument/2006/relationships/customXml" Target="../ink/ink1713.xml"/><Relationship Id="rId37" Type="http://schemas.openxmlformats.org/officeDocument/2006/relationships/image" Target="../media/image4390.png"/><Relationship Id="rId58" Type="http://schemas.openxmlformats.org/officeDocument/2006/relationships/customXml" Target="../ink/ink1621.xml"/><Relationship Id="rId79" Type="http://schemas.openxmlformats.org/officeDocument/2006/relationships/image" Target="../media/image4600.png"/><Relationship Id="rId102" Type="http://schemas.openxmlformats.org/officeDocument/2006/relationships/customXml" Target="../ink/ink1643.xml"/><Relationship Id="rId123" Type="http://schemas.openxmlformats.org/officeDocument/2006/relationships/image" Target="../media/image4820.png"/><Relationship Id="rId144" Type="http://schemas.openxmlformats.org/officeDocument/2006/relationships/customXml" Target="../ink/ink1664.xml"/><Relationship Id="rId90" Type="http://schemas.openxmlformats.org/officeDocument/2006/relationships/customXml" Target="../ink/ink1637.xml"/><Relationship Id="rId165" Type="http://schemas.openxmlformats.org/officeDocument/2006/relationships/image" Target="../media/image5030.png"/><Relationship Id="rId186" Type="http://schemas.openxmlformats.org/officeDocument/2006/relationships/customXml" Target="../ink/ink1685.xml"/><Relationship Id="rId211" Type="http://schemas.openxmlformats.org/officeDocument/2006/relationships/image" Target="../media/image5260.png"/><Relationship Id="rId232" Type="http://schemas.openxmlformats.org/officeDocument/2006/relationships/customXml" Target="../ink/ink1708.xml"/><Relationship Id="rId27" Type="http://schemas.openxmlformats.org/officeDocument/2006/relationships/image" Target="../media/image4340.png"/><Relationship Id="rId48" Type="http://schemas.openxmlformats.org/officeDocument/2006/relationships/customXml" Target="../ink/ink1616.xml"/><Relationship Id="rId69" Type="http://schemas.openxmlformats.org/officeDocument/2006/relationships/image" Target="../media/image4550.png"/><Relationship Id="rId113" Type="http://schemas.openxmlformats.org/officeDocument/2006/relationships/image" Target="../media/image4770.png"/><Relationship Id="rId134" Type="http://schemas.openxmlformats.org/officeDocument/2006/relationships/customXml" Target="../ink/ink1659.xml"/><Relationship Id="rId80" Type="http://schemas.openxmlformats.org/officeDocument/2006/relationships/customXml" Target="../ink/ink1632.xml"/><Relationship Id="rId155" Type="http://schemas.openxmlformats.org/officeDocument/2006/relationships/image" Target="../media/image4980.png"/><Relationship Id="rId176" Type="http://schemas.openxmlformats.org/officeDocument/2006/relationships/customXml" Target="../ink/ink1680.xml"/><Relationship Id="rId197" Type="http://schemas.openxmlformats.org/officeDocument/2006/relationships/image" Target="../media/image5190.png"/><Relationship Id="rId201" Type="http://schemas.openxmlformats.org/officeDocument/2006/relationships/image" Target="../media/image5212.png"/><Relationship Id="rId222" Type="http://schemas.openxmlformats.org/officeDocument/2006/relationships/customXml" Target="../ink/ink1703.xml"/><Relationship Id="rId243" Type="http://schemas.openxmlformats.org/officeDocument/2006/relationships/image" Target="../media/image5420.png"/><Relationship Id="rId17" Type="http://schemas.openxmlformats.org/officeDocument/2006/relationships/image" Target="../media/image4290.png"/><Relationship Id="rId38" Type="http://schemas.openxmlformats.org/officeDocument/2006/relationships/customXml" Target="../ink/ink1611.xml"/><Relationship Id="rId59" Type="http://schemas.openxmlformats.org/officeDocument/2006/relationships/image" Target="../media/image4500.png"/><Relationship Id="rId103" Type="http://schemas.openxmlformats.org/officeDocument/2006/relationships/image" Target="../media/image4720.png"/><Relationship Id="rId124" Type="http://schemas.openxmlformats.org/officeDocument/2006/relationships/customXml" Target="../ink/ink1654.xml"/><Relationship Id="rId70" Type="http://schemas.openxmlformats.org/officeDocument/2006/relationships/customXml" Target="../ink/ink1627.xml"/><Relationship Id="rId91" Type="http://schemas.openxmlformats.org/officeDocument/2006/relationships/image" Target="../media/image4660.png"/><Relationship Id="rId145" Type="http://schemas.openxmlformats.org/officeDocument/2006/relationships/image" Target="../media/image4930.png"/><Relationship Id="rId166" Type="http://schemas.openxmlformats.org/officeDocument/2006/relationships/customXml" Target="../ink/ink1675.xml"/><Relationship Id="rId187" Type="http://schemas.openxmlformats.org/officeDocument/2006/relationships/image" Target="../media/image5140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698.xml"/><Relationship Id="rId233" Type="http://schemas.openxmlformats.org/officeDocument/2006/relationships/image" Target="../media/image5370.png"/><Relationship Id="rId28" Type="http://schemas.openxmlformats.org/officeDocument/2006/relationships/customXml" Target="../ink/ink1606.xml"/><Relationship Id="rId49" Type="http://schemas.openxmlformats.org/officeDocument/2006/relationships/image" Target="../media/image4450.png"/><Relationship Id="rId114" Type="http://schemas.openxmlformats.org/officeDocument/2006/relationships/customXml" Target="../ink/ink1649.xml"/><Relationship Id="rId60" Type="http://schemas.openxmlformats.org/officeDocument/2006/relationships/customXml" Target="../ink/ink1622.xml"/><Relationship Id="rId81" Type="http://schemas.openxmlformats.org/officeDocument/2006/relationships/image" Target="../media/image4612.png"/><Relationship Id="rId135" Type="http://schemas.openxmlformats.org/officeDocument/2006/relationships/image" Target="../media/image4880.png"/><Relationship Id="rId156" Type="http://schemas.openxmlformats.org/officeDocument/2006/relationships/customXml" Target="../ink/ink1670.xml"/><Relationship Id="rId177" Type="http://schemas.openxmlformats.org/officeDocument/2006/relationships/image" Target="../media/image5090.png"/><Relationship Id="rId198" Type="http://schemas.openxmlformats.org/officeDocument/2006/relationships/customXml" Target="../ink/ink1691.xml"/><Relationship Id="rId202" Type="http://schemas.openxmlformats.org/officeDocument/2006/relationships/customXml" Target="../ink/ink1693.xml"/><Relationship Id="rId223" Type="http://schemas.openxmlformats.org/officeDocument/2006/relationships/image" Target="../media/image5320.png"/><Relationship Id="rId244" Type="http://schemas.openxmlformats.org/officeDocument/2006/relationships/customXml" Target="../ink/ink1714.xml"/><Relationship Id="rId18" Type="http://schemas.openxmlformats.org/officeDocument/2006/relationships/customXml" Target="../ink/ink1601.xml"/><Relationship Id="rId39" Type="http://schemas.openxmlformats.org/officeDocument/2006/relationships/image" Target="../media/image4400.png"/><Relationship Id="rId50" Type="http://schemas.openxmlformats.org/officeDocument/2006/relationships/customXml" Target="../ink/ink1617.xml"/><Relationship Id="rId104" Type="http://schemas.openxmlformats.org/officeDocument/2006/relationships/customXml" Target="../ink/ink1644.xml"/><Relationship Id="rId125" Type="http://schemas.openxmlformats.org/officeDocument/2006/relationships/image" Target="../media/image4830.png"/><Relationship Id="rId146" Type="http://schemas.openxmlformats.org/officeDocument/2006/relationships/customXml" Target="../ink/ink1665.xml"/><Relationship Id="rId167" Type="http://schemas.openxmlformats.org/officeDocument/2006/relationships/image" Target="../media/image5040.png"/><Relationship Id="rId188" Type="http://schemas.openxmlformats.org/officeDocument/2006/relationships/customXml" Target="../ink/ink1686.xml"/><Relationship Id="rId71" Type="http://schemas.openxmlformats.org/officeDocument/2006/relationships/image" Target="../media/image4560.png"/><Relationship Id="rId92" Type="http://schemas.openxmlformats.org/officeDocument/2006/relationships/customXml" Target="../ink/ink1638.xml"/><Relationship Id="rId213" Type="http://schemas.openxmlformats.org/officeDocument/2006/relationships/image" Target="../media/image5270.png"/><Relationship Id="rId234" Type="http://schemas.openxmlformats.org/officeDocument/2006/relationships/customXml" Target="../ink/ink1709.xml"/><Relationship Id="rId2" Type="http://schemas.openxmlformats.org/officeDocument/2006/relationships/customXml" Target="../ink/ink1593.xml"/><Relationship Id="rId29" Type="http://schemas.openxmlformats.org/officeDocument/2006/relationships/image" Target="../media/image4350.png"/><Relationship Id="rId40" Type="http://schemas.openxmlformats.org/officeDocument/2006/relationships/customXml" Target="../ink/ink1612.xml"/><Relationship Id="rId115" Type="http://schemas.openxmlformats.org/officeDocument/2006/relationships/image" Target="../media/image4780.png"/><Relationship Id="rId136" Type="http://schemas.openxmlformats.org/officeDocument/2006/relationships/customXml" Target="../ink/ink1660.xml"/><Relationship Id="rId157" Type="http://schemas.openxmlformats.org/officeDocument/2006/relationships/image" Target="../media/image4990.png"/><Relationship Id="rId178" Type="http://schemas.openxmlformats.org/officeDocument/2006/relationships/customXml" Target="../ink/ink1681.xml"/><Relationship Id="rId61" Type="http://schemas.openxmlformats.org/officeDocument/2006/relationships/image" Target="../media/image4512.png"/><Relationship Id="rId82" Type="http://schemas.openxmlformats.org/officeDocument/2006/relationships/customXml" Target="../ink/ink1633.xml"/><Relationship Id="rId199" Type="http://schemas.openxmlformats.org/officeDocument/2006/relationships/image" Target="../media/image5200.png"/><Relationship Id="rId203" Type="http://schemas.openxmlformats.org/officeDocument/2006/relationships/image" Target="../media/image5220.png"/><Relationship Id="rId19" Type="http://schemas.openxmlformats.org/officeDocument/2006/relationships/image" Target="../media/image4300.png"/><Relationship Id="rId224" Type="http://schemas.openxmlformats.org/officeDocument/2006/relationships/customXml" Target="../ink/ink1704.xml"/><Relationship Id="rId245" Type="http://schemas.openxmlformats.org/officeDocument/2006/relationships/image" Target="../media/image5430.png"/><Relationship Id="rId30" Type="http://schemas.openxmlformats.org/officeDocument/2006/relationships/customXml" Target="../ink/ink1607.xml"/><Relationship Id="rId105" Type="http://schemas.openxmlformats.org/officeDocument/2006/relationships/image" Target="../media/image4730.png"/><Relationship Id="rId126" Type="http://schemas.openxmlformats.org/officeDocument/2006/relationships/customXml" Target="../ink/ink1655.xml"/><Relationship Id="rId147" Type="http://schemas.openxmlformats.org/officeDocument/2006/relationships/image" Target="../media/image4940.png"/><Relationship Id="rId168" Type="http://schemas.openxmlformats.org/officeDocument/2006/relationships/customXml" Target="../ink/ink1676.xml"/><Relationship Id="rId51" Type="http://schemas.openxmlformats.org/officeDocument/2006/relationships/image" Target="../media/image4460.png"/><Relationship Id="rId72" Type="http://schemas.openxmlformats.org/officeDocument/2006/relationships/customXml" Target="../ink/ink1628.xml"/><Relationship Id="rId93" Type="http://schemas.openxmlformats.org/officeDocument/2006/relationships/image" Target="../media/image4670.png"/><Relationship Id="rId189" Type="http://schemas.openxmlformats.org/officeDocument/2006/relationships/image" Target="../media/image5150.png"/><Relationship Id="rId3" Type="http://schemas.openxmlformats.org/officeDocument/2006/relationships/image" Target="../media/image4220.png"/><Relationship Id="rId214" Type="http://schemas.openxmlformats.org/officeDocument/2006/relationships/customXml" Target="../ink/ink1699.xml"/><Relationship Id="rId235" Type="http://schemas.openxmlformats.org/officeDocument/2006/relationships/image" Target="../media/image5380.png"/><Relationship Id="rId116" Type="http://schemas.openxmlformats.org/officeDocument/2006/relationships/customXml" Target="../ink/ink1650.xml"/><Relationship Id="rId137" Type="http://schemas.openxmlformats.org/officeDocument/2006/relationships/image" Target="../media/image4890.png"/><Relationship Id="rId158" Type="http://schemas.openxmlformats.org/officeDocument/2006/relationships/customXml" Target="../ink/ink1671.xml"/><Relationship Id="rId20" Type="http://schemas.openxmlformats.org/officeDocument/2006/relationships/customXml" Target="../ink/ink1602.xml"/><Relationship Id="rId41" Type="http://schemas.openxmlformats.org/officeDocument/2006/relationships/image" Target="../media/image4412.png"/><Relationship Id="rId62" Type="http://schemas.openxmlformats.org/officeDocument/2006/relationships/customXml" Target="../ink/ink1623.xml"/><Relationship Id="rId83" Type="http://schemas.openxmlformats.org/officeDocument/2006/relationships/image" Target="../media/image4620.png"/><Relationship Id="rId179" Type="http://schemas.openxmlformats.org/officeDocument/2006/relationships/image" Target="../media/image5100.png"/><Relationship Id="rId190" Type="http://schemas.openxmlformats.org/officeDocument/2006/relationships/customXml" Target="../ink/ink1687.xml"/><Relationship Id="rId204" Type="http://schemas.openxmlformats.org/officeDocument/2006/relationships/customXml" Target="../ink/ink1694.xml"/><Relationship Id="rId225" Type="http://schemas.openxmlformats.org/officeDocument/2006/relationships/image" Target="../media/image5330.png"/><Relationship Id="rId246" Type="http://schemas.openxmlformats.org/officeDocument/2006/relationships/customXml" Target="../ink/ink1715.xml"/><Relationship Id="rId106" Type="http://schemas.openxmlformats.org/officeDocument/2006/relationships/customXml" Target="../ink/ink1645.xml"/><Relationship Id="rId127" Type="http://schemas.openxmlformats.org/officeDocument/2006/relationships/image" Target="../media/image4840.png"/><Relationship Id="rId10" Type="http://schemas.openxmlformats.org/officeDocument/2006/relationships/customXml" Target="../ink/ink1597.xml"/><Relationship Id="rId31" Type="http://schemas.openxmlformats.org/officeDocument/2006/relationships/image" Target="../media/image4360.png"/><Relationship Id="rId52" Type="http://schemas.openxmlformats.org/officeDocument/2006/relationships/customXml" Target="../ink/ink1618.xml"/><Relationship Id="rId73" Type="http://schemas.openxmlformats.org/officeDocument/2006/relationships/image" Target="../media/image4570.png"/><Relationship Id="rId94" Type="http://schemas.openxmlformats.org/officeDocument/2006/relationships/customXml" Target="../ink/ink1639.xml"/><Relationship Id="rId148" Type="http://schemas.openxmlformats.org/officeDocument/2006/relationships/customXml" Target="../ink/ink1666.xml"/><Relationship Id="rId169" Type="http://schemas.openxmlformats.org/officeDocument/2006/relationships/image" Target="../media/image505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719.xml"/><Relationship Id="rId13" Type="http://schemas.openxmlformats.org/officeDocument/2006/relationships/image" Target="../media/image663.png"/><Relationship Id="rId3" Type="http://schemas.openxmlformats.org/officeDocument/2006/relationships/image" Target="../media/image656.png"/><Relationship Id="rId7" Type="http://schemas.openxmlformats.org/officeDocument/2006/relationships/image" Target="../media/image660.png"/><Relationship Id="rId12" Type="http://schemas.openxmlformats.org/officeDocument/2006/relationships/customXml" Target="../ink/ink1721.xml"/><Relationship Id="rId17" Type="http://schemas.openxmlformats.org/officeDocument/2006/relationships/image" Target="../media/image665.png"/><Relationship Id="rId2" Type="http://schemas.openxmlformats.org/officeDocument/2006/relationships/notesSlide" Target="../notesSlides/notesSlide2.xml"/><Relationship Id="rId16" Type="http://schemas.openxmlformats.org/officeDocument/2006/relationships/customXml" Target="../ink/ink172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18.xml"/><Relationship Id="rId11" Type="http://schemas.openxmlformats.org/officeDocument/2006/relationships/image" Target="../media/image662.png"/><Relationship Id="rId5" Type="http://schemas.openxmlformats.org/officeDocument/2006/relationships/image" Target="../media/image659.png"/><Relationship Id="rId15" Type="http://schemas.openxmlformats.org/officeDocument/2006/relationships/image" Target="../media/image664.png"/><Relationship Id="rId10" Type="http://schemas.openxmlformats.org/officeDocument/2006/relationships/customXml" Target="../ink/ink1720.xml"/><Relationship Id="rId4" Type="http://schemas.openxmlformats.org/officeDocument/2006/relationships/customXml" Target="../ink/ink1717.xml"/><Relationship Id="rId9" Type="http://schemas.openxmlformats.org/officeDocument/2006/relationships/image" Target="../media/image661.png"/><Relationship Id="rId14" Type="http://schemas.openxmlformats.org/officeDocument/2006/relationships/customXml" Target="../ink/ink172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768.xml"/><Relationship Id="rId299" Type="http://schemas.openxmlformats.org/officeDocument/2006/relationships/customXml" Target="../ink/ink1859.xml"/><Relationship Id="rId21" Type="http://schemas.openxmlformats.org/officeDocument/2006/relationships/customXml" Target="../ink/ink1731.xml"/><Relationship Id="rId63" Type="http://schemas.openxmlformats.org/officeDocument/2006/relationships/customXml" Target="../ink/ink1741.xml"/><Relationship Id="rId159" Type="http://schemas.openxmlformats.org/officeDocument/2006/relationships/customXml" Target="../ink/ink1789.xml"/><Relationship Id="rId324" Type="http://schemas.openxmlformats.org/officeDocument/2006/relationships/image" Target="../media/image747.png"/><Relationship Id="rId366" Type="http://schemas.openxmlformats.org/officeDocument/2006/relationships/image" Target="../media/image768.png"/><Relationship Id="rId170" Type="http://schemas.openxmlformats.org/officeDocument/2006/relationships/image" Target="../media/image6350.png"/><Relationship Id="rId226" Type="http://schemas.openxmlformats.org/officeDocument/2006/relationships/image" Target="../media/image698.png"/><Relationship Id="rId268" Type="http://schemas.openxmlformats.org/officeDocument/2006/relationships/image" Target="../media/image719.png"/><Relationship Id="rId74" Type="http://schemas.openxmlformats.org/officeDocument/2006/relationships/image" Target="../media/image5870.png"/><Relationship Id="rId128" Type="http://schemas.openxmlformats.org/officeDocument/2006/relationships/image" Target="../media/image6140.png"/><Relationship Id="rId335" Type="http://schemas.openxmlformats.org/officeDocument/2006/relationships/customXml" Target="../ink/ink1877.xml"/><Relationship Id="rId377" Type="http://schemas.openxmlformats.org/officeDocument/2006/relationships/customXml" Target="../ink/ink1898.xml"/><Relationship Id="rId5" Type="http://schemas.openxmlformats.org/officeDocument/2006/relationships/customXml" Target="../ink/ink1724.xml"/><Relationship Id="rId181" Type="http://schemas.openxmlformats.org/officeDocument/2006/relationships/customXml" Target="../ink/ink1800.xml"/><Relationship Id="rId237" Type="http://schemas.openxmlformats.org/officeDocument/2006/relationships/customXml" Target="../ink/ink1828.xml"/><Relationship Id="rId402" Type="http://schemas.openxmlformats.org/officeDocument/2006/relationships/image" Target="../media/image788.png"/><Relationship Id="rId279" Type="http://schemas.openxmlformats.org/officeDocument/2006/relationships/customXml" Target="../ink/ink1849.xml"/><Relationship Id="rId139" Type="http://schemas.openxmlformats.org/officeDocument/2006/relationships/customXml" Target="../ink/ink1779.xml"/><Relationship Id="rId290" Type="http://schemas.openxmlformats.org/officeDocument/2006/relationships/image" Target="../media/image730.png"/><Relationship Id="rId304" Type="http://schemas.openxmlformats.org/officeDocument/2006/relationships/image" Target="../media/image737.png"/><Relationship Id="rId346" Type="http://schemas.openxmlformats.org/officeDocument/2006/relationships/image" Target="../media/image758.png"/><Relationship Id="rId388" Type="http://schemas.openxmlformats.org/officeDocument/2006/relationships/image" Target="../media/image781.png"/><Relationship Id="rId85" Type="http://schemas.openxmlformats.org/officeDocument/2006/relationships/customXml" Target="../ink/ink1752.xml"/><Relationship Id="rId150" Type="http://schemas.openxmlformats.org/officeDocument/2006/relationships/image" Target="../media/image6250.png"/><Relationship Id="rId192" Type="http://schemas.openxmlformats.org/officeDocument/2006/relationships/image" Target="../media/image680.png"/><Relationship Id="rId206" Type="http://schemas.openxmlformats.org/officeDocument/2006/relationships/image" Target="../media/image687.png"/><Relationship Id="rId248" Type="http://schemas.openxmlformats.org/officeDocument/2006/relationships/image" Target="../media/image709.png"/><Relationship Id="rId12" Type="http://schemas.openxmlformats.org/officeDocument/2006/relationships/image" Target="../media/image5560.png"/><Relationship Id="rId108" Type="http://schemas.openxmlformats.org/officeDocument/2006/relationships/image" Target="../media/image6040.png"/><Relationship Id="rId315" Type="http://schemas.openxmlformats.org/officeDocument/2006/relationships/customXml" Target="../ink/ink1867.xml"/><Relationship Id="rId357" Type="http://schemas.openxmlformats.org/officeDocument/2006/relationships/customXml" Target="../ink/ink1888.xml"/><Relationship Id="rId54" Type="http://schemas.openxmlformats.org/officeDocument/2006/relationships/image" Target="../media/image5770.png"/><Relationship Id="rId96" Type="http://schemas.openxmlformats.org/officeDocument/2006/relationships/image" Target="../media/image5980.png"/><Relationship Id="rId161" Type="http://schemas.openxmlformats.org/officeDocument/2006/relationships/customXml" Target="../ink/ink1790.xml"/><Relationship Id="rId217" Type="http://schemas.openxmlformats.org/officeDocument/2006/relationships/customXml" Target="../ink/ink1818.xml"/><Relationship Id="rId399" Type="http://schemas.openxmlformats.org/officeDocument/2006/relationships/customXml" Target="../ink/ink1909.xml"/><Relationship Id="rId259" Type="http://schemas.openxmlformats.org/officeDocument/2006/relationships/customXml" Target="../ink/ink1839.xml"/><Relationship Id="rId119" Type="http://schemas.openxmlformats.org/officeDocument/2006/relationships/customXml" Target="../ink/ink1769.xml"/><Relationship Id="rId270" Type="http://schemas.openxmlformats.org/officeDocument/2006/relationships/image" Target="../media/image720.png"/><Relationship Id="rId326" Type="http://schemas.openxmlformats.org/officeDocument/2006/relationships/image" Target="../media/image748.png"/><Relationship Id="rId65" Type="http://schemas.openxmlformats.org/officeDocument/2006/relationships/customXml" Target="../ink/ink1742.xml"/><Relationship Id="rId130" Type="http://schemas.openxmlformats.org/officeDocument/2006/relationships/image" Target="../media/image6150.png"/><Relationship Id="rId368" Type="http://schemas.openxmlformats.org/officeDocument/2006/relationships/image" Target="../media/image771.png"/><Relationship Id="rId172" Type="http://schemas.openxmlformats.org/officeDocument/2006/relationships/image" Target="../media/image6360.png"/><Relationship Id="rId228" Type="http://schemas.openxmlformats.org/officeDocument/2006/relationships/image" Target="../media/image699.png"/><Relationship Id="rId281" Type="http://schemas.openxmlformats.org/officeDocument/2006/relationships/customXml" Target="../ink/ink1850.xml"/><Relationship Id="rId337" Type="http://schemas.openxmlformats.org/officeDocument/2006/relationships/customXml" Target="../ink/ink1878.xml"/><Relationship Id="rId76" Type="http://schemas.openxmlformats.org/officeDocument/2006/relationships/image" Target="../media/image5880.png"/><Relationship Id="rId141" Type="http://schemas.openxmlformats.org/officeDocument/2006/relationships/customXml" Target="../ink/ink1780.xml"/><Relationship Id="rId379" Type="http://schemas.openxmlformats.org/officeDocument/2006/relationships/customXml" Target="../ink/ink1899.xml"/><Relationship Id="rId7" Type="http://schemas.openxmlformats.org/officeDocument/2006/relationships/customXml" Target="../ink/ink1725.xml"/><Relationship Id="rId183" Type="http://schemas.openxmlformats.org/officeDocument/2006/relationships/customXml" Target="../ink/ink1801.xml"/><Relationship Id="rId239" Type="http://schemas.openxmlformats.org/officeDocument/2006/relationships/customXml" Target="../ink/ink1829.xml"/><Relationship Id="rId390" Type="http://schemas.openxmlformats.org/officeDocument/2006/relationships/image" Target="../media/image782.png"/><Relationship Id="rId250" Type="http://schemas.openxmlformats.org/officeDocument/2006/relationships/image" Target="../media/image710.png"/><Relationship Id="rId292" Type="http://schemas.openxmlformats.org/officeDocument/2006/relationships/image" Target="../media/image731.png"/><Relationship Id="rId306" Type="http://schemas.openxmlformats.org/officeDocument/2006/relationships/image" Target="../media/image738.png"/><Relationship Id="rId45" Type="http://schemas.openxmlformats.org/officeDocument/2006/relationships/customXml" Target="../ink/ink1732.xml"/><Relationship Id="rId87" Type="http://schemas.openxmlformats.org/officeDocument/2006/relationships/customXml" Target="../ink/ink1753.xml"/><Relationship Id="rId110" Type="http://schemas.openxmlformats.org/officeDocument/2006/relationships/image" Target="../media/image6050.png"/><Relationship Id="rId348" Type="http://schemas.openxmlformats.org/officeDocument/2006/relationships/image" Target="../media/image759.png"/><Relationship Id="rId152" Type="http://schemas.openxmlformats.org/officeDocument/2006/relationships/image" Target="../media/image6260.png"/><Relationship Id="rId194" Type="http://schemas.openxmlformats.org/officeDocument/2006/relationships/image" Target="../media/image681.png"/><Relationship Id="rId208" Type="http://schemas.openxmlformats.org/officeDocument/2006/relationships/image" Target="../media/image688.png"/><Relationship Id="rId261" Type="http://schemas.openxmlformats.org/officeDocument/2006/relationships/customXml" Target="../ink/ink1840.xml"/><Relationship Id="rId14" Type="http://schemas.openxmlformats.org/officeDocument/2006/relationships/image" Target="../media/image5570.png"/><Relationship Id="rId56" Type="http://schemas.openxmlformats.org/officeDocument/2006/relationships/image" Target="../media/image5780.png"/><Relationship Id="rId317" Type="http://schemas.openxmlformats.org/officeDocument/2006/relationships/customXml" Target="../ink/ink1868.xml"/><Relationship Id="rId359" Type="http://schemas.openxmlformats.org/officeDocument/2006/relationships/customXml" Target="../ink/ink1889.xml"/><Relationship Id="rId98" Type="http://schemas.openxmlformats.org/officeDocument/2006/relationships/image" Target="../media/image5990.png"/><Relationship Id="rId121" Type="http://schemas.openxmlformats.org/officeDocument/2006/relationships/customXml" Target="../ink/ink1770.xml"/><Relationship Id="rId163" Type="http://schemas.openxmlformats.org/officeDocument/2006/relationships/customXml" Target="../ink/ink1791.xml"/><Relationship Id="rId219" Type="http://schemas.openxmlformats.org/officeDocument/2006/relationships/customXml" Target="../ink/ink1819.xml"/><Relationship Id="rId370" Type="http://schemas.openxmlformats.org/officeDocument/2006/relationships/image" Target="../media/image772.png"/><Relationship Id="rId230" Type="http://schemas.openxmlformats.org/officeDocument/2006/relationships/image" Target="../media/image700.png"/><Relationship Id="rId67" Type="http://schemas.openxmlformats.org/officeDocument/2006/relationships/customXml" Target="../ink/ink1743.xml"/><Relationship Id="rId272" Type="http://schemas.openxmlformats.org/officeDocument/2006/relationships/image" Target="../media/image721.png"/><Relationship Id="rId328" Type="http://schemas.openxmlformats.org/officeDocument/2006/relationships/image" Target="../media/image749.png"/><Relationship Id="rId132" Type="http://schemas.openxmlformats.org/officeDocument/2006/relationships/image" Target="../media/image6160.png"/><Relationship Id="rId174" Type="http://schemas.openxmlformats.org/officeDocument/2006/relationships/image" Target="../media/image6370.png"/><Relationship Id="rId381" Type="http://schemas.openxmlformats.org/officeDocument/2006/relationships/customXml" Target="../ink/ink1900.xml"/><Relationship Id="rId241" Type="http://schemas.openxmlformats.org/officeDocument/2006/relationships/customXml" Target="../ink/ink1830.xml"/><Relationship Id="rId283" Type="http://schemas.openxmlformats.org/officeDocument/2006/relationships/customXml" Target="../ink/ink1851.xml"/><Relationship Id="rId339" Type="http://schemas.openxmlformats.org/officeDocument/2006/relationships/customXml" Target="../ink/ink1879.xml"/><Relationship Id="rId78" Type="http://schemas.openxmlformats.org/officeDocument/2006/relationships/image" Target="../media/image5890.png"/><Relationship Id="rId101" Type="http://schemas.openxmlformats.org/officeDocument/2006/relationships/customXml" Target="../ink/ink1760.xml"/><Relationship Id="rId143" Type="http://schemas.openxmlformats.org/officeDocument/2006/relationships/customXml" Target="../ink/ink1781.xml"/><Relationship Id="rId185" Type="http://schemas.openxmlformats.org/officeDocument/2006/relationships/customXml" Target="../ink/ink1802.xml"/><Relationship Id="rId350" Type="http://schemas.openxmlformats.org/officeDocument/2006/relationships/image" Target="../media/image760.png"/><Relationship Id="rId210" Type="http://schemas.openxmlformats.org/officeDocument/2006/relationships/image" Target="../media/image689.png"/><Relationship Id="rId392" Type="http://schemas.openxmlformats.org/officeDocument/2006/relationships/image" Target="../media/image783.png"/><Relationship Id="rId231" Type="http://schemas.openxmlformats.org/officeDocument/2006/relationships/customXml" Target="../ink/ink1825.xml"/><Relationship Id="rId252" Type="http://schemas.openxmlformats.org/officeDocument/2006/relationships/image" Target="../media/image711.png"/><Relationship Id="rId273" Type="http://schemas.openxmlformats.org/officeDocument/2006/relationships/customXml" Target="../ink/ink1846.xml"/><Relationship Id="rId294" Type="http://schemas.openxmlformats.org/officeDocument/2006/relationships/image" Target="../media/image732.png"/><Relationship Id="rId308" Type="http://schemas.openxmlformats.org/officeDocument/2006/relationships/image" Target="../media/image739.png"/><Relationship Id="rId329" Type="http://schemas.openxmlformats.org/officeDocument/2006/relationships/customXml" Target="../ink/ink1874.xml"/><Relationship Id="rId47" Type="http://schemas.openxmlformats.org/officeDocument/2006/relationships/customXml" Target="../ink/ink1733.xml"/><Relationship Id="rId68" Type="http://schemas.openxmlformats.org/officeDocument/2006/relationships/image" Target="../media/image5840.png"/><Relationship Id="rId89" Type="http://schemas.openxmlformats.org/officeDocument/2006/relationships/customXml" Target="../ink/ink1754.xml"/><Relationship Id="rId112" Type="http://schemas.openxmlformats.org/officeDocument/2006/relationships/image" Target="../media/image6060.png"/><Relationship Id="rId133" Type="http://schemas.openxmlformats.org/officeDocument/2006/relationships/customXml" Target="../ink/ink1776.xml"/><Relationship Id="rId154" Type="http://schemas.openxmlformats.org/officeDocument/2006/relationships/image" Target="../media/image6270.png"/><Relationship Id="rId175" Type="http://schemas.openxmlformats.org/officeDocument/2006/relationships/customXml" Target="../ink/ink1797.xml"/><Relationship Id="rId340" Type="http://schemas.openxmlformats.org/officeDocument/2006/relationships/image" Target="../media/image755.png"/><Relationship Id="rId361" Type="http://schemas.openxmlformats.org/officeDocument/2006/relationships/customXml" Target="../ink/ink1890.xml"/><Relationship Id="rId196" Type="http://schemas.openxmlformats.org/officeDocument/2006/relationships/image" Target="../media/image682.png"/><Relationship Id="rId200" Type="http://schemas.openxmlformats.org/officeDocument/2006/relationships/image" Target="../media/image684.png"/><Relationship Id="rId382" Type="http://schemas.openxmlformats.org/officeDocument/2006/relationships/image" Target="../media/image778.png"/><Relationship Id="rId16" Type="http://schemas.openxmlformats.org/officeDocument/2006/relationships/image" Target="../media/image5580.png"/><Relationship Id="rId221" Type="http://schemas.openxmlformats.org/officeDocument/2006/relationships/customXml" Target="../ink/ink1820.xml"/><Relationship Id="rId242" Type="http://schemas.openxmlformats.org/officeDocument/2006/relationships/image" Target="../media/image706.png"/><Relationship Id="rId263" Type="http://schemas.openxmlformats.org/officeDocument/2006/relationships/customXml" Target="../ink/ink1841.xml"/><Relationship Id="rId284" Type="http://schemas.openxmlformats.org/officeDocument/2006/relationships/image" Target="../media/image727.png"/><Relationship Id="rId319" Type="http://schemas.openxmlformats.org/officeDocument/2006/relationships/customXml" Target="../ink/ink1869.xml"/><Relationship Id="rId58" Type="http://schemas.openxmlformats.org/officeDocument/2006/relationships/image" Target="../media/image5790.png"/><Relationship Id="rId79" Type="http://schemas.openxmlformats.org/officeDocument/2006/relationships/customXml" Target="../ink/ink1749.xml"/><Relationship Id="rId102" Type="http://schemas.openxmlformats.org/officeDocument/2006/relationships/image" Target="../media/image6012.png"/><Relationship Id="rId123" Type="http://schemas.openxmlformats.org/officeDocument/2006/relationships/customXml" Target="../ink/ink1771.xml"/><Relationship Id="rId144" Type="http://schemas.openxmlformats.org/officeDocument/2006/relationships/image" Target="../media/image6220.png"/><Relationship Id="rId330" Type="http://schemas.openxmlformats.org/officeDocument/2006/relationships/image" Target="../media/image750.png"/><Relationship Id="rId90" Type="http://schemas.openxmlformats.org/officeDocument/2006/relationships/image" Target="../media/image5950.png"/><Relationship Id="rId165" Type="http://schemas.openxmlformats.org/officeDocument/2006/relationships/customXml" Target="../ink/ink1792.xml"/><Relationship Id="rId186" Type="http://schemas.openxmlformats.org/officeDocument/2006/relationships/image" Target="../media/image677.png"/><Relationship Id="rId351" Type="http://schemas.openxmlformats.org/officeDocument/2006/relationships/customXml" Target="../ink/ink1885.xml"/><Relationship Id="rId372" Type="http://schemas.openxmlformats.org/officeDocument/2006/relationships/image" Target="../media/image773.png"/><Relationship Id="rId393" Type="http://schemas.openxmlformats.org/officeDocument/2006/relationships/customXml" Target="../ink/ink1906.xml"/><Relationship Id="rId211" Type="http://schemas.openxmlformats.org/officeDocument/2006/relationships/customXml" Target="../ink/ink1815.xml"/><Relationship Id="rId232" Type="http://schemas.openxmlformats.org/officeDocument/2006/relationships/image" Target="../media/image701.png"/><Relationship Id="rId253" Type="http://schemas.openxmlformats.org/officeDocument/2006/relationships/customXml" Target="../ink/ink1836.xml"/><Relationship Id="rId274" Type="http://schemas.openxmlformats.org/officeDocument/2006/relationships/image" Target="../media/image722.png"/><Relationship Id="rId295" Type="http://schemas.openxmlformats.org/officeDocument/2006/relationships/customXml" Target="../ink/ink1857.xml"/><Relationship Id="rId309" Type="http://schemas.openxmlformats.org/officeDocument/2006/relationships/customXml" Target="../ink/ink1864.xml"/><Relationship Id="rId48" Type="http://schemas.openxmlformats.org/officeDocument/2006/relationships/image" Target="../media/image5740.png"/><Relationship Id="rId69" Type="http://schemas.openxmlformats.org/officeDocument/2006/relationships/customXml" Target="../ink/ink1744.xml"/><Relationship Id="rId113" Type="http://schemas.openxmlformats.org/officeDocument/2006/relationships/customXml" Target="../ink/ink1766.xml"/><Relationship Id="rId134" Type="http://schemas.openxmlformats.org/officeDocument/2006/relationships/image" Target="../media/image6170.png"/><Relationship Id="rId320" Type="http://schemas.openxmlformats.org/officeDocument/2006/relationships/image" Target="../media/image745.png"/><Relationship Id="rId80" Type="http://schemas.openxmlformats.org/officeDocument/2006/relationships/image" Target="../media/image5900.png"/><Relationship Id="rId155" Type="http://schemas.openxmlformats.org/officeDocument/2006/relationships/customXml" Target="../ink/ink1787.xml"/><Relationship Id="rId176" Type="http://schemas.openxmlformats.org/officeDocument/2006/relationships/image" Target="../media/image672.png"/><Relationship Id="rId197" Type="http://schemas.openxmlformats.org/officeDocument/2006/relationships/customXml" Target="../ink/ink1808.xml"/><Relationship Id="rId341" Type="http://schemas.openxmlformats.org/officeDocument/2006/relationships/customXml" Target="../ink/ink1880.xml"/><Relationship Id="rId362" Type="http://schemas.openxmlformats.org/officeDocument/2006/relationships/image" Target="../media/image766.png"/><Relationship Id="rId383" Type="http://schemas.openxmlformats.org/officeDocument/2006/relationships/customXml" Target="../ink/ink1901.xml"/><Relationship Id="rId201" Type="http://schemas.openxmlformats.org/officeDocument/2006/relationships/customXml" Target="../ink/ink1810.xml"/><Relationship Id="rId222" Type="http://schemas.openxmlformats.org/officeDocument/2006/relationships/image" Target="../media/image696.png"/><Relationship Id="rId243" Type="http://schemas.openxmlformats.org/officeDocument/2006/relationships/customXml" Target="../ink/ink1831.xml"/><Relationship Id="rId264" Type="http://schemas.openxmlformats.org/officeDocument/2006/relationships/image" Target="../media/image717.png"/><Relationship Id="rId285" Type="http://schemas.openxmlformats.org/officeDocument/2006/relationships/customXml" Target="../ink/ink1852.xml"/><Relationship Id="rId17" Type="http://schemas.openxmlformats.org/officeDocument/2006/relationships/customXml" Target="../ink/ink1729.xml"/><Relationship Id="rId59" Type="http://schemas.openxmlformats.org/officeDocument/2006/relationships/customXml" Target="../ink/ink1739.xml"/><Relationship Id="rId103" Type="http://schemas.openxmlformats.org/officeDocument/2006/relationships/customXml" Target="../ink/ink1761.xml"/><Relationship Id="rId124" Type="http://schemas.openxmlformats.org/officeDocument/2006/relationships/image" Target="../media/image6120.png"/><Relationship Id="rId310" Type="http://schemas.openxmlformats.org/officeDocument/2006/relationships/image" Target="../media/image740.png"/><Relationship Id="rId70" Type="http://schemas.openxmlformats.org/officeDocument/2006/relationships/image" Target="../media/image5850.png"/><Relationship Id="rId91" Type="http://schemas.openxmlformats.org/officeDocument/2006/relationships/customXml" Target="../ink/ink1755.xml"/><Relationship Id="rId145" Type="http://schemas.openxmlformats.org/officeDocument/2006/relationships/customXml" Target="../ink/ink1782.xml"/><Relationship Id="rId166" Type="http://schemas.openxmlformats.org/officeDocument/2006/relationships/image" Target="../media/image6330.png"/><Relationship Id="rId187" Type="http://schemas.openxmlformats.org/officeDocument/2006/relationships/customXml" Target="../ink/ink1803.xml"/><Relationship Id="rId331" Type="http://schemas.openxmlformats.org/officeDocument/2006/relationships/customXml" Target="../ink/ink1875.xml"/><Relationship Id="rId352" Type="http://schemas.openxmlformats.org/officeDocument/2006/relationships/image" Target="../media/image761.png"/><Relationship Id="rId373" Type="http://schemas.openxmlformats.org/officeDocument/2006/relationships/customXml" Target="../ink/ink1896.xml"/><Relationship Id="rId394" Type="http://schemas.openxmlformats.org/officeDocument/2006/relationships/image" Target="../media/image784.png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691.png"/><Relationship Id="rId233" Type="http://schemas.openxmlformats.org/officeDocument/2006/relationships/customXml" Target="../ink/ink1826.xml"/><Relationship Id="rId254" Type="http://schemas.openxmlformats.org/officeDocument/2006/relationships/image" Target="../media/image712.png"/><Relationship Id="rId49" Type="http://schemas.openxmlformats.org/officeDocument/2006/relationships/customXml" Target="../ink/ink1734.xml"/><Relationship Id="rId114" Type="http://schemas.openxmlformats.org/officeDocument/2006/relationships/image" Target="../media/image6070.png"/><Relationship Id="rId275" Type="http://schemas.openxmlformats.org/officeDocument/2006/relationships/customXml" Target="../ink/ink1847.xml"/><Relationship Id="rId296" Type="http://schemas.openxmlformats.org/officeDocument/2006/relationships/image" Target="../media/image733.png"/><Relationship Id="rId300" Type="http://schemas.openxmlformats.org/officeDocument/2006/relationships/image" Target="../media/image735.png"/><Relationship Id="rId60" Type="http://schemas.openxmlformats.org/officeDocument/2006/relationships/image" Target="../media/image5800.png"/><Relationship Id="rId81" Type="http://schemas.openxmlformats.org/officeDocument/2006/relationships/customXml" Target="../ink/ink1750.xml"/><Relationship Id="rId135" Type="http://schemas.openxmlformats.org/officeDocument/2006/relationships/customXml" Target="../ink/ink1777.xml"/><Relationship Id="rId156" Type="http://schemas.openxmlformats.org/officeDocument/2006/relationships/image" Target="../media/image6280.png"/><Relationship Id="rId177" Type="http://schemas.openxmlformats.org/officeDocument/2006/relationships/customXml" Target="../ink/ink1798.xml"/><Relationship Id="rId198" Type="http://schemas.openxmlformats.org/officeDocument/2006/relationships/image" Target="../media/image683.png"/><Relationship Id="rId321" Type="http://schemas.openxmlformats.org/officeDocument/2006/relationships/customXml" Target="../ink/ink1870.xml"/><Relationship Id="rId342" Type="http://schemas.openxmlformats.org/officeDocument/2006/relationships/image" Target="../media/image756.png"/><Relationship Id="rId363" Type="http://schemas.openxmlformats.org/officeDocument/2006/relationships/customXml" Target="../ink/ink1891.xml"/><Relationship Id="rId384" Type="http://schemas.openxmlformats.org/officeDocument/2006/relationships/image" Target="../media/image779.png"/><Relationship Id="rId202" Type="http://schemas.openxmlformats.org/officeDocument/2006/relationships/image" Target="../media/image685.png"/><Relationship Id="rId223" Type="http://schemas.openxmlformats.org/officeDocument/2006/relationships/customXml" Target="../ink/ink1821.xml"/><Relationship Id="rId244" Type="http://schemas.openxmlformats.org/officeDocument/2006/relationships/image" Target="../media/image707.png"/><Relationship Id="rId18" Type="http://schemas.openxmlformats.org/officeDocument/2006/relationships/image" Target="../media/image5590.png"/><Relationship Id="rId265" Type="http://schemas.openxmlformats.org/officeDocument/2006/relationships/customXml" Target="../ink/ink1842.xml"/><Relationship Id="rId286" Type="http://schemas.openxmlformats.org/officeDocument/2006/relationships/image" Target="../media/image728.png"/><Relationship Id="rId50" Type="http://schemas.openxmlformats.org/officeDocument/2006/relationships/image" Target="../media/image5750.png"/><Relationship Id="rId104" Type="http://schemas.openxmlformats.org/officeDocument/2006/relationships/image" Target="../media/image6020.png"/><Relationship Id="rId125" Type="http://schemas.openxmlformats.org/officeDocument/2006/relationships/customXml" Target="../ink/ink1772.xml"/><Relationship Id="rId146" Type="http://schemas.openxmlformats.org/officeDocument/2006/relationships/image" Target="../media/image6230.png"/><Relationship Id="rId167" Type="http://schemas.openxmlformats.org/officeDocument/2006/relationships/customXml" Target="../ink/ink1793.xml"/><Relationship Id="rId188" Type="http://schemas.openxmlformats.org/officeDocument/2006/relationships/image" Target="../media/image678.png"/><Relationship Id="rId311" Type="http://schemas.openxmlformats.org/officeDocument/2006/relationships/customXml" Target="../ink/ink1865.xml"/><Relationship Id="rId332" Type="http://schemas.openxmlformats.org/officeDocument/2006/relationships/image" Target="../media/image751.png"/><Relationship Id="rId353" Type="http://schemas.openxmlformats.org/officeDocument/2006/relationships/customXml" Target="../ink/ink1886.xml"/><Relationship Id="rId374" Type="http://schemas.openxmlformats.org/officeDocument/2006/relationships/image" Target="../media/image774.png"/><Relationship Id="rId395" Type="http://schemas.openxmlformats.org/officeDocument/2006/relationships/customXml" Target="../ink/ink1907.xml"/><Relationship Id="rId71" Type="http://schemas.openxmlformats.org/officeDocument/2006/relationships/customXml" Target="../ink/ink1745.xml"/><Relationship Id="rId92" Type="http://schemas.openxmlformats.org/officeDocument/2006/relationships/image" Target="../media/image5960.png"/><Relationship Id="rId213" Type="http://schemas.openxmlformats.org/officeDocument/2006/relationships/customXml" Target="../ink/ink1816.xml"/><Relationship Id="rId234" Type="http://schemas.openxmlformats.org/officeDocument/2006/relationships/image" Target="../media/image702.png"/><Relationship Id="rId2" Type="http://schemas.openxmlformats.org/officeDocument/2006/relationships/notesSlide" Target="../notesSlides/notesSlide4.xml"/><Relationship Id="rId255" Type="http://schemas.openxmlformats.org/officeDocument/2006/relationships/customXml" Target="../ink/ink1837.xml"/><Relationship Id="rId276" Type="http://schemas.openxmlformats.org/officeDocument/2006/relationships/image" Target="../media/image723.png"/><Relationship Id="rId297" Type="http://schemas.openxmlformats.org/officeDocument/2006/relationships/customXml" Target="../ink/ink1858.xml"/><Relationship Id="rId115" Type="http://schemas.openxmlformats.org/officeDocument/2006/relationships/customXml" Target="../ink/ink1767.xml"/><Relationship Id="rId136" Type="http://schemas.openxmlformats.org/officeDocument/2006/relationships/image" Target="../media/image6180.png"/><Relationship Id="rId157" Type="http://schemas.openxmlformats.org/officeDocument/2006/relationships/customXml" Target="../ink/ink1788.xml"/><Relationship Id="rId178" Type="http://schemas.openxmlformats.org/officeDocument/2006/relationships/image" Target="../media/image673.png"/><Relationship Id="rId301" Type="http://schemas.openxmlformats.org/officeDocument/2006/relationships/customXml" Target="../ink/ink1860.xml"/><Relationship Id="rId322" Type="http://schemas.openxmlformats.org/officeDocument/2006/relationships/image" Target="../media/image746.png"/><Relationship Id="rId343" Type="http://schemas.openxmlformats.org/officeDocument/2006/relationships/customXml" Target="../ink/ink1881.xml"/><Relationship Id="rId364" Type="http://schemas.openxmlformats.org/officeDocument/2006/relationships/image" Target="../media/image767.png"/><Relationship Id="rId61" Type="http://schemas.openxmlformats.org/officeDocument/2006/relationships/customXml" Target="../ink/ink1740.xml"/><Relationship Id="rId82" Type="http://schemas.openxmlformats.org/officeDocument/2006/relationships/image" Target="../media/image5912.png"/><Relationship Id="rId199" Type="http://schemas.openxmlformats.org/officeDocument/2006/relationships/customXml" Target="../ink/ink1809.xml"/><Relationship Id="rId203" Type="http://schemas.openxmlformats.org/officeDocument/2006/relationships/customXml" Target="../ink/ink1811.xml"/><Relationship Id="rId385" Type="http://schemas.openxmlformats.org/officeDocument/2006/relationships/customXml" Target="../ink/ink1902.xml"/><Relationship Id="rId19" Type="http://schemas.openxmlformats.org/officeDocument/2006/relationships/customXml" Target="../ink/ink1730.xml"/><Relationship Id="rId224" Type="http://schemas.openxmlformats.org/officeDocument/2006/relationships/image" Target="../media/image697.png"/><Relationship Id="rId245" Type="http://schemas.openxmlformats.org/officeDocument/2006/relationships/customXml" Target="../ink/ink1832.xml"/><Relationship Id="rId266" Type="http://schemas.openxmlformats.org/officeDocument/2006/relationships/image" Target="../media/image718.png"/><Relationship Id="rId287" Type="http://schemas.openxmlformats.org/officeDocument/2006/relationships/customXml" Target="../ink/ink1853.xml"/><Relationship Id="rId105" Type="http://schemas.openxmlformats.org/officeDocument/2006/relationships/customXml" Target="../ink/ink1762.xml"/><Relationship Id="rId126" Type="http://schemas.openxmlformats.org/officeDocument/2006/relationships/image" Target="../media/image6130.png"/><Relationship Id="rId147" Type="http://schemas.openxmlformats.org/officeDocument/2006/relationships/customXml" Target="../ink/ink1783.xml"/><Relationship Id="rId168" Type="http://schemas.openxmlformats.org/officeDocument/2006/relationships/image" Target="../media/image6340.png"/><Relationship Id="rId312" Type="http://schemas.openxmlformats.org/officeDocument/2006/relationships/image" Target="../media/image741.png"/><Relationship Id="rId333" Type="http://schemas.openxmlformats.org/officeDocument/2006/relationships/customXml" Target="../ink/ink1876.xml"/><Relationship Id="rId354" Type="http://schemas.openxmlformats.org/officeDocument/2006/relationships/image" Target="../media/image762.png"/><Relationship Id="rId51" Type="http://schemas.openxmlformats.org/officeDocument/2006/relationships/customXml" Target="../ink/ink1735.xml"/><Relationship Id="rId72" Type="http://schemas.openxmlformats.org/officeDocument/2006/relationships/image" Target="../media/image5860.png"/><Relationship Id="rId93" Type="http://schemas.openxmlformats.org/officeDocument/2006/relationships/customXml" Target="../ink/ink1756.xml"/><Relationship Id="rId189" Type="http://schemas.openxmlformats.org/officeDocument/2006/relationships/customXml" Target="../ink/ink1804.xml"/><Relationship Id="rId375" Type="http://schemas.openxmlformats.org/officeDocument/2006/relationships/customXml" Target="../ink/ink1897.xml"/><Relationship Id="rId396" Type="http://schemas.openxmlformats.org/officeDocument/2006/relationships/image" Target="../media/image785.png"/><Relationship Id="rId3" Type="http://schemas.openxmlformats.org/officeDocument/2006/relationships/image" Target="../media/image668.png"/><Relationship Id="rId214" Type="http://schemas.openxmlformats.org/officeDocument/2006/relationships/image" Target="../media/image692.png"/><Relationship Id="rId235" Type="http://schemas.openxmlformats.org/officeDocument/2006/relationships/customXml" Target="../ink/ink1827.xml"/><Relationship Id="rId256" Type="http://schemas.openxmlformats.org/officeDocument/2006/relationships/image" Target="../media/image713.png"/><Relationship Id="rId277" Type="http://schemas.openxmlformats.org/officeDocument/2006/relationships/customXml" Target="../ink/ink1848.xml"/><Relationship Id="rId298" Type="http://schemas.openxmlformats.org/officeDocument/2006/relationships/image" Target="../media/image734.png"/><Relationship Id="rId400" Type="http://schemas.openxmlformats.org/officeDocument/2006/relationships/image" Target="../media/image787.png"/><Relationship Id="rId116" Type="http://schemas.openxmlformats.org/officeDocument/2006/relationships/image" Target="../media/image6080.png"/><Relationship Id="rId137" Type="http://schemas.openxmlformats.org/officeDocument/2006/relationships/customXml" Target="../ink/ink1778.xml"/><Relationship Id="rId158" Type="http://schemas.openxmlformats.org/officeDocument/2006/relationships/image" Target="../media/image6290.png"/><Relationship Id="rId302" Type="http://schemas.openxmlformats.org/officeDocument/2006/relationships/image" Target="../media/image736.png"/><Relationship Id="rId323" Type="http://schemas.openxmlformats.org/officeDocument/2006/relationships/customXml" Target="../ink/ink1871.xml"/><Relationship Id="rId344" Type="http://schemas.openxmlformats.org/officeDocument/2006/relationships/image" Target="../media/image757.png"/><Relationship Id="rId20" Type="http://schemas.openxmlformats.org/officeDocument/2006/relationships/image" Target="../media/image5600.png"/><Relationship Id="rId62" Type="http://schemas.openxmlformats.org/officeDocument/2006/relationships/image" Target="../media/image5812.png"/><Relationship Id="rId83" Type="http://schemas.openxmlformats.org/officeDocument/2006/relationships/customXml" Target="../ink/ink1751.xml"/><Relationship Id="rId179" Type="http://schemas.openxmlformats.org/officeDocument/2006/relationships/customXml" Target="../ink/ink1799.xml"/><Relationship Id="rId365" Type="http://schemas.openxmlformats.org/officeDocument/2006/relationships/customXml" Target="../ink/ink1892.xml"/><Relationship Id="rId386" Type="http://schemas.openxmlformats.org/officeDocument/2006/relationships/image" Target="../media/image780.png"/><Relationship Id="rId190" Type="http://schemas.openxmlformats.org/officeDocument/2006/relationships/image" Target="../media/image679.png"/><Relationship Id="rId204" Type="http://schemas.openxmlformats.org/officeDocument/2006/relationships/image" Target="../media/image686.png"/><Relationship Id="rId225" Type="http://schemas.openxmlformats.org/officeDocument/2006/relationships/customXml" Target="../ink/ink1822.xml"/><Relationship Id="rId246" Type="http://schemas.openxmlformats.org/officeDocument/2006/relationships/image" Target="../media/image708.png"/><Relationship Id="rId267" Type="http://schemas.openxmlformats.org/officeDocument/2006/relationships/customXml" Target="../ink/ink1843.xml"/><Relationship Id="rId288" Type="http://schemas.openxmlformats.org/officeDocument/2006/relationships/image" Target="../media/image729.png"/><Relationship Id="rId106" Type="http://schemas.openxmlformats.org/officeDocument/2006/relationships/image" Target="../media/image6030.png"/><Relationship Id="rId127" Type="http://schemas.openxmlformats.org/officeDocument/2006/relationships/customXml" Target="../ink/ink1773.xml"/><Relationship Id="rId313" Type="http://schemas.openxmlformats.org/officeDocument/2006/relationships/customXml" Target="../ink/ink1866.xml"/><Relationship Id="rId10" Type="http://schemas.openxmlformats.org/officeDocument/2006/relationships/image" Target="../media/image5550.png"/><Relationship Id="rId52" Type="http://schemas.openxmlformats.org/officeDocument/2006/relationships/image" Target="../media/image5760.png"/><Relationship Id="rId73" Type="http://schemas.openxmlformats.org/officeDocument/2006/relationships/customXml" Target="../ink/ink1746.xml"/><Relationship Id="rId94" Type="http://schemas.openxmlformats.org/officeDocument/2006/relationships/image" Target="../media/image5970.png"/><Relationship Id="rId148" Type="http://schemas.openxmlformats.org/officeDocument/2006/relationships/image" Target="../media/image6240.png"/><Relationship Id="rId169" Type="http://schemas.openxmlformats.org/officeDocument/2006/relationships/customXml" Target="../ink/ink1794.xml"/><Relationship Id="rId334" Type="http://schemas.openxmlformats.org/officeDocument/2006/relationships/image" Target="../media/image752.png"/><Relationship Id="rId355" Type="http://schemas.openxmlformats.org/officeDocument/2006/relationships/customXml" Target="../ink/ink1887.xml"/><Relationship Id="rId376" Type="http://schemas.openxmlformats.org/officeDocument/2006/relationships/image" Target="../media/image775.png"/><Relationship Id="rId397" Type="http://schemas.openxmlformats.org/officeDocument/2006/relationships/customXml" Target="../ink/ink1908.xml"/><Relationship Id="rId4" Type="http://schemas.openxmlformats.org/officeDocument/2006/relationships/image" Target="../media/image669.png"/><Relationship Id="rId180" Type="http://schemas.openxmlformats.org/officeDocument/2006/relationships/image" Target="../media/image674.png"/><Relationship Id="rId215" Type="http://schemas.openxmlformats.org/officeDocument/2006/relationships/customXml" Target="../ink/ink1817.xml"/><Relationship Id="rId236" Type="http://schemas.openxmlformats.org/officeDocument/2006/relationships/image" Target="../media/image703.png"/><Relationship Id="rId257" Type="http://schemas.openxmlformats.org/officeDocument/2006/relationships/customXml" Target="../ink/ink1838.xml"/><Relationship Id="rId278" Type="http://schemas.openxmlformats.org/officeDocument/2006/relationships/image" Target="../media/image724.png"/><Relationship Id="rId401" Type="http://schemas.openxmlformats.org/officeDocument/2006/relationships/customXml" Target="../ink/ink1910.xml"/><Relationship Id="rId303" Type="http://schemas.openxmlformats.org/officeDocument/2006/relationships/customXml" Target="../ink/ink1861.xml"/><Relationship Id="rId84" Type="http://schemas.openxmlformats.org/officeDocument/2006/relationships/image" Target="../media/image5920.png"/><Relationship Id="rId138" Type="http://schemas.openxmlformats.org/officeDocument/2006/relationships/image" Target="../media/image6190.png"/><Relationship Id="rId345" Type="http://schemas.openxmlformats.org/officeDocument/2006/relationships/customXml" Target="../ink/ink1882.xml"/><Relationship Id="rId387" Type="http://schemas.openxmlformats.org/officeDocument/2006/relationships/customXml" Target="../ink/ink1903.xml"/><Relationship Id="rId191" Type="http://schemas.openxmlformats.org/officeDocument/2006/relationships/customXml" Target="../ink/ink1805.xml"/><Relationship Id="rId205" Type="http://schemas.openxmlformats.org/officeDocument/2006/relationships/customXml" Target="../ink/ink1812.xml"/><Relationship Id="rId247" Type="http://schemas.openxmlformats.org/officeDocument/2006/relationships/customXml" Target="../ink/ink1833.xml"/><Relationship Id="rId107" Type="http://schemas.openxmlformats.org/officeDocument/2006/relationships/customXml" Target="../ink/ink1763.xml"/><Relationship Id="rId289" Type="http://schemas.openxmlformats.org/officeDocument/2006/relationships/customXml" Target="../ink/ink1854.xml"/><Relationship Id="rId11" Type="http://schemas.openxmlformats.org/officeDocument/2006/relationships/customXml" Target="../ink/ink1726.xml"/><Relationship Id="rId53" Type="http://schemas.openxmlformats.org/officeDocument/2006/relationships/customXml" Target="../ink/ink1736.xml"/><Relationship Id="rId149" Type="http://schemas.openxmlformats.org/officeDocument/2006/relationships/customXml" Target="../ink/ink1784.xml"/><Relationship Id="rId314" Type="http://schemas.openxmlformats.org/officeDocument/2006/relationships/image" Target="../media/image742.png"/><Relationship Id="rId356" Type="http://schemas.openxmlformats.org/officeDocument/2006/relationships/image" Target="../media/image763.png"/><Relationship Id="rId398" Type="http://schemas.openxmlformats.org/officeDocument/2006/relationships/image" Target="../media/image786.png"/><Relationship Id="rId95" Type="http://schemas.openxmlformats.org/officeDocument/2006/relationships/customXml" Target="../ink/ink1757.xml"/><Relationship Id="rId160" Type="http://schemas.openxmlformats.org/officeDocument/2006/relationships/image" Target="../media/image6300.png"/><Relationship Id="rId216" Type="http://schemas.openxmlformats.org/officeDocument/2006/relationships/image" Target="../media/image693.png"/><Relationship Id="rId258" Type="http://schemas.openxmlformats.org/officeDocument/2006/relationships/image" Target="../media/image714.png"/><Relationship Id="rId64" Type="http://schemas.openxmlformats.org/officeDocument/2006/relationships/image" Target="../media/image5820.png"/><Relationship Id="rId118" Type="http://schemas.openxmlformats.org/officeDocument/2006/relationships/image" Target="../media/image6090.png"/><Relationship Id="rId325" Type="http://schemas.openxmlformats.org/officeDocument/2006/relationships/customXml" Target="../ink/ink1872.xml"/><Relationship Id="rId367" Type="http://schemas.openxmlformats.org/officeDocument/2006/relationships/customXml" Target="../ink/ink1893.xml"/><Relationship Id="rId171" Type="http://schemas.openxmlformats.org/officeDocument/2006/relationships/customXml" Target="../ink/ink1795.xml"/><Relationship Id="rId227" Type="http://schemas.openxmlformats.org/officeDocument/2006/relationships/customXml" Target="../ink/ink1823.xml"/><Relationship Id="rId269" Type="http://schemas.openxmlformats.org/officeDocument/2006/relationships/customXml" Target="../ink/ink1844.xml"/><Relationship Id="rId129" Type="http://schemas.openxmlformats.org/officeDocument/2006/relationships/customXml" Target="../ink/ink1774.xml"/><Relationship Id="rId280" Type="http://schemas.openxmlformats.org/officeDocument/2006/relationships/image" Target="../media/image725.png"/><Relationship Id="rId336" Type="http://schemas.openxmlformats.org/officeDocument/2006/relationships/image" Target="../media/image753.png"/><Relationship Id="rId75" Type="http://schemas.openxmlformats.org/officeDocument/2006/relationships/customXml" Target="../ink/ink1747.xml"/><Relationship Id="rId140" Type="http://schemas.openxmlformats.org/officeDocument/2006/relationships/image" Target="../media/image6200.png"/><Relationship Id="rId182" Type="http://schemas.openxmlformats.org/officeDocument/2006/relationships/image" Target="../media/image675.png"/><Relationship Id="rId378" Type="http://schemas.openxmlformats.org/officeDocument/2006/relationships/image" Target="../media/image776.png"/><Relationship Id="rId6" Type="http://schemas.openxmlformats.org/officeDocument/2006/relationships/image" Target="../media/image5530.png"/><Relationship Id="rId238" Type="http://schemas.openxmlformats.org/officeDocument/2006/relationships/image" Target="../media/image704.png"/><Relationship Id="rId291" Type="http://schemas.openxmlformats.org/officeDocument/2006/relationships/customXml" Target="../ink/ink1855.xml"/><Relationship Id="rId305" Type="http://schemas.openxmlformats.org/officeDocument/2006/relationships/customXml" Target="../ink/ink1862.xml"/><Relationship Id="rId347" Type="http://schemas.openxmlformats.org/officeDocument/2006/relationships/customXml" Target="../ink/ink1883.xml"/><Relationship Id="rId44" Type="http://schemas.openxmlformats.org/officeDocument/2006/relationships/image" Target="../media/image5720.png"/><Relationship Id="rId86" Type="http://schemas.openxmlformats.org/officeDocument/2006/relationships/image" Target="../media/image5930.png"/><Relationship Id="rId151" Type="http://schemas.openxmlformats.org/officeDocument/2006/relationships/customXml" Target="../ink/ink1785.xml"/><Relationship Id="rId389" Type="http://schemas.openxmlformats.org/officeDocument/2006/relationships/customXml" Target="../ink/ink1904.xml"/><Relationship Id="rId193" Type="http://schemas.openxmlformats.org/officeDocument/2006/relationships/customXml" Target="../ink/ink1806.xml"/><Relationship Id="rId207" Type="http://schemas.openxmlformats.org/officeDocument/2006/relationships/customXml" Target="../ink/ink1813.xml"/><Relationship Id="rId249" Type="http://schemas.openxmlformats.org/officeDocument/2006/relationships/customXml" Target="../ink/ink1834.xml"/><Relationship Id="rId13" Type="http://schemas.openxmlformats.org/officeDocument/2006/relationships/customXml" Target="../ink/ink1727.xml"/><Relationship Id="rId109" Type="http://schemas.openxmlformats.org/officeDocument/2006/relationships/customXml" Target="../ink/ink1764.xml"/><Relationship Id="rId260" Type="http://schemas.openxmlformats.org/officeDocument/2006/relationships/image" Target="../media/image715.png"/><Relationship Id="rId316" Type="http://schemas.openxmlformats.org/officeDocument/2006/relationships/image" Target="../media/image743.png"/><Relationship Id="rId55" Type="http://schemas.openxmlformats.org/officeDocument/2006/relationships/customXml" Target="../ink/ink1737.xml"/><Relationship Id="rId97" Type="http://schemas.openxmlformats.org/officeDocument/2006/relationships/customXml" Target="../ink/ink1758.xml"/><Relationship Id="rId120" Type="http://schemas.openxmlformats.org/officeDocument/2006/relationships/image" Target="../media/image6100.png"/><Relationship Id="rId358" Type="http://schemas.openxmlformats.org/officeDocument/2006/relationships/image" Target="../media/image764.png"/><Relationship Id="rId162" Type="http://schemas.openxmlformats.org/officeDocument/2006/relationships/image" Target="../media/image6312.png"/><Relationship Id="rId218" Type="http://schemas.openxmlformats.org/officeDocument/2006/relationships/image" Target="../media/image694.png"/><Relationship Id="rId271" Type="http://schemas.openxmlformats.org/officeDocument/2006/relationships/customXml" Target="../ink/ink1845.xml"/><Relationship Id="rId66" Type="http://schemas.openxmlformats.org/officeDocument/2006/relationships/image" Target="../media/image5830.png"/><Relationship Id="rId131" Type="http://schemas.openxmlformats.org/officeDocument/2006/relationships/customXml" Target="../ink/ink1775.xml"/><Relationship Id="rId327" Type="http://schemas.openxmlformats.org/officeDocument/2006/relationships/customXml" Target="../ink/ink1873.xml"/><Relationship Id="rId369" Type="http://schemas.openxmlformats.org/officeDocument/2006/relationships/customXml" Target="../ink/ink1894.xml"/><Relationship Id="rId173" Type="http://schemas.openxmlformats.org/officeDocument/2006/relationships/customXml" Target="../ink/ink1796.xml"/><Relationship Id="rId229" Type="http://schemas.openxmlformats.org/officeDocument/2006/relationships/customXml" Target="../ink/ink1824.xml"/><Relationship Id="rId380" Type="http://schemas.openxmlformats.org/officeDocument/2006/relationships/image" Target="../media/image777.png"/><Relationship Id="rId240" Type="http://schemas.openxmlformats.org/officeDocument/2006/relationships/image" Target="../media/image705.png"/><Relationship Id="rId77" Type="http://schemas.openxmlformats.org/officeDocument/2006/relationships/customXml" Target="../ink/ink1748.xml"/><Relationship Id="rId100" Type="http://schemas.openxmlformats.org/officeDocument/2006/relationships/image" Target="../media/image6000.png"/><Relationship Id="rId282" Type="http://schemas.openxmlformats.org/officeDocument/2006/relationships/image" Target="../media/image726.png"/><Relationship Id="rId338" Type="http://schemas.openxmlformats.org/officeDocument/2006/relationships/image" Target="../media/image754.png"/><Relationship Id="rId142" Type="http://schemas.openxmlformats.org/officeDocument/2006/relationships/image" Target="../media/image6212.png"/><Relationship Id="rId184" Type="http://schemas.openxmlformats.org/officeDocument/2006/relationships/image" Target="../media/image676.png"/><Relationship Id="rId391" Type="http://schemas.openxmlformats.org/officeDocument/2006/relationships/customXml" Target="../ink/ink1905.xml"/><Relationship Id="rId251" Type="http://schemas.openxmlformats.org/officeDocument/2006/relationships/customXml" Target="../ink/ink1835.xml"/><Relationship Id="rId46" Type="http://schemas.openxmlformats.org/officeDocument/2006/relationships/image" Target="../media/image5730.png"/><Relationship Id="rId293" Type="http://schemas.openxmlformats.org/officeDocument/2006/relationships/customXml" Target="../ink/ink1856.xml"/><Relationship Id="rId307" Type="http://schemas.openxmlformats.org/officeDocument/2006/relationships/customXml" Target="../ink/ink1863.xml"/><Relationship Id="rId349" Type="http://schemas.openxmlformats.org/officeDocument/2006/relationships/customXml" Target="../ink/ink1884.xml"/><Relationship Id="rId88" Type="http://schemas.openxmlformats.org/officeDocument/2006/relationships/image" Target="../media/image5940.png"/><Relationship Id="rId111" Type="http://schemas.openxmlformats.org/officeDocument/2006/relationships/customXml" Target="../ink/ink1765.xml"/><Relationship Id="rId153" Type="http://schemas.openxmlformats.org/officeDocument/2006/relationships/customXml" Target="../ink/ink1786.xml"/><Relationship Id="rId195" Type="http://schemas.openxmlformats.org/officeDocument/2006/relationships/customXml" Target="../ink/ink1807.xml"/><Relationship Id="rId209" Type="http://schemas.openxmlformats.org/officeDocument/2006/relationships/customXml" Target="../ink/ink1814.xml"/><Relationship Id="rId360" Type="http://schemas.openxmlformats.org/officeDocument/2006/relationships/image" Target="../media/image765.png"/><Relationship Id="rId220" Type="http://schemas.openxmlformats.org/officeDocument/2006/relationships/image" Target="../media/image695.png"/><Relationship Id="rId15" Type="http://schemas.openxmlformats.org/officeDocument/2006/relationships/customXml" Target="../ink/ink1728.xml"/><Relationship Id="rId57" Type="http://schemas.openxmlformats.org/officeDocument/2006/relationships/customXml" Target="../ink/ink1738.xml"/><Relationship Id="rId262" Type="http://schemas.openxmlformats.org/officeDocument/2006/relationships/image" Target="../media/image716.png"/><Relationship Id="rId318" Type="http://schemas.openxmlformats.org/officeDocument/2006/relationships/image" Target="../media/image744.png"/><Relationship Id="rId99" Type="http://schemas.openxmlformats.org/officeDocument/2006/relationships/customXml" Target="../ink/ink1759.xml"/><Relationship Id="rId122" Type="http://schemas.openxmlformats.org/officeDocument/2006/relationships/image" Target="../media/image6112.png"/><Relationship Id="rId164" Type="http://schemas.openxmlformats.org/officeDocument/2006/relationships/image" Target="../media/image6320.png"/><Relationship Id="rId371" Type="http://schemas.openxmlformats.org/officeDocument/2006/relationships/customXml" Target="../ink/ink1895.xml"/></Relationships>
</file>

<file path=ppt/slides/_rels/slide3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52.png"/><Relationship Id="rId299" Type="http://schemas.openxmlformats.org/officeDocument/2006/relationships/image" Target="../media/image953.png"/><Relationship Id="rId21" Type="http://schemas.openxmlformats.org/officeDocument/2006/relationships/image" Target="../media/image799.png"/><Relationship Id="rId63" Type="http://schemas.openxmlformats.org/officeDocument/2006/relationships/image" Target="../media/image822.png"/><Relationship Id="rId159" Type="http://schemas.openxmlformats.org/officeDocument/2006/relationships/image" Target="../media/image875.png"/><Relationship Id="rId170" Type="http://schemas.openxmlformats.org/officeDocument/2006/relationships/customXml" Target="../ink/ink1995.xml"/><Relationship Id="rId226" Type="http://schemas.openxmlformats.org/officeDocument/2006/relationships/customXml" Target="../ink/ink2023.xml"/><Relationship Id="rId268" Type="http://schemas.openxmlformats.org/officeDocument/2006/relationships/customXml" Target="../ink/ink2044.xml"/><Relationship Id="rId32" Type="http://schemas.openxmlformats.org/officeDocument/2006/relationships/customXml" Target="../ink/ink1926.xml"/><Relationship Id="rId74" Type="http://schemas.openxmlformats.org/officeDocument/2006/relationships/customXml" Target="../ink/ink1947.xml"/><Relationship Id="rId128" Type="http://schemas.openxmlformats.org/officeDocument/2006/relationships/customXml" Target="../ink/ink1974.xml"/><Relationship Id="rId5" Type="http://schemas.openxmlformats.org/officeDocument/2006/relationships/image" Target="../media/image790.png"/><Relationship Id="rId181" Type="http://schemas.openxmlformats.org/officeDocument/2006/relationships/image" Target="../media/image887.png"/><Relationship Id="rId237" Type="http://schemas.openxmlformats.org/officeDocument/2006/relationships/image" Target="../media/image918.png"/><Relationship Id="rId279" Type="http://schemas.openxmlformats.org/officeDocument/2006/relationships/image" Target="../media/image942.png"/><Relationship Id="rId43" Type="http://schemas.openxmlformats.org/officeDocument/2006/relationships/image" Target="../media/image811.png"/><Relationship Id="rId139" Type="http://schemas.openxmlformats.org/officeDocument/2006/relationships/image" Target="../media/image864.png"/><Relationship Id="rId290" Type="http://schemas.openxmlformats.org/officeDocument/2006/relationships/customXml" Target="../ink/ink2055.xml"/><Relationship Id="rId304" Type="http://schemas.openxmlformats.org/officeDocument/2006/relationships/customXml" Target="../ink/ink2062.xml"/><Relationship Id="rId85" Type="http://schemas.openxmlformats.org/officeDocument/2006/relationships/image" Target="../media/image834.png"/><Relationship Id="rId150" Type="http://schemas.openxmlformats.org/officeDocument/2006/relationships/customXml" Target="../ink/ink1985.xml"/><Relationship Id="rId192" Type="http://schemas.openxmlformats.org/officeDocument/2006/relationships/customXml" Target="../ink/ink2006.xml"/><Relationship Id="rId206" Type="http://schemas.openxmlformats.org/officeDocument/2006/relationships/customXml" Target="../ink/ink2013.xml"/><Relationship Id="rId248" Type="http://schemas.openxmlformats.org/officeDocument/2006/relationships/customXml" Target="../ink/ink2034.xml"/><Relationship Id="rId12" Type="http://schemas.openxmlformats.org/officeDocument/2006/relationships/customXml" Target="../ink/ink1916.xml"/><Relationship Id="rId108" Type="http://schemas.openxmlformats.org/officeDocument/2006/relationships/customXml" Target="../ink/ink1964.xml"/><Relationship Id="rId315" Type="http://schemas.openxmlformats.org/officeDocument/2006/relationships/image" Target="../media/image229.png"/><Relationship Id="rId54" Type="http://schemas.openxmlformats.org/officeDocument/2006/relationships/customXml" Target="../ink/ink1937.xml"/><Relationship Id="rId96" Type="http://schemas.openxmlformats.org/officeDocument/2006/relationships/customXml" Target="../ink/ink1958.xml"/><Relationship Id="rId161" Type="http://schemas.openxmlformats.org/officeDocument/2006/relationships/image" Target="../media/image876.png"/><Relationship Id="rId217" Type="http://schemas.openxmlformats.org/officeDocument/2006/relationships/image" Target="../media/image907.png"/><Relationship Id="rId259" Type="http://schemas.openxmlformats.org/officeDocument/2006/relationships/image" Target="../media/image931.png"/><Relationship Id="rId23" Type="http://schemas.openxmlformats.org/officeDocument/2006/relationships/image" Target="../media/image800.png"/><Relationship Id="rId119" Type="http://schemas.openxmlformats.org/officeDocument/2006/relationships/image" Target="../media/image853.png"/><Relationship Id="rId270" Type="http://schemas.openxmlformats.org/officeDocument/2006/relationships/customXml" Target="../ink/ink2045.xml"/><Relationship Id="rId65" Type="http://schemas.openxmlformats.org/officeDocument/2006/relationships/image" Target="../media/image823.png"/><Relationship Id="rId130" Type="http://schemas.openxmlformats.org/officeDocument/2006/relationships/customXml" Target="../ink/ink1975.xml"/><Relationship Id="rId172" Type="http://schemas.openxmlformats.org/officeDocument/2006/relationships/customXml" Target="../ink/ink1996.xml"/><Relationship Id="rId228" Type="http://schemas.openxmlformats.org/officeDocument/2006/relationships/customXml" Target="../ink/ink2024.xml"/><Relationship Id="rId13" Type="http://schemas.openxmlformats.org/officeDocument/2006/relationships/image" Target="../media/image794.png"/><Relationship Id="rId109" Type="http://schemas.openxmlformats.org/officeDocument/2006/relationships/image" Target="../media/image847.png"/><Relationship Id="rId260" Type="http://schemas.openxmlformats.org/officeDocument/2006/relationships/customXml" Target="../ink/ink2040.xml"/><Relationship Id="rId281" Type="http://schemas.openxmlformats.org/officeDocument/2006/relationships/image" Target="../media/image943.png"/><Relationship Id="rId316" Type="http://schemas.openxmlformats.org/officeDocument/2006/relationships/customXml" Target="../ink/ink2068.xml"/><Relationship Id="rId34" Type="http://schemas.openxmlformats.org/officeDocument/2006/relationships/customXml" Target="../ink/ink1927.xml"/><Relationship Id="rId55" Type="http://schemas.openxmlformats.org/officeDocument/2006/relationships/image" Target="../media/image817.png"/><Relationship Id="rId76" Type="http://schemas.openxmlformats.org/officeDocument/2006/relationships/customXml" Target="../ink/ink1948.xml"/><Relationship Id="rId97" Type="http://schemas.openxmlformats.org/officeDocument/2006/relationships/image" Target="../media/image840.png"/><Relationship Id="rId120" Type="http://schemas.openxmlformats.org/officeDocument/2006/relationships/customXml" Target="../ink/ink1970.xml"/><Relationship Id="rId141" Type="http://schemas.openxmlformats.org/officeDocument/2006/relationships/image" Target="../media/image865.png"/><Relationship Id="rId7" Type="http://schemas.openxmlformats.org/officeDocument/2006/relationships/image" Target="../media/image791.png"/><Relationship Id="rId162" Type="http://schemas.openxmlformats.org/officeDocument/2006/relationships/customXml" Target="../ink/ink1991.xml"/><Relationship Id="rId183" Type="http://schemas.openxmlformats.org/officeDocument/2006/relationships/image" Target="../media/image888.png"/><Relationship Id="rId218" Type="http://schemas.openxmlformats.org/officeDocument/2006/relationships/customXml" Target="../ink/ink2019.xml"/><Relationship Id="rId239" Type="http://schemas.openxmlformats.org/officeDocument/2006/relationships/image" Target="../media/image919.png"/><Relationship Id="rId250" Type="http://schemas.openxmlformats.org/officeDocument/2006/relationships/customXml" Target="../ink/ink2035.xml"/><Relationship Id="rId271" Type="http://schemas.openxmlformats.org/officeDocument/2006/relationships/image" Target="../media/image937.png"/><Relationship Id="rId292" Type="http://schemas.openxmlformats.org/officeDocument/2006/relationships/customXml" Target="../ink/ink2056.xml"/><Relationship Id="rId306" Type="http://schemas.openxmlformats.org/officeDocument/2006/relationships/customXml" Target="../ink/ink2063.xml"/><Relationship Id="rId24" Type="http://schemas.openxmlformats.org/officeDocument/2006/relationships/customXml" Target="../ink/ink1922.xml"/><Relationship Id="rId45" Type="http://schemas.openxmlformats.org/officeDocument/2006/relationships/image" Target="../media/image812.png"/><Relationship Id="rId66" Type="http://schemas.openxmlformats.org/officeDocument/2006/relationships/customXml" Target="../ink/ink1943.xml"/><Relationship Id="rId87" Type="http://schemas.openxmlformats.org/officeDocument/2006/relationships/image" Target="../media/image835.png"/><Relationship Id="rId110" Type="http://schemas.openxmlformats.org/officeDocument/2006/relationships/customXml" Target="../ink/ink1965.xml"/><Relationship Id="rId131" Type="http://schemas.openxmlformats.org/officeDocument/2006/relationships/image" Target="../media/image859.png"/><Relationship Id="rId152" Type="http://schemas.openxmlformats.org/officeDocument/2006/relationships/customXml" Target="../ink/ink1986.xml"/><Relationship Id="rId173" Type="http://schemas.openxmlformats.org/officeDocument/2006/relationships/image" Target="../media/image883.png"/><Relationship Id="rId194" Type="http://schemas.openxmlformats.org/officeDocument/2006/relationships/customXml" Target="../ink/ink2007.xml"/><Relationship Id="rId208" Type="http://schemas.openxmlformats.org/officeDocument/2006/relationships/customXml" Target="../ink/ink2014.xml"/><Relationship Id="rId229" Type="http://schemas.openxmlformats.org/officeDocument/2006/relationships/image" Target="../media/image914.png"/><Relationship Id="rId240" Type="http://schemas.openxmlformats.org/officeDocument/2006/relationships/customXml" Target="../ink/ink2030.xml"/><Relationship Id="rId261" Type="http://schemas.openxmlformats.org/officeDocument/2006/relationships/image" Target="../media/image932.png"/><Relationship Id="rId14" Type="http://schemas.openxmlformats.org/officeDocument/2006/relationships/customXml" Target="../ink/ink1917.xml"/><Relationship Id="rId35" Type="http://schemas.openxmlformats.org/officeDocument/2006/relationships/image" Target="../media/image806.png"/><Relationship Id="rId56" Type="http://schemas.openxmlformats.org/officeDocument/2006/relationships/customXml" Target="../ink/ink1938.xml"/><Relationship Id="rId77" Type="http://schemas.openxmlformats.org/officeDocument/2006/relationships/image" Target="../media/image829.png"/><Relationship Id="rId100" Type="http://schemas.openxmlformats.org/officeDocument/2006/relationships/customXml" Target="../ink/ink1960.xml"/><Relationship Id="rId282" Type="http://schemas.openxmlformats.org/officeDocument/2006/relationships/customXml" Target="../ink/ink2051.xml"/><Relationship Id="rId317" Type="http://schemas.openxmlformats.org/officeDocument/2006/relationships/image" Target="../media/image962.png"/><Relationship Id="rId8" Type="http://schemas.openxmlformats.org/officeDocument/2006/relationships/customXml" Target="../ink/ink1914.xml"/><Relationship Id="rId98" Type="http://schemas.openxmlformats.org/officeDocument/2006/relationships/customXml" Target="../ink/ink1959.xml"/><Relationship Id="rId121" Type="http://schemas.openxmlformats.org/officeDocument/2006/relationships/image" Target="../media/image854.png"/><Relationship Id="rId142" Type="http://schemas.openxmlformats.org/officeDocument/2006/relationships/customXml" Target="../ink/ink1981.xml"/><Relationship Id="rId163" Type="http://schemas.openxmlformats.org/officeDocument/2006/relationships/image" Target="../media/image877.png"/><Relationship Id="rId184" Type="http://schemas.openxmlformats.org/officeDocument/2006/relationships/customXml" Target="../ink/ink2002.xml"/><Relationship Id="rId219" Type="http://schemas.openxmlformats.org/officeDocument/2006/relationships/image" Target="../media/image908.png"/><Relationship Id="rId230" Type="http://schemas.openxmlformats.org/officeDocument/2006/relationships/customXml" Target="../ink/ink2025.xml"/><Relationship Id="rId251" Type="http://schemas.openxmlformats.org/officeDocument/2006/relationships/image" Target="../media/image926.png"/><Relationship Id="rId25" Type="http://schemas.openxmlformats.org/officeDocument/2006/relationships/image" Target="../media/image801.png"/><Relationship Id="rId46" Type="http://schemas.openxmlformats.org/officeDocument/2006/relationships/customXml" Target="../ink/ink1933.xml"/><Relationship Id="rId67" Type="http://schemas.openxmlformats.org/officeDocument/2006/relationships/image" Target="../media/image824.png"/><Relationship Id="rId272" Type="http://schemas.openxmlformats.org/officeDocument/2006/relationships/customXml" Target="../ink/ink2046.xml"/><Relationship Id="rId293" Type="http://schemas.openxmlformats.org/officeDocument/2006/relationships/image" Target="../media/image949.png"/><Relationship Id="rId307" Type="http://schemas.openxmlformats.org/officeDocument/2006/relationships/image" Target="../media/image957.png"/><Relationship Id="rId88" Type="http://schemas.openxmlformats.org/officeDocument/2006/relationships/customXml" Target="../ink/ink1954.xml"/><Relationship Id="rId111" Type="http://schemas.openxmlformats.org/officeDocument/2006/relationships/image" Target="../media/image848.png"/><Relationship Id="rId132" Type="http://schemas.openxmlformats.org/officeDocument/2006/relationships/customXml" Target="../ink/ink1976.xml"/><Relationship Id="rId153" Type="http://schemas.openxmlformats.org/officeDocument/2006/relationships/image" Target="../media/image872.png"/><Relationship Id="rId174" Type="http://schemas.openxmlformats.org/officeDocument/2006/relationships/customXml" Target="../ink/ink1997.xml"/><Relationship Id="rId195" Type="http://schemas.openxmlformats.org/officeDocument/2006/relationships/image" Target="../media/image895.png"/><Relationship Id="rId209" Type="http://schemas.openxmlformats.org/officeDocument/2006/relationships/image" Target="../media/image903.png"/><Relationship Id="rId220" Type="http://schemas.openxmlformats.org/officeDocument/2006/relationships/customXml" Target="../ink/ink2020.xml"/><Relationship Id="rId241" Type="http://schemas.openxmlformats.org/officeDocument/2006/relationships/image" Target="../media/image920.png"/><Relationship Id="rId15" Type="http://schemas.openxmlformats.org/officeDocument/2006/relationships/image" Target="../media/image795.png"/><Relationship Id="rId36" Type="http://schemas.openxmlformats.org/officeDocument/2006/relationships/customXml" Target="../ink/ink1928.xml"/><Relationship Id="rId57" Type="http://schemas.openxmlformats.org/officeDocument/2006/relationships/image" Target="../media/image818.png"/><Relationship Id="rId262" Type="http://schemas.openxmlformats.org/officeDocument/2006/relationships/customXml" Target="../ink/ink2041.xml"/><Relationship Id="rId283" Type="http://schemas.openxmlformats.org/officeDocument/2006/relationships/image" Target="../media/image944.png"/><Relationship Id="rId318" Type="http://schemas.openxmlformats.org/officeDocument/2006/relationships/customXml" Target="../ink/ink2069.xml"/><Relationship Id="rId78" Type="http://schemas.openxmlformats.org/officeDocument/2006/relationships/customXml" Target="../ink/ink1949.xml"/><Relationship Id="rId99" Type="http://schemas.openxmlformats.org/officeDocument/2006/relationships/image" Target="../media/image842.png"/><Relationship Id="rId101" Type="http://schemas.openxmlformats.org/officeDocument/2006/relationships/image" Target="../media/image843.png"/><Relationship Id="rId122" Type="http://schemas.openxmlformats.org/officeDocument/2006/relationships/customXml" Target="../ink/ink1971.xml"/><Relationship Id="rId143" Type="http://schemas.openxmlformats.org/officeDocument/2006/relationships/image" Target="../media/image866.png"/><Relationship Id="rId164" Type="http://schemas.openxmlformats.org/officeDocument/2006/relationships/customXml" Target="../ink/ink1992.xml"/><Relationship Id="rId185" Type="http://schemas.openxmlformats.org/officeDocument/2006/relationships/image" Target="../media/image889.png"/><Relationship Id="rId9" Type="http://schemas.openxmlformats.org/officeDocument/2006/relationships/image" Target="../media/image792.png"/><Relationship Id="rId210" Type="http://schemas.openxmlformats.org/officeDocument/2006/relationships/customXml" Target="../ink/ink2015.xml"/><Relationship Id="rId26" Type="http://schemas.openxmlformats.org/officeDocument/2006/relationships/customXml" Target="../ink/ink1923.xml"/><Relationship Id="rId231" Type="http://schemas.openxmlformats.org/officeDocument/2006/relationships/image" Target="../media/image915.png"/><Relationship Id="rId252" Type="http://schemas.openxmlformats.org/officeDocument/2006/relationships/customXml" Target="../ink/ink2036.xml"/><Relationship Id="rId273" Type="http://schemas.openxmlformats.org/officeDocument/2006/relationships/image" Target="../media/image938.png"/><Relationship Id="rId294" Type="http://schemas.openxmlformats.org/officeDocument/2006/relationships/customXml" Target="../ink/ink2057.xml"/><Relationship Id="rId308" Type="http://schemas.openxmlformats.org/officeDocument/2006/relationships/customXml" Target="../ink/ink2064.xml"/><Relationship Id="rId47" Type="http://schemas.openxmlformats.org/officeDocument/2006/relationships/image" Target="../media/image813.png"/><Relationship Id="rId68" Type="http://schemas.openxmlformats.org/officeDocument/2006/relationships/customXml" Target="../ink/ink1944.xml"/><Relationship Id="rId89" Type="http://schemas.openxmlformats.org/officeDocument/2006/relationships/image" Target="../media/image836.png"/><Relationship Id="rId112" Type="http://schemas.openxmlformats.org/officeDocument/2006/relationships/customXml" Target="../ink/ink1966.xml"/><Relationship Id="rId133" Type="http://schemas.openxmlformats.org/officeDocument/2006/relationships/image" Target="../media/image860.png"/><Relationship Id="rId154" Type="http://schemas.openxmlformats.org/officeDocument/2006/relationships/customXml" Target="../ink/ink1987.xml"/><Relationship Id="rId175" Type="http://schemas.openxmlformats.org/officeDocument/2006/relationships/image" Target="../media/image884.png"/><Relationship Id="rId196" Type="http://schemas.openxmlformats.org/officeDocument/2006/relationships/customXml" Target="../ink/ink2008.xml"/><Relationship Id="rId200" Type="http://schemas.openxmlformats.org/officeDocument/2006/relationships/customXml" Target="../ink/ink2010.xml"/><Relationship Id="rId16" Type="http://schemas.openxmlformats.org/officeDocument/2006/relationships/customXml" Target="../ink/ink1918.xml"/><Relationship Id="rId221" Type="http://schemas.openxmlformats.org/officeDocument/2006/relationships/image" Target="../media/image909.png"/><Relationship Id="rId242" Type="http://schemas.openxmlformats.org/officeDocument/2006/relationships/customXml" Target="../ink/ink2031.xml"/><Relationship Id="rId263" Type="http://schemas.openxmlformats.org/officeDocument/2006/relationships/image" Target="../media/image933.png"/><Relationship Id="rId284" Type="http://schemas.openxmlformats.org/officeDocument/2006/relationships/customXml" Target="../ink/ink2052.xml"/><Relationship Id="rId319" Type="http://schemas.openxmlformats.org/officeDocument/2006/relationships/image" Target="../media/image963.png"/><Relationship Id="rId37" Type="http://schemas.openxmlformats.org/officeDocument/2006/relationships/image" Target="../media/image807.png"/><Relationship Id="rId58" Type="http://schemas.openxmlformats.org/officeDocument/2006/relationships/customXml" Target="../ink/ink1939.xml"/><Relationship Id="rId79" Type="http://schemas.openxmlformats.org/officeDocument/2006/relationships/image" Target="../media/image830.png"/><Relationship Id="rId102" Type="http://schemas.openxmlformats.org/officeDocument/2006/relationships/customXml" Target="../ink/ink1961.xml"/><Relationship Id="rId123" Type="http://schemas.openxmlformats.org/officeDocument/2006/relationships/image" Target="../media/image855.png"/><Relationship Id="rId144" Type="http://schemas.openxmlformats.org/officeDocument/2006/relationships/customXml" Target="../ink/ink1982.xml"/><Relationship Id="rId90" Type="http://schemas.openxmlformats.org/officeDocument/2006/relationships/customXml" Target="../ink/ink1955.xml"/><Relationship Id="rId165" Type="http://schemas.openxmlformats.org/officeDocument/2006/relationships/image" Target="../media/image878.png"/><Relationship Id="rId186" Type="http://schemas.openxmlformats.org/officeDocument/2006/relationships/customXml" Target="../ink/ink2003.xml"/><Relationship Id="rId211" Type="http://schemas.openxmlformats.org/officeDocument/2006/relationships/image" Target="../media/image904.png"/><Relationship Id="rId232" Type="http://schemas.openxmlformats.org/officeDocument/2006/relationships/customXml" Target="../ink/ink2026.xml"/><Relationship Id="rId253" Type="http://schemas.openxmlformats.org/officeDocument/2006/relationships/image" Target="../media/image927.png"/><Relationship Id="rId274" Type="http://schemas.openxmlformats.org/officeDocument/2006/relationships/customXml" Target="../ink/ink2047.xml"/><Relationship Id="rId295" Type="http://schemas.openxmlformats.org/officeDocument/2006/relationships/image" Target="../media/image951.png"/><Relationship Id="rId309" Type="http://schemas.openxmlformats.org/officeDocument/2006/relationships/image" Target="../media/image958.png"/><Relationship Id="rId27" Type="http://schemas.openxmlformats.org/officeDocument/2006/relationships/image" Target="../media/image802.png"/><Relationship Id="rId48" Type="http://schemas.openxmlformats.org/officeDocument/2006/relationships/customXml" Target="../ink/ink1934.xml"/><Relationship Id="rId69" Type="http://schemas.openxmlformats.org/officeDocument/2006/relationships/image" Target="../media/image825.png"/><Relationship Id="rId113" Type="http://schemas.openxmlformats.org/officeDocument/2006/relationships/image" Target="../media/image849.png"/><Relationship Id="rId134" Type="http://schemas.openxmlformats.org/officeDocument/2006/relationships/customXml" Target="../ink/ink1977.xml"/><Relationship Id="rId80" Type="http://schemas.openxmlformats.org/officeDocument/2006/relationships/customXml" Target="../ink/ink1950.xml"/><Relationship Id="rId155" Type="http://schemas.openxmlformats.org/officeDocument/2006/relationships/image" Target="../media/image873.png"/><Relationship Id="rId176" Type="http://schemas.openxmlformats.org/officeDocument/2006/relationships/customXml" Target="../ink/ink1998.xml"/><Relationship Id="rId197" Type="http://schemas.openxmlformats.org/officeDocument/2006/relationships/image" Target="../media/image896.png"/><Relationship Id="rId201" Type="http://schemas.openxmlformats.org/officeDocument/2006/relationships/image" Target="../media/image898.png"/><Relationship Id="rId222" Type="http://schemas.openxmlformats.org/officeDocument/2006/relationships/customXml" Target="../ink/ink2021.xml"/><Relationship Id="rId243" Type="http://schemas.openxmlformats.org/officeDocument/2006/relationships/image" Target="../media/image922.png"/><Relationship Id="rId264" Type="http://schemas.openxmlformats.org/officeDocument/2006/relationships/customXml" Target="../ink/ink2042.xml"/><Relationship Id="rId285" Type="http://schemas.openxmlformats.org/officeDocument/2006/relationships/image" Target="../media/image945.png"/><Relationship Id="rId17" Type="http://schemas.openxmlformats.org/officeDocument/2006/relationships/image" Target="../media/image796.png"/><Relationship Id="rId38" Type="http://schemas.openxmlformats.org/officeDocument/2006/relationships/customXml" Target="../ink/ink1929.xml"/><Relationship Id="rId59" Type="http://schemas.openxmlformats.org/officeDocument/2006/relationships/image" Target="../media/image819.png"/><Relationship Id="rId103" Type="http://schemas.openxmlformats.org/officeDocument/2006/relationships/image" Target="../media/image844.png"/><Relationship Id="rId124" Type="http://schemas.openxmlformats.org/officeDocument/2006/relationships/customXml" Target="../ink/ink1972.xml"/><Relationship Id="rId310" Type="http://schemas.openxmlformats.org/officeDocument/2006/relationships/customXml" Target="../ink/ink2065.xml"/><Relationship Id="rId70" Type="http://schemas.openxmlformats.org/officeDocument/2006/relationships/customXml" Target="../ink/ink1945.xml"/><Relationship Id="rId91" Type="http://schemas.openxmlformats.org/officeDocument/2006/relationships/image" Target="../media/image837.png"/><Relationship Id="rId145" Type="http://schemas.openxmlformats.org/officeDocument/2006/relationships/image" Target="../media/image867.png"/><Relationship Id="rId166" Type="http://schemas.openxmlformats.org/officeDocument/2006/relationships/customXml" Target="../ink/ink1993.xml"/><Relationship Id="rId187" Type="http://schemas.openxmlformats.org/officeDocument/2006/relationships/image" Target="../media/image890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016.xml"/><Relationship Id="rId233" Type="http://schemas.openxmlformats.org/officeDocument/2006/relationships/image" Target="../media/image916.png"/><Relationship Id="rId254" Type="http://schemas.openxmlformats.org/officeDocument/2006/relationships/customXml" Target="../ink/ink2037.xml"/><Relationship Id="rId28" Type="http://schemas.openxmlformats.org/officeDocument/2006/relationships/customXml" Target="../ink/ink1924.xml"/><Relationship Id="rId49" Type="http://schemas.openxmlformats.org/officeDocument/2006/relationships/image" Target="../media/image814.png"/><Relationship Id="rId114" Type="http://schemas.openxmlformats.org/officeDocument/2006/relationships/customXml" Target="../ink/ink1967.xml"/><Relationship Id="rId275" Type="http://schemas.openxmlformats.org/officeDocument/2006/relationships/image" Target="../media/image939.png"/><Relationship Id="rId296" Type="http://schemas.openxmlformats.org/officeDocument/2006/relationships/customXml" Target="../ink/ink2058.xml"/><Relationship Id="rId300" Type="http://schemas.openxmlformats.org/officeDocument/2006/relationships/customXml" Target="../ink/ink2060.xml"/><Relationship Id="rId60" Type="http://schemas.openxmlformats.org/officeDocument/2006/relationships/customXml" Target="../ink/ink1940.xml"/><Relationship Id="rId81" Type="http://schemas.openxmlformats.org/officeDocument/2006/relationships/image" Target="../media/image832.png"/><Relationship Id="rId135" Type="http://schemas.openxmlformats.org/officeDocument/2006/relationships/image" Target="../media/image862.png"/><Relationship Id="rId156" Type="http://schemas.openxmlformats.org/officeDocument/2006/relationships/customXml" Target="../ink/ink1988.xml"/><Relationship Id="rId177" Type="http://schemas.openxmlformats.org/officeDocument/2006/relationships/image" Target="../media/image885.png"/><Relationship Id="rId198" Type="http://schemas.openxmlformats.org/officeDocument/2006/relationships/customXml" Target="../ink/ink2009.xml"/><Relationship Id="rId202" Type="http://schemas.openxmlformats.org/officeDocument/2006/relationships/customXml" Target="../ink/ink2011.xml"/><Relationship Id="rId223" Type="http://schemas.openxmlformats.org/officeDocument/2006/relationships/image" Target="../media/image910.png"/><Relationship Id="rId244" Type="http://schemas.openxmlformats.org/officeDocument/2006/relationships/customXml" Target="../ink/ink2032.xml"/><Relationship Id="rId18" Type="http://schemas.openxmlformats.org/officeDocument/2006/relationships/customXml" Target="../ink/ink1919.xml"/><Relationship Id="rId39" Type="http://schemas.openxmlformats.org/officeDocument/2006/relationships/image" Target="../media/image809.png"/><Relationship Id="rId265" Type="http://schemas.openxmlformats.org/officeDocument/2006/relationships/image" Target="../media/image934.png"/><Relationship Id="rId286" Type="http://schemas.openxmlformats.org/officeDocument/2006/relationships/customXml" Target="../ink/ink2053.xml"/><Relationship Id="rId50" Type="http://schemas.openxmlformats.org/officeDocument/2006/relationships/customXml" Target="../ink/ink1935.xml"/><Relationship Id="rId104" Type="http://schemas.openxmlformats.org/officeDocument/2006/relationships/customXml" Target="../ink/ink1962.xml"/><Relationship Id="rId125" Type="http://schemas.openxmlformats.org/officeDocument/2006/relationships/image" Target="../media/image856.png"/><Relationship Id="rId146" Type="http://schemas.openxmlformats.org/officeDocument/2006/relationships/customXml" Target="../ink/ink1983.xml"/><Relationship Id="rId167" Type="http://schemas.openxmlformats.org/officeDocument/2006/relationships/image" Target="../media/image879.png"/><Relationship Id="rId188" Type="http://schemas.openxmlformats.org/officeDocument/2006/relationships/customXml" Target="../ink/ink2004.xml"/><Relationship Id="rId311" Type="http://schemas.openxmlformats.org/officeDocument/2006/relationships/image" Target="../media/image959.png"/><Relationship Id="rId71" Type="http://schemas.openxmlformats.org/officeDocument/2006/relationships/image" Target="../media/image826.png"/><Relationship Id="rId92" Type="http://schemas.openxmlformats.org/officeDocument/2006/relationships/customXml" Target="../ink/ink1956.xml"/><Relationship Id="rId213" Type="http://schemas.openxmlformats.org/officeDocument/2006/relationships/image" Target="../media/image905.png"/><Relationship Id="rId234" Type="http://schemas.openxmlformats.org/officeDocument/2006/relationships/customXml" Target="../ink/ink2027.xml"/><Relationship Id="rId2" Type="http://schemas.openxmlformats.org/officeDocument/2006/relationships/customXml" Target="../ink/ink1911.xml"/><Relationship Id="rId29" Type="http://schemas.openxmlformats.org/officeDocument/2006/relationships/image" Target="../media/image803.png"/><Relationship Id="rId255" Type="http://schemas.openxmlformats.org/officeDocument/2006/relationships/image" Target="../media/image928.png"/><Relationship Id="rId276" Type="http://schemas.openxmlformats.org/officeDocument/2006/relationships/customXml" Target="../ink/ink2048.xml"/><Relationship Id="rId297" Type="http://schemas.openxmlformats.org/officeDocument/2006/relationships/image" Target="../media/image952.png"/><Relationship Id="rId40" Type="http://schemas.openxmlformats.org/officeDocument/2006/relationships/customXml" Target="../ink/ink1930.xml"/><Relationship Id="rId115" Type="http://schemas.openxmlformats.org/officeDocument/2006/relationships/image" Target="../media/image850.png"/><Relationship Id="rId136" Type="http://schemas.openxmlformats.org/officeDocument/2006/relationships/customXml" Target="../ink/ink1978.xml"/><Relationship Id="rId157" Type="http://schemas.openxmlformats.org/officeDocument/2006/relationships/image" Target="../media/image874.png"/><Relationship Id="rId178" Type="http://schemas.openxmlformats.org/officeDocument/2006/relationships/customXml" Target="../ink/ink1999.xml"/><Relationship Id="rId301" Type="http://schemas.openxmlformats.org/officeDocument/2006/relationships/image" Target="../media/image954.png"/><Relationship Id="rId61" Type="http://schemas.openxmlformats.org/officeDocument/2006/relationships/image" Target="../media/image820.png"/><Relationship Id="rId82" Type="http://schemas.openxmlformats.org/officeDocument/2006/relationships/customXml" Target="../ink/ink1951.xml"/><Relationship Id="rId199" Type="http://schemas.openxmlformats.org/officeDocument/2006/relationships/image" Target="../media/image897.png"/><Relationship Id="rId203" Type="http://schemas.openxmlformats.org/officeDocument/2006/relationships/image" Target="../media/image899.png"/><Relationship Id="rId19" Type="http://schemas.openxmlformats.org/officeDocument/2006/relationships/image" Target="../media/image798.png"/><Relationship Id="rId224" Type="http://schemas.openxmlformats.org/officeDocument/2006/relationships/customXml" Target="../ink/ink2022.xml"/><Relationship Id="rId245" Type="http://schemas.openxmlformats.org/officeDocument/2006/relationships/image" Target="../media/image923.png"/><Relationship Id="rId266" Type="http://schemas.openxmlformats.org/officeDocument/2006/relationships/customXml" Target="../ink/ink2043.xml"/><Relationship Id="rId287" Type="http://schemas.openxmlformats.org/officeDocument/2006/relationships/image" Target="../media/image946.png"/><Relationship Id="rId30" Type="http://schemas.openxmlformats.org/officeDocument/2006/relationships/customXml" Target="../ink/ink1925.xml"/><Relationship Id="rId105" Type="http://schemas.openxmlformats.org/officeDocument/2006/relationships/image" Target="../media/image845.png"/><Relationship Id="rId126" Type="http://schemas.openxmlformats.org/officeDocument/2006/relationships/customXml" Target="../ink/ink1973.xml"/><Relationship Id="rId147" Type="http://schemas.openxmlformats.org/officeDocument/2006/relationships/image" Target="../media/image868.png"/><Relationship Id="rId168" Type="http://schemas.openxmlformats.org/officeDocument/2006/relationships/customXml" Target="../ink/ink1994.xml"/><Relationship Id="rId312" Type="http://schemas.openxmlformats.org/officeDocument/2006/relationships/customXml" Target="../ink/ink2066.xml"/><Relationship Id="rId51" Type="http://schemas.openxmlformats.org/officeDocument/2006/relationships/image" Target="../media/image815.png"/><Relationship Id="rId72" Type="http://schemas.openxmlformats.org/officeDocument/2006/relationships/customXml" Target="../ink/ink1946.xml"/><Relationship Id="rId93" Type="http://schemas.openxmlformats.org/officeDocument/2006/relationships/image" Target="../media/image838.png"/><Relationship Id="rId189" Type="http://schemas.openxmlformats.org/officeDocument/2006/relationships/image" Target="../media/image892.png"/><Relationship Id="rId3" Type="http://schemas.openxmlformats.org/officeDocument/2006/relationships/image" Target="../media/image789.png"/><Relationship Id="rId214" Type="http://schemas.openxmlformats.org/officeDocument/2006/relationships/customXml" Target="../ink/ink2017.xml"/><Relationship Id="rId235" Type="http://schemas.openxmlformats.org/officeDocument/2006/relationships/image" Target="../media/image917.png"/><Relationship Id="rId256" Type="http://schemas.openxmlformats.org/officeDocument/2006/relationships/customXml" Target="../ink/ink2038.xml"/><Relationship Id="rId277" Type="http://schemas.openxmlformats.org/officeDocument/2006/relationships/image" Target="../media/image941.png"/><Relationship Id="rId298" Type="http://schemas.openxmlformats.org/officeDocument/2006/relationships/customXml" Target="../ink/ink2059.xml"/><Relationship Id="rId116" Type="http://schemas.openxmlformats.org/officeDocument/2006/relationships/customXml" Target="../ink/ink1968.xml"/><Relationship Id="rId137" Type="http://schemas.openxmlformats.org/officeDocument/2006/relationships/image" Target="../media/image863.png"/><Relationship Id="rId158" Type="http://schemas.openxmlformats.org/officeDocument/2006/relationships/customXml" Target="../ink/ink1989.xml"/><Relationship Id="rId302" Type="http://schemas.openxmlformats.org/officeDocument/2006/relationships/customXml" Target="../ink/ink2061.xml"/><Relationship Id="rId20" Type="http://schemas.openxmlformats.org/officeDocument/2006/relationships/customXml" Target="../ink/ink1920.xml"/><Relationship Id="rId41" Type="http://schemas.openxmlformats.org/officeDocument/2006/relationships/image" Target="../media/image810.png"/><Relationship Id="rId62" Type="http://schemas.openxmlformats.org/officeDocument/2006/relationships/customXml" Target="../ink/ink1941.xml"/><Relationship Id="rId83" Type="http://schemas.openxmlformats.org/officeDocument/2006/relationships/image" Target="../media/image833.png"/><Relationship Id="rId179" Type="http://schemas.openxmlformats.org/officeDocument/2006/relationships/image" Target="../media/image886.png"/><Relationship Id="rId190" Type="http://schemas.openxmlformats.org/officeDocument/2006/relationships/customXml" Target="../ink/ink2005.xml"/><Relationship Id="rId204" Type="http://schemas.openxmlformats.org/officeDocument/2006/relationships/customXml" Target="../ink/ink2012.xml"/><Relationship Id="rId225" Type="http://schemas.openxmlformats.org/officeDocument/2006/relationships/image" Target="../media/image912.png"/><Relationship Id="rId246" Type="http://schemas.openxmlformats.org/officeDocument/2006/relationships/customXml" Target="../ink/ink2033.xml"/><Relationship Id="rId267" Type="http://schemas.openxmlformats.org/officeDocument/2006/relationships/image" Target="../media/image935.png"/><Relationship Id="rId288" Type="http://schemas.openxmlformats.org/officeDocument/2006/relationships/customXml" Target="../ink/ink2054.xml"/><Relationship Id="rId106" Type="http://schemas.openxmlformats.org/officeDocument/2006/relationships/customXml" Target="../ink/ink1963.xml"/><Relationship Id="rId127" Type="http://schemas.openxmlformats.org/officeDocument/2006/relationships/image" Target="../media/image857.png"/><Relationship Id="rId313" Type="http://schemas.openxmlformats.org/officeDocument/2006/relationships/image" Target="../media/image961.png"/><Relationship Id="rId10" Type="http://schemas.openxmlformats.org/officeDocument/2006/relationships/customXml" Target="../ink/ink1915.xml"/><Relationship Id="rId31" Type="http://schemas.openxmlformats.org/officeDocument/2006/relationships/image" Target="../media/image804.png"/><Relationship Id="rId52" Type="http://schemas.openxmlformats.org/officeDocument/2006/relationships/customXml" Target="../ink/ink1936.xml"/><Relationship Id="rId73" Type="http://schemas.openxmlformats.org/officeDocument/2006/relationships/image" Target="../media/image827.png"/><Relationship Id="rId94" Type="http://schemas.openxmlformats.org/officeDocument/2006/relationships/customXml" Target="../ink/ink1957.xml"/><Relationship Id="rId148" Type="http://schemas.openxmlformats.org/officeDocument/2006/relationships/customXml" Target="../ink/ink1984.xml"/><Relationship Id="rId169" Type="http://schemas.openxmlformats.org/officeDocument/2006/relationships/image" Target="../media/image880.png"/><Relationship Id="rId4" Type="http://schemas.openxmlformats.org/officeDocument/2006/relationships/customXml" Target="../ink/ink1912.xml"/><Relationship Id="rId180" Type="http://schemas.openxmlformats.org/officeDocument/2006/relationships/customXml" Target="../ink/ink2000.xml"/><Relationship Id="rId215" Type="http://schemas.openxmlformats.org/officeDocument/2006/relationships/image" Target="../media/image906.png"/><Relationship Id="rId236" Type="http://schemas.openxmlformats.org/officeDocument/2006/relationships/customXml" Target="../ink/ink2028.xml"/><Relationship Id="rId257" Type="http://schemas.openxmlformats.org/officeDocument/2006/relationships/image" Target="../media/image929.png"/><Relationship Id="rId278" Type="http://schemas.openxmlformats.org/officeDocument/2006/relationships/customXml" Target="../ink/ink2049.xml"/><Relationship Id="rId303" Type="http://schemas.openxmlformats.org/officeDocument/2006/relationships/image" Target="../media/image955.png"/><Relationship Id="rId42" Type="http://schemas.openxmlformats.org/officeDocument/2006/relationships/customXml" Target="../ink/ink1931.xml"/><Relationship Id="rId84" Type="http://schemas.openxmlformats.org/officeDocument/2006/relationships/customXml" Target="../ink/ink1952.xml"/><Relationship Id="rId138" Type="http://schemas.openxmlformats.org/officeDocument/2006/relationships/customXml" Target="../ink/ink1979.xml"/><Relationship Id="rId191" Type="http://schemas.openxmlformats.org/officeDocument/2006/relationships/image" Target="../media/image893.png"/><Relationship Id="rId205" Type="http://schemas.openxmlformats.org/officeDocument/2006/relationships/image" Target="../media/image900.png"/><Relationship Id="rId247" Type="http://schemas.openxmlformats.org/officeDocument/2006/relationships/image" Target="../media/image924.png"/><Relationship Id="rId107" Type="http://schemas.openxmlformats.org/officeDocument/2006/relationships/image" Target="../media/image846.png"/><Relationship Id="rId289" Type="http://schemas.openxmlformats.org/officeDocument/2006/relationships/image" Target="../media/image947.png"/><Relationship Id="rId11" Type="http://schemas.openxmlformats.org/officeDocument/2006/relationships/image" Target="../media/image793.png"/><Relationship Id="rId53" Type="http://schemas.openxmlformats.org/officeDocument/2006/relationships/image" Target="../media/image816.png"/><Relationship Id="rId149" Type="http://schemas.openxmlformats.org/officeDocument/2006/relationships/image" Target="../media/image869.png"/><Relationship Id="rId314" Type="http://schemas.openxmlformats.org/officeDocument/2006/relationships/customXml" Target="../ink/ink2067.xml"/><Relationship Id="rId95" Type="http://schemas.openxmlformats.org/officeDocument/2006/relationships/image" Target="../media/image839.png"/><Relationship Id="rId160" Type="http://schemas.openxmlformats.org/officeDocument/2006/relationships/customXml" Target="../ink/ink1990.xml"/><Relationship Id="rId216" Type="http://schemas.openxmlformats.org/officeDocument/2006/relationships/customXml" Target="../ink/ink2018.xml"/><Relationship Id="rId258" Type="http://schemas.openxmlformats.org/officeDocument/2006/relationships/customXml" Target="../ink/ink2039.xml"/><Relationship Id="rId22" Type="http://schemas.openxmlformats.org/officeDocument/2006/relationships/customXml" Target="../ink/ink1921.xml"/><Relationship Id="rId64" Type="http://schemas.openxmlformats.org/officeDocument/2006/relationships/customXml" Target="../ink/ink1942.xml"/><Relationship Id="rId118" Type="http://schemas.openxmlformats.org/officeDocument/2006/relationships/customXml" Target="../ink/ink1969.xml"/><Relationship Id="rId171" Type="http://schemas.openxmlformats.org/officeDocument/2006/relationships/image" Target="../media/image882.png"/><Relationship Id="rId227" Type="http://schemas.openxmlformats.org/officeDocument/2006/relationships/image" Target="../media/image913.png"/><Relationship Id="rId269" Type="http://schemas.openxmlformats.org/officeDocument/2006/relationships/image" Target="../media/image936.png"/><Relationship Id="rId33" Type="http://schemas.openxmlformats.org/officeDocument/2006/relationships/image" Target="../media/image805.png"/><Relationship Id="rId129" Type="http://schemas.openxmlformats.org/officeDocument/2006/relationships/image" Target="../media/image858.png"/><Relationship Id="rId280" Type="http://schemas.openxmlformats.org/officeDocument/2006/relationships/customXml" Target="../ink/ink2050.xml"/><Relationship Id="rId75" Type="http://schemas.openxmlformats.org/officeDocument/2006/relationships/image" Target="../media/image828.png"/><Relationship Id="rId140" Type="http://schemas.openxmlformats.org/officeDocument/2006/relationships/customXml" Target="../ink/ink1980.xml"/><Relationship Id="rId182" Type="http://schemas.openxmlformats.org/officeDocument/2006/relationships/customXml" Target="../ink/ink2001.xml"/><Relationship Id="rId6" Type="http://schemas.openxmlformats.org/officeDocument/2006/relationships/customXml" Target="../ink/ink1913.xml"/><Relationship Id="rId238" Type="http://schemas.openxmlformats.org/officeDocument/2006/relationships/customXml" Target="../ink/ink2029.xml"/><Relationship Id="rId291" Type="http://schemas.openxmlformats.org/officeDocument/2006/relationships/image" Target="../media/image948.png"/><Relationship Id="rId305" Type="http://schemas.openxmlformats.org/officeDocument/2006/relationships/image" Target="../media/image956.png"/><Relationship Id="rId44" Type="http://schemas.openxmlformats.org/officeDocument/2006/relationships/customXml" Target="../ink/ink1932.xml"/><Relationship Id="rId86" Type="http://schemas.openxmlformats.org/officeDocument/2006/relationships/customXml" Target="../ink/ink1953.xml"/><Relationship Id="rId151" Type="http://schemas.openxmlformats.org/officeDocument/2006/relationships/image" Target="../media/image870.png"/><Relationship Id="rId193" Type="http://schemas.openxmlformats.org/officeDocument/2006/relationships/image" Target="../media/image894.png"/><Relationship Id="rId207" Type="http://schemas.openxmlformats.org/officeDocument/2006/relationships/image" Target="../media/image902.png"/><Relationship Id="rId249" Type="http://schemas.openxmlformats.org/officeDocument/2006/relationships/image" Target="../media/image925.png"/></Relationships>
</file>

<file path=ppt/slides/_rels/slide3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300.png"/><Relationship Id="rId21" Type="http://schemas.openxmlformats.org/officeDocument/2006/relationships/image" Target="../media/image3511.png"/><Relationship Id="rId324" Type="http://schemas.openxmlformats.org/officeDocument/2006/relationships/customXml" Target="../ink/ink2188.xml"/><Relationship Id="rId531" Type="http://schemas.openxmlformats.org/officeDocument/2006/relationships/image" Target="../media/image1083.png"/><Relationship Id="rId226" Type="http://schemas.openxmlformats.org/officeDocument/2006/relationships/customXml" Target="../ink/ink2139.xml"/><Relationship Id="rId433" Type="http://schemas.openxmlformats.org/officeDocument/2006/relationships/image" Target="../media/image1028.png"/><Relationship Id="rId268" Type="http://schemas.openxmlformats.org/officeDocument/2006/relationships/customXml" Target="../ink/ink2160.xml"/><Relationship Id="rId475" Type="http://schemas.openxmlformats.org/officeDocument/2006/relationships/image" Target="../media/image1052.png"/><Relationship Id="rId32" Type="http://schemas.openxmlformats.org/officeDocument/2006/relationships/customXml" Target="../ink/ink2085.xml"/><Relationship Id="rId74" Type="http://schemas.openxmlformats.org/officeDocument/2006/relationships/customXml" Target="../ink/ink2106.xml"/><Relationship Id="rId128" Type="http://schemas.openxmlformats.org/officeDocument/2006/relationships/customXml" Target="../ink/ink2133.xml"/><Relationship Id="rId335" Type="http://schemas.openxmlformats.org/officeDocument/2006/relationships/image" Target="../media/image974.png"/><Relationship Id="rId377" Type="http://schemas.openxmlformats.org/officeDocument/2006/relationships/image" Target="../media/image997.png"/><Relationship Id="rId500" Type="http://schemas.openxmlformats.org/officeDocument/2006/relationships/customXml" Target="../ink/ink2276.xml"/><Relationship Id="rId542" Type="http://schemas.openxmlformats.org/officeDocument/2006/relationships/customXml" Target="../ink/ink2297.xml"/><Relationship Id="rId584" Type="http://schemas.openxmlformats.org/officeDocument/2006/relationships/customXml" Target="../ink/ink2318.xml"/><Relationship Id="rId5" Type="http://schemas.openxmlformats.org/officeDocument/2006/relationships/image" Target="../media/image2710.png"/><Relationship Id="rId237" Type="http://schemas.openxmlformats.org/officeDocument/2006/relationships/image" Target="../media/image14300.png"/><Relationship Id="rId402" Type="http://schemas.openxmlformats.org/officeDocument/2006/relationships/customXml" Target="../ink/ink2227.xml"/><Relationship Id="rId279" Type="http://schemas.openxmlformats.org/officeDocument/2006/relationships/image" Target="../media/image6550.png"/><Relationship Id="rId444" Type="http://schemas.openxmlformats.org/officeDocument/2006/relationships/customXml" Target="../ink/ink2248.xml"/><Relationship Id="rId486" Type="http://schemas.openxmlformats.org/officeDocument/2006/relationships/customXml" Target="../ink/ink2269.xml"/><Relationship Id="rId43" Type="http://schemas.openxmlformats.org/officeDocument/2006/relationships/image" Target="../media/image4610.png"/><Relationship Id="rId290" Type="http://schemas.openxmlformats.org/officeDocument/2006/relationships/customXml" Target="../ink/ink2171.xml"/><Relationship Id="rId304" Type="http://schemas.openxmlformats.org/officeDocument/2006/relationships/customXml" Target="../ink/ink2178.xml"/><Relationship Id="rId346" Type="http://schemas.openxmlformats.org/officeDocument/2006/relationships/customXml" Target="../ink/ink2199.xml"/><Relationship Id="rId388" Type="http://schemas.openxmlformats.org/officeDocument/2006/relationships/customXml" Target="../ink/ink2220.xml"/><Relationship Id="rId511" Type="http://schemas.openxmlformats.org/officeDocument/2006/relationships/image" Target="../media/image1072.png"/><Relationship Id="rId553" Type="http://schemas.openxmlformats.org/officeDocument/2006/relationships/image" Target="../media/image1095.png"/><Relationship Id="rId85" Type="http://schemas.openxmlformats.org/officeDocument/2006/relationships/image" Target="../media/image6710.png"/><Relationship Id="rId413" Type="http://schemas.openxmlformats.org/officeDocument/2006/relationships/image" Target="../media/image1017.png"/><Relationship Id="rId595" Type="http://schemas.openxmlformats.org/officeDocument/2006/relationships/image" Target="../media/image1118.png"/><Relationship Id="rId248" Type="http://schemas.openxmlformats.org/officeDocument/2006/relationships/customXml" Target="../ink/ink2150.xml"/><Relationship Id="rId455" Type="http://schemas.openxmlformats.org/officeDocument/2006/relationships/image" Target="../media/image1041.png"/><Relationship Id="rId497" Type="http://schemas.openxmlformats.org/officeDocument/2006/relationships/image" Target="../media/image1064.png"/><Relationship Id="rId12" Type="http://schemas.openxmlformats.org/officeDocument/2006/relationships/customXml" Target="../ink/ink2075.xml"/><Relationship Id="rId108" Type="http://schemas.openxmlformats.org/officeDocument/2006/relationships/customXml" Target="../ink/ink2123.xml"/><Relationship Id="rId315" Type="http://schemas.openxmlformats.org/officeDocument/2006/relationships/image" Target="../media/image6730.png"/><Relationship Id="rId357" Type="http://schemas.openxmlformats.org/officeDocument/2006/relationships/image" Target="../media/image986.png"/><Relationship Id="rId522" Type="http://schemas.openxmlformats.org/officeDocument/2006/relationships/customXml" Target="../ink/ink2287.xml"/><Relationship Id="rId54" Type="http://schemas.openxmlformats.org/officeDocument/2006/relationships/customXml" Target="../ink/ink2096.xml"/><Relationship Id="rId96" Type="http://schemas.openxmlformats.org/officeDocument/2006/relationships/customXml" Target="../ink/ink2117.xml"/><Relationship Id="rId399" Type="http://schemas.openxmlformats.org/officeDocument/2006/relationships/image" Target="../media/image1009.png"/><Relationship Id="rId564" Type="http://schemas.openxmlformats.org/officeDocument/2006/relationships/customXml" Target="../ink/ink2308.xml"/><Relationship Id="rId259" Type="http://schemas.openxmlformats.org/officeDocument/2006/relationships/image" Target="../media/image6450.png"/><Relationship Id="rId424" Type="http://schemas.openxmlformats.org/officeDocument/2006/relationships/customXml" Target="../ink/ink2238.xml"/><Relationship Id="rId466" Type="http://schemas.openxmlformats.org/officeDocument/2006/relationships/customXml" Target="../ink/ink2259.xml"/><Relationship Id="rId23" Type="http://schemas.openxmlformats.org/officeDocument/2006/relationships/image" Target="../media/image3610.png"/><Relationship Id="rId119" Type="http://schemas.openxmlformats.org/officeDocument/2006/relationships/image" Target="../media/image8400.png"/><Relationship Id="rId270" Type="http://schemas.openxmlformats.org/officeDocument/2006/relationships/customXml" Target="../ink/ink2161.xml"/><Relationship Id="rId326" Type="http://schemas.openxmlformats.org/officeDocument/2006/relationships/customXml" Target="../ink/ink2189.xml"/><Relationship Id="rId533" Type="http://schemas.openxmlformats.org/officeDocument/2006/relationships/image" Target="../media/image1084.png"/><Relationship Id="rId65" Type="http://schemas.openxmlformats.org/officeDocument/2006/relationships/image" Target="../media/image5710.png"/><Relationship Id="rId130" Type="http://schemas.openxmlformats.org/officeDocument/2006/relationships/customXml" Target="../ink/ink2134.xml"/><Relationship Id="rId368" Type="http://schemas.openxmlformats.org/officeDocument/2006/relationships/customXml" Target="../ink/ink2210.xml"/><Relationship Id="rId575" Type="http://schemas.openxmlformats.org/officeDocument/2006/relationships/image" Target="../media/image1107.png"/><Relationship Id="rId228" Type="http://schemas.openxmlformats.org/officeDocument/2006/relationships/customXml" Target="../ink/ink2140.xml"/><Relationship Id="rId435" Type="http://schemas.openxmlformats.org/officeDocument/2006/relationships/image" Target="../media/image1029.png"/><Relationship Id="rId477" Type="http://schemas.openxmlformats.org/officeDocument/2006/relationships/image" Target="../media/image1053.png"/><Relationship Id="rId600" Type="http://schemas.openxmlformats.org/officeDocument/2006/relationships/customXml" Target="../ink/ink2326.xml"/><Relationship Id="rId281" Type="http://schemas.openxmlformats.org/officeDocument/2006/relationships/image" Target="../media/image6560.png"/><Relationship Id="rId337" Type="http://schemas.openxmlformats.org/officeDocument/2006/relationships/image" Target="../media/image975.png"/><Relationship Id="rId502" Type="http://schemas.openxmlformats.org/officeDocument/2006/relationships/customXml" Target="../ink/ink2277.xml"/><Relationship Id="rId34" Type="http://schemas.openxmlformats.org/officeDocument/2006/relationships/customXml" Target="../ink/ink2086.xml"/><Relationship Id="rId76" Type="http://schemas.openxmlformats.org/officeDocument/2006/relationships/customXml" Target="../ink/ink2107.xml"/><Relationship Id="rId379" Type="http://schemas.openxmlformats.org/officeDocument/2006/relationships/image" Target="../media/image998.png"/><Relationship Id="rId544" Type="http://schemas.openxmlformats.org/officeDocument/2006/relationships/customXml" Target="../ink/ink2298.xml"/><Relationship Id="rId586" Type="http://schemas.openxmlformats.org/officeDocument/2006/relationships/customXml" Target="../ink/ink2319.xml"/><Relationship Id="rId7" Type="http://schemas.openxmlformats.org/officeDocument/2006/relationships/image" Target="../media/image2810.png"/><Relationship Id="rId239" Type="http://schemas.openxmlformats.org/officeDocument/2006/relationships/image" Target="../media/image14400.png"/><Relationship Id="rId390" Type="http://schemas.openxmlformats.org/officeDocument/2006/relationships/customXml" Target="../ink/ink2221.xml"/><Relationship Id="rId404" Type="http://schemas.openxmlformats.org/officeDocument/2006/relationships/customXml" Target="../ink/ink2228.xml"/><Relationship Id="rId446" Type="http://schemas.openxmlformats.org/officeDocument/2006/relationships/customXml" Target="../ink/ink2249.xml"/><Relationship Id="rId250" Type="http://schemas.openxmlformats.org/officeDocument/2006/relationships/customXml" Target="../ink/ink2151.xml"/><Relationship Id="rId292" Type="http://schemas.openxmlformats.org/officeDocument/2006/relationships/customXml" Target="../ink/ink2172.xml"/><Relationship Id="rId306" Type="http://schemas.openxmlformats.org/officeDocument/2006/relationships/customXml" Target="../ink/ink2179.xml"/><Relationship Id="rId488" Type="http://schemas.openxmlformats.org/officeDocument/2006/relationships/customXml" Target="../ink/ink2270.xml"/><Relationship Id="rId45" Type="http://schemas.openxmlformats.org/officeDocument/2006/relationships/image" Target="../media/image4710.png"/><Relationship Id="rId87" Type="http://schemas.openxmlformats.org/officeDocument/2006/relationships/image" Target="../media/image6810.png"/><Relationship Id="rId110" Type="http://schemas.openxmlformats.org/officeDocument/2006/relationships/customXml" Target="../ink/ink2124.xml"/><Relationship Id="rId348" Type="http://schemas.openxmlformats.org/officeDocument/2006/relationships/customXml" Target="../ink/ink2200.xml"/><Relationship Id="rId513" Type="http://schemas.openxmlformats.org/officeDocument/2006/relationships/image" Target="../media/image1073.png"/><Relationship Id="rId555" Type="http://schemas.openxmlformats.org/officeDocument/2006/relationships/image" Target="../media/image1096.png"/><Relationship Id="rId597" Type="http://schemas.openxmlformats.org/officeDocument/2006/relationships/image" Target="../media/image1119.png"/><Relationship Id="rId415" Type="http://schemas.openxmlformats.org/officeDocument/2006/relationships/image" Target="../media/image1018.png"/><Relationship Id="rId457" Type="http://schemas.openxmlformats.org/officeDocument/2006/relationships/image" Target="../media/image1042.png"/><Relationship Id="rId261" Type="http://schemas.openxmlformats.org/officeDocument/2006/relationships/image" Target="../media/image6460.png"/><Relationship Id="rId499" Type="http://schemas.openxmlformats.org/officeDocument/2006/relationships/image" Target="../media/image1065.png"/><Relationship Id="rId14" Type="http://schemas.openxmlformats.org/officeDocument/2006/relationships/customXml" Target="../ink/ink2076.xml"/><Relationship Id="rId56" Type="http://schemas.openxmlformats.org/officeDocument/2006/relationships/customXml" Target="../ink/ink2097.xml"/><Relationship Id="rId317" Type="http://schemas.openxmlformats.org/officeDocument/2006/relationships/image" Target="../media/image964.png"/><Relationship Id="rId359" Type="http://schemas.openxmlformats.org/officeDocument/2006/relationships/image" Target="../media/image987.png"/><Relationship Id="rId524" Type="http://schemas.openxmlformats.org/officeDocument/2006/relationships/customXml" Target="../ink/ink2288.xml"/><Relationship Id="rId566" Type="http://schemas.openxmlformats.org/officeDocument/2006/relationships/customXml" Target="../ink/ink2309.xml"/><Relationship Id="rId98" Type="http://schemas.openxmlformats.org/officeDocument/2006/relationships/customXml" Target="../ink/ink2118.xml"/><Relationship Id="rId121" Type="http://schemas.openxmlformats.org/officeDocument/2006/relationships/image" Target="../media/image8500.png"/><Relationship Id="rId370" Type="http://schemas.openxmlformats.org/officeDocument/2006/relationships/customXml" Target="../ink/ink2211.xml"/><Relationship Id="rId426" Type="http://schemas.openxmlformats.org/officeDocument/2006/relationships/customXml" Target="../ink/ink2239.xml"/><Relationship Id="rId230" Type="http://schemas.openxmlformats.org/officeDocument/2006/relationships/customXml" Target="../ink/ink2141.xml"/><Relationship Id="rId468" Type="http://schemas.openxmlformats.org/officeDocument/2006/relationships/customXml" Target="../ink/ink2260.xml"/><Relationship Id="rId25" Type="http://schemas.openxmlformats.org/officeDocument/2006/relationships/image" Target="../media/image3710.png"/><Relationship Id="rId67" Type="http://schemas.openxmlformats.org/officeDocument/2006/relationships/image" Target="../media/image5810.png"/><Relationship Id="rId272" Type="http://schemas.openxmlformats.org/officeDocument/2006/relationships/customXml" Target="../ink/ink2162.xml"/><Relationship Id="rId328" Type="http://schemas.openxmlformats.org/officeDocument/2006/relationships/customXml" Target="../ink/ink2190.xml"/><Relationship Id="rId535" Type="http://schemas.openxmlformats.org/officeDocument/2006/relationships/image" Target="../media/image1085.png"/><Relationship Id="rId577" Type="http://schemas.openxmlformats.org/officeDocument/2006/relationships/image" Target="../media/image1108.png"/><Relationship Id="rId132" Type="http://schemas.openxmlformats.org/officeDocument/2006/relationships/customXml" Target="../ink/ink2135.xml"/><Relationship Id="rId381" Type="http://schemas.openxmlformats.org/officeDocument/2006/relationships/image" Target="../media/image999.png"/><Relationship Id="rId602" Type="http://schemas.openxmlformats.org/officeDocument/2006/relationships/customXml" Target="../ink/ink2327.xml"/><Relationship Id="rId241" Type="http://schemas.openxmlformats.org/officeDocument/2006/relationships/image" Target="../media/image14500.png"/><Relationship Id="rId437" Type="http://schemas.openxmlformats.org/officeDocument/2006/relationships/image" Target="../media/image1031.png"/><Relationship Id="rId479" Type="http://schemas.openxmlformats.org/officeDocument/2006/relationships/image" Target="../media/image1054.png"/><Relationship Id="rId36" Type="http://schemas.openxmlformats.org/officeDocument/2006/relationships/customXml" Target="../ink/ink2087.xml"/><Relationship Id="rId283" Type="http://schemas.openxmlformats.org/officeDocument/2006/relationships/image" Target="../media/image6570.png"/><Relationship Id="rId339" Type="http://schemas.openxmlformats.org/officeDocument/2006/relationships/image" Target="../media/image976.png"/><Relationship Id="rId490" Type="http://schemas.openxmlformats.org/officeDocument/2006/relationships/customXml" Target="../ink/ink2271.xml"/><Relationship Id="rId504" Type="http://schemas.openxmlformats.org/officeDocument/2006/relationships/customXml" Target="../ink/ink2278.xml"/><Relationship Id="rId546" Type="http://schemas.openxmlformats.org/officeDocument/2006/relationships/customXml" Target="../ink/ink2299.xml"/><Relationship Id="rId78" Type="http://schemas.openxmlformats.org/officeDocument/2006/relationships/customXml" Target="../ink/ink2108.xml"/><Relationship Id="rId101" Type="http://schemas.openxmlformats.org/officeDocument/2006/relationships/image" Target="../media/image7510.png"/><Relationship Id="rId350" Type="http://schemas.openxmlformats.org/officeDocument/2006/relationships/customXml" Target="../ink/ink2201.xml"/><Relationship Id="rId406" Type="http://schemas.openxmlformats.org/officeDocument/2006/relationships/customXml" Target="../ink/ink2229.xml"/><Relationship Id="rId588" Type="http://schemas.openxmlformats.org/officeDocument/2006/relationships/customXml" Target="../ink/ink2320.xml"/><Relationship Id="rId9" Type="http://schemas.openxmlformats.org/officeDocument/2006/relationships/image" Target="../media/image2910.png"/><Relationship Id="rId392" Type="http://schemas.openxmlformats.org/officeDocument/2006/relationships/customXml" Target="../ink/ink2222.xml"/><Relationship Id="rId448" Type="http://schemas.openxmlformats.org/officeDocument/2006/relationships/customXml" Target="../ink/ink2250.xml"/><Relationship Id="rId252" Type="http://schemas.openxmlformats.org/officeDocument/2006/relationships/customXml" Target="../ink/ink2152.xml"/><Relationship Id="rId294" Type="http://schemas.openxmlformats.org/officeDocument/2006/relationships/customXml" Target="../ink/ink2173.xml"/><Relationship Id="rId308" Type="http://schemas.openxmlformats.org/officeDocument/2006/relationships/customXml" Target="../ink/ink2180.xml"/><Relationship Id="rId515" Type="http://schemas.openxmlformats.org/officeDocument/2006/relationships/image" Target="../media/image1074.png"/><Relationship Id="rId47" Type="http://schemas.openxmlformats.org/officeDocument/2006/relationships/image" Target="../media/image4810.png"/><Relationship Id="rId89" Type="http://schemas.openxmlformats.org/officeDocument/2006/relationships/image" Target="../media/image6910.png"/><Relationship Id="rId112" Type="http://schemas.openxmlformats.org/officeDocument/2006/relationships/customXml" Target="../ink/ink2125.xml"/><Relationship Id="rId361" Type="http://schemas.openxmlformats.org/officeDocument/2006/relationships/image" Target="../media/image988.png"/><Relationship Id="rId557" Type="http://schemas.openxmlformats.org/officeDocument/2006/relationships/image" Target="../media/image1097.png"/><Relationship Id="rId599" Type="http://schemas.openxmlformats.org/officeDocument/2006/relationships/image" Target="../media/image1121.png"/><Relationship Id="rId417" Type="http://schemas.openxmlformats.org/officeDocument/2006/relationships/image" Target="../media/image1019.png"/><Relationship Id="rId459" Type="http://schemas.openxmlformats.org/officeDocument/2006/relationships/image" Target="../media/image1043.png"/><Relationship Id="rId16" Type="http://schemas.openxmlformats.org/officeDocument/2006/relationships/customXml" Target="../ink/ink2077.xml"/><Relationship Id="rId263" Type="http://schemas.openxmlformats.org/officeDocument/2006/relationships/image" Target="../media/image6470.png"/><Relationship Id="rId319" Type="http://schemas.openxmlformats.org/officeDocument/2006/relationships/image" Target="../media/image965.png"/><Relationship Id="rId470" Type="http://schemas.openxmlformats.org/officeDocument/2006/relationships/customXml" Target="../ink/ink2261.xml"/><Relationship Id="rId526" Type="http://schemas.openxmlformats.org/officeDocument/2006/relationships/customXml" Target="../ink/ink2289.xml"/><Relationship Id="rId58" Type="http://schemas.openxmlformats.org/officeDocument/2006/relationships/customXml" Target="../ink/ink2098.xml"/><Relationship Id="rId123" Type="http://schemas.openxmlformats.org/officeDocument/2006/relationships/image" Target="../media/image8600.png"/><Relationship Id="rId330" Type="http://schemas.openxmlformats.org/officeDocument/2006/relationships/customXml" Target="../ink/ink2191.xml"/><Relationship Id="rId568" Type="http://schemas.openxmlformats.org/officeDocument/2006/relationships/customXml" Target="../ink/ink2310.xml"/><Relationship Id="rId372" Type="http://schemas.openxmlformats.org/officeDocument/2006/relationships/customXml" Target="../ink/ink2212.xml"/><Relationship Id="rId428" Type="http://schemas.openxmlformats.org/officeDocument/2006/relationships/customXml" Target="../ink/ink2240.xml"/><Relationship Id="rId232" Type="http://schemas.openxmlformats.org/officeDocument/2006/relationships/customXml" Target="../ink/ink2142.xml"/><Relationship Id="rId274" Type="http://schemas.openxmlformats.org/officeDocument/2006/relationships/customXml" Target="../ink/ink2163.xml"/><Relationship Id="rId481" Type="http://schemas.openxmlformats.org/officeDocument/2006/relationships/image" Target="../media/image1055.png"/><Relationship Id="rId27" Type="http://schemas.openxmlformats.org/officeDocument/2006/relationships/image" Target="../media/image3810.png"/><Relationship Id="rId69" Type="http://schemas.openxmlformats.org/officeDocument/2006/relationships/image" Target="../media/image5910.png"/><Relationship Id="rId134" Type="http://schemas.openxmlformats.org/officeDocument/2006/relationships/customXml" Target="../ink/ink2136.xml"/><Relationship Id="rId537" Type="http://schemas.openxmlformats.org/officeDocument/2006/relationships/image" Target="../media/image1086.png"/><Relationship Id="rId579" Type="http://schemas.openxmlformats.org/officeDocument/2006/relationships/image" Target="../media/image1109.png"/><Relationship Id="rId80" Type="http://schemas.openxmlformats.org/officeDocument/2006/relationships/customXml" Target="../ink/ink2109.xml"/><Relationship Id="rId341" Type="http://schemas.openxmlformats.org/officeDocument/2006/relationships/image" Target="../media/image977.png"/><Relationship Id="rId383" Type="http://schemas.openxmlformats.org/officeDocument/2006/relationships/image" Target="../media/image1001.png"/><Relationship Id="rId439" Type="http://schemas.openxmlformats.org/officeDocument/2006/relationships/image" Target="../media/image1032.png"/><Relationship Id="rId590" Type="http://schemas.openxmlformats.org/officeDocument/2006/relationships/customXml" Target="../ink/ink2321.xml"/><Relationship Id="rId243" Type="http://schemas.openxmlformats.org/officeDocument/2006/relationships/image" Target="../media/image14600.png"/><Relationship Id="rId285" Type="http://schemas.openxmlformats.org/officeDocument/2006/relationships/image" Target="../media/image6580.png"/><Relationship Id="rId450" Type="http://schemas.openxmlformats.org/officeDocument/2006/relationships/customXml" Target="../ink/ink2251.xml"/><Relationship Id="rId506" Type="http://schemas.openxmlformats.org/officeDocument/2006/relationships/customXml" Target="../ink/ink2279.xml"/><Relationship Id="rId38" Type="http://schemas.openxmlformats.org/officeDocument/2006/relationships/customXml" Target="../ink/ink2088.xml"/><Relationship Id="rId103" Type="http://schemas.openxmlformats.org/officeDocument/2006/relationships/image" Target="../media/image7610.png"/><Relationship Id="rId310" Type="http://schemas.openxmlformats.org/officeDocument/2006/relationships/customXml" Target="../ink/ink2181.xml"/><Relationship Id="rId492" Type="http://schemas.openxmlformats.org/officeDocument/2006/relationships/customXml" Target="../ink/ink2272.xml"/><Relationship Id="rId548" Type="http://schemas.openxmlformats.org/officeDocument/2006/relationships/customXml" Target="../ink/ink2300.xml"/><Relationship Id="rId91" Type="http://schemas.openxmlformats.org/officeDocument/2006/relationships/image" Target="../media/image7010.png"/><Relationship Id="rId352" Type="http://schemas.openxmlformats.org/officeDocument/2006/relationships/customXml" Target="../ink/ink2202.xml"/><Relationship Id="rId394" Type="http://schemas.openxmlformats.org/officeDocument/2006/relationships/customXml" Target="../ink/ink2223.xml"/><Relationship Id="rId408" Type="http://schemas.openxmlformats.org/officeDocument/2006/relationships/customXml" Target="../ink/ink2230.xml"/><Relationship Id="rId254" Type="http://schemas.openxmlformats.org/officeDocument/2006/relationships/customXml" Target="../ink/ink2153.xml"/><Relationship Id="rId49" Type="http://schemas.openxmlformats.org/officeDocument/2006/relationships/image" Target="../media/image4910.png"/><Relationship Id="rId114" Type="http://schemas.openxmlformats.org/officeDocument/2006/relationships/customXml" Target="../ink/ink2126.xml"/><Relationship Id="rId296" Type="http://schemas.openxmlformats.org/officeDocument/2006/relationships/customXml" Target="../ink/ink2174.xml"/><Relationship Id="rId461" Type="http://schemas.openxmlformats.org/officeDocument/2006/relationships/image" Target="../media/image1044.png"/><Relationship Id="rId517" Type="http://schemas.openxmlformats.org/officeDocument/2006/relationships/image" Target="../media/image1075.png"/><Relationship Id="rId559" Type="http://schemas.openxmlformats.org/officeDocument/2006/relationships/image" Target="../media/image1098.png"/><Relationship Id="rId60" Type="http://schemas.openxmlformats.org/officeDocument/2006/relationships/customXml" Target="../ink/ink2099.xml"/><Relationship Id="rId321" Type="http://schemas.openxmlformats.org/officeDocument/2006/relationships/image" Target="../media/image966.png"/><Relationship Id="rId363" Type="http://schemas.openxmlformats.org/officeDocument/2006/relationships/image" Target="../media/image989.png"/><Relationship Id="rId419" Type="http://schemas.openxmlformats.org/officeDocument/2006/relationships/image" Target="../media/image1021.png"/><Relationship Id="rId570" Type="http://schemas.openxmlformats.org/officeDocument/2006/relationships/customXml" Target="../ink/ink2311.xml"/><Relationship Id="rId223" Type="http://schemas.openxmlformats.org/officeDocument/2006/relationships/image" Target="../media/image13600.png"/><Relationship Id="rId430" Type="http://schemas.openxmlformats.org/officeDocument/2006/relationships/customXml" Target="../ink/ink2241.xml"/><Relationship Id="rId18" Type="http://schemas.openxmlformats.org/officeDocument/2006/relationships/customXml" Target="../ink/ink2078.xml"/><Relationship Id="rId265" Type="http://schemas.openxmlformats.org/officeDocument/2006/relationships/image" Target="../media/image6480.png"/><Relationship Id="rId472" Type="http://schemas.openxmlformats.org/officeDocument/2006/relationships/customXml" Target="../ink/ink2262.xml"/><Relationship Id="rId528" Type="http://schemas.openxmlformats.org/officeDocument/2006/relationships/customXml" Target="../ink/ink2290.xml"/><Relationship Id="rId125" Type="http://schemas.openxmlformats.org/officeDocument/2006/relationships/image" Target="../media/image8700.png"/><Relationship Id="rId332" Type="http://schemas.openxmlformats.org/officeDocument/2006/relationships/customXml" Target="../ink/ink2192.xml"/><Relationship Id="rId374" Type="http://schemas.openxmlformats.org/officeDocument/2006/relationships/customXml" Target="../ink/ink2213.xml"/><Relationship Id="rId581" Type="http://schemas.openxmlformats.org/officeDocument/2006/relationships/image" Target="../media/image1111.png"/><Relationship Id="rId71" Type="http://schemas.openxmlformats.org/officeDocument/2006/relationships/image" Target="../media/image6010.png"/><Relationship Id="rId234" Type="http://schemas.openxmlformats.org/officeDocument/2006/relationships/customXml" Target="../ink/ink2143.xml"/><Relationship Id="rId2" Type="http://schemas.openxmlformats.org/officeDocument/2006/relationships/customXml" Target="../ink/ink2070.xml"/><Relationship Id="rId29" Type="http://schemas.openxmlformats.org/officeDocument/2006/relationships/image" Target="../media/image3910.png"/><Relationship Id="rId276" Type="http://schemas.openxmlformats.org/officeDocument/2006/relationships/customXml" Target="../ink/ink2164.xml"/><Relationship Id="rId441" Type="http://schemas.openxmlformats.org/officeDocument/2006/relationships/image" Target="../media/image1033.png"/><Relationship Id="rId483" Type="http://schemas.openxmlformats.org/officeDocument/2006/relationships/image" Target="../media/image1056.png"/><Relationship Id="rId539" Type="http://schemas.openxmlformats.org/officeDocument/2006/relationships/image" Target="../media/image1087.png"/><Relationship Id="rId40" Type="http://schemas.openxmlformats.org/officeDocument/2006/relationships/customXml" Target="../ink/ink2089.xml"/><Relationship Id="rId136" Type="http://schemas.openxmlformats.org/officeDocument/2006/relationships/customXml" Target="../ink/ink2137.xml"/><Relationship Id="rId301" Type="http://schemas.openxmlformats.org/officeDocument/2006/relationships/image" Target="../media/image6660.png"/><Relationship Id="rId343" Type="http://schemas.openxmlformats.org/officeDocument/2006/relationships/image" Target="../media/image978.png"/><Relationship Id="rId550" Type="http://schemas.openxmlformats.org/officeDocument/2006/relationships/customXml" Target="../ink/ink2301.xml"/><Relationship Id="rId82" Type="http://schemas.openxmlformats.org/officeDocument/2006/relationships/customXml" Target="../ink/ink2110.xml"/><Relationship Id="rId385" Type="http://schemas.openxmlformats.org/officeDocument/2006/relationships/image" Target="../media/image1002.png"/><Relationship Id="rId592" Type="http://schemas.openxmlformats.org/officeDocument/2006/relationships/customXml" Target="../ink/ink2322.xml"/><Relationship Id="rId245" Type="http://schemas.openxmlformats.org/officeDocument/2006/relationships/image" Target="../media/image6380.png"/><Relationship Id="rId287" Type="http://schemas.openxmlformats.org/officeDocument/2006/relationships/image" Target="../media/image6590.png"/><Relationship Id="rId410" Type="http://schemas.openxmlformats.org/officeDocument/2006/relationships/customXml" Target="../ink/ink2231.xml"/><Relationship Id="rId452" Type="http://schemas.openxmlformats.org/officeDocument/2006/relationships/customXml" Target="../ink/ink2252.xml"/><Relationship Id="rId494" Type="http://schemas.openxmlformats.org/officeDocument/2006/relationships/customXml" Target="../ink/ink2273.xml"/><Relationship Id="rId508" Type="http://schemas.openxmlformats.org/officeDocument/2006/relationships/customXml" Target="../ink/ink2280.xml"/><Relationship Id="rId105" Type="http://schemas.openxmlformats.org/officeDocument/2006/relationships/image" Target="../media/image7710.png"/><Relationship Id="rId312" Type="http://schemas.openxmlformats.org/officeDocument/2006/relationships/customXml" Target="../ink/ink2182.xml"/><Relationship Id="rId354" Type="http://schemas.openxmlformats.org/officeDocument/2006/relationships/customXml" Target="../ink/ink2203.xml"/><Relationship Id="rId51" Type="http://schemas.openxmlformats.org/officeDocument/2006/relationships/image" Target="../media/image5010.png"/><Relationship Id="rId93" Type="http://schemas.openxmlformats.org/officeDocument/2006/relationships/image" Target="../media/image7110.png"/><Relationship Id="rId396" Type="http://schemas.openxmlformats.org/officeDocument/2006/relationships/customXml" Target="../ink/ink2224.xml"/><Relationship Id="rId561" Type="http://schemas.openxmlformats.org/officeDocument/2006/relationships/image" Target="../media/image1099.png"/><Relationship Id="rId256" Type="http://schemas.openxmlformats.org/officeDocument/2006/relationships/customXml" Target="../ink/ink2154.xml"/><Relationship Id="rId298" Type="http://schemas.openxmlformats.org/officeDocument/2006/relationships/customXml" Target="../ink/ink2175.xml"/><Relationship Id="rId421" Type="http://schemas.openxmlformats.org/officeDocument/2006/relationships/image" Target="../media/image1022.png"/><Relationship Id="rId463" Type="http://schemas.openxmlformats.org/officeDocument/2006/relationships/image" Target="../media/image1045.png"/><Relationship Id="rId519" Type="http://schemas.openxmlformats.org/officeDocument/2006/relationships/image" Target="../media/image1076.png"/><Relationship Id="rId116" Type="http://schemas.openxmlformats.org/officeDocument/2006/relationships/customXml" Target="../ink/ink2127.xml"/><Relationship Id="rId323" Type="http://schemas.openxmlformats.org/officeDocument/2006/relationships/image" Target="../media/image967.png"/><Relationship Id="rId530" Type="http://schemas.openxmlformats.org/officeDocument/2006/relationships/customXml" Target="../ink/ink2291.xml"/><Relationship Id="rId20" Type="http://schemas.openxmlformats.org/officeDocument/2006/relationships/customXml" Target="../ink/ink2079.xml"/><Relationship Id="rId62" Type="http://schemas.openxmlformats.org/officeDocument/2006/relationships/customXml" Target="../ink/ink2100.xml"/><Relationship Id="rId365" Type="http://schemas.openxmlformats.org/officeDocument/2006/relationships/image" Target="../media/image991.png"/><Relationship Id="rId572" Type="http://schemas.openxmlformats.org/officeDocument/2006/relationships/customXml" Target="../ink/ink2312.xml"/><Relationship Id="rId225" Type="http://schemas.openxmlformats.org/officeDocument/2006/relationships/image" Target="../media/image13700.png"/><Relationship Id="rId267" Type="http://schemas.openxmlformats.org/officeDocument/2006/relationships/image" Target="../media/image6490.png"/><Relationship Id="rId432" Type="http://schemas.openxmlformats.org/officeDocument/2006/relationships/customXml" Target="../ink/ink2242.xml"/><Relationship Id="rId474" Type="http://schemas.openxmlformats.org/officeDocument/2006/relationships/customXml" Target="../ink/ink2263.xml"/><Relationship Id="rId127" Type="http://schemas.openxmlformats.org/officeDocument/2006/relationships/image" Target="../media/image8800.png"/><Relationship Id="rId31" Type="http://schemas.openxmlformats.org/officeDocument/2006/relationships/image" Target="../media/image4010.png"/><Relationship Id="rId73" Type="http://schemas.openxmlformats.org/officeDocument/2006/relationships/image" Target="../media/image6110.png"/><Relationship Id="rId334" Type="http://schemas.openxmlformats.org/officeDocument/2006/relationships/customXml" Target="../ink/ink2193.xml"/><Relationship Id="rId376" Type="http://schemas.openxmlformats.org/officeDocument/2006/relationships/customXml" Target="../ink/ink2214.xml"/><Relationship Id="rId541" Type="http://schemas.openxmlformats.org/officeDocument/2006/relationships/image" Target="../media/image1088.png"/><Relationship Id="rId583" Type="http://schemas.openxmlformats.org/officeDocument/2006/relationships/image" Target="../media/image1112.png"/><Relationship Id="rId4" Type="http://schemas.openxmlformats.org/officeDocument/2006/relationships/customXml" Target="../ink/ink2071.xml"/><Relationship Id="rId236" Type="http://schemas.openxmlformats.org/officeDocument/2006/relationships/customXml" Target="../ink/ink2144.xml"/><Relationship Id="rId278" Type="http://schemas.openxmlformats.org/officeDocument/2006/relationships/customXml" Target="../ink/ink2165.xml"/><Relationship Id="rId401" Type="http://schemas.openxmlformats.org/officeDocument/2006/relationships/image" Target="../media/image1011.png"/><Relationship Id="rId443" Type="http://schemas.openxmlformats.org/officeDocument/2006/relationships/image" Target="../media/image1034.png"/><Relationship Id="rId303" Type="http://schemas.openxmlformats.org/officeDocument/2006/relationships/image" Target="../media/image6670.png"/><Relationship Id="rId485" Type="http://schemas.openxmlformats.org/officeDocument/2006/relationships/image" Target="../media/image1057.png"/><Relationship Id="rId42" Type="http://schemas.openxmlformats.org/officeDocument/2006/relationships/customXml" Target="../ink/ink2090.xml"/><Relationship Id="rId84" Type="http://schemas.openxmlformats.org/officeDocument/2006/relationships/customXml" Target="../ink/ink2111.xml"/><Relationship Id="rId345" Type="http://schemas.openxmlformats.org/officeDocument/2006/relationships/image" Target="../media/image979.png"/><Relationship Id="rId387" Type="http://schemas.openxmlformats.org/officeDocument/2006/relationships/image" Target="../media/image1003.png"/><Relationship Id="rId510" Type="http://schemas.openxmlformats.org/officeDocument/2006/relationships/customXml" Target="../ink/ink2281.xml"/><Relationship Id="rId552" Type="http://schemas.openxmlformats.org/officeDocument/2006/relationships/customXml" Target="../ink/ink2302.xml"/><Relationship Id="rId594" Type="http://schemas.openxmlformats.org/officeDocument/2006/relationships/customXml" Target="../ink/ink2323.xml"/><Relationship Id="rId247" Type="http://schemas.openxmlformats.org/officeDocument/2006/relationships/image" Target="../media/image6390.png"/><Relationship Id="rId412" Type="http://schemas.openxmlformats.org/officeDocument/2006/relationships/customXml" Target="../ink/ink2232.xml"/><Relationship Id="rId107" Type="http://schemas.openxmlformats.org/officeDocument/2006/relationships/image" Target="../media/image7810.png"/><Relationship Id="rId289" Type="http://schemas.openxmlformats.org/officeDocument/2006/relationships/image" Target="../media/image6600.png"/><Relationship Id="rId454" Type="http://schemas.openxmlformats.org/officeDocument/2006/relationships/customXml" Target="../ink/ink2253.xml"/><Relationship Id="rId496" Type="http://schemas.openxmlformats.org/officeDocument/2006/relationships/customXml" Target="../ink/ink2274.xml"/><Relationship Id="rId11" Type="http://schemas.openxmlformats.org/officeDocument/2006/relationships/image" Target="../media/image3010.png"/><Relationship Id="rId53" Type="http://schemas.openxmlformats.org/officeDocument/2006/relationships/image" Target="../media/image5110.png"/><Relationship Id="rId314" Type="http://schemas.openxmlformats.org/officeDocument/2006/relationships/customXml" Target="../ink/ink2183.xml"/><Relationship Id="rId356" Type="http://schemas.openxmlformats.org/officeDocument/2006/relationships/customXml" Target="../ink/ink2204.xml"/><Relationship Id="rId398" Type="http://schemas.openxmlformats.org/officeDocument/2006/relationships/customXml" Target="../ink/ink2225.xml"/><Relationship Id="rId521" Type="http://schemas.openxmlformats.org/officeDocument/2006/relationships/image" Target="../media/image1077.png"/><Relationship Id="rId563" Type="http://schemas.openxmlformats.org/officeDocument/2006/relationships/image" Target="../media/image1101.png"/><Relationship Id="rId95" Type="http://schemas.openxmlformats.org/officeDocument/2006/relationships/image" Target="../media/image7210.png"/><Relationship Id="rId423" Type="http://schemas.openxmlformats.org/officeDocument/2006/relationships/image" Target="../media/image1023.png"/><Relationship Id="rId258" Type="http://schemas.openxmlformats.org/officeDocument/2006/relationships/customXml" Target="../ink/ink2155.xml"/><Relationship Id="rId465" Type="http://schemas.openxmlformats.org/officeDocument/2006/relationships/image" Target="../media/image1046.png"/><Relationship Id="rId22" Type="http://schemas.openxmlformats.org/officeDocument/2006/relationships/customXml" Target="../ink/ink2080.xml"/><Relationship Id="rId64" Type="http://schemas.openxmlformats.org/officeDocument/2006/relationships/customXml" Target="../ink/ink2101.xml"/><Relationship Id="rId118" Type="http://schemas.openxmlformats.org/officeDocument/2006/relationships/customXml" Target="../ink/ink2128.xml"/><Relationship Id="rId325" Type="http://schemas.openxmlformats.org/officeDocument/2006/relationships/image" Target="../media/image968.png"/><Relationship Id="rId367" Type="http://schemas.openxmlformats.org/officeDocument/2006/relationships/image" Target="../media/image992.png"/><Relationship Id="rId532" Type="http://schemas.openxmlformats.org/officeDocument/2006/relationships/customXml" Target="../ink/ink2292.xml"/><Relationship Id="rId574" Type="http://schemas.openxmlformats.org/officeDocument/2006/relationships/customXml" Target="../ink/ink2313.xml"/><Relationship Id="rId227" Type="http://schemas.openxmlformats.org/officeDocument/2006/relationships/image" Target="../media/image13800.png"/><Relationship Id="rId269" Type="http://schemas.openxmlformats.org/officeDocument/2006/relationships/image" Target="../media/image6500.png"/><Relationship Id="rId434" Type="http://schemas.openxmlformats.org/officeDocument/2006/relationships/customXml" Target="../ink/ink2243.xml"/><Relationship Id="rId476" Type="http://schemas.openxmlformats.org/officeDocument/2006/relationships/customXml" Target="../ink/ink2264.xml"/><Relationship Id="rId33" Type="http://schemas.openxmlformats.org/officeDocument/2006/relationships/image" Target="../media/image4110.png"/><Relationship Id="rId129" Type="http://schemas.openxmlformats.org/officeDocument/2006/relationships/image" Target="../media/image8900.png"/><Relationship Id="rId280" Type="http://schemas.openxmlformats.org/officeDocument/2006/relationships/customXml" Target="../ink/ink2166.xml"/><Relationship Id="rId336" Type="http://schemas.openxmlformats.org/officeDocument/2006/relationships/customXml" Target="../ink/ink2194.xml"/><Relationship Id="rId501" Type="http://schemas.openxmlformats.org/officeDocument/2006/relationships/image" Target="../media/image1066.png"/><Relationship Id="rId543" Type="http://schemas.openxmlformats.org/officeDocument/2006/relationships/image" Target="../media/image1089.png"/><Relationship Id="rId75" Type="http://schemas.openxmlformats.org/officeDocument/2006/relationships/image" Target="../media/image6210.png"/><Relationship Id="rId378" Type="http://schemas.openxmlformats.org/officeDocument/2006/relationships/customXml" Target="../ink/ink2215.xml"/><Relationship Id="rId403" Type="http://schemas.openxmlformats.org/officeDocument/2006/relationships/image" Target="../media/image1012.png"/><Relationship Id="rId585" Type="http://schemas.openxmlformats.org/officeDocument/2006/relationships/image" Target="../media/image1113.png"/><Relationship Id="rId6" Type="http://schemas.openxmlformats.org/officeDocument/2006/relationships/customXml" Target="../ink/ink2072.xml"/><Relationship Id="rId238" Type="http://schemas.openxmlformats.org/officeDocument/2006/relationships/customXml" Target="../ink/ink2145.xml"/><Relationship Id="rId445" Type="http://schemas.openxmlformats.org/officeDocument/2006/relationships/image" Target="../media/image1035.png"/><Relationship Id="rId487" Type="http://schemas.openxmlformats.org/officeDocument/2006/relationships/image" Target="../media/image1058.png"/><Relationship Id="rId291" Type="http://schemas.openxmlformats.org/officeDocument/2006/relationships/image" Target="../media/image6611.png"/><Relationship Id="rId305" Type="http://schemas.openxmlformats.org/officeDocument/2006/relationships/image" Target="../media/image6680.png"/><Relationship Id="rId347" Type="http://schemas.openxmlformats.org/officeDocument/2006/relationships/image" Target="../media/image981.png"/><Relationship Id="rId512" Type="http://schemas.openxmlformats.org/officeDocument/2006/relationships/customXml" Target="../ink/ink2282.xml"/><Relationship Id="rId44" Type="http://schemas.openxmlformats.org/officeDocument/2006/relationships/customXml" Target="../ink/ink2091.xml"/><Relationship Id="rId86" Type="http://schemas.openxmlformats.org/officeDocument/2006/relationships/customXml" Target="../ink/ink2112.xml"/><Relationship Id="rId389" Type="http://schemas.openxmlformats.org/officeDocument/2006/relationships/image" Target="../media/image1004.png"/><Relationship Id="rId554" Type="http://schemas.openxmlformats.org/officeDocument/2006/relationships/customXml" Target="../ink/ink2303.xml"/><Relationship Id="rId596" Type="http://schemas.openxmlformats.org/officeDocument/2006/relationships/customXml" Target="../ink/ink2324.xml"/><Relationship Id="rId249" Type="http://schemas.openxmlformats.org/officeDocument/2006/relationships/image" Target="../media/image6400.png"/><Relationship Id="rId414" Type="http://schemas.openxmlformats.org/officeDocument/2006/relationships/customXml" Target="../ink/ink2233.xml"/><Relationship Id="rId456" Type="http://schemas.openxmlformats.org/officeDocument/2006/relationships/customXml" Target="../ink/ink2254.xml"/><Relationship Id="rId498" Type="http://schemas.openxmlformats.org/officeDocument/2006/relationships/customXml" Target="../ink/ink2275.xml"/><Relationship Id="rId13" Type="http://schemas.openxmlformats.org/officeDocument/2006/relationships/image" Target="../media/image3110.png"/><Relationship Id="rId109" Type="http://schemas.openxmlformats.org/officeDocument/2006/relationships/image" Target="../media/image7910.png"/><Relationship Id="rId260" Type="http://schemas.openxmlformats.org/officeDocument/2006/relationships/customXml" Target="../ink/ink2156.xml"/><Relationship Id="rId316" Type="http://schemas.openxmlformats.org/officeDocument/2006/relationships/customXml" Target="../ink/ink2184.xml"/><Relationship Id="rId523" Type="http://schemas.openxmlformats.org/officeDocument/2006/relationships/image" Target="../media/image1078.png"/><Relationship Id="rId55" Type="http://schemas.openxmlformats.org/officeDocument/2006/relationships/image" Target="../media/image5210.png"/><Relationship Id="rId97" Type="http://schemas.openxmlformats.org/officeDocument/2006/relationships/image" Target="../media/image7310.png"/><Relationship Id="rId120" Type="http://schemas.openxmlformats.org/officeDocument/2006/relationships/customXml" Target="../ink/ink2129.xml"/><Relationship Id="rId358" Type="http://schemas.openxmlformats.org/officeDocument/2006/relationships/customXml" Target="../ink/ink2205.xml"/><Relationship Id="rId565" Type="http://schemas.openxmlformats.org/officeDocument/2006/relationships/image" Target="../media/image1102.png"/><Relationship Id="rId425" Type="http://schemas.openxmlformats.org/officeDocument/2006/relationships/image" Target="../media/image1024.png"/><Relationship Id="rId467" Type="http://schemas.openxmlformats.org/officeDocument/2006/relationships/image" Target="../media/image1047.png"/><Relationship Id="rId271" Type="http://schemas.openxmlformats.org/officeDocument/2006/relationships/image" Target="../media/image6511.png"/><Relationship Id="rId24" Type="http://schemas.openxmlformats.org/officeDocument/2006/relationships/customXml" Target="../ink/ink2081.xml"/><Relationship Id="rId66" Type="http://schemas.openxmlformats.org/officeDocument/2006/relationships/customXml" Target="../ink/ink2102.xml"/><Relationship Id="rId131" Type="http://schemas.openxmlformats.org/officeDocument/2006/relationships/image" Target="../media/image9000.png"/><Relationship Id="rId327" Type="http://schemas.openxmlformats.org/officeDocument/2006/relationships/image" Target="../media/image969.png"/><Relationship Id="rId369" Type="http://schemas.openxmlformats.org/officeDocument/2006/relationships/image" Target="../media/image993.png"/><Relationship Id="rId534" Type="http://schemas.openxmlformats.org/officeDocument/2006/relationships/customXml" Target="../ink/ink2293.xml"/><Relationship Id="rId576" Type="http://schemas.openxmlformats.org/officeDocument/2006/relationships/customXml" Target="../ink/ink2314.xml"/><Relationship Id="rId229" Type="http://schemas.openxmlformats.org/officeDocument/2006/relationships/image" Target="../media/image13900.png"/><Relationship Id="rId380" Type="http://schemas.openxmlformats.org/officeDocument/2006/relationships/customXml" Target="../ink/ink2216.xml"/><Relationship Id="rId436" Type="http://schemas.openxmlformats.org/officeDocument/2006/relationships/customXml" Target="../ink/ink2244.xml"/><Relationship Id="rId601" Type="http://schemas.openxmlformats.org/officeDocument/2006/relationships/image" Target="../media/image1122.png"/><Relationship Id="rId240" Type="http://schemas.openxmlformats.org/officeDocument/2006/relationships/customXml" Target="../ink/ink2146.xml"/><Relationship Id="rId478" Type="http://schemas.openxmlformats.org/officeDocument/2006/relationships/customXml" Target="../ink/ink2265.xml"/><Relationship Id="rId35" Type="http://schemas.openxmlformats.org/officeDocument/2006/relationships/image" Target="../media/image4210.png"/><Relationship Id="rId77" Type="http://schemas.openxmlformats.org/officeDocument/2006/relationships/image" Target="../media/image6310.png"/><Relationship Id="rId100" Type="http://schemas.openxmlformats.org/officeDocument/2006/relationships/customXml" Target="../ink/ink2119.xml"/><Relationship Id="rId282" Type="http://schemas.openxmlformats.org/officeDocument/2006/relationships/customXml" Target="../ink/ink2167.xml"/><Relationship Id="rId338" Type="http://schemas.openxmlformats.org/officeDocument/2006/relationships/customXml" Target="../ink/ink2195.xml"/><Relationship Id="rId503" Type="http://schemas.openxmlformats.org/officeDocument/2006/relationships/image" Target="../media/image1067.png"/><Relationship Id="rId545" Type="http://schemas.openxmlformats.org/officeDocument/2006/relationships/image" Target="../media/image1091.png"/><Relationship Id="rId587" Type="http://schemas.openxmlformats.org/officeDocument/2006/relationships/image" Target="../media/image1114.png"/><Relationship Id="rId8" Type="http://schemas.openxmlformats.org/officeDocument/2006/relationships/customXml" Target="../ink/ink2073.xml"/><Relationship Id="rId391" Type="http://schemas.openxmlformats.org/officeDocument/2006/relationships/image" Target="../media/image1005.png"/><Relationship Id="rId405" Type="http://schemas.openxmlformats.org/officeDocument/2006/relationships/image" Target="../media/image1013.png"/><Relationship Id="rId447" Type="http://schemas.openxmlformats.org/officeDocument/2006/relationships/image" Target="../media/image1036.png"/><Relationship Id="rId251" Type="http://schemas.openxmlformats.org/officeDocument/2006/relationships/image" Target="../media/image6412.png"/><Relationship Id="rId489" Type="http://schemas.openxmlformats.org/officeDocument/2006/relationships/image" Target="../media/image1059.png"/><Relationship Id="rId46" Type="http://schemas.openxmlformats.org/officeDocument/2006/relationships/customXml" Target="../ink/ink2092.xml"/><Relationship Id="rId293" Type="http://schemas.openxmlformats.org/officeDocument/2006/relationships/image" Target="../media/image6620.png"/><Relationship Id="rId307" Type="http://schemas.openxmlformats.org/officeDocument/2006/relationships/image" Target="../media/image6690.png"/><Relationship Id="rId349" Type="http://schemas.openxmlformats.org/officeDocument/2006/relationships/image" Target="../media/image982.png"/><Relationship Id="rId514" Type="http://schemas.openxmlformats.org/officeDocument/2006/relationships/customXml" Target="../ink/ink2283.xml"/><Relationship Id="rId556" Type="http://schemas.openxmlformats.org/officeDocument/2006/relationships/customXml" Target="../ink/ink2304.xml"/><Relationship Id="rId88" Type="http://schemas.openxmlformats.org/officeDocument/2006/relationships/customXml" Target="../ink/ink2113.xml"/><Relationship Id="rId111" Type="http://schemas.openxmlformats.org/officeDocument/2006/relationships/image" Target="../media/image8010.png"/><Relationship Id="rId360" Type="http://schemas.openxmlformats.org/officeDocument/2006/relationships/customXml" Target="../ink/ink2206.xml"/><Relationship Id="rId416" Type="http://schemas.openxmlformats.org/officeDocument/2006/relationships/customXml" Target="../ink/ink2234.xml"/><Relationship Id="rId598" Type="http://schemas.openxmlformats.org/officeDocument/2006/relationships/customXml" Target="../ink/ink2325.xml"/><Relationship Id="rId458" Type="http://schemas.openxmlformats.org/officeDocument/2006/relationships/customXml" Target="../ink/ink2255.xml"/><Relationship Id="rId15" Type="http://schemas.openxmlformats.org/officeDocument/2006/relationships/image" Target="../media/image3210.png"/><Relationship Id="rId57" Type="http://schemas.openxmlformats.org/officeDocument/2006/relationships/image" Target="../media/image5310.png"/><Relationship Id="rId262" Type="http://schemas.openxmlformats.org/officeDocument/2006/relationships/customXml" Target="../ink/ink2157.xml"/><Relationship Id="rId318" Type="http://schemas.openxmlformats.org/officeDocument/2006/relationships/customXml" Target="../ink/ink2185.xml"/><Relationship Id="rId525" Type="http://schemas.openxmlformats.org/officeDocument/2006/relationships/image" Target="../media/image1079.png"/><Relationship Id="rId567" Type="http://schemas.openxmlformats.org/officeDocument/2006/relationships/image" Target="../media/image1103.png"/><Relationship Id="rId99" Type="http://schemas.openxmlformats.org/officeDocument/2006/relationships/image" Target="../media/image7410.png"/><Relationship Id="rId122" Type="http://schemas.openxmlformats.org/officeDocument/2006/relationships/customXml" Target="../ink/ink2130.xml"/><Relationship Id="rId371" Type="http://schemas.openxmlformats.org/officeDocument/2006/relationships/image" Target="../media/image994.png"/><Relationship Id="rId427" Type="http://schemas.openxmlformats.org/officeDocument/2006/relationships/image" Target="../media/image1025.png"/><Relationship Id="rId469" Type="http://schemas.openxmlformats.org/officeDocument/2006/relationships/image" Target="../media/image1048.png"/><Relationship Id="rId26" Type="http://schemas.openxmlformats.org/officeDocument/2006/relationships/customXml" Target="../ink/ink2082.xml"/><Relationship Id="rId231" Type="http://schemas.openxmlformats.org/officeDocument/2006/relationships/image" Target="../media/image14000.png"/><Relationship Id="rId273" Type="http://schemas.openxmlformats.org/officeDocument/2006/relationships/image" Target="../media/image6520.png"/><Relationship Id="rId329" Type="http://schemas.openxmlformats.org/officeDocument/2006/relationships/image" Target="../media/image971.png"/><Relationship Id="rId480" Type="http://schemas.openxmlformats.org/officeDocument/2006/relationships/customXml" Target="../ink/ink2266.xml"/><Relationship Id="rId536" Type="http://schemas.openxmlformats.org/officeDocument/2006/relationships/customXml" Target="../ink/ink2294.xml"/><Relationship Id="rId68" Type="http://schemas.openxmlformats.org/officeDocument/2006/relationships/customXml" Target="../ink/ink2103.xml"/><Relationship Id="rId133" Type="http://schemas.openxmlformats.org/officeDocument/2006/relationships/image" Target="../media/image9100.png"/><Relationship Id="rId340" Type="http://schemas.openxmlformats.org/officeDocument/2006/relationships/customXml" Target="../ink/ink2196.xml"/><Relationship Id="rId578" Type="http://schemas.openxmlformats.org/officeDocument/2006/relationships/customXml" Target="../ink/ink2315.xml"/><Relationship Id="rId382" Type="http://schemas.openxmlformats.org/officeDocument/2006/relationships/customXml" Target="../ink/ink2217.xml"/><Relationship Id="rId438" Type="http://schemas.openxmlformats.org/officeDocument/2006/relationships/customXml" Target="../ink/ink2245.xml"/><Relationship Id="rId603" Type="http://schemas.openxmlformats.org/officeDocument/2006/relationships/image" Target="../media/image1123.png"/><Relationship Id="rId242" Type="http://schemas.openxmlformats.org/officeDocument/2006/relationships/customXml" Target="../ink/ink2147.xml"/><Relationship Id="rId284" Type="http://schemas.openxmlformats.org/officeDocument/2006/relationships/customXml" Target="../ink/ink2168.xml"/><Relationship Id="rId491" Type="http://schemas.openxmlformats.org/officeDocument/2006/relationships/image" Target="../media/image1061.png"/><Relationship Id="rId505" Type="http://schemas.openxmlformats.org/officeDocument/2006/relationships/image" Target="../media/image1068.png"/><Relationship Id="rId37" Type="http://schemas.openxmlformats.org/officeDocument/2006/relationships/image" Target="../media/image4310.png"/><Relationship Id="rId79" Type="http://schemas.openxmlformats.org/officeDocument/2006/relationships/image" Target="../media/image6410.png"/><Relationship Id="rId102" Type="http://schemas.openxmlformats.org/officeDocument/2006/relationships/customXml" Target="../ink/ink2120.xml"/><Relationship Id="rId547" Type="http://schemas.openxmlformats.org/officeDocument/2006/relationships/image" Target="../media/image1092.png"/><Relationship Id="rId589" Type="http://schemas.openxmlformats.org/officeDocument/2006/relationships/image" Target="../media/image1115.png"/><Relationship Id="rId90" Type="http://schemas.openxmlformats.org/officeDocument/2006/relationships/customXml" Target="../ink/ink2114.xml"/><Relationship Id="rId351" Type="http://schemas.openxmlformats.org/officeDocument/2006/relationships/image" Target="../media/image983.png"/><Relationship Id="rId393" Type="http://schemas.openxmlformats.org/officeDocument/2006/relationships/image" Target="../media/image1006.png"/><Relationship Id="rId407" Type="http://schemas.openxmlformats.org/officeDocument/2006/relationships/image" Target="../media/image1014.png"/><Relationship Id="rId449" Type="http://schemas.openxmlformats.org/officeDocument/2006/relationships/image" Target="../media/image1037.png"/><Relationship Id="rId253" Type="http://schemas.openxmlformats.org/officeDocument/2006/relationships/image" Target="../media/image6420.png"/><Relationship Id="rId295" Type="http://schemas.openxmlformats.org/officeDocument/2006/relationships/image" Target="../media/image6630.png"/><Relationship Id="rId309" Type="http://schemas.openxmlformats.org/officeDocument/2006/relationships/image" Target="../media/image6700.png"/><Relationship Id="rId460" Type="http://schemas.openxmlformats.org/officeDocument/2006/relationships/customXml" Target="../ink/ink2256.xml"/><Relationship Id="rId516" Type="http://schemas.openxmlformats.org/officeDocument/2006/relationships/customXml" Target="../ink/ink2284.xml"/><Relationship Id="rId48" Type="http://schemas.openxmlformats.org/officeDocument/2006/relationships/customXml" Target="../ink/ink2093.xml"/><Relationship Id="rId113" Type="http://schemas.openxmlformats.org/officeDocument/2006/relationships/image" Target="../media/image8190.png"/><Relationship Id="rId320" Type="http://schemas.openxmlformats.org/officeDocument/2006/relationships/customXml" Target="../ink/ink2186.xml"/><Relationship Id="rId558" Type="http://schemas.openxmlformats.org/officeDocument/2006/relationships/customXml" Target="../ink/ink2305.xml"/><Relationship Id="rId362" Type="http://schemas.openxmlformats.org/officeDocument/2006/relationships/customXml" Target="../ink/ink2207.xml"/><Relationship Id="rId418" Type="http://schemas.openxmlformats.org/officeDocument/2006/relationships/customXml" Target="../ink/ink2235.xml"/><Relationship Id="rId264" Type="http://schemas.openxmlformats.org/officeDocument/2006/relationships/customXml" Target="../ink/ink2158.xml"/><Relationship Id="rId471" Type="http://schemas.openxmlformats.org/officeDocument/2006/relationships/image" Target="../media/image1049.png"/><Relationship Id="rId17" Type="http://schemas.openxmlformats.org/officeDocument/2006/relationships/image" Target="../media/image3310.png"/><Relationship Id="rId59" Type="http://schemas.openxmlformats.org/officeDocument/2006/relationships/image" Target="../media/image5410.png"/><Relationship Id="rId124" Type="http://schemas.openxmlformats.org/officeDocument/2006/relationships/customXml" Target="../ink/ink2131.xml"/><Relationship Id="rId527" Type="http://schemas.openxmlformats.org/officeDocument/2006/relationships/image" Target="../media/image1081.png"/><Relationship Id="rId569" Type="http://schemas.openxmlformats.org/officeDocument/2006/relationships/image" Target="../media/image1104.png"/><Relationship Id="rId70" Type="http://schemas.openxmlformats.org/officeDocument/2006/relationships/customXml" Target="../ink/ink2104.xml"/><Relationship Id="rId331" Type="http://schemas.openxmlformats.org/officeDocument/2006/relationships/image" Target="../media/image972.png"/><Relationship Id="rId373" Type="http://schemas.openxmlformats.org/officeDocument/2006/relationships/image" Target="../media/image995.png"/><Relationship Id="rId429" Type="http://schemas.openxmlformats.org/officeDocument/2006/relationships/image" Target="../media/image1026.png"/><Relationship Id="rId580" Type="http://schemas.openxmlformats.org/officeDocument/2006/relationships/customXml" Target="../ink/ink2316.xml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14100.png"/><Relationship Id="rId440" Type="http://schemas.openxmlformats.org/officeDocument/2006/relationships/customXml" Target="../ink/ink2246.xml"/><Relationship Id="rId28" Type="http://schemas.openxmlformats.org/officeDocument/2006/relationships/customXml" Target="../ink/ink2083.xml"/><Relationship Id="rId275" Type="http://schemas.openxmlformats.org/officeDocument/2006/relationships/image" Target="../media/image6530.png"/><Relationship Id="rId300" Type="http://schemas.openxmlformats.org/officeDocument/2006/relationships/customXml" Target="../ink/ink2176.xml"/><Relationship Id="rId482" Type="http://schemas.openxmlformats.org/officeDocument/2006/relationships/customXml" Target="../ink/ink2267.xml"/><Relationship Id="rId538" Type="http://schemas.openxmlformats.org/officeDocument/2006/relationships/customXml" Target="../ink/ink2295.xml"/><Relationship Id="rId81" Type="http://schemas.openxmlformats.org/officeDocument/2006/relationships/image" Target="../media/image6510.png"/><Relationship Id="rId135" Type="http://schemas.openxmlformats.org/officeDocument/2006/relationships/image" Target="../media/image9200.png"/><Relationship Id="rId342" Type="http://schemas.openxmlformats.org/officeDocument/2006/relationships/customXml" Target="../ink/ink2197.xml"/><Relationship Id="rId384" Type="http://schemas.openxmlformats.org/officeDocument/2006/relationships/customXml" Target="../ink/ink2218.xml"/><Relationship Id="rId591" Type="http://schemas.openxmlformats.org/officeDocument/2006/relationships/image" Target="../media/image1116.png"/><Relationship Id="rId244" Type="http://schemas.openxmlformats.org/officeDocument/2006/relationships/customXml" Target="../ink/ink2148.xml"/><Relationship Id="rId39" Type="http://schemas.openxmlformats.org/officeDocument/2006/relationships/image" Target="../media/image4410.png"/><Relationship Id="rId286" Type="http://schemas.openxmlformats.org/officeDocument/2006/relationships/customXml" Target="../ink/ink2169.xml"/><Relationship Id="rId451" Type="http://schemas.openxmlformats.org/officeDocument/2006/relationships/image" Target="../media/image1038.png"/><Relationship Id="rId493" Type="http://schemas.openxmlformats.org/officeDocument/2006/relationships/image" Target="../media/image1062.png"/><Relationship Id="rId507" Type="http://schemas.openxmlformats.org/officeDocument/2006/relationships/image" Target="../media/image1069.png"/><Relationship Id="rId549" Type="http://schemas.openxmlformats.org/officeDocument/2006/relationships/image" Target="../media/image1093.png"/><Relationship Id="rId50" Type="http://schemas.openxmlformats.org/officeDocument/2006/relationships/customXml" Target="../ink/ink2094.xml"/><Relationship Id="rId104" Type="http://schemas.openxmlformats.org/officeDocument/2006/relationships/customXml" Target="../ink/ink2121.xml"/><Relationship Id="rId311" Type="http://schemas.openxmlformats.org/officeDocument/2006/relationships/image" Target="../media/image6712.png"/><Relationship Id="rId353" Type="http://schemas.openxmlformats.org/officeDocument/2006/relationships/image" Target="../media/image984.png"/><Relationship Id="rId395" Type="http://schemas.openxmlformats.org/officeDocument/2006/relationships/image" Target="../media/image1007.png"/><Relationship Id="rId409" Type="http://schemas.openxmlformats.org/officeDocument/2006/relationships/image" Target="../media/image1015.png"/><Relationship Id="rId560" Type="http://schemas.openxmlformats.org/officeDocument/2006/relationships/customXml" Target="../ink/ink2306.xml"/><Relationship Id="rId92" Type="http://schemas.openxmlformats.org/officeDocument/2006/relationships/customXml" Target="../ink/ink2115.xml"/><Relationship Id="rId420" Type="http://schemas.openxmlformats.org/officeDocument/2006/relationships/customXml" Target="../ink/ink2236.xml"/><Relationship Id="rId255" Type="http://schemas.openxmlformats.org/officeDocument/2006/relationships/image" Target="../media/image6430.png"/><Relationship Id="rId297" Type="http://schemas.openxmlformats.org/officeDocument/2006/relationships/image" Target="../media/image6640.png"/><Relationship Id="rId462" Type="http://schemas.openxmlformats.org/officeDocument/2006/relationships/customXml" Target="../ink/ink2257.xml"/><Relationship Id="rId518" Type="http://schemas.openxmlformats.org/officeDocument/2006/relationships/customXml" Target="../ink/ink2285.xml"/><Relationship Id="rId115" Type="http://schemas.openxmlformats.org/officeDocument/2006/relationships/image" Target="../media/image8200.png"/><Relationship Id="rId322" Type="http://schemas.openxmlformats.org/officeDocument/2006/relationships/customXml" Target="../ink/ink2187.xml"/><Relationship Id="rId364" Type="http://schemas.openxmlformats.org/officeDocument/2006/relationships/customXml" Target="../ink/ink2208.xml"/><Relationship Id="rId61" Type="http://schemas.openxmlformats.org/officeDocument/2006/relationships/image" Target="../media/image5510.png"/><Relationship Id="rId571" Type="http://schemas.openxmlformats.org/officeDocument/2006/relationships/image" Target="../media/image1105.png"/><Relationship Id="rId19" Type="http://schemas.openxmlformats.org/officeDocument/2006/relationships/image" Target="../media/image3410.png"/><Relationship Id="rId224" Type="http://schemas.openxmlformats.org/officeDocument/2006/relationships/customXml" Target="../ink/ink2138.xml"/><Relationship Id="rId266" Type="http://schemas.openxmlformats.org/officeDocument/2006/relationships/customXml" Target="../ink/ink2159.xml"/><Relationship Id="rId431" Type="http://schemas.openxmlformats.org/officeDocument/2006/relationships/image" Target="../media/image1027.png"/><Relationship Id="rId473" Type="http://schemas.openxmlformats.org/officeDocument/2006/relationships/image" Target="../media/image1051.png"/><Relationship Id="rId529" Type="http://schemas.openxmlformats.org/officeDocument/2006/relationships/image" Target="../media/image1082.png"/><Relationship Id="rId30" Type="http://schemas.openxmlformats.org/officeDocument/2006/relationships/customXml" Target="../ink/ink2084.xml"/><Relationship Id="rId126" Type="http://schemas.openxmlformats.org/officeDocument/2006/relationships/customXml" Target="../ink/ink2132.xml"/><Relationship Id="rId333" Type="http://schemas.openxmlformats.org/officeDocument/2006/relationships/image" Target="../media/image973.png"/><Relationship Id="rId540" Type="http://schemas.openxmlformats.org/officeDocument/2006/relationships/customXml" Target="../ink/ink2296.xml"/><Relationship Id="rId72" Type="http://schemas.openxmlformats.org/officeDocument/2006/relationships/customXml" Target="../ink/ink2105.xml"/><Relationship Id="rId375" Type="http://schemas.openxmlformats.org/officeDocument/2006/relationships/image" Target="../media/image996.png"/><Relationship Id="rId582" Type="http://schemas.openxmlformats.org/officeDocument/2006/relationships/customXml" Target="../ink/ink2317.xml"/><Relationship Id="rId3" Type="http://schemas.openxmlformats.org/officeDocument/2006/relationships/image" Target="../media/image2610.png"/><Relationship Id="rId235" Type="http://schemas.openxmlformats.org/officeDocument/2006/relationships/image" Target="../media/image14200.png"/><Relationship Id="rId277" Type="http://schemas.openxmlformats.org/officeDocument/2006/relationships/image" Target="../media/image6540.png"/><Relationship Id="rId400" Type="http://schemas.openxmlformats.org/officeDocument/2006/relationships/customXml" Target="../ink/ink2226.xml"/><Relationship Id="rId442" Type="http://schemas.openxmlformats.org/officeDocument/2006/relationships/customXml" Target="../ink/ink2247.xml"/><Relationship Id="rId484" Type="http://schemas.openxmlformats.org/officeDocument/2006/relationships/customXml" Target="../ink/ink2268.xml"/><Relationship Id="rId302" Type="http://schemas.openxmlformats.org/officeDocument/2006/relationships/customXml" Target="../ink/ink2177.xml"/><Relationship Id="rId344" Type="http://schemas.openxmlformats.org/officeDocument/2006/relationships/customXml" Target="../ink/ink2198.xml"/><Relationship Id="rId41" Type="http://schemas.openxmlformats.org/officeDocument/2006/relationships/image" Target="../media/image4510.png"/><Relationship Id="rId83" Type="http://schemas.openxmlformats.org/officeDocument/2006/relationships/image" Target="../media/image6610.png"/><Relationship Id="rId386" Type="http://schemas.openxmlformats.org/officeDocument/2006/relationships/customXml" Target="../ink/ink2219.xml"/><Relationship Id="rId551" Type="http://schemas.openxmlformats.org/officeDocument/2006/relationships/image" Target="../media/image1094.png"/><Relationship Id="rId593" Type="http://schemas.openxmlformats.org/officeDocument/2006/relationships/image" Target="../media/image1117.png"/><Relationship Id="rId246" Type="http://schemas.openxmlformats.org/officeDocument/2006/relationships/customXml" Target="../ink/ink2149.xml"/><Relationship Id="rId288" Type="http://schemas.openxmlformats.org/officeDocument/2006/relationships/customXml" Target="../ink/ink2170.xml"/><Relationship Id="rId411" Type="http://schemas.openxmlformats.org/officeDocument/2006/relationships/image" Target="../media/image1016.png"/><Relationship Id="rId453" Type="http://schemas.openxmlformats.org/officeDocument/2006/relationships/image" Target="../media/image1039.png"/><Relationship Id="rId509" Type="http://schemas.openxmlformats.org/officeDocument/2006/relationships/image" Target="../media/image1071.png"/><Relationship Id="rId106" Type="http://schemas.openxmlformats.org/officeDocument/2006/relationships/customXml" Target="../ink/ink2122.xml"/><Relationship Id="rId313" Type="http://schemas.openxmlformats.org/officeDocument/2006/relationships/image" Target="../media/image6720.png"/><Relationship Id="rId495" Type="http://schemas.openxmlformats.org/officeDocument/2006/relationships/image" Target="../media/image1063.png"/><Relationship Id="rId10" Type="http://schemas.openxmlformats.org/officeDocument/2006/relationships/customXml" Target="../ink/ink2074.xml"/><Relationship Id="rId52" Type="http://schemas.openxmlformats.org/officeDocument/2006/relationships/customXml" Target="../ink/ink2095.xml"/><Relationship Id="rId94" Type="http://schemas.openxmlformats.org/officeDocument/2006/relationships/customXml" Target="../ink/ink2116.xml"/><Relationship Id="rId355" Type="http://schemas.openxmlformats.org/officeDocument/2006/relationships/image" Target="../media/image985.png"/><Relationship Id="rId397" Type="http://schemas.openxmlformats.org/officeDocument/2006/relationships/image" Target="../media/image1008.png"/><Relationship Id="rId520" Type="http://schemas.openxmlformats.org/officeDocument/2006/relationships/customXml" Target="../ink/ink2286.xml"/><Relationship Id="rId562" Type="http://schemas.openxmlformats.org/officeDocument/2006/relationships/customXml" Target="../ink/ink2307.xml"/><Relationship Id="rId257" Type="http://schemas.openxmlformats.org/officeDocument/2006/relationships/image" Target="../media/image6440.png"/><Relationship Id="rId422" Type="http://schemas.openxmlformats.org/officeDocument/2006/relationships/customXml" Target="../ink/ink2237.xml"/><Relationship Id="rId464" Type="http://schemas.openxmlformats.org/officeDocument/2006/relationships/customXml" Target="../ink/ink2258.xml"/><Relationship Id="rId299" Type="http://schemas.openxmlformats.org/officeDocument/2006/relationships/image" Target="../media/image6650.png"/><Relationship Id="rId63" Type="http://schemas.openxmlformats.org/officeDocument/2006/relationships/image" Target="../media/image5610.png"/><Relationship Id="rId366" Type="http://schemas.openxmlformats.org/officeDocument/2006/relationships/customXml" Target="../ink/ink2209.xml"/><Relationship Id="rId573" Type="http://schemas.openxmlformats.org/officeDocument/2006/relationships/image" Target="../media/image1106.png"/></Relationships>
</file>

<file path=ppt/slides/_rels/slide3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030.png"/><Relationship Id="rId21" Type="http://schemas.openxmlformats.org/officeDocument/2006/relationships/image" Target="../media/image1560.png"/><Relationship Id="rId63" Type="http://schemas.openxmlformats.org/officeDocument/2006/relationships/image" Target="../media/image1770.png"/><Relationship Id="rId159" Type="http://schemas.openxmlformats.org/officeDocument/2006/relationships/image" Target="../media/image2230.png"/><Relationship Id="rId170" Type="http://schemas.openxmlformats.org/officeDocument/2006/relationships/customXml" Target="../ink/ink2412.xml"/><Relationship Id="rId226" Type="http://schemas.openxmlformats.org/officeDocument/2006/relationships/customXml" Target="../ink/ink2440.xml"/><Relationship Id="rId268" Type="http://schemas.openxmlformats.org/officeDocument/2006/relationships/customXml" Target="../ink/ink2461.xml"/><Relationship Id="rId32" Type="http://schemas.openxmlformats.org/officeDocument/2006/relationships/customXml" Target="../ink/ink2343.xml"/><Relationship Id="rId74" Type="http://schemas.openxmlformats.org/officeDocument/2006/relationships/customXml" Target="../ink/ink2364.xml"/><Relationship Id="rId128" Type="http://schemas.openxmlformats.org/officeDocument/2006/relationships/customXml" Target="../ink/ink2391.xml"/><Relationship Id="rId5" Type="http://schemas.openxmlformats.org/officeDocument/2006/relationships/image" Target="../media/image14800.png"/><Relationship Id="rId181" Type="http://schemas.openxmlformats.org/officeDocument/2006/relationships/image" Target="../media/image2340.png"/><Relationship Id="rId237" Type="http://schemas.openxmlformats.org/officeDocument/2006/relationships/image" Target="../media/image2620.png"/><Relationship Id="rId279" Type="http://schemas.openxmlformats.org/officeDocument/2006/relationships/image" Target="../media/image6760.png"/><Relationship Id="rId43" Type="http://schemas.openxmlformats.org/officeDocument/2006/relationships/image" Target="../media/image1670.png"/><Relationship Id="rId139" Type="http://schemas.openxmlformats.org/officeDocument/2006/relationships/image" Target="../media/image2130.png"/><Relationship Id="rId290" Type="http://schemas.openxmlformats.org/officeDocument/2006/relationships/customXml" Target="../ink/ink2472.xml"/><Relationship Id="rId85" Type="http://schemas.openxmlformats.org/officeDocument/2006/relationships/image" Target="../media/image1880.png"/><Relationship Id="rId150" Type="http://schemas.openxmlformats.org/officeDocument/2006/relationships/customXml" Target="../ink/ink2402.xml"/><Relationship Id="rId192" Type="http://schemas.openxmlformats.org/officeDocument/2006/relationships/customXml" Target="../ink/ink2423.xml"/><Relationship Id="rId206" Type="http://schemas.openxmlformats.org/officeDocument/2006/relationships/customXml" Target="../ink/ink2430.xml"/><Relationship Id="rId248" Type="http://schemas.openxmlformats.org/officeDocument/2006/relationships/customXml" Target="../ink/ink2451.xml"/><Relationship Id="rId12" Type="http://schemas.openxmlformats.org/officeDocument/2006/relationships/customXml" Target="../ink/ink2333.xml"/><Relationship Id="rId108" Type="http://schemas.openxmlformats.org/officeDocument/2006/relationships/customXml" Target="../ink/ink2381.xml"/><Relationship Id="rId54" Type="http://schemas.openxmlformats.org/officeDocument/2006/relationships/customXml" Target="../ink/ink2354.xml"/><Relationship Id="rId75" Type="http://schemas.openxmlformats.org/officeDocument/2006/relationships/image" Target="../media/image1830.png"/><Relationship Id="rId96" Type="http://schemas.openxmlformats.org/officeDocument/2006/relationships/customXml" Target="../ink/ink2375.xml"/><Relationship Id="rId140" Type="http://schemas.openxmlformats.org/officeDocument/2006/relationships/customXml" Target="../ink/ink2397.xml"/><Relationship Id="rId161" Type="http://schemas.openxmlformats.org/officeDocument/2006/relationships/image" Target="../media/image2240.png"/><Relationship Id="rId182" Type="http://schemas.openxmlformats.org/officeDocument/2006/relationships/customXml" Target="../ink/ink2418.xml"/><Relationship Id="rId217" Type="http://schemas.openxmlformats.org/officeDocument/2006/relationships/image" Target="../media/image2520.png"/><Relationship Id="rId6" Type="http://schemas.openxmlformats.org/officeDocument/2006/relationships/customXml" Target="../ink/ink2330.xml"/><Relationship Id="rId238" Type="http://schemas.openxmlformats.org/officeDocument/2006/relationships/customXml" Target="../ink/ink2446.xml"/><Relationship Id="rId259" Type="http://schemas.openxmlformats.org/officeDocument/2006/relationships/image" Target="../media/image2730.png"/><Relationship Id="rId23" Type="http://schemas.openxmlformats.org/officeDocument/2006/relationships/image" Target="../media/image1570.png"/><Relationship Id="rId119" Type="http://schemas.openxmlformats.org/officeDocument/2006/relationships/image" Target="../media/image2040.png"/><Relationship Id="rId270" Type="http://schemas.openxmlformats.org/officeDocument/2006/relationships/customXml" Target="../ink/ink2462.xml"/><Relationship Id="rId291" Type="http://schemas.openxmlformats.org/officeDocument/2006/relationships/image" Target="../media/image6820.png"/><Relationship Id="rId44" Type="http://schemas.openxmlformats.org/officeDocument/2006/relationships/customXml" Target="../ink/ink2349.xml"/><Relationship Id="rId65" Type="http://schemas.openxmlformats.org/officeDocument/2006/relationships/image" Target="../media/image1780.png"/><Relationship Id="rId86" Type="http://schemas.openxmlformats.org/officeDocument/2006/relationships/customXml" Target="../ink/ink2370.xml"/><Relationship Id="rId130" Type="http://schemas.openxmlformats.org/officeDocument/2006/relationships/customXml" Target="../ink/ink2392.xml"/><Relationship Id="rId151" Type="http://schemas.openxmlformats.org/officeDocument/2006/relationships/image" Target="../media/image2190.png"/><Relationship Id="rId172" Type="http://schemas.openxmlformats.org/officeDocument/2006/relationships/customXml" Target="../ink/ink2413.xml"/><Relationship Id="rId193" Type="http://schemas.openxmlformats.org/officeDocument/2006/relationships/image" Target="../media/image2400.png"/><Relationship Id="rId207" Type="http://schemas.openxmlformats.org/officeDocument/2006/relationships/image" Target="../media/image2470.png"/><Relationship Id="rId228" Type="http://schemas.openxmlformats.org/officeDocument/2006/relationships/customXml" Target="../ink/ink2441.xml"/><Relationship Id="rId249" Type="http://schemas.openxmlformats.org/officeDocument/2006/relationships/image" Target="../media/image2680.png"/><Relationship Id="rId13" Type="http://schemas.openxmlformats.org/officeDocument/2006/relationships/image" Target="../media/image15200.png"/><Relationship Id="rId109" Type="http://schemas.openxmlformats.org/officeDocument/2006/relationships/image" Target="../media/image2000.png"/><Relationship Id="rId260" Type="http://schemas.openxmlformats.org/officeDocument/2006/relationships/customXml" Target="../ink/ink2457.xml"/><Relationship Id="rId281" Type="http://schemas.openxmlformats.org/officeDocument/2006/relationships/image" Target="../media/image6770.png"/><Relationship Id="rId34" Type="http://schemas.openxmlformats.org/officeDocument/2006/relationships/customXml" Target="../ink/ink2344.xml"/><Relationship Id="rId55" Type="http://schemas.openxmlformats.org/officeDocument/2006/relationships/image" Target="../media/image1730.png"/><Relationship Id="rId76" Type="http://schemas.openxmlformats.org/officeDocument/2006/relationships/customXml" Target="../ink/ink2365.xml"/><Relationship Id="rId97" Type="http://schemas.openxmlformats.org/officeDocument/2006/relationships/image" Target="../media/image1940.png"/><Relationship Id="rId120" Type="http://schemas.openxmlformats.org/officeDocument/2006/relationships/customXml" Target="../ink/ink2387.xml"/><Relationship Id="rId141" Type="http://schemas.openxmlformats.org/officeDocument/2006/relationships/image" Target="../media/image2140.png"/><Relationship Id="rId7" Type="http://schemas.openxmlformats.org/officeDocument/2006/relationships/image" Target="../media/image14900.png"/><Relationship Id="rId162" Type="http://schemas.openxmlformats.org/officeDocument/2006/relationships/customXml" Target="../ink/ink2408.xml"/><Relationship Id="rId183" Type="http://schemas.openxmlformats.org/officeDocument/2006/relationships/image" Target="../media/image2350.png"/><Relationship Id="rId218" Type="http://schemas.openxmlformats.org/officeDocument/2006/relationships/customXml" Target="../ink/ink2436.xml"/><Relationship Id="rId239" Type="http://schemas.openxmlformats.org/officeDocument/2006/relationships/image" Target="../media/image2630.png"/><Relationship Id="rId250" Type="http://schemas.openxmlformats.org/officeDocument/2006/relationships/customXml" Target="../ink/ink2452.xml"/><Relationship Id="rId271" Type="http://schemas.openxmlformats.org/officeDocument/2006/relationships/image" Target="../media/image2790.png"/><Relationship Id="rId292" Type="http://schemas.openxmlformats.org/officeDocument/2006/relationships/customXml" Target="../ink/ink2473.xml"/><Relationship Id="rId24" Type="http://schemas.openxmlformats.org/officeDocument/2006/relationships/customXml" Target="../ink/ink2339.xml"/><Relationship Id="rId45" Type="http://schemas.openxmlformats.org/officeDocument/2006/relationships/image" Target="../media/image1680.png"/><Relationship Id="rId66" Type="http://schemas.openxmlformats.org/officeDocument/2006/relationships/customXml" Target="../ink/ink2360.xml"/><Relationship Id="rId87" Type="http://schemas.openxmlformats.org/officeDocument/2006/relationships/image" Target="../media/image1890.png"/><Relationship Id="rId110" Type="http://schemas.openxmlformats.org/officeDocument/2006/relationships/customXml" Target="../ink/ink2382.xml"/><Relationship Id="rId131" Type="http://schemas.openxmlformats.org/officeDocument/2006/relationships/image" Target="../media/image9000.png"/><Relationship Id="rId152" Type="http://schemas.openxmlformats.org/officeDocument/2006/relationships/customXml" Target="../ink/ink2403.xml"/><Relationship Id="rId173" Type="http://schemas.openxmlformats.org/officeDocument/2006/relationships/image" Target="../media/image2300.png"/><Relationship Id="rId194" Type="http://schemas.openxmlformats.org/officeDocument/2006/relationships/customXml" Target="../ink/ink2424.xml"/><Relationship Id="rId208" Type="http://schemas.openxmlformats.org/officeDocument/2006/relationships/customXml" Target="../ink/ink2431.xml"/><Relationship Id="rId229" Type="http://schemas.openxmlformats.org/officeDocument/2006/relationships/image" Target="../media/image2580.png"/><Relationship Id="rId240" Type="http://schemas.openxmlformats.org/officeDocument/2006/relationships/customXml" Target="../ink/ink2447.xml"/><Relationship Id="rId261" Type="http://schemas.openxmlformats.org/officeDocument/2006/relationships/image" Target="../media/image2740.png"/><Relationship Id="rId14" Type="http://schemas.openxmlformats.org/officeDocument/2006/relationships/customXml" Target="../ink/ink2334.xml"/><Relationship Id="rId35" Type="http://schemas.openxmlformats.org/officeDocument/2006/relationships/image" Target="../media/image1630.png"/><Relationship Id="rId56" Type="http://schemas.openxmlformats.org/officeDocument/2006/relationships/customXml" Target="../ink/ink2355.xml"/><Relationship Id="rId77" Type="http://schemas.openxmlformats.org/officeDocument/2006/relationships/image" Target="../media/image1840.png"/><Relationship Id="rId100" Type="http://schemas.openxmlformats.org/officeDocument/2006/relationships/customXml" Target="../ink/ink2377.xml"/><Relationship Id="rId282" Type="http://schemas.openxmlformats.org/officeDocument/2006/relationships/customXml" Target="../ink/ink2468.xml"/><Relationship Id="rId8" Type="http://schemas.openxmlformats.org/officeDocument/2006/relationships/customXml" Target="../ink/ink2331.xml"/><Relationship Id="rId98" Type="http://schemas.openxmlformats.org/officeDocument/2006/relationships/customXml" Target="../ink/ink2376.xml"/><Relationship Id="rId121" Type="http://schemas.openxmlformats.org/officeDocument/2006/relationships/image" Target="../media/image2050.png"/><Relationship Id="rId142" Type="http://schemas.openxmlformats.org/officeDocument/2006/relationships/customXml" Target="../ink/ink2398.xml"/><Relationship Id="rId163" Type="http://schemas.openxmlformats.org/officeDocument/2006/relationships/image" Target="../media/image2250.png"/><Relationship Id="rId184" Type="http://schemas.openxmlformats.org/officeDocument/2006/relationships/customXml" Target="../ink/ink2419.xml"/><Relationship Id="rId219" Type="http://schemas.openxmlformats.org/officeDocument/2006/relationships/image" Target="../media/image2530.png"/><Relationship Id="rId230" Type="http://schemas.openxmlformats.org/officeDocument/2006/relationships/customXml" Target="../ink/ink2442.xml"/><Relationship Id="rId251" Type="http://schemas.openxmlformats.org/officeDocument/2006/relationships/image" Target="../media/image2690.png"/><Relationship Id="rId25" Type="http://schemas.openxmlformats.org/officeDocument/2006/relationships/image" Target="../media/image1580.png"/><Relationship Id="rId46" Type="http://schemas.openxmlformats.org/officeDocument/2006/relationships/customXml" Target="../ink/ink2350.xml"/><Relationship Id="rId67" Type="http://schemas.openxmlformats.org/officeDocument/2006/relationships/image" Target="../media/image1790.png"/><Relationship Id="rId272" Type="http://schemas.openxmlformats.org/officeDocument/2006/relationships/customXml" Target="../ink/ink2463.xml"/><Relationship Id="rId293" Type="http://schemas.openxmlformats.org/officeDocument/2006/relationships/image" Target="../media/image6830.png"/><Relationship Id="rId88" Type="http://schemas.openxmlformats.org/officeDocument/2006/relationships/customXml" Target="../ink/ink2371.xml"/><Relationship Id="rId111" Type="http://schemas.openxmlformats.org/officeDocument/2006/relationships/image" Target="../media/image8010.png"/><Relationship Id="rId132" Type="http://schemas.openxmlformats.org/officeDocument/2006/relationships/customXml" Target="../ink/ink2393.xml"/><Relationship Id="rId153" Type="http://schemas.openxmlformats.org/officeDocument/2006/relationships/image" Target="../media/image2200.png"/><Relationship Id="rId174" Type="http://schemas.openxmlformats.org/officeDocument/2006/relationships/customXml" Target="../ink/ink2414.xml"/><Relationship Id="rId195" Type="http://schemas.openxmlformats.org/officeDocument/2006/relationships/image" Target="../media/image2410.png"/><Relationship Id="rId209" Type="http://schemas.openxmlformats.org/officeDocument/2006/relationships/image" Target="../media/image2480.png"/><Relationship Id="rId220" Type="http://schemas.openxmlformats.org/officeDocument/2006/relationships/customXml" Target="../ink/ink2437.xml"/><Relationship Id="rId241" Type="http://schemas.openxmlformats.org/officeDocument/2006/relationships/image" Target="../media/image2640.png"/><Relationship Id="rId15" Type="http://schemas.openxmlformats.org/officeDocument/2006/relationships/image" Target="../media/image1530.png"/><Relationship Id="rId36" Type="http://schemas.openxmlformats.org/officeDocument/2006/relationships/customXml" Target="../ink/ink2345.xml"/><Relationship Id="rId57" Type="http://schemas.openxmlformats.org/officeDocument/2006/relationships/image" Target="../media/image1740.png"/><Relationship Id="rId262" Type="http://schemas.openxmlformats.org/officeDocument/2006/relationships/customXml" Target="../ink/ink2458.xml"/><Relationship Id="rId283" Type="http://schemas.openxmlformats.org/officeDocument/2006/relationships/image" Target="../media/image6780.png"/><Relationship Id="rId78" Type="http://schemas.openxmlformats.org/officeDocument/2006/relationships/customXml" Target="../ink/ink2366.xml"/><Relationship Id="rId99" Type="http://schemas.openxmlformats.org/officeDocument/2006/relationships/image" Target="../media/image1950.png"/><Relationship Id="rId101" Type="http://schemas.openxmlformats.org/officeDocument/2006/relationships/image" Target="../media/image1960.png"/><Relationship Id="rId122" Type="http://schemas.openxmlformats.org/officeDocument/2006/relationships/customXml" Target="../ink/ink2388.xml"/><Relationship Id="rId143" Type="http://schemas.openxmlformats.org/officeDocument/2006/relationships/image" Target="../media/image2150.png"/><Relationship Id="rId164" Type="http://schemas.openxmlformats.org/officeDocument/2006/relationships/customXml" Target="../ink/ink2409.xml"/><Relationship Id="rId185" Type="http://schemas.openxmlformats.org/officeDocument/2006/relationships/image" Target="../media/image2360.png"/><Relationship Id="rId9" Type="http://schemas.openxmlformats.org/officeDocument/2006/relationships/image" Target="../media/image15000.png"/><Relationship Id="rId210" Type="http://schemas.openxmlformats.org/officeDocument/2006/relationships/customXml" Target="../ink/ink2432.xml"/><Relationship Id="rId26" Type="http://schemas.openxmlformats.org/officeDocument/2006/relationships/customXml" Target="../ink/ink2340.xml"/><Relationship Id="rId231" Type="http://schemas.openxmlformats.org/officeDocument/2006/relationships/image" Target="../media/image2590.png"/><Relationship Id="rId252" Type="http://schemas.openxmlformats.org/officeDocument/2006/relationships/customXml" Target="../ink/ink2453.xml"/><Relationship Id="rId273" Type="http://schemas.openxmlformats.org/officeDocument/2006/relationships/image" Target="../media/image2800.png"/><Relationship Id="rId294" Type="http://schemas.openxmlformats.org/officeDocument/2006/relationships/customXml" Target="../ink/ink2474.xml"/><Relationship Id="rId47" Type="http://schemas.openxmlformats.org/officeDocument/2006/relationships/image" Target="../media/image1690.png"/><Relationship Id="rId68" Type="http://schemas.openxmlformats.org/officeDocument/2006/relationships/customXml" Target="../ink/ink2361.xml"/><Relationship Id="rId89" Type="http://schemas.openxmlformats.org/officeDocument/2006/relationships/image" Target="../media/image1900.png"/><Relationship Id="rId112" Type="http://schemas.openxmlformats.org/officeDocument/2006/relationships/customXml" Target="../ink/ink2383.xml"/><Relationship Id="rId133" Type="http://schemas.openxmlformats.org/officeDocument/2006/relationships/image" Target="../media/image2100.png"/><Relationship Id="rId154" Type="http://schemas.openxmlformats.org/officeDocument/2006/relationships/customXml" Target="../ink/ink2404.xml"/><Relationship Id="rId175" Type="http://schemas.openxmlformats.org/officeDocument/2006/relationships/image" Target="../media/image2310.png"/><Relationship Id="rId196" Type="http://schemas.openxmlformats.org/officeDocument/2006/relationships/customXml" Target="../ink/ink2425.xml"/><Relationship Id="rId200" Type="http://schemas.openxmlformats.org/officeDocument/2006/relationships/customXml" Target="../ink/ink2427.xml"/><Relationship Id="rId16" Type="http://schemas.openxmlformats.org/officeDocument/2006/relationships/customXml" Target="../ink/ink2335.xml"/><Relationship Id="rId221" Type="http://schemas.openxmlformats.org/officeDocument/2006/relationships/image" Target="../media/image2540.png"/><Relationship Id="rId242" Type="http://schemas.openxmlformats.org/officeDocument/2006/relationships/customXml" Target="../ink/ink2448.xml"/><Relationship Id="rId263" Type="http://schemas.openxmlformats.org/officeDocument/2006/relationships/image" Target="../media/image2750.png"/><Relationship Id="rId284" Type="http://schemas.openxmlformats.org/officeDocument/2006/relationships/customXml" Target="../ink/ink2469.xml"/><Relationship Id="rId37" Type="http://schemas.openxmlformats.org/officeDocument/2006/relationships/image" Target="../media/image1640.png"/><Relationship Id="rId58" Type="http://schemas.openxmlformats.org/officeDocument/2006/relationships/customXml" Target="../ink/ink2356.xml"/><Relationship Id="rId79" Type="http://schemas.openxmlformats.org/officeDocument/2006/relationships/image" Target="../media/image1850.png"/><Relationship Id="rId102" Type="http://schemas.openxmlformats.org/officeDocument/2006/relationships/customXml" Target="../ink/ink2378.xml"/><Relationship Id="rId123" Type="http://schemas.openxmlformats.org/officeDocument/2006/relationships/image" Target="../media/image2060.png"/><Relationship Id="rId144" Type="http://schemas.openxmlformats.org/officeDocument/2006/relationships/customXml" Target="../ink/ink2399.xml"/><Relationship Id="rId90" Type="http://schemas.openxmlformats.org/officeDocument/2006/relationships/customXml" Target="../ink/ink2372.xml"/><Relationship Id="rId165" Type="http://schemas.openxmlformats.org/officeDocument/2006/relationships/image" Target="../media/image2260.png"/><Relationship Id="rId186" Type="http://schemas.openxmlformats.org/officeDocument/2006/relationships/customXml" Target="../ink/ink2420.xml"/><Relationship Id="rId211" Type="http://schemas.openxmlformats.org/officeDocument/2006/relationships/image" Target="../media/image2490.png"/><Relationship Id="rId232" Type="http://schemas.openxmlformats.org/officeDocument/2006/relationships/customXml" Target="../ink/ink2443.xml"/><Relationship Id="rId253" Type="http://schemas.openxmlformats.org/officeDocument/2006/relationships/image" Target="../media/image2700.png"/><Relationship Id="rId274" Type="http://schemas.openxmlformats.org/officeDocument/2006/relationships/customXml" Target="../ink/ink2464.xml"/><Relationship Id="rId295" Type="http://schemas.openxmlformats.org/officeDocument/2006/relationships/image" Target="../media/image6840.png"/><Relationship Id="rId27" Type="http://schemas.openxmlformats.org/officeDocument/2006/relationships/image" Target="../media/image1590.png"/><Relationship Id="rId48" Type="http://schemas.openxmlformats.org/officeDocument/2006/relationships/customXml" Target="../ink/ink2351.xml"/><Relationship Id="rId69" Type="http://schemas.openxmlformats.org/officeDocument/2006/relationships/image" Target="../media/image1800.png"/><Relationship Id="rId113" Type="http://schemas.openxmlformats.org/officeDocument/2006/relationships/image" Target="../media/image2010.png"/><Relationship Id="rId134" Type="http://schemas.openxmlformats.org/officeDocument/2006/relationships/customXml" Target="../ink/ink2394.xml"/><Relationship Id="rId80" Type="http://schemas.openxmlformats.org/officeDocument/2006/relationships/customXml" Target="../ink/ink2367.xml"/><Relationship Id="rId155" Type="http://schemas.openxmlformats.org/officeDocument/2006/relationships/image" Target="../media/image2210.png"/><Relationship Id="rId176" Type="http://schemas.openxmlformats.org/officeDocument/2006/relationships/customXml" Target="../ink/ink2415.xml"/><Relationship Id="rId197" Type="http://schemas.openxmlformats.org/officeDocument/2006/relationships/image" Target="../media/image2420.png"/><Relationship Id="rId201" Type="http://schemas.openxmlformats.org/officeDocument/2006/relationships/image" Target="../media/image2440.png"/><Relationship Id="rId222" Type="http://schemas.openxmlformats.org/officeDocument/2006/relationships/customXml" Target="../ink/ink2438.xml"/><Relationship Id="rId243" Type="http://schemas.openxmlformats.org/officeDocument/2006/relationships/image" Target="../media/image2650.png"/><Relationship Id="rId264" Type="http://schemas.openxmlformats.org/officeDocument/2006/relationships/customXml" Target="../ink/ink2459.xml"/><Relationship Id="rId285" Type="http://schemas.openxmlformats.org/officeDocument/2006/relationships/image" Target="../media/image6790.png"/><Relationship Id="rId17" Type="http://schemas.openxmlformats.org/officeDocument/2006/relationships/image" Target="../media/image15400.png"/><Relationship Id="rId38" Type="http://schemas.openxmlformats.org/officeDocument/2006/relationships/customXml" Target="../ink/ink2346.xml"/><Relationship Id="rId59" Type="http://schemas.openxmlformats.org/officeDocument/2006/relationships/image" Target="../media/image1750.png"/><Relationship Id="rId103" Type="http://schemas.openxmlformats.org/officeDocument/2006/relationships/image" Target="../media/image1970.png"/><Relationship Id="rId124" Type="http://schemas.openxmlformats.org/officeDocument/2006/relationships/customXml" Target="../ink/ink2389.xml"/><Relationship Id="rId70" Type="http://schemas.openxmlformats.org/officeDocument/2006/relationships/customXml" Target="../ink/ink2362.xml"/><Relationship Id="rId91" Type="http://schemas.openxmlformats.org/officeDocument/2006/relationships/image" Target="../media/image1910.png"/><Relationship Id="rId145" Type="http://schemas.openxmlformats.org/officeDocument/2006/relationships/image" Target="../media/image2160.png"/><Relationship Id="rId166" Type="http://schemas.openxmlformats.org/officeDocument/2006/relationships/customXml" Target="../ink/ink2410.xml"/><Relationship Id="rId187" Type="http://schemas.openxmlformats.org/officeDocument/2006/relationships/image" Target="../media/image2370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433.xml"/><Relationship Id="rId233" Type="http://schemas.openxmlformats.org/officeDocument/2006/relationships/image" Target="../media/image2600.png"/><Relationship Id="rId254" Type="http://schemas.openxmlformats.org/officeDocument/2006/relationships/customXml" Target="../ink/ink2454.xml"/><Relationship Id="rId28" Type="http://schemas.openxmlformats.org/officeDocument/2006/relationships/customXml" Target="../ink/ink2341.xml"/><Relationship Id="rId49" Type="http://schemas.openxmlformats.org/officeDocument/2006/relationships/image" Target="../media/image1700.png"/><Relationship Id="rId114" Type="http://schemas.openxmlformats.org/officeDocument/2006/relationships/customXml" Target="../ink/ink2384.xml"/><Relationship Id="rId275" Type="http://schemas.openxmlformats.org/officeDocument/2006/relationships/image" Target="../media/image6740.png"/><Relationship Id="rId296" Type="http://schemas.openxmlformats.org/officeDocument/2006/relationships/customXml" Target="../ink/ink2475.xml"/><Relationship Id="rId60" Type="http://schemas.openxmlformats.org/officeDocument/2006/relationships/customXml" Target="../ink/ink2357.xml"/><Relationship Id="rId81" Type="http://schemas.openxmlformats.org/officeDocument/2006/relationships/image" Target="../media/image1860.png"/><Relationship Id="rId135" Type="http://schemas.openxmlformats.org/officeDocument/2006/relationships/image" Target="../media/image2110.png"/><Relationship Id="rId156" Type="http://schemas.openxmlformats.org/officeDocument/2006/relationships/customXml" Target="../ink/ink2405.xml"/><Relationship Id="rId177" Type="http://schemas.openxmlformats.org/officeDocument/2006/relationships/image" Target="../media/image2320.png"/><Relationship Id="rId198" Type="http://schemas.openxmlformats.org/officeDocument/2006/relationships/customXml" Target="../ink/ink2426.xml"/><Relationship Id="rId202" Type="http://schemas.openxmlformats.org/officeDocument/2006/relationships/customXml" Target="../ink/ink2428.xml"/><Relationship Id="rId223" Type="http://schemas.openxmlformats.org/officeDocument/2006/relationships/image" Target="../media/image2550.png"/><Relationship Id="rId244" Type="http://schemas.openxmlformats.org/officeDocument/2006/relationships/customXml" Target="../ink/ink2449.xml"/><Relationship Id="rId18" Type="http://schemas.openxmlformats.org/officeDocument/2006/relationships/customXml" Target="../ink/ink2336.xml"/><Relationship Id="rId39" Type="http://schemas.openxmlformats.org/officeDocument/2006/relationships/image" Target="../media/image1650.png"/><Relationship Id="rId265" Type="http://schemas.openxmlformats.org/officeDocument/2006/relationships/image" Target="../media/image2760.png"/><Relationship Id="rId286" Type="http://schemas.openxmlformats.org/officeDocument/2006/relationships/customXml" Target="../ink/ink2470.xml"/><Relationship Id="rId50" Type="http://schemas.openxmlformats.org/officeDocument/2006/relationships/customXml" Target="../ink/ink2352.xml"/><Relationship Id="rId104" Type="http://schemas.openxmlformats.org/officeDocument/2006/relationships/customXml" Target="../ink/ink2379.xml"/><Relationship Id="rId125" Type="http://schemas.openxmlformats.org/officeDocument/2006/relationships/image" Target="../media/image2070.png"/><Relationship Id="rId146" Type="http://schemas.openxmlformats.org/officeDocument/2006/relationships/customXml" Target="../ink/ink2400.xml"/><Relationship Id="rId167" Type="http://schemas.openxmlformats.org/officeDocument/2006/relationships/image" Target="../media/image2270.png"/><Relationship Id="rId188" Type="http://schemas.openxmlformats.org/officeDocument/2006/relationships/customXml" Target="../ink/ink2421.xml"/><Relationship Id="rId71" Type="http://schemas.openxmlformats.org/officeDocument/2006/relationships/image" Target="../media/image1810.png"/><Relationship Id="rId92" Type="http://schemas.openxmlformats.org/officeDocument/2006/relationships/customXml" Target="../ink/ink2373.xml"/><Relationship Id="rId213" Type="http://schemas.openxmlformats.org/officeDocument/2006/relationships/image" Target="../media/image2500.png"/><Relationship Id="rId234" Type="http://schemas.openxmlformats.org/officeDocument/2006/relationships/customXml" Target="../ink/ink2444.xml"/><Relationship Id="rId2" Type="http://schemas.openxmlformats.org/officeDocument/2006/relationships/customXml" Target="../ink/ink2328.xml"/><Relationship Id="rId29" Type="http://schemas.openxmlformats.org/officeDocument/2006/relationships/image" Target="../media/image1600.png"/><Relationship Id="rId255" Type="http://schemas.openxmlformats.org/officeDocument/2006/relationships/image" Target="../media/image2711.png"/><Relationship Id="rId276" Type="http://schemas.openxmlformats.org/officeDocument/2006/relationships/customXml" Target="../ink/ink2465.xml"/><Relationship Id="rId297" Type="http://schemas.openxmlformats.org/officeDocument/2006/relationships/image" Target="../media/image6850.png"/><Relationship Id="rId40" Type="http://schemas.openxmlformats.org/officeDocument/2006/relationships/customXml" Target="../ink/ink2347.xml"/><Relationship Id="rId115" Type="http://schemas.openxmlformats.org/officeDocument/2006/relationships/image" Target="../media/image2020.png"/><Relationship Id="rId136" Type="http://schemas.openxmlformats.org/officeDocument/2006/relationships/customXml" Target="../ink/ink2395.xml"/><Relationship Id="rId157" Type="http://schemas.openxmlformats.org/officeDocument/2006/relationships/image" Target="../media/image2220.png"/><Relationship Id="rId178" Type="http://schemas.openxmlformats.org/officeDocument/2006/relationships/customXml" Target="../ink/ink2416.xml"/><Relationship Id="rId61" Type="http://schemas.openxmlformats.org/officeDocument/2006/relationships/image" Target="../media/image1760.png"/><Relationship Id="rId82" Type="http://schemas.openxmlformats.org/officeDocument/2006/relationships/customXml" Target="../ink/ink2368.xml"/><Relationship Id="rId199" Type="http://schemas.openxmlformats.org/officeDocument/2006/relationships/image" Target="../media/image2430.png"/><Relationship Id="rId203" Type="http://schemas.openxmlformats.org/officeDocument/2006/relationships/image" Target="../media/image2450.png"/><Relationship Id="rId19" Type="http://schemas.openxmlformats.org/officeDocument/2006/relationships/image" Target="../media/image15500.png"/><Relationship Id="rId224" Type="http://schemas.openxmlformats.org/officeDocument/2006/relationships/customXml" Target="../ink/ink2439.xml"/><Relationship Id="rId245" Type="http://schemas.openxmlformats.org/officeDocument/2006/relationships/image" Target="../media/image2660.png"/><Relationship Id="rId266" Type="http://schemas.openxmlformats.org/officeDocument/2006/relationships/customXml" Target="../ink/ink2460.xml"/><Relationship Id="rId287" Type="http://schemas.openxmlformats.org/officeDocument/2006/relationships/image" Target="../media/image6800.png"/><Relationship Id="rId30" Type="http://schemas.openxmlformats.org/officeDocument/2006/relationships/customXml" Target="../ink/ink2342.xml"/><Relationship Id="rId105" Type="http://schemas.openxmlformats.org/officeDocument/2006/relationships/image" Target="../media/image1980.png"/><Relationship Id="rId126" Type="http://schemas.openxmlformats.org/officeDocument/2006/relationships/customXml" Target="../ink/ink2390.xml"/><Relationship Id="rId147" Type="http://schemas.openxmlformats.org/officeDocument/2006/relationships/image" Target="../media/image2170.png"/><Relationship Id="rId168" Type="http://schemas.openxmlformats.org/officeDocument/2006/relationships/customXml" Target="../ink/ink2411.xml"/><Relationship Id="rId51" Type="http://schemas.openxmlformats.org/officeDocument/2006/relationships/image" Target="../media/image1710.png"/><Relationship Id="rId72" Type="http://schemas.openxmlformats.org/officeDocument/2006/relationships/customXml" Target="../ink/ink2363.xml"/><Relationship Id="rId93" Type="http://schemas.openxmlformats.org/officeDocument/2006/relationships/image" Target="../media/image1920.png"/><Relationship Id="rId189" Type="http://schemas.openxmlformats.org/officeDocument/2006/relationships/image" Target="../media/image2380.png"/><Relationship Id="rId3" Type="http://schemas.openxmlformats.org/officeDocument/2006/relationships/image" Target="../media/image14700.png"/><Relationship Id="rId214" Type="http://schemas.openxmlformats.org/officeDocument/2006/relationships/customXml" Target="../ink/ink2434.xml"/><Relationship Id="rId235" Type="http://schemas.openxmlformats.org/officeDocument/2006/relationships/image" Target="../media/image2611.png"/><Relationship Id="rId256" Type="http://schemas.openxmlformats.org/officeDocument/2006/relationships/customXml" Target="../ink/ink2455.xml"/><Relationship Id="rId277" Type="http://schemas.openxmlformats.org/officeDocument/2006/relationships/image" Target="../media/image6750.png"/><Relationship Id="rId116" Type="http://schemas.openxmlformats.org/officeDocument/2006/relationships/customXml" Target="../ink/ink2385.xml"/><Relationship Id="rId137" Type="http://schemas.openxmlformats.org/officeDocument/2006/relationships/image" Target="../media/image2120.png"/><Relationship Id="rId158" Type="http://schemas.openxmlformats.org/officeDocument/2006/relationships/customXml" Target="../ink/ink2406.xml"/><Relationship Id="rId20" Type="http://schemas.openxmlformats.org/officeDocument/2006/relationships/customXml" Target="../ink/ink2337.xml"/><Relationship Id="rId41" Type="http://schemas.openxmlformats.org/officeDocument/2006/relationships/image" Target="../media/image1660.png"/><Relationship Id="rId62" Type="http://schemas.openxmlformats.org/officeDocument/2006/relationships/customXml" Target="../ink/ink2358.xml"/><Relationship Id="rId83" Type="http://schemas.openxmlformats.org/officeDocument/2006/relationships/image" Target="../media/image1870.png"/><Relationship Id="rId179" Type="http://schemas.openxmlformats.org/officeDocument/2006/relationships/image" Target="../media/image2330.png"/><Relationship Id="rId190" Type="http://schemas.openxmlformats.org/officeDocument/2006/relationships/customXml" Target="../ink/ink2422.xml"/><Relationship Id="rId204" Type="http://schemas.openxmlformats.org/officeDocument/2006/relationships/customXml" Target="../ink/ink2429.xml"/><Relationship Id="rId225" Type="http://schemas.openxmlformats.org/officeDocument/2006/relationships/image" Target="../media/image2560.png"/><Relationship Id="rId246" Type="http://schemas.openxmlformats.org/officeDocument/2006/relationships/customXml" Target="../ink/ink2450.xml"/><Relationship Id="rId267" Type="http://schemas.openxmlformats.org/officeDocument/2006/relationships/image" Target="../media/image2770.png"/><Relationship Id="rId288" Type="http://schemas.openxmlformats.org/officeDocument/2006/relationships/customXml" Target="../ink/ink2471.xml"/><Relationship Id="rId106" Type="http://schemas.openxmlformats.org/officeDocument/2006/relationships/customXml" Target="../ink/ink2380.xml"/><Relationship Id="rId127" Type="http://schemas.openxmlformats.org/officeDocument/2006/relationships/image" Target="../media/image2080.png"/><Relationship Id="rId10" Type="http://schemas.openxmlformats.org/officeDocument/2006/relationships/customXml" Target="../ink/ink2332.xml"/><Relationship Id="rId31" Type="http://schemas.openxmlformats.org/officeDocument/2006/relationships/image" Target="../media/image1610.png"/><Relationship Id="rId52" Type="http://schemas.openxmlformats.org/officeDocument/2006/relationships/customXml" Target="../ink/ink2353.xml"/><Relationship Id="rId73" Type="http://schemas.openxmlformats.org/officeDocument/2006/relationships/image" Target="../media/image1820.png"/><Relationship Id="rId94" Type="http://schemas.openxmlformats.org/officeDocument/2006/relationships/customXml" Target="../ink/ink2374.xml"/><Relationship Id="rId148" Type="http://schemas.openxmlformats.org/officeDocument/2006/relationships/customXml" Target="../ink/ink2401.xml"/><Relationship Id="rId169" Type="http://schemas.openxmlformats.org/officeDocument/2006/relationships/image" Target="../media/image2280.png"/><Relationship Id="rId4" Type="http://schemas.openxmlformats.org/officeDocument/2006/relationships/customXml" Target="../ink/ink2329.xml"/><Relationship Id="rId180" Type="http://schemas.openxmlformats.org/officeDocument/2006/relationships/customXml" Target="../ink/ink2417.xml"/><Relationship Id="rId215" Type="http://schemas.openxmlformats.org/officeDocument/2006/relationships/image" Target="../media/image2510.png"/><Relationship Id="rId236" Type="http://schemas.openxmlformats.org/officeDocument/2006/relationships/customXml" Target="../ink/ink2445.xml"/><Relationship Id="rId257" Type="http://schemas.openxmlformats.org/officeDocument/2006/relationships/image" Target="../media/image2720.png"/><Relationship Id="rId278" Type="http://schemas.openxmlformats.org/officeDocument/2006/relationships/customXml" Target="../ink/ink2466.xml"/><Relationship Id="rId42" Type="http://schemas.openxmlformats.org/officeDocument/2006/relationships/customXml" Target="../ink/ink2348.xml"/><Relationship Id="rId84" Type="http://schemas.openxmlformats.org/officeDocument/2006/relationships/customXml" Target="../ink/ink2369.xml"/><Relationship Id="rId138" Type="http://schemas.openxmlformats.org/officeDocument/2006/relationships/customXml" Target="../ink/ink2396.xml"/><Relationship Id="rId191" Type="http://schemas.openxmlformats.org/officeDocument/2006/relationships/image" Target="../media/image2390.png"/><Relationship Id="rId205" Type="http://schemas.openxmlformats.org/officeDocument/2006/relationships/image" Target="../media/image2460.png"/><Relationship Id="rId247" Type="http://schemas.openxmlformats.org/officeDocument/2006/relationships/image" Target="../media/image2670.png"/><Relationship Id="rId107" Type="http://schemas.openxmlformats.org/officeDocument/2006/relationships/image" Target="../media/image1990.png"/><Relationship Id="rId289" Type="http://schemas.openxmlformats.org/officeDocument/2006/relationships/image" Target="../media/image6812.png"/><Relationship Id="rId11" Type="http://schemas.openxmlformats.org/officeDocument/2006/relationships/image" Target="../media/image15100.png"/><Relationship Id="rId53" Type="http://schemas.openxmlformats.org/officeDocument/2006/relationships/image" Target="../media/image1720.png"/><Relationship Id="rId149" Type="http://schemas.openxmlformats.org/officeDocument/2006/relationships/image" Target="../media/image2180.png"/><Relationship Id="rId95" Type="http://schemas.openxmlformats.org/officeDocument/2006/relationships/image" Target="../media/image1930.png"/><Relationship Id="rId160" Type="http://schemas.openxmlformats.org/officeDocument/2006/relationships/customXml" Target="../ink/ink2407.xml"/><Relationship Id="rId216" Type="http://schemas.openxmlformats.org/officeDocument/2006/relationships/customXml" Target="../ink/ink2435.xml"/><Relationship Id="rId258" Type="http://schemas.openxmlformats.org/officeDocument/2006/relationships/customXml" Target="../ink/ink2456.xml"/><Relationship Id="rId22" Type="http://schemas.openxmlformats.org/officeDocument/2006/relationships/customXml" Target="../ink/ink2338.xml"/><Relationship Id="rId64" Type="http://schemas.openxmlformats.org/officeDocument/2006/relationships/customXml" Target="../ink/ink2359.xml"/><Relationship Id="rId118" Type="http://schemas.openxmlformats.org/officeDocument/2006/relationships/customXml" Target="../ink/ink2386.xml"/><Relationship Id="rId171" Type="http://schemas.openxmlformats.org/officeDocument/2006/relationships/image" Target="../media/image2290.png"/><Relationship Id="rId227" Type="http://schemas.openxmlformats.org/officeDocument/2006/relationships/image" Target="../media/image2570.png"/><Relationship Id="rId269" Type="http://schemas.openxmlformats.org/officeDocument/2006/relationships/image" Target="../media/image2780.png"/><Relationship Id="rId33" Type="http://schemas.openxmlformats.org/officeDocument/2006/relationships/image" Target="../media/image1620.png"/><Relationship Id="rId129" Type="http://schemas.openxmlformats.org/officeDocument/2006/relationships/image" Target="../media/image2090.png"/><Relationship Id="rId280" Type="http://schemas.openxmlformats.org/officeDocument/2006/relationships/customXml" Target="../ink/ink2467.xml"/></Relationships>
</file>

<file path=ppt/slides/_rels/slide3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030.png"/><Relationship Id="rId299" Type="http://schemas.openxmlformats.org/officeDocument/2006/relationships/image" Target="../media/image3080.png"/><Relationship Id="rId21" Type="http://schemas.openxmlformats.org/officeDocument/2006/relationships/image" Target="../media/image1560.png"/><Relationship Id="rId63" Type="http://schemas.openxmlformats.org/officeDocument/2006/relationships/image" Target="../media/image1770.png"/><Relationship Id="rId159" Type="http://schemas.openxmlformats.org/officeDocument/2006/relationships/image" Target="../media/image2230.png"/><Relationship Id="rId324" Type="http://schemas.openxmlformats.org/officeDocument/2006/relationships/customXml" Target="../ink/ink2637.xml"/><Relationship Id="rId170" Type="http://schemas.openxmlformats.org/officeDocument/2006/relationships/customXml" Target="../ink/ink2560.xml"/><Relationship Id="rId226" Type="http://schemas.openxmlformats.org/officeDocument/2006/relationships/customXml" Target="../ink/ink2588.xml"/><Relationship Id="rId268" Type="http://schemas.openxmlformats.org/officeDocument/2006/relationships/customXml" Target="../ink/ink2609.xml"/><Relationship Id="rId32" Type="http://schemas.openxmlformats.org/officeDocument/2006/relationships/customXml" Target="../ink/ink2491.xml"/><Relationship Id="rId74" Type="http://schemas.openxmlformats.org/officeDocument/2006/relationships/customXml" Target="../ink/ink2512.xml"/><Relationship Id="rId128" Type="http://schemas.openxmlformats.org/officeDocument/2006/relationships/customXml" Target="../ink/ink2539.xml"/><Relationship Id="rId335" Type="http://schemas.openxmlformats.org/officeDocument/2006/relationships/image" Target="../media/image3260.png"/><Relationship Id="rId5" Type="http://schemas.openxmlformats.org/officeDocument/2006/relationships/image" Target="../media/image14800.png"/><Relationship Id="rId181" Type="http://schemas.openxmlformats.org/officeDocument/2006/relationships/image" Target="../media/image2340.png"/><Relationship Id="rId237" Type="http://schemas.openxmlformats.org/officeDocument/2006/relationships/image" Target="../media/image2620.png"/><Relationship Id="rId279" Type="http://schemas.openxmlformats.org/officeDocument/2006/relationships/image" Target="../media/image2980.png"/><Relationship Id="rId43" Type="http://schemas.openxmlformats.org/officeDocument/2006/relationships/image" Target="../media/image1670.png"/><Relationship Id="rId139" Type="http://schemas.openxmlformats.org/officeDocument/2006/relationships/image" Target="../media/image2130.png"/><Relationship Id="rId290" Type="http://schemas.openxmlformats.org/officeDocument/2006/relationships/customXml" Target="../ink/ink2620.xml"/><Relationship Id="rId304" Type="http://schemas.openxmlformats.org/officeDocument/2006/relationships/customXml" Target="../ink/ink2627.xml"/><Relationship Id="rId346" Type="http://schemas.openxmlformats.org/officeDocument/2006/relationships/customXml" Target="../ink/ink2648.xml"/><Relationship Id="rId85" Type="http://schemas.openxmlformats.org/officeDocument/2006/relationships/image" Target="../media/image1880.png"/><Relationship Id="rId150" Type="http://schemas.openxmlformats.org/officeDocument/2006/relationships/customXml" Target="../ink/ink2550.xml"/><Relationship Id="rId192" Type="http://schemas.openxmlformats.org/officeDocument/2006/relationships/customXml" Target="../ink/ink2571.xml"/><Relationship Id="rId206" Type="http://schemas.openxmlformats.org/officeDocument/2006/relationships/customXml" Target="../ink/ink2578.xml"/><Relationship Id="rId248" Type="http://schemas.openxmlformats.org/officeDocument/2006/relationships/customXml" Target="../ink/ink2599.xml"/><Relationship Id="rId12" Type="http://schemas.openxmlformats.org/officeDocument/2006/relationships/customXml" Target="../ink/ink2481.xml"/><Relationship Id="rId108" Type="http://schemas.openxmlformats.org/officeDocument/2006/relationships/customXml" Target="../ink/ink2529.xml"/><Relationship Id="rId315" Type="http://schemas.openxmlformats.org/officeDocument/2006/relationships/image" Target="../media/image3160.png"/><Relationship Id="rId357" Type="http://schemas.openxmlformats.org/officeDocument/2006/relationships/image" Target="../media/image6880.png"/><Relationship Id="rId54" Type="http://schemas.openxmlformats.org/officeDocument/2006/relationships/customXml" Target="../ink/ink2502.xml"/><Relationship Id="rId96" Type="http://schemas.openxmlformats.org/officeDocument/2006/relationships/customXml" Target="../ink/ink2523.xml"/><Relationship Id="rId161" Type="http://schemas.openxmlformats.org/officeDocument/2006/relationships/image" Target="../media/image2240.png"/><Relationship Id="rId217" Type="http://schemas.openxmlformats.org/officeDocument/2006/relationships/image" Target="../media/image2520.png"/><Relationship Id="rId259" Type="http://schemas.openxmlformats.org/officeDocument/2006/relationships/image" Target="../media/image2880.png"/><Relationship Id="rId23" Type="http://schemas.openxmlformats.org/officeDocument/2006/relationships/image" Target="../media/image1570.png"/><Relationship Id="rId119" Type="http://schemas.openxmlformats.org/officeDocument/2006/relationships/image" Target="../media/image2040.png"/><Relationship Id="rId270" Type="http://schemas.openxmlformats.org/officeDocument/2006/relationships/customXml" Target="../ink/ink2610.xml"/><Relationship Id="rId326" Type="http://schemas.openxmlformats.org/officeDocument/2006/relationships/customXml" Target="../ink/ink2638.xml"/><Relationship Id="rId65" Type="http://schemas.openxmlformats.org/officeDocument/2006/relationships/image" Target="../media/image1780.png"/><Relationship Id="rId130" Type="http://schemas.openxmlformats.org/officeDocument/2006/relationships/customXml" Target="../ink/ink2540.xml"/><Relationship Id="rId172" Type="http://schemas.openxmlformats.org/officeDocument/2006/relationships/customXml" Target="../ink/ink2561.xml"/><Relationship Id="rId228" Type="http://schemas.openxmlformats.org/officeDocument/2006/relationships/customXml" Target="../ink/ink2589.xml"/><Relationship Id="rId281" Type="http://schemas.openxmlformats.org/officeDocument/2006/relationships/image" Target="../media/image2990.png"/><Relationship Id="rId337" Type="http://schemas.openxmlformats.org/officeDocument/2006/relationships/image" Target="../media/image3270.png"/><Relationship Id="rId34" Type="http://schemas.openxmlformats.org/officeDocument/2006/relationships/customXml" Target="../ink/ink2492.xml"/><Relationship Id="rId76" Type="http://schemas.openxmlformats.org/officeDocument/2006/relationships/customXml" Target="../ink/ink2513.xml"/><Relationship Id="rId141" Type="http://schemas.openxmlformats.org/officeDocument/2006/relationships/image" Target="../media/image2140.png"/><Relationship Id="rId7" Type="http://schemas.openxmlformats.org/officeDocument/2006/relationships/image" Target="../media/image14900.png"/><Relationship Id="rId183" Type="http://schemas.openxmlformats.org/officeDocument/2006/relationships/image" Target="../media/image2350.png"/><Relationship Id="rId239" Type="http://schemas.openxmlformats.org/officeDocument/2006/relationships/image" Target="../media/image2630.png"/><Relationship Id="rId250" Type="http://schemas.openxmlformats.org/officeDocument/2006/relationships/customXml" Target="../ink/ink2600.xml"/><Relationship Id="rId292" Type="http://schemas.openxmlformats.org/officeDocument/2006/relationships/customXml" Target="../ink/ink2621.xml"/><Relationship Id="rId306" Type="http://schemas.openxmlformats.org/officeDocument/2006/relationships/customXml" Target="../ink/ink2628.xml"/><Relationship Id="rId45" Type="http://schemas.openxmlformats.org/officeDocument/2006/relationships/image" Target="../media/image1680.png"/><Relationship Id="rId87" Type="http://schemas.openxmlformats.org/officeDocument/2006/relationships/image" Target="../media/image1890.png"/><Relationship Id="rId110" Type="http://schemas.openxmlformats.org/officeDocument/2006/relationships/customXml" Target="../ink/ink2530.xml"/><Relationship Id="rId348" Type="http://schemas.openxmlformats.org/officeDocument/2006/relationships/customXml" Target="../ink/ink2649.xml"/><Relationship Id="rId152" Type="http://schemas.openxmlformats.org/officeDocument/2006/relationships/customXml" Target="../ink/ink2551.xml"/><Relationship Id="rId194" Type="http://schemas.openxmlformats.org/officeDocument/2006/relationships/customXml" Target="../ink/ink2572.xml"/><Relationship Id="rId208" Type="http://schemas.openxmlformats.org/officeDocument/2006/relationships/customXml" Target="../ink/ink2579.xml"/><Relationship Id="rId261" Type="http://schemas.openxmlformats.org/officeDocument/2006/relationships/image" Target="../media/image2890.png"/><Relationship Id="rId14" Type="http://schemas.openxmlformats.org/officeDocument/2006/relationships/customXml" Target="../ink/ink2482.xml"/><Relationship Id="rId56" Type="http://schemas.openxmlformats.org/officeDocument/2006/relationships/customXml" Target="../ink/ink2503.xml"/><Relationship Id="rId317" Type="http://schemas.openxmlformats.org/officeDocument/2006/relationships/image" Target="../media/image3170.png"/><Relationship Id="rId359" Type="http://schemas.openxmlformats.org/officeDocument/2006/relationships/image" Target="../media/image6890.png"/><Relationship Id="rId98" Type="http://schemas.openxmlformats.org/officeDocument/2006/relationships/customXml" Target="../ink/ink2524.xml"/><Relationship Id="rId121" Type="http://schemas.openxmlformats.org/officeDocument/2006/relationships/image" Target="../media/image2050.png"/><Relationship Id="rId163" Type="http://schemas.openxmlformats.org/officeDocument/2006/relationships/image" Target="../media/image2250.png"/><Relationship Id="rId219" Type="http://schemas.openxmlformats.org/officeDocument/2006/relationships/image" Target="../media/image2530.png"/><Relationship Id="rId230" Type="http://schemas.openxmlformats.org/officeDocument/2006/relationships/customXml" Target="../ink/ink2590.xml"/><Relationship Id="rId25" Type="http://schemas.openxmlformats.org/officeDocument/2006/relationships/image" Target="../media/image1580.png"/><Relationship Id="rId46" Type="http://schemas.openxmlformats.org/officeDocument/2006/relationships/customXml" Target="../ink/ink2498.xml"/><Relationship Id="rId67" Type="http://schemas.openxmlformats.org/officeDocument/2006/relationships/image" Target="../media/image1790.png"/><Relationship Id="rId272" Type="http://schemas.openxmlformats.org/officeDocument/2006/relationships/customXml" Target="../ink/ink2611.xml"/><Relationship Id="rId293" Type="http://schemas.openxmlformats.org/officeDocument/2006/relationships/image" Target="../media/image3050.png"/><Relationship Id="rId307" Type="http://schemas.openxmlformats.org/officeDocument/2006/relationships/image" Target="../media/image3120.png"/><Relationship Id="rId328" Type="http://schemas.openxmlformats.org/officeDocument/2006/relationships/customXml" Target="../ink/ink2639.xml"/><Relationship Id="rId349" Type="http://schemas.openxmlformats.org/officeDocument/2006/relationships/image" Target="../media/image3330.png"/><Relationship Id="rId88" Type="http://schemas.openxmlformats.org/officeDocument/2006/relationships/customXml" Target="../ink/ink2519.xml"/><Relationship Id="rId111" Type="http://schemas.openxmlformats.org/officeDocument/2006/relationships/image" Target="../media/image8010.png"/><Relationship Id="rId132" Type="http://schemas.openxmlformats.org/officeDocument/2006/relationships/customXml" Target="../ink/ink2541.xml"/><Relationship Id="rId153" Type="http://schemas.openxmlformats.org/officeDocument/2006/relationships/image" Target="../media/image2200.png"/><Relationship Id="rId174" Type="http://schemas.openxmlformats.org/officeDocument/2006/relationships/customXml" Target="../ink/ink2562.xml"/><Relationship Id="rId195" Type="http://schemas.openxmlformats.org/officeDocument/2006/relationships/image" Target="../media/image2410.png"/><Relationship Id="rId209" Type="http://schemas.openxmlformats.org/officeDocument/2006/relationships/image" Target="../media/image2480.png"/><Relationship Id="rId220" Type="http://schemas.openxmlformats.org/officeDocument/2006/relationships/customXml" Target="../ink/ink2585.xml"/><Relationship Id="rId241" Type="http://schemas.openxmlformats.org/officeDocument/2006/relationships/image" Target="../media/image2640.png"/><Relationship Id="rId15" Type="http://schemas.openxmlformats.org/officeDocument/2006/relationships/image" Target="../media/image1530.png"/><Relationship Id="rId36" Type="http://schemas.openxmlformats.org/officeDocument/2006/relationships/customXml" Target="../ink/ink2493.xml"/><Relationship Id="rId57" Type="http://schemas.openxmlformats.org/officeDocument/2006/relationships/image" Target="../media/image1740.png"/><Relationship Id="rId262" Type="http://schemas.openxmlformats.org/officeDocument/2006/relationships/customXml" Target="../ink/ink2606.xml"/><Relationship Id="rId283" Type="http://schemas.openxmlformats.org/officeDocument/2006/relationships/image" Target="../media/image3000.png"/><Relationship Id="rId318" Type="http://schemas.openxmlformats.org/officeDocument/2006/relationships/customXml" Target="../ink/ink2634.xml"/><Relationship Id="rId339" Type="http://schemas.openxmlformats.org/officeDocument/2006/relationships/image" Target="../media/image3280.png"/><Relationship Id="rId78" Type="http://schemas.openxmlformats.org/officeDocument/2006/relationships/customXml" Target="../ink/ink2514.xml"/><Relationship Id="rId99" Type="http://schemas.openxmlformats.org/officeDocument/2006/relationships/image" Target="../media/image1950.png"/><Relationship Id="rId101" Type="http://schemas.openxmlformats.org/officeDocument/2006/relationships/image" Target="../media/image1960.png"/><Relationship Id="rId122" Type="http://schemas.openxmlformats.org/officeDocument/2006/relationships/customXml" Target="../ink/ink2536.xml"/><Relationship Id="rId143" Type="http://schemas.openxmlformats.org/officeDocument/2006/relationships/image" Target="../media/image2150.png"/><Relationship Id="rId164" Type="http://schemas.openxmlformats.org/officeDocument/2006/relationships/customXml" Target="../ink/ink2557.xml"/><Relationship Id="rId185" Type="http://schemas.openxmlformats.org/officeDocument/2006/relationships/image" Target="../media/image2360.png"/><Relationship Id="rId350" Type="http://schemas.openxmlformats.org/officeDocument/2006/relationships/customXml" Target="../ink/ink2650.xml"/><Relationship Id="rId9" Type="http://schemas.openxmlformats.org/officeDocument/2006/relationships/image" Target="../media/image15000.png"/><Relationship Id="rId210" Type="http://schemas.openxmlformats.org/officeDocument/2006/relationships/customXml" Target="../ink/ink2580.xml"/><Relationship Id="rId26" Type="http://schemas.openxmlformats.org/officeDocument/2006/relationships/customXml" Target="../ink/ink2488.xml"/><Relationship Id="rId231" Type="http://schemas.openxmlformats.org/officeDocument/2006/relationships/image" Target="../media/image2590.png"/><Relationship Id="rId252" Type="http://schemas.openxmlformats.org/officeDocument/2006/relationships/customXml" Target="../ink/ink2601.xml"/><Relationship Id="rId273" Type="http://schemas.openxmlformats.org/officeDocument/2006/relationships/image" Target="../media/image2950.png"/><Relationship Id="rId294" Type="http://schemas.openxmlformats.org/officeDocument/2006/relationships/customXml" Target="../ink/ink2622.xml"/><Relationship Id="rId308" Type="http://schemas.openxmlformats.org/officeDocument/2006/relationships/customXml" Target="../ink/ink2629.xml"/><Relationship Id="rId329" Type="http://schemas.openxmlformats.org/officeDocument/2006/relationships/image" Target="../media/image3230.png"/><Relationship Id="rId47" Type="http://schemas.openxmlformats.org/officeDocument/2006/relationships/image" Target="../media/image1690.png"/><Relationship Id="rId68" Type="http://schemas.openxmlformats.org/officeDocument/2006/relationships/customXml" Target="../ink/ink2509.xml"/><Relationship Id="rId89" Type="http://schemas.openxmlformats.org/officeDocument/2006/relationships/image" Target="../media/image1900.png"/><Relationship Id="rId112" Type="http://schemas.openxmlformats.org/officeDocument/2006/relationships/customXml" Target="../ink/ink2531.xml"/><Relationship Id="rId133" Type="http://schemas.openxmlformats.org/officeDocument/2006/relationships/image" Target="../media/image2100.png"/><Relationship Id="rId154" Type="http://schemas.openxmlformats.org/officeDocument/2006/relationships/customXml" Target="../ink/ink2552.xml"/><Relationship Id="rId175" Type="http://schemas.openxmlformats.org/officeDocument/2006/relationships/image" Target="../media/image2310.png"/><Relationship Id="rId340" Type="http://schemas.openxmlformats.org/officeDocument/2006/relationships/customXml" Target="../ink/ink2645.xml"/><Relationship Id="rId196" Type="http://schemas.openxmlformats.org/officeDocument/2006/relationships/customXml" Target="../ink/ink2573.xml"/><Relationship Id="rId200" Type="http://schemas.openxmlformats.org/officeDocument/2006/relationships/customXml" Target="../ink/ink2575.xml"/><Relationship Id="rId16" Type="http://schemas.openxmlformats.org/officeDocument/2006/relationships/customXml" Target="../ink/ink2483.xml"/><Relationship Id="rId221" Type="http://schemas.openxmlformats.org/officeDocument/2006/relationships/image" Target="../media/image2540.png"/><Relationship Id="rId242" Type="http://schemas.openxmlformats.org/officeDocument/2006/relationships/customXml" Target="../ink/ink2596.xml"/><Relationship Id="rId263" Type="http://schemas.openxmlformats.org/officeDocument/2006/relationships/image" Target="../media/image2900.png"/><Relationship Id="rId284" Type="http://schemas.openxmlformats.org/officeDocument/2006/relationships/customXml" Target="../ink/ink2617.xml"/><Relationship Id="rId319" Type="http://schemas.openxmlformats.org/officeDocument/2006/relationships/image" Target="../media/image3180.png"/><Relationship Id="rId37" Type="http://schemas.openxmlformats.org/officeDocument/2006/relationships/image" Target="../media/image1640.png"/><Relationship Id="rId58" Type="http://schemas.openxmlformats.org/officeDocument/2006/relationships/customXml" Target="../ink/ink2504.xml"/><Relationship Id="rId79" Type="http://schemas.openxmlformats.org/officeDocument/2006/relationships/image" Target="../media/image1850.png"/><Relationship Id="rId102" Type="http://schemas.openxmlformats.org/officeDocument/2006/relationships/customXml" Target="../ink/ink2526.xml"/><Relationship Id="rId123" Type="http://schemas.openxmlformats.org/officeDocument/2006/relationships/image" Target="../media/image2060.png"/><Relationship Id="rId144" Type="http://schemas.openxmlformats.org/officeDocument/2006/relationships/customXml" Target="../ink/ink2547.xml"/><Relationship Id="rId330" Type="http://schemas.openxmlformats.org/officeDocument/2006/relationships/customXml" Target="../ink/ink2640.xml"/><Relationship Id="rId90" Type="http://schemas.openxmlformats.org/officeDocument/2006/relationships/customXml" Target="../ink/ink2520.xml"/><Relationship Id="rId165" Type="http://schemas.openxmlformats.org/officeDocument/2006/relationships/image" Target="../media/image2260.png"/><Relationship Id="rId186" Type="http://schemas.openxmlformats.org/officeDocument/2006/relationships/customXml" Target="../ink/ink2568.xml"/><Relationship Id="rId351" Type="http://schemas.openxmlformats.org/officeDocument/2006/relationships/image" Target="../media/image3340.png"/><Relationship Id="rId211" Type="http://schemas.openxmlformats.org/officeDocument/2006/relationships/image" Target="../media/image2490.png"/><Relationship Id="rId232" Type="http://schemas.openxmlformats.org/officeDocument/2006/relationships/customXml" Target="../ink/ink2591.xml"/><Relationship Id="rId253" Type="http://schemas.openxmlformats.org/officeDocument/2006/relationships/image" Target="../media/image2850.png"/><Relationship Id="rId274" Type="http://schemas.openxmlformats.org/officeDocument/2006/relationships/customXml" Target="../ink/ink2612.xml"/><Relationship Id="rId295" Type="http://schemas.openxmlformats.org/officeDocument/2006/relationships/image" Target="../media/image3060.png"/><Relationship Id="rId309" Type="http://schemas.openxmlformats.org/officeDocument/2006/relationships/image" Target="../media/image3130.png"/><Relationship Id="rId27" Type="http://schemas.openxmlformats.org/officeDocument/2006/relationships/image" Target="../media/image1590.png"/><Relationship Id="rId48" Type="http://schemas.openxmlformats.org/officeDocument/2006/relationships/customXml" Target="../ink/ink2499.xml"/><Relationship Id="rId69" Type="http://schemas.openxmlformats.org/officeDocument/2006/relationships/image" Target="../media/image1800.png"/><Relationship Id="rId113" Type="http://schemas.openxmlformats.org/officeDocument/2006/relationships/image" Target="../media/image2010.png"/><Relationship Id="rId134" Type="http://schemas.openxmlformats.org/officeDocument/2006/relationships/customXml" Target="../ink/ink2542.xml"/><Relationship Id="rId320" Type="http://schemas.openxmlformats.org/officeDocument/2006/relationships/customXml" Target="../ink/ink2635.xml"/><Relationship Id="rId80" Type="http://schemas.openxmlformats.org/officeDocument/2006/relationships/customXml" Target="../ink/ink2515.xml"/><Relationship Id="rId155" Type="http://schemas.openxmlformats.org/officeDocument/2006/relationships/image" Target="../media/image2210.png"/><Relationship Id="rId176" Type="http://schemas.openxmlformats.org/officeDocument/2006/relationships/customXml" Target="../ink/ink2563.xml"/><Relationship Id="rId197" Type="http://schemas.openxmlformats.org/officeDocument/2006/relationships/image" Target="../media/image2420.png"/><Relationship Id="rId341" Type="http://schemas.openxmlformats.org/officeDocument/2006/relationships/image" Target="../media/image3290.png"/><Relationship Id="rId201" Type="http://schemas.openxmlformats.org/officeDocument/2006/relationships/image" Target="../media/image2440.png"/><Relationship Id="rId222" Type="http://schemas.openxmlformats.org/officeDocument/2006/relationships/customXml" Target="../ink/ink2586.xml"/><Relationship Id="rId243" Type="http://schemas.openxmlformats.org/officeDocument/2006/relationships/image" Target="../media/image2650.png"/><Relationship Id="rId264" Type="http://schemas.openxmlformats.org/officeDocument/2006/relationships/customXml" Target="../ink/ink2607.xml"/><Relationship Id="rId285" Type="http://schemas.openxmlformats.org/officeDocument/2006/relationships/image" Target="../media/image3011.png"/><Relationship Id="rId17" Type="http://schemas.openxmlformats.org/officeDocument/2006/relationships/image" Target="../media/image15400.png"/><Relationship Id="rId38" Type="http://schemas.openxmlformats.org/officeDocument/2006/relationships/customXml" Target="../ink/ink2494.xml"/><Relationship Id="rId59" Type="http://schemas.openxmlformats.org/officeDocument/2006/relationships/image" Target="../media/image1750.png"/><Relationship Id="rId103" Type="http://schemas.openxmlformats.org/officeDocument/2006/relationships/image" Target="../media/image1970.png"/><Relationship Id="rId124" Type="http://schemas.openxmlformats.org/officeDocument/2006/relationships/customXml" Target="../ink/ink2537.xml"/><Relationship Id="rId310" Type="http://schemas.openxmlformats.org/officeDocument/2006/relationships/customXml" Target="../ink/ink2630.xml"/><Relationship Id="rId70" Type="http://schemas.openxmlformats.org/officeDocument/2006/relationships/customXml" Target="../ink/ink2510.xml"/><Relationship Id="rId91" Type="http://schemas.openxmlformats.org/officeDocument/2006/relationships/image" Target="../media/image1910.png"/><Relationship Id="rId145" Type="http://schemas.openxmlformats.org/officeDocument/2006/relationships/image" Target="../media/image2160.png"/><Relationship Id="rId166" Type="http://schemas.openxmlformats.org/officeDocument/2006/relationships/customXml" Target="../ink/ink2558.xml"/><Relationship Id="rId187" Type="http://schemas.openxmlformats.org/officeDocument/2006/relationships/image" Target="../media/image2370.png"/><Relationship Id="rId331" Type="http://schemas.openxmlformats.org/officeDocument/2006/relationships/image" Target="../media/image3240.png"/><Relationship Id="rId352" Type="http://schemas.openxmlformats.org/officeDocument/2006/relationships/customXml" Target="../ink/ink2651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581.xml"/><Relationship Id="rId233" Type="http://schemas.openxmlformats.org/officeDocument/2006/relationships/image" Target="../media/image2600.png"/><Relationship Id="rId254" Type="http://schemas.openxmlformats.org/officeDocument/2006/relationships/customXml" Target="../ink/ink2602.xml"/><Relationship Id="rId28" Type="http://schemas.openxmlformats.org/officeDocument/2006/relationships/customXml" Target="../ink/ink2489.xml"/><Relationship Id="rId49" Type="http://schemas.openxmlformats.org/officeDocument/2006/relationships/image" Target="../media/image1700.png"/><Relationship Id="rId114" Type="http://schemas.openxmlformats.org/officeDocument/2006/relationships/customXml" Target="../ink/ink2532.xml"/><Relationship Id="rId275" Type="http://schemas.openxmlformats.org/officeDocument/2006/relationships/image" Target="../media/image2960.png"/><Relationship Id="rId296" Type="http://schemas.openxmlformats.org/officeDocument/2006/relationships/customXml" Target="../ink/ink2623.xml"/><Relationship Id="rId300" Type="http://schemas.openxmlformats.org/officeDocument/2006/relationships/customXml" Target="../ink/ink2625.xml"/><Relationship Id="rId60" Type="http://schemas.openxmlformats.org/officeDocument/2006/relationships/customXml" Target="../ink/ink2505.xml"/><Relationship Id="rId81" Type="http://schemas.openxmlformats.org/officeDocument/2006/relationships/image" Target="../media/image1860.png"/><Relationship Id="rId135" Type="http://schemas.openxmlformats.org/officeDocument/2006/relationships/image" Target="../media/image2110.png"/><Relationship Id="rId156" Type="http://schemas.openxmlformats.org/officeDocument/2006/relationships/customXml" Target="../ink/ink2553.xml"/><Relationship Id="rId177" Type="http://schemas.openxmlformats.org/officeDocument/2006/relationships/image" Target="../media/image2320.png"/><Relationship Id="rId198" Type="http://schemas.openxmlformats.org/officeDocument/2006/relationships/customXml" Target="../ink/ink2574.xml"/><Relationship Id="rId321" Type="http://schemas.openxmlformats.org/officeDocument/2006/relationships/image" Target="../media/image3190.png"/><Relationship Id="rId342" Type="http://schemas.openxmlformats.org/officeDocument/2006/relationships/customXml" Target="../ink/ink2646.xml"/><Relationship Id="rId202" Type="http://schemas.openxmlformats.org/officeDocument/2006/relationships/customXml" Target="../ink/ink2576.xml"/><Relationship Id="rId223" Type="http://schemas.openxmlformats.org/officeDocument/2006/relationships/image" Target="../media/image2550.png"/><Relationship Id="rId244" Type="http://schemas.openxmlformats.org/officeDocument/2006/relationships/customXml" Target="../ink/ink2597.xml"/><Relationship Id="rId18" Type="http://schemas.openxmlformats.org/officeDocument/2006/relationships/customXml" Target="../ink/ink2484.xml"/><Relationship Id="rId39" Type="http://schemas.openxmlformats.org/officeDocument/2006/relationships/image" Target="../media/image1650.png"/><Relationship Id="rId265" Type="http://schemas.openxmlformats.org/officeDocument/2006/relationships/image" Target="../media/image2911.png"/><Relationship Id="rId286" Type="http://schemas.openxmlformats.org/officeDocument/2006/relationships/customXml" Target="../ink/ink2618.xml"/><Relationship Id="rId50" Type="http://schemas.openxmlformats.org/officeDocument/2006/relationships/customXml" Target="../ink/ink2500.xml"/><Relationship Id="rId104" Type="http://schemas.openxmlformats.org/officeDocument/2006/relationships/customXml" Target="../ink/ink2527.xml"/><Relationship Id="rId125" Type="http://schemas.openxmlformats.org/officeDocument/2006/relationships/image" Target="../media/image2070.png"/><Relationship Id="rId146" Type="http://schemas.openxmlformats.org/officeDocument/2006/relationships/customXml" Target="../ink/ink2548.xml"/><Relationship Id="rId167" Type="http://schemas.openxmlformats.org/officeDocument/2006/relationships/image" Target="../media/image2270.png"/><Relationship Id="rId188" Type="http://schemas.openxmlformats.org/officeDocument/2006/relationships/customXml" Target="../ink/ink2569.xml"/><Relationship Id="rId311" Type="http://schemas.openxmlformats.org/officeDocument/2006/relationships/image" Target="../media/image3140.png"/><Relationship Id="rId332" Type="http://schemas.openxmlformats.org/officeDocument/2006/relationships/customXml" Target="../ink/ink2641.xml"/><Relationship Id="rId353" Type="http://schemas.openxmlformats.org/officeDocument/2006/relationships/image" Target="../media/image6860.png"/><Relationship Id="rId71" Type="http://schemas.openxmlformats.org/officeDocument/2006/relationships/image" Target="../media/image1810.png"/><Relationship Id="rId92" Type="http://schemas.openxmlformats.org/officeDocument/2006/relationships/customXml" Target="../ink/ink2521.xml"/><Relationship Id="rId213" Type="http://schemas.openxmlformats.org/officeDocument/2006/relationships/image" Target="../media/image2500.png"/><Relationship Id="rId234" Type="http://schemas.openxmlformats.org/officeDocument/2006/relationships/customXml" Target="../ink/ink2592.xml"/><Relationship Id="rId2" Type="http://schemas.openxmlformats.org/officeDocument/2006/relationships/customXml" Target="../ink/ink2476.xml"/><Relationship Id="rId29" Type="http://schemas.openxmlformats.org/officeDocument/2006/relationships/image" Target="../media/image1600.png"/><Relationship Id="rId255" Type="http://schemas.openxmlformats.org/officeDocument/2006/relationships/image" Target="../media/image2860.png"/><Relationship Id="rId276" Type="http://schemas.openxmlformats.org/officeDocument/2006/relationships/customXml" Target="../ink/ink2613.xml"/><Relationship Id="rId297" Type="http://schemas.openxmlformats.org/officeDocument/2006/relationships/image" Target="../media/image3070.png"/><Relationship Id="rId40" Type="http://schemas.openxmlformats.org/officeDocument/2006/relationships/customXml" Target="../ink/ink2495.xml"/><Relationship Id="rId115" Type="http://schemas.openxmlformats.org/officeDocument/2006/relationships/image" Target="../media/image2020.png"/><Relationship Id="rId136" Type="http://schemas.openxmlformats.org/officeDocument/2006/relationships/customXml" Target="../ink/ink2543.xml"/><Relationship Id="rId157" Type="http://schemas.openxmlformats.org/officeDocument/2006/relationships/image" Target="../media/image2220.png"/><Relationship Id="rId178" Type="http://schemas.openxmlformats.org/officeDocument/2006/relationships/customXml" Target="../ink/ink2564.xml"/><Relationship Id="rId301" Type="http://schemas.openxmlformats.org/officeDocument/2006/relationships/image" Target="../media/image3090.png"/><Relationship Id="rId322" Type="http://schemas.openxmlformats.org/officeDocument/2006/relationships/customXml" Target="../ink/ink2636.xml"/><Relationship Id="rId343" Type="http://schemas.openxmlformats.org/officeDocument/2006/relationships/image" Target="../media/image3300.png"/><Relationship Id="rId61" Type="http://schemas.openxmlformats.org/officeDocument/2006/relationships/image" Target="../media/image1760.png"/><Relationship Id="rId82" Type="http://schemas.openxmlformats.org/officeDocument/2006/relationships/customXml" Target="../ink/ink2516.xml"/><Relationship Id="rId199" Type="http://schemas.openxmlformats.org/officeDocument/2006/relationships/image" Target="../media/image2430.png"/><Relationship Id="rId203" Type="http://schemas.openxmlformats.org/officeDocument/2006/relationships/image" Target="../media/image2450.png"/><Relationship Id="rId19" Type="http://schemas.openxmlformats.org/officeDocument/2006/relationships/image" Target="../media/image15500.png"/><Relationship Id="rId224" Type="http://schemas.openxmlformats.org/officeDocument/2006/relationships/customXml" Target="../ink/ink2587.xml"/><Relationship Id="rId245" Type="http://schemas.openxmlformats.org/officeDocument/2006/relationships/image" Target="../media/image2811.png"/><Relationship Id="rId266" Type="http://schemas.openxmlformats.org/officeDocument/2006/relationships/customXml" Target="../ink/ink2608.xml"/><Relationship Id="rId287" Type="http://schemas.openxmlformats.org/officeDocument/2006/relationships/image" Target="../media/image3020.png"/><Relationship Id="rId30" Type="http://schemas.openxmlformats.org/officeDocument/2006/relationships/customXml" Target="../ink/ink2490.xml"/><Relationship Id="rId105" Type="http://schemas.openxmlformats.org/officeDocument/2006/relationships/image" Target="../media/image1980.png"/><Relationship Id="rId126" Type="http://schemas.openxmlformats.org/officeDocument/2006/relationships/customXml" Target="../ink/ink2538.xml"/><Relationship Id="rId147" Type="http://schemas.openxmlformats.org/officeDocument/2006/relationships/image" Target="../media/image2170.png"/><Relationship Id="rId168" Type="http://schemas.openxmlformats.org/officeDocument/2006/relationships/customXml" Target="../ink/ink2559.xml"/><Relationship Id="rId312" Type="http://schemas.openxmlformats.org/officeDocument/2006/relationships/customXml" Target="../ink/ink2631.xml"/><Relationship Id="rId333" Type="http://schemas.openxmlformats.org/officeDocument/2006/relationships/image" Target="../media/image3250.png"/><Relationship Id="rId354" Type="http://schemas.openxmlformats.org/officeDocument/2006/relationships/customXml" Target="../ink/ink2652.xml"/><Relationship Id="rId51" Type="http://schemas.openxmlformats.org/officeDocument/2006/relationships/image" Target="../media/image1710.png"/><Relationship Id="rId72" Type="http://schemas.openxmlformats.org/officeDocument/2006/relationships/customXml" Target="../ink/ink2511.xml"/><Relationship Id="rId93" Type="http://schemas.openxmlformats.org/officeDocument/2006/relationships/image" Target="../media/image1920.png"/><Relationship Id="rId189" Type="http://schemas.openxmlformats.org/officeDocument/2006/relationships/image" Target="../media/image2380.png"/><Relationship Id="rId3" Type="http://schemas.openxmlformats.org/officeDocument/2006/relationships/image" Target="../media/image14700.png"/><Relationship Id="rId214" Type="http://schemas.openxmlformats.org/officeDocument/2006/relationships/customXml" Target="../ink/ink2582.xml"/><Relationship Id="rId235" Type="http://schemas.openxmlformats.org/officeDocument/2006/relationships/image" Target="../media/image2611.png"/><Relationship Id="rId256" Type="http://schemas.openxmlformats.org/officeDocument/2006/relationships/customXml" Target="../ink/ink2603.xml"/><Relationship Id="rId277" Type="http://schemas.openxmlformats.org/officeDocument/2006/relationships/image" Target="../media/image2970.png"/><Relationship Id="rId298" Type="http://schemas.openxmlformats.org/officeDocument/2006/relationships/customXml" Target="../ink/ink2624.xml"/><Relationship Id="rId116" Type="http://schemas.openxmlformats.org/officeDocument/2006/relationships/customXml" Target="../ink/ink2533.xml"/><Relationship Id="rId137" Type="http://schemas.openxmlformats.org/officeDocument/2006/relationships/image" Target="../media/image2120.png"/><Relationship Id="rId158" Type="http://schemas.openxmlformats.org/officeDocument/2006/relationships/customXml" Target="../ink/ink2554.xml"/><Relationship Id="rId302" Type="http://schemas.openxmlformats.org/officeDocument/2006/relationships/customXml" Target="../ink/ink2626.xml"/><Relationship Id="rId323" Type="http://schemas.openxmlformats.org/officeDocument/2006/relationships/image" Target="../media/image3200.png"/><Relationship Id="rId344" Type="http://schemas.openxmlformats.org/officeDocument/2006/relationships/customXml" Target="../ink/ink2647.xml"/><Relationship Id="rId20" Type="http://schemas.openxmlformats.org/officeDocument/2006/relationships/customXml" Target="../ink/ink2485.xml"/><Relationship Id="rId41" Type="http://schemas.openxmlformats.org/officeDocument/2006/relationships/image" Target="../media/image1660.png"/><Relationship Id="rId62" Type="http://schemas.openxmlformats.org/officeDocument/2006/relationships/customXml" Target="../ink/ink2506.xml"/><Relationship Id="rId83" Type="http://schemas.openxmlformats.org/officeDocument/2006/relationships/image" Target="../media/image1870.png"/><Relationship Id="rId179" Type="http://schemas.openxmlformats.org/officeDocument/2006/relationships/image" Target="../media/image2330.png"/><Relationship Id="rId190" Type="http://schemas.openxmlformats.org/officeDocument/2006/relationships/customXml" Target="../ink/ink2570.xml"/><Relationship Id="rId204" Type="http://schemas.openxmlformats.org/officeDocument/2006/relationships/customXml" Target="../ink/ink2577.xml"/><Relationship Id="rId225" Type="http://schemas.openxmlformats.org/officeDocument/2006/relationships/image" Target="../media/image2560.png"/><Relationship Id="rId246" Type="http://schemas.openxmlformats.org/officeDocument/2006/relationships/customXml" Target="../ink/ink2598.xml"/><Relationship Id="rId267" Type="http://schemas.openxmlformats.org/officeDocument/2006/relationships/image" Target="../media/image2920.png"/><Relationship Id="rId288" Type="http://schemas.openxmlformats.org/officeDocument/2006/relationships/customXml" Target="../ink/ink2619.xml"/><Relationship Id="rId106" Type="http://schemas.openxmlformats.org/officeDocument/2006/relationships/customXml" Target="../ink/ink2528.xml"/><Relationship Id="rId127" Type="http://schemas.openxmlformats.org/officeDocument/2006/relationships/image" Target="../media/image2080.png"/><Relationship Id="rId313" Type="http://schemas.openxmlformats.org/officeDocument/2006/relationships/image" Target="../media/image3150.png"/><Relationship Id="rId10" Type="http://schemas.openxmlformats.org/officeDocument/2006/relationships/customXml" Target="../ink/ink2480.xml"/><Relationship Id="rId31" Type="http://schemas.openxmlformats.org/officeDocument/2006/relationships/image" Target="../media/image1610.png"/><Relationship Id="rId52" Type="http://schemas.openxmlformats.org/officeDocument/2006/relationships/customXml" Target="../ink/ink2501.xml"/><Relationship Id="rId73" Type="http://schemas.openxmlformats.org/officeDocument/2006/relationships/image" Target="../media/image1820.png"/><Relationship Id="rId94" Type="http://schemas.openxmlformats.org/officeDocument/2006/relationships/customXml" Target="../ink/ink2522.xml"/><Relationship Id="rId148" Type="http://schemas.openxmlformats.org/officeDocument/2006/relationships/customXml" Target="../ink/ink2549.xml"/><Relationship Id="rId169" Type="http://schemas.openxmlformats.org/officeDocument/2006/relationships/image" Target="../media/image2280.png"/><Relationship Id="rId334" Type="http://schemas.openxmlformats.org/officeDocument/2006/relationships/customXml" Target="../ink/ink2642.xml"/><Relationship Id="rId355" Type="http://schemas.openxmlformats.org/officeDocument/2006/relationships/image" Target="../media/image6870.png"/><Relationship Id="rId4" Type="http://schemas.openxmlformats.org/officeDocument/2006/relationships/customXml" Target="../ink/ink2477.xml"/><Relationship Id="rId180" Type="http://schemas.openxmlformats.org/officeDocument/2006/relationships/customXml" Target="../ink/ink2565.xml"/><Relationship Id="rId215" Type="http://schemas.openxmlformats.org/officeDocument/2006/relationships/image" Target="../media/image2510.png"/><Relationship Id="rId236" Type="http://schemas.openxmlformats.org/officeDocument/2006/relationships/customXml" Target="../ink/ink2593.xml"/><Relationship Id="rId257" Type="http://schemas.openxmlformats.org/officeDocument/2006/relationships/image" Target="../media/image2870.png"/><Relationship Id="rId278" Type="http://schemas.openxmlformats.org/officeDocument/2006/relationships/customXml" Target="../ink/ink2614.xml"/><Relationship Id="rId303" Type="http://schemas.openxmlformats.org/officeDocument/2006/relationships/image" Target="../media/image3100.png"/><Relationship Id="rId42" Type="http://schemas.openxmlformats.org/officeDocument/2006/relationships/customXml" Target="../ink/ink2496.xml"/><Relationship Id="rId84" Type="http://schemas.openxmlformats.org/officeDocument/2006/relationships/customXml" Target="../ink/ink2517.xml"/><Relationship Id="rId138" Type="http://schemas.openxmlformats.org/officeDocument/2006/relationships/customXml" Target="../ink/ink2544.xml"/><Relationship Id="rId345" Type="http://schemas.openxmlformats.org/officeDocument/2006/relationships/image" Target="../media/image3311.png"/><Relationship Id="rId191" Type="http://schemas.openxmlformats.org/officeDocument/2006/relationships/image" Target="../media/image2390.png"/><Relationship Id="rId205" Type="http://schemas.openxmlformats.org/officeDocument/2006/relationships/image" Target="../media/image2460.png"/><Relationship Id="rId247" Type="http://schemas.openxmlformats.org/officeDocument/2006/relationships/image" Target="../media/image2820.png"/><Relationship Id="rId107" Type="http://schemas.openxmlformats.org/officeDocument/2006/relationships/image" Target="../media/image1990.png"/><Relationship Id="rId289" Type="http://schemas.openxmlformats.org/officeDocument/2006/relationships/image" Target="../media/image3030.png"/><Relationship Id="rId11" Type="http://schemas.openxmlformats.org/officeDocument/2006/relationships/image" Target="../media/image15100.png"/><Relationship Id="rId53" Type="http://schemas.openxmlformats.org/officeDocument/2006/relationships/image" Target="../media/image1720.png"/><Relationship Id="rId149" Type="http://schemas.openxmlformats.org/officeDocument/2006/relationships/image" Target="../media/image2180.png"/><Relationship Id="rId314" Type="http://schemas.openxmlformats.org/officeDocument/2006/relationships/customXml" Target="../ink/ink2632.xml"/><Relationship Id="rId356" Type="http://schemas.openxmlformats.org/officeDocument/2006/relationships/customXml" Target="../ink/ink2653.xml"/><Relationship Id="rId95" Type="http://schemas.openxmlformats.org/officeDocument/2006/relationships/image" Target="../media/image1930.png"/><Relationship Id="rId160" Type="http://schemas.openxmlformats.org/officeDocument/2006/relationships/customXml" Target="../ink/ink2555.xml"/><Relationship Id="rId216" Type="http://schemas.openxmlformats.org/officeDocument/2006/relationships/customXml" Target="../ink/ink2583.xml"/><Relationship Id="rId258" Type="http://schemas.openxmlformats.org/officeDocument/2006/relationships/customXml" Target="../ink/ink2604.xml"/><Relationship Id="rId22" Type="http://schemas.openxmlformats.org/officeDocument/2006/relationships/customXml" Target="../ink/ink2486.xml"/><Relationship Id="rId64" Type="http://schemas.openxmlformats.org/officeDocument/2006/relationships/customXml" Target="../ink/ink2507.xml"/><Relationship Id="rId118" Type="http://schemas.openxmlformats.org/officeDocument/2006/relationships/customXml" Target="../ink/ink2534.xml"/><Relationship Id="rId325" Type="http://schemas.openxmlformats.org/officeDocument/2006/relationships/image" Target="../media/image3211.png"/><Relationship Id="rId171" Type="http://schemas.openxmlformats.org/officeDocument/2006/relationships/image" Target="../media/image2290.png"/><Relationship Id="rId227" Type="http://schemas.openxmlformats.org/officeDocument/2006/relationships/image" Target="../media/image2570.png"/><Relationship Id="rId269" Type="http://schemas.openxmlformats.org/officeDocument/2006/relationships/image" Target="../media/image2930.png"/><Relationship Id="rId33" Type="http://schemas.openxmlformats.org/officeDocument/2006/relationships/image" Target="../media/image1620.png"/><Relationship Id="rId129" Type="http://schemas.openxmlformats.org/officeDocument/2006/relationships/image" Target="../media/image2090.png"/><Relationship Id="rId280" Type="http://schemas.openxmlformats.org/officeDocument/2006/relationships/customXml" Target="../ink/ink2615.xml"/><Relationship Id="rId336" Type="http://schemas.openxmlformats.org/officeDocument/2006/relationships/customXml" Target="../ink/ink2643.xml"/><Relationship Id="rId75" Type="http://schemas.openxmlformats.org/officeDocument/2006/relationships/image" Target="../media/image1830.png"/><Relationship Id="rId140" Type="http://schemas.openxmlformats.org/officeDocument/2006/relationships/customXml" Target="../ink/ink2545.xml"/><Relationship Id="rId182" Type="http://schemas.openxmlformats.org/officeDocument/2006/relationships/customXml" Target="../ink/ink2566.xml"/><Relationship Id="rId6" Type="http://schemas.openxmlformats.org/officeDocument/2006/relationships/customXml" Target="../ink/ink2478.xml"/><Relationship Id="rId238" Type="http://schemas.openxmlformats.org/officeDocument/2006/relationships/customXml" Target="../ink/ink2594.xml"/><Relationship Id="rId291" Type="http://schemas.openxmlformats.org/officeDocument/2006/relationships/image" Target="../media/image3040.png"/><Relationship Id="rId305" Type="http://schemas.openxmlformats.org/officeDocument/2006/relationships/image" Target="../media/image3111.png"/><Relationship Id="rId347" Type="http://schemas.openxmlformats.org/officeDocument/2006/relationships/image" Target="../media/image3320.png"/><Relationship Id="rId44" Type="http://schemas.openxmlformats.org/officeDocument/2006/relationships/customXml" Target="../ink/ink2497.xml"/><Relationship Id="rId86" Type="http://schemas.openxmlformats.org/officeDocument/2006/relationships/customXml" Target="../ink/ink2518.xml"/><Relationship Id="rId151" Type="http://schemas.openxmlformats.org/officeDocument/2006/relationships/image" Target="../media/image2190.png"/><Relationship Id="rId193" Type="http://schemas.openxmlformats.org/officeDocument/2006/relationships/image" Target="../media/image2400.png"/><Relationship Id="rId207" Type="http://schemas.openxmlformats.org/officeDocument/2006/relationships/image" Target="../media/image2470.png"/><Relationship Id="rId249" Type="http://schemas.openxmlformats.org/officeDocument/2006/relationships/image" Target="../media/image2830.png"/><Relationship Id="rId13" Type="http://schemas.openxmlformats.org/officeDocument/2006/relationships/image" Target="../media/image15200.png"/><Relationship Id="rId109" Type="http://schemas.openxmlformats.org/officeDocument/2006/relationships/image" Target="../media/image2000.png"/><Relationship Id="rId260" Type="http://schemas.openxmlformats.org/officeDocument/2006/relationships/customXml" Target="../ink/ink2605.xml"/><Relationship Id="rId316" Type="http://schemas.openxmlformats.org/officeDocument/2006/relationships/customXml" Target="../ink/ink2633.xml"/><Relationship Id="rId55" Type="http://schemas.openxmlformats.org/officeDocument/2006/relationships/image" Target="../media/image1730.png"/><Relationship Id="rId97" Type="http://schemas.openxmlformats.org/officeDocument/2006/relationships/image" Target="../media/image1940.png"/><Relationship Id="rId120" Type="http://schemas.openxmlformats.org/officeDocument/2006/relationships/customXml" Target="../ink/ink2535.xml"/><Relationship Id="rId358" Type="http://schemas.openxmlformats.org/officeDocument/2006/relationships/customXml" Target="../ink/ink2654.xml"/><Relationship Id="rId162" Type="http://schemas.openxmlformats.org/officeDocument/2006/relationships/customXml" Target="../ink/ink2556.xml"/><Relationship Id="rId218" Type="http://schemas.openxmlformats.org/officeDocument/2006/relationships/customXml" Target="../ink/ink2584.xml"/><Relationship Id="rId271" Type="http://schemas.openxmlformats.org/officeDocument/2006/relationships/image" Target="../media/image2940.png"/><Relationship Id="rId24" Type="http://schemas.openxmlformats.org/officeDocument/2006/relationships/customXml" Target="../ink/ink2487.xml"/><Relationship Id="rId66" Type="http://schemas.openxmlformats.org/officeDocument/2006/relationships/customXml" Target="../ink/ink2508.xml"/><Relationship Id="rId131" Type="http://schemas.openxmlformats.org/officeDocument/2006/relationships/image" Target="../media/image9000.png"/><Relationship Id="rId327" Type="http://schemas.openxmlformats.org/officeDocument/2006/relationships/image" Target="../media/image3220.png"/><Relationship Id="rId173" Type="http://schemas.openxmlformats.org/officeDocument/2006/relationships/image" Target="../media/image2300.png"/><Relationship Id="rId229" Type="http://schemas.openxmlformats.org/officeDocument/2006/relationships/image" Target="../media/image2580.png"/><Relationship Id="rId240" Type="http://schemas.openxmlformats.org/officeDocument/2006/relationships/customXml" Target="../ink/ink2595.xml"/><Relationship Id="rId35" Type="http://schemas.openxmlformats.org/officeDocument/2006/relationships/image" Target="../media/image1630.png"/><Relationship Id="rId77" Type="http://schemas.openxmlformats.org/officeDocument/2006/relationships/image" Target="../media/image1840.png"/><Relationship Id="rId100" Type="http://schemas.openxmlformats.org/officeDocument/2006/relationships/customXml" Target="../ink/ink2525.xml"/><Relationship Id="rId282" Type="http://schemas.openxmlformats.org/officeDocument/2006/relationships/customXml" Target="../ink/ink2616.xml"/><Relationship Id="rId338" Type="http://schemas.openxmlformats.org/officeDocument/2006/relationships/customXml" Target="../ink/ink2644.xml"/><Relationship Id="rId8" Type="http://schemas.openxmlformats.org/officeDocument/2006/relationships/customXml" Target="../ink/ink2479.xml"/><Relationship Id="rId142" Type="http://schemas.openxmlformats.org/officeDocument/2006/relationships/customXml" Target="../ink/ink2546.xml"/><Relationship Id="rId184" Type="http://schemas.openxmlformats.org/officeDocument/2006/relationships/customXml" Target="../ink/ink2567.xml"/><Relationship Id="rId251" Type="http://schemas.openxmlformats.org/officeDocument/2006/relationships/image" Target="../media/image2840.png"/></Relationships>
</file>

<file path=ppt/slides/_rels/slide3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666.xml"/><Relationship Id="rId117" Type="http://schemas.openxmlformats.org/officeDocument/2006/relationships/image" Target="../media/image7480.png"/><Relationship Id="rId21" Type="http://schemas.openxmlformats.org/officeDocument/2006/relationships/image" Target="../media/image7000.png"/><Relationship Id="rId42" Type="http://schemas.openxmlformats.org/officeDocument/2006/relationships/customXml" Target="../ink/ink2674.xml"/><Relationship Id="rId47" Type="http://schemas.openxmlformats.org/officeDocument/2006/relationships/image" Target="../media/image7130.png"/><Relationship Id="rId63" Type="http://schemas.openxmlformats.org/officeDocument/2006/relationships/image" Target="../media/image7212.png"/><Relationship Id="rId68" Type="http://schemas.openxmlformats.org/officeDocument/2006/relationships/customXml" Target="../ink/ink2687.xml"/><Relationship Id="rId84" Type="http://schemas.openxmlformats.org/officeDocument/2006/relationships/customXml" Target="../ink/ink2695.xml"/><Relationship Id="rId89" Type="http://schemas.openxmlformats.org/officeDocument/2006/relationships/image" Target="../media/image7340.png"/><Relationship Id="rId112" Type="http://schemas.openxmlformats.org/officeDocument/2006/relationships/customXml" Target="../ink/ink2709.xml"/><Relationship Id="rId16" Type="http://schemas.openxmlformats.org/officeDocument/2006/relationships/customXml" Target="../ink/ink2661.xml"/><Relationship Id="rId107" Type="http://schemas.openxmlformats.org/officeDocument/2006/relationships/image" Target="../media/image7430.png"/><Relationship Id="rId11" Type="http://schemas.openxmlformats.org/officeDocument/2006/relationships/image" Target="../media/image6950.png"/><Relationship Id="rId32" Type="http://schemas.openxmlformats.org/officeDocument/2006/relationships/customXml" Target="../ink/ink2669.xml"/><Relationship Id="rId37" Type="http://schemas.openxmlformats.org/officeDocument/2006/relationships/image" Target="../media/image7080.png"/><Relationship Id="rId53" Type="http://schemas.openxmlformats.org/officeDocument/2006/relationships/image" Target="../media/image7160.png"/><Relationship Id="rId58" Type="http://schemas.openxmlformats.org/officeDocument/2006/relationships/customXml" Target="../ink/ink2682.xml"/><Relationship Id="rId74" Type="http://schemas.openxmlformats.org/officeDocument/2006/relationships/customXml" Target="../ink/ink2690.xml"/><Relationship Id="rId79" Type="http://schemas.openxmlformats.org/officeDocument/2006/relationships/image" Target="../media/image7290.png"/><Relationship Id="rId102" Type="http://schemas.openxmlformats.org/officeDocument/2006/relationships/customXml" Target="../ink/ink2704.xml"/><Relationship Id="rId123" Type="http://schemas.openxmlformats.org/officeDocument/2006/relationships/image" Target="../media/image7512.png"/><Relationship Id="rId5" Type="http://schemas.openxmlformats.org/officeDocument/2006/relationships/image" Target="../media/image6920.png"/><Relationship Id="rId90" Type="http://schemas.openxmlformats.org/officeDocument/2006/relationships/customXml" Target="../ink/ink2698.xml"/><Relationship Id="rId95" Type="http://schemas.openxmlformats.org/officeDocument/2006/relationships/image" Target="../media/image7370.png"/><Relationship Id="rId22" Type="http://schemas.openxmlformats.org/officeDocument/2006/relationships/customXml" Target="../ink/ink2664.xml"/><Relationship Id="rId27" Type="http://schemas.openxmlformats.org/officeDocument/2006/relationships/image" Target="../media/image7030.png"/><Relationship Id="rId43" Type="http://schemas.openxmlformats.org/officeDocument/2006/relationships/image" Target="../media/image7112.png"/><Relationship Id="rId48" Type="http://schemas.openxmlformats.org/officeDocument/2006/relationships/customXml" Target="../ink/ink2677.xml"/><Relationship Id="rId64" Type="http://schemas.openxmlformats.org/officeDocument/2006/relationships/customXml" Target="../ink/ink2685.xml"/><Relationship Id="rId69" Type="http://schemas.openxmlformats.org/officeDocument/2006/relationships/image" Target="../media/image7240.png"/><Relationship Id="rId113" Type="http://schemas.openxmlformats.org/officeDocument/2006/relationships/image" Target="../media/image7460.png"/><Relationship Id="rId118" Type="http://schemas.openxmlformats.org/officeDocument/2006/relationships/customXml" Target="../ink/ink2712.xml"/><Relationship Id="rId80" Type="http://schemas.openxmlformats.org/officeDocument/2006/relationships/customXml" Target="../ink/ink2693.xml"/><Relationship Id="rId85" Type="http://schemas.openxmlformats.org/officeDocument/2006/relationships/image" Target="../media/image7320.png"/><Relationship Id="rId12" Type="http://schemas.openxmlformats.org/officeDocument/2006/relationships/customXml" Target="../ink/ink2659.xml"/><Relationship Id="rId17" Type="http://schemas.openxmlformats.org/officeDocument/2006/relationships/image" Target="../media/image6980.png"/><Relationship Id="rId33" Type="http://schemas.openxmlformats.org/officeDocument/2006/relationships/image" Target="../media/image7060.png"/><Relationship Id="rId38" Type="http://schemas.openxmlformats.org/officeDocument/2006/relationships/customXml" Target="../ink/ink2672.xml"/><Relationship Id="rId59" Type="http://schemas.openxmlformats.org/officeDocument/2006/relationships/image" Target="../media/image7190.png"/><Relationship Id="rId103" Type="http://schemas.openxmlformats.org/officeDocument/2006/relationships/image" Target="../media/image7412.png"/><Relationship Id="rId108" Type="http://schemas.openxmlformats.org/officeDocument/2006/relationships/customXml" Target="../ink/ink2707.xml"/><Relationship Id="rId54" Type="http://schemas.openxmlformats.org/officeDocument/2006/relationships/customXml" Target="../ink/ink2680.xml"/><Relationship Id="rId70" Type="http://schemas.openxmlformats.org/officeDocument/2006/relationships/customXml" Target="../ink/ink2688.xml"/><Relationship Id="rId75" Type="http://schemas.openxmlformats.org/officeDocument/2006/relationships/image" Target="../media/image7270.png"/><Relationship Id="rId91" Type="http://schemas.openxmlformats.org/officeDocument/2006/relationships/image" Target="../media/image7350.png"/><Relationship Id="rId96" Type="http://schemas.openxmlformats.org/officeDocument/2006/relationships/customXml" Target="../ink/ink270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656.xml"/><Relationship Id="rId23" Type="http://schemas.openxmlformats.org/officeDocument/2006/relationships/image" Target="../media/image7012.png"/><Relationship Id="rId28" Type="http://schemas.openxmlformats.org/officeDocument/2006/relationships/customXml" Target="../ink/ink2667.xml"/><Relationship Id="rId49" Type="http://schemas.openxmlformats.org/officeDocument/2006/relationships/image" Target="../media/image7140.png"/><Relationship Id="rId114" Type="http://schemas.openxmlformats.org/officeDocument/2006/relationships/customXml" Target="../ink/ink2710.xml"/><Relationship Id="rId119" Type="http://schemas.openxmlformats.org/officeDocument/2006/relationships/image" Target="../media/image7490.png"/><Relationship Id="rId44" Type="http://schemas.openxmlformats.org/officeDocument/2006/relationships/customXml" Target="../ink/ink2675.xml"/><Relationship Id="rId60" Type="http://schemas.openxmlformats.org/officeDocument/2006/relationships/customXml" Target="../ink/ink2683.xml"/><Relationship Id="rId65" Type="http://schemas.openxmlformats.org/officeDocument/2006/relationships/image" Target="../media/image7220.png"/><Relationship Id="rId81" Type="http://schemas.openxmlformats.org/officeDocument/2006/relationships/image" Target="../media/image7300.png"/><Relationship Id="rId86" Type="http://schemas.openxmlformats.org/officeDocument/2006/relationships/customXml" Target="../ink/ink2696.xml"/><Relationship Id="rId4" Type="http://schemas.openxmlformats.org/officeDocument/2006/relationships/customXml" Target="../ink/ink2655.xml"/><Relationship Id="rId9" Type="http://schemas.openxmlformats.org/officeDocument/2006/relationships/image" Target="../media/image6940.png"/><Relationship Id="rId13" Type="http://schemas.openxmlformats.org/officeDocument/2006/relationships/image" Target="../media/image6960.png"/><Relationship Id="rId18" Type="http://schemas.openxmlformats.org/officeDocument/2006/relationships/customXml" Target="../ink/ink2662.xml"/><Relationship Id="rId39" Type="http://schemas.openxmlformats.org/officeDocument/2006/relationships/image" Target="../media/image7090.png"/><Relationship Id="rId109" Type="http://schemas.openxmlformats.org/officeDocument/2006/relationships/image" Target="../media/image7440.png"/><Relationship Id="rId34" Type="http://schemas.openxmlformats.org/officeDocument/2006/relationships/customXml" Target="../ink/ink2670.xml"/><Relationship Id="rId50" Type="http://schemas.openxmlformats.org/officeDocument/2006/relationships/customXml" Target="../ink/ink2678.xml"/><Relationship Id="rId55" Type="http://schemas.openxmlformats.org/officeDocument/2006/relationships/image" Target="../media/image7170.png"/><Relationship Id="rId76" Type="http://schemas.openxmlformats.org/officeDocument/2006/relationships/customXml" Target="../ink/ink2691.xml"/><Relationship Id="rId97" Type="http://schemas.openxmlformats.org/officeDocument/2006/relationships/image" Target="../media/image7380.png"/><Relationship Id="rId104" Type="http://schemas.openxmlformats.org/officeDocument/2006/relationships/customXml" Target="../ink/ink2705.xml"/><Relationship Id="rId120" Type="http://schemas.openxmlformats.org/officeDocument/2006/relationships/customXml" Target="../ink/ink2713.xml"/><Relationship Id="rId7" Type="http://schemas.openxmlformats.org/officeDocument/2006/relationships/image" Target="../media/image6930.png"/><Relationship Id="rId71" Type="http://schemas.openxmlformats.org/officeDocument/2006/relationships/image" Target="../media/image7250.png"/><Relationship Id="rId92" Type="http://schemas.openxmlformats.org/officeDocument/2006/relationships/customXml" Target="../ink/ink2699.xml"/><Relationship Id="rId2" Type="http://schemas.openxmlformats.org/officeDocument/2006/relationships/image" Target="../media/image670.png"/><Relationship Id="rId29" Type="http://schemas.openxmlformats.org/officeDocument/2006/relationships/image" Target="../media/image7040.png"/><Relationship Id="rId24" Type="http://schemas.openxmlformats.org/officeDocument/2006/relationships/customXml" Target="../ink/ink2665.xml"/><Relationship Id="rId40" Type="http://schemas.openxmlformats.org/officeDocument/2006/relationships/customXml" Target="../ink/ink2673.xml"/><Relationship Id="rId45" Type="http://schemas.openxmlformats.org/officeDocument/2006/relationships/image" Target="../media/image7120.png"/><Relationship Id="rId66" Type="http://schemas.openxmlformats.org/officeDocument/2006/relationships/customXml" Target="../ink/ink2686.xml"/><Relationship Id="rId87" Type="http://schemas.openxmlformats.org/officeDocument/2006/relationships/image" Target="../media/image7330.png"/><Relationship Id="rId110" Type="http://schemas.openxmlformats.org/officeDocument/2006/relationships/customXml" Target="../ink/ink2708.xml"/><Relationship Id="rId115" Type="http://schemas.openxmlformats.org/officeDocument/2006/relationships/image" Target="../media/image7470.png"/><Relationship Id="rId61" Type="http://schemas.openxmlformats.org/officeDocument/2006/relationships/image" Target="../media/image7200.png"/><Relationship Id="rId82" Type="http://schemas.openxmlformats.org/officeDocument/2006/relationships/customXml" Target="../ink/ink2694.xml"/><Relationship Id="rId19" Type="http://schemas.openxmlformats.org/officeDocument/2006/relationships/image" Target="../media/image6990.png"/><Relationship Id="rId14" Type="http://schemas.openxmlformats.org/officeDocument/2006/relationships/customXml" Target="../ink/ink2660.xml"/><Relationship Id="rId30" Type="http://schemas.openxmlformats.org/officeDocument/2006/relationships/customXml" Target="../ink/ink2668.xml"/><Relationship Id="rId35" Type="http://schemas.openxmlformats.org/officeDocument/2006/relationships/image" Target="../media/image7070.png"/><Relationship Id="rId56" Type="http://schemas.openxmlformats.org/officeDocument/2006/relationships/customXml" Target="../ink/ink2681.xml"/><Relationship Id="rId77" Type="http://schemas.openxmlformats.org/officeDocument/2006/relationships/image" Target="../media/image7280.png"/><Relationship Id="rId100" Type="http://schemas.openxmlformats.org/officeDocument/2006/relationships/customXml" Target="../ink/ink2703.xml"/><Relationship Id="rId105" Type="http://schemas.openxmlformats.org/officeDocument/2006/relationships/image" Target="../media/image7420.png"/><Relationship Id="rId8" Type="http://schemas.openxmlformats.org/officeDocument/2006/relationships/customXml" Target="../ink/ink2657.xml"/><Relationship Id="rId51" Type="http://schemas.openxmlformats.org/officeDocument/2006/relationships/image" Target="../media/image7150.png"/><Relationship Id="rId72" Type="http://schemas.openxmlformats.org/officeDocument/2006/relationships/customXml" Target="../ink/ink2689.xml"/><Relationship Id="rId93" Type="http://schemas.openxmlformats.org/officeDocument/2006/relationships/image" Target="../media/image7360.png"/><Relationship Id="rId98" Type="http://schemas.openxmlformats.org/officeDocument/2006/relationships/customXml" Target="../ink/ink2702.xml"/><Relationship Id="rId121" Type="http://schemas.openxmlformats.org/officeDocument/2006/relationships/image" Target="../media/image7500.png"/><Relationship Id="rId3" Type="http://schemas.openxmlformats.org/officeDocument/2006/relationships/image" Target="../media/image671.png"/><Relationship Id="rId25" Type="http://schemas.openxmlformats.org/officeDocument/2006/relationships/image" Target="../media/image7020.png"/><Relationship Id="rId46" Type="http://schemas.openxmlformats.org/officeDocument/2006/relationships/customXml" Target="../ink/ink2676.xml"/><Relationship Id="rId67" Type="http://schemas.openxmlformats.org/officeDocument/2006/relationships/image" Target="../media/image7230.png"/><Relationship Id="rId116" Type="http://schemas.openxmlformats.org/officeDocument/2006/relationships/customXml" Target="../ink/ink2711.xml"/><Relationship Id="rId20" Type="http://schemas.openxmlformats.org/officeDocument/2006/relationships/customXml" Target="../ink/ink2663.xml"/><Relationship Id="rId41" Type="http://schemas.openxmlformats.org/officeDocument/2006/relationships/image" Target="../media/image7100.png"/><Relationship Id="rId62" Type="http://schemas.openxmlformats.org/officeDocument/2006/relationships/customXml" Target="../ink/ink2684.xml"/><Relationship Id="rId83" Type="http://schemas.openxmlformats.org/officeDocument/2006/relationships/image" Target="../media/image7312.png"/><Relationship Id="rId88" Type="http://schemas.openxmlformats.org/officeDocument/2006/relationships/customXml" Target="../ink/ink2697.xml"/><Relationship Id="rId111" Type="http://schemas.openxmlformats.org/officeDocument/2006/relationships/image" Target="../media/image7450.png"/><Relationship Id="rId15" Type="http://schemas.openxmlformats.org/officeDocument/2006/relationships/image" Target="../media/image6970.png"/><Relationship Id="rId36" Type="http://schemas.openxmlformats.org/officeDocument/2006/relationships/customXml" Target="../ink/ink2671.xml"/><Relationship Id="rId57" Type="http://schemas.openxmlformats.org/officeDocument/2006/relationships/image" Target="../media/image7180.png"/><Relationship Id="rId106" Type="http://schemas.openxmlformats.org/officeDocument/2006/relationships/customXml" Target="../ink/ink2706.xml"/><Relationship Id="rId10" Type="http://schemas.openxmlformats.org/officeDocument/2006/relationships/customXml" Target="../ink/ink2658.xml"/><Relationship Id="rId31" Type="http://schemas.openxmlformats.org/officeDocument/2006/relationships/image" Target="../media/image7050.png"/><Relationship Id="rId52" Type="http://schemas.openxmlformats.org/officeDocument/2006/relationships/customXml" Target="../ink/ink2679.xml"/><Relationship Id="rId73" Type="http://schemas.openxmlformats.org/officeDocument/2006/relationships/image" Target="../media/image7260.png"/><Relationship Id="rId78" Type="http://schemas.openxmlformats.org/officeDocument/2006/relationships/customXml" Target="../ink/ink2692.xml"/><Relationship Id="rId94" Type="http://schemas.openxmlformats.org/officeDocument/2006/relationships/customXml" Target="../ink/ink2700.xml"/><Relationship Id="rId99" Type="http://schemas.openxmlformats.org/officeDocument/2006/relationships/image" Target="../media/image7390.png"/><Relationship Id="rId101" Type="http://schemas.openxmlformats.org/officeDocument/2006/relationships/image" Target="../media/image7400.png"/><Relationship Id="rId122" Type="http://schemas.openxmlformats.org/officeDocument/2006/relationships/customXml" Target="../ink/ink2714.xml"/></Relationships>
</file>

<file path=ppt/slides/_rels/slide3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29.png"/><Relationship Id="rId299" Type="http://schemas.openxmlformats.org/officeDocument/2006/relationships/image" Target="../media/image12320.png"/><Relationship Id="rId21" Type="http://schemas.openxmlformats.org/officeDocument/2006/relationships/image" Target="../media/image3440.png"/><Relationship Id="rId63" Type="http://schemas.openxmlformats.org/officeDocument/2006/relationships/image" Target="../media/image3650.png"/><Relationship Id="rId159" Type="http://schemas.openxmlformats.org/officeDocument/2006/relationships/image" Target="../media/image1153.png"/><Relationship Id="rId170" Type="http://schemas.openxmlformats.org/officeDocument/2006/relationships/customXml" Target="../ink/ink2799.xml"/><Relationship Id="rId226" Type="http://schemas.openxmlformats.org/officeDocument/2006/relationships/customXml" Target="../ink/ink2827.xml"/><Relationship Id="rId268" Type="http://schemas.openxmlformats.org/officeDocument/2006/relationships/customXml" Target="../ink/ink2848.xml"/><Relationship Id="rId32" Type="http://schemas.openxmlformats.org/officeDocument/2006/relationships/customXml" Target="../ink/ink2730.xml"/><Relationship Id="rId74" Type="http://schemas.openxmlformats.org/officeDocument/2006/relationships/customXml" Target="../ink/ink2751.xml"/><Relationship Id="rId128" Type="http://schemas.openxmlformats.org/officeDocument/2006/relationships/customXml" Target="../ink/ink2778.xml"/><Relationship Id="rId5" Type="http://schemas.openxmlformats.org/officeDocument/2006/relationships/image" Target="../media/image3360.png"/><Relationship Id="rId181" Type="http://schemas.openxmlformats.org/officeDocument/2006/relationships/image" Target="../media/image1165.png"/><Relationship Id="rId237" Type="http://schemas.openxmlformats.org/officeDocument/2006/relationships/image" Target="../media/image11960.png"/><Relationship Id="rId279" Type="http://schemas.openxmlformats.org/officeDocument/2006/relationships/image" Target="../media/image12210.png"/><Relationship Id="rId43" Type="http://schemas.openxmlformats.org/officeDocument/2006/relationships/image" Target="../media/image3550.png"/><Relationship Id="rId139" Type="http://schemas.openxmlformats.org/officeDocument/2006/relationships/image" Target="../media/image1142.png"/><Relationship Id="rId290" Type="http://schemas.openxmlformats.org/officeDocument/2006/relationships/customXml" Target="../ink/ink2859.xml"/><Relationship Id="rId85" Type="http://schemas.openxmlformats.org/officeDocument/2006/relationships/image" Target="../media/image7560.png"/><Relationship Id="rId150" Type="http://schemas.openxmlformats.org/officeDocument/2006/relationships/customXml" Target="../ink/ink2789.xml"/><Relationship Id="rId192" Type="http://schemas.openxmlformats.org/officeDocument/2006/relationships/customXml" Target="../ink/ink2810.xml"/><Relationship Id="rId206" Type="http://schemas.openxmlformats.org/officeDocument/2006/relationships/customXml" Target="../ink/ink2817.xml"/><Relationship Id="rId248" Type="http://schemas.openxmlformats.org/officeDocument/2006/relationships/customXml" Target="../ink/ink2838.xml"/><Relationship Id="rId12" Type="http://schemas.openxmlformats.org/officeDocument/2006/relationships/customXml" Target="../ink/ink2720.xml"/><Relationship Id="rId108" Type="http://schemas.openxmlformats.org/officeDocument/2006/relationships/customXml" Target="../ink/ink2768.xml"/><Relationship Id="rId54" Type="http://schemas.openxmlformats.org/officeDocument/2006/relationships/customXml" Target="../ink/ink2741.xml"/><Relationship Id="rId96" Type="http://schemas.openxmlformats.org/officeDocument/2006/relationships/customXml" Target="../ink/ink2762.xml"/><Relationship Id="rId161" Type="http://schemas.openxmlformats.org/officeDocument/2006/relationships/image" Target="../media/image1154.png"/><Relationship Id="rId217" Type="http://schemas.openxmlformats.org/officeDocument/2006/relationships/image" Target="../media/image11850.png"/><Relationship Id="rId6" Type="http://schemas.openxmlformats.org/officeDocument/2006/relationships/customXml" Target="../ink/ink2717.xml"/><Relationship Id="rId238" Type="http://schemas.openxmlformats.org/officeDocument/2006/relationships/customXml" Target="../ink/ink2833.xml"/><Relationship Id="rId259" Type="http://schemas.openxmlformats.org/officeDocument/2006/relationships/image" Target="../media/image12080.png"/><Relationship Id="rId23" Type="http://schemas.openxmlformats.org/officeDocument/2006/relationships/image" Target="../media/image3450.png"/><Relationship Id="rId119" Type="http://schemas.openxmlformats.org/officeDocument/2006/relationships/image" Target="../media/image1131.png"/><Relationship Id="rId270" Type="http://schemas.openxmlformats.org/officeDocument/2006/relationships/customXml" Target="../ink/ink2849.xml"/><Relationship Id="rId291" Type="http://schemas.openxmlformats.org/officeDocument/2006/relationships/image" Target="../media/image12270.png"/><Relationship Id="rId44" Type="http://schemas.openxmlformats.org/officeDocument/2006/relationships/customXml" Target="../ink/ink2736.xml"/><Relationship Id="rId65" Type="http://schemas.openxmlformats.org/officeDocument/2006/relationships/image" Target="../media/image3660.png"/><Relationship Id="rId86" Type="http://schemas.openxmlformats.org/officeDocument/2006/relationships/customXml" Target="../ink/ink2757.xml"/><Relationship Id="rId130" Type="http://schemas.openxmlformats.org/officeDocument/2006/relationships/customXml" Target="../ink/ink2779.xml"/><Relationship Id="rId151" Type="http://schemas.openxmlformats.org/officeDocument/2006/relationships/image" Target="../media/image1148.png"/><Relationship Id="rId172" Type="http://schemas.openxmlformats.org/officeDocument/2006/relationships/customXml" Target="../ink/ink2800.xml"/><Relationship Id="rId193" Type="http://schemas.openxmlformats.org/officeDocument/2006/relationships/image" Target="../media/image11720.png"/><Relationship Id="rId207" Type="http://schemas.openxmlformats.org/officeDocument/2006/relationships/image" Target="../media/image11790.png"/><Relationship Id="rId228" Type="http://schemas.openxmlformats.org/officeDocument/2006/relationships/customXml" Target="../ink/ink2828.xml"/><Relationship Id="rId249" Type="http://schemas.openxmlformats.org/officeDocument/2006/relationships/image" Target="../media/image12030.png"/><Relationship Id="rId13" Type="http://schemas.openxmlformats.org/officeDocument/2006/relationships/image" Target="../media/image3400.png"/><Relationship Id="rId109" Type="http://schemas.openxmlformats.org/officeDocument/2006/relationships/image" Target="../media/image7680.png"/><Relationship Id="rId260" Type="http://schemas.openxmlformats.org/officeDocument/2006/relationships/customXml" Target="../ink/ink2844.xml"/><Relationship Id="rId281" Type="http://schemas.openxmlformats.org/officeDocument/2006/relationships/image" Target="../media/image12220.png"/><Relationship Id="rId34" Type="http://schemas.openxmlformats.org/officeDocument/2006/relationships/customXml" Target="../ink/ink2731.xml"/><Relationship Id="rId55" Type="http://schemas.openxmlformats.org/officeDocument/2006/relationships/image" Target="../media/image3611.png"/><Relationship Id="rId76" Type="http://schemas.openxmlformats.org/officeDocument/2006/relationships/customXml" Target="../ink/ink2752.xml"/><Relationship Id="rId97" Type="http://schemas.openxmlformats.org/officeDocument/2006/relationships/image" Target="../media/image7620.png"/><Relationship Id="rId120" Type="http://schemas.openxmlformats.org/officeDocument/2006/relationships/customXml" Target="../ink/ink2774.xml"/><Relationship Id="rId141" Type="http://schemas.openxmlformats.org/officeDocument/2006/relationships/image" Target="../media/image1143.png"/><Relationship Id="rId7" Type="http://schemas.openxmlformats.org/officeDocument/2006/relationships/image" Target="../media/image3370.png"/><Relationship Id="rId162" Type="http://schemas.openxmlformats.org/officeDocument/2006/relationships/customXml" Target="../ink/ink2795.xml"/><Relationship Id="rId183" Type="http://schemas.openxmlformats.org/officeDocument/2006/relationships/image" Target="../media/image1166.png"/><Relationship Id="rId218" Type="http://schemas.openxmlformats.org/officeDocument/2006/relationships/customXml" Target="../ink/ink2823.xml"/><Relationship Id="rId239" Type="http://schemas.openxmlformats.org/officeDocument/2006/relationships/image" Target="../media/image11970.png"/><Relationship Id="rId250" Type="http://schemas.openxmlformats.org/officeDocument/2006/relationships/customXml" Target="../ink/ink2839.xml"/><Relationship Id="rId271" Type="http://schemas.openxmlformats.org/officeDocument/2006/relationships/image" Target="../media/image12160.png"/><Relationship Id="rId292" Type="http://schemas.openxmlformats.org/officeDocument/2006/relationships/customXml" Target="../ink/ink2860.xml"/><Relationship Id="rId24" Type="http://schemas.openxmlformats.org/officeDocument/2006/relationships/customXml" Target="../ink/ink2726.xml"/><Relationship Id="rId45" Type="http://schemas.openxmlformats.org/officeDocument/2006/relationships/image" Target="../media/image3560.png"/><Relationship Id="rId66" Type="http://schemas.openxmlformats.org/officeDocument/2006/relationships/customXml" Target="../ink/ink2747.xml"/><Relationship Id="rId87" Type="http://schemas.openxmlformats.org/officeDocument/2006/relationships/image" Target="../media/image7570.png"/><Relationship Id="rId110" Type="http://schemas.openxmlformats.org/officeDocument/2006/relationships/customXml" Target="../ink/ink2769.xml"/><Relationship Id="rId131" Type="http://schemas.openxmlformats.org/officeDocument/2006/relationships/image" Target="../media/image1137.png"/><Relationship Id="rId152" Type="http://schemas.openxmlformats.org/officeDocument/2006/relationships/customXml" Target="../ink/ink2790.xml"/><Relationship Id="rId173" Type="http://schemas.openxmlformats.org/officeDocument/2006/relationships/image" Target="../media/image1161.png"/><Relationship Id="rId194" Type="http://schemas.openxmlformats.org/officeDocument/2006/relationships/customXml" Target="../ink/ink2811.xml"/><Relationship Id="rId208" Type="http://schemas.openxmlformats.org/officeDocument/2006/relationships/customXml" Target="../ink/ink2818.xml"/><Relationship Id="rId229" Type="http://schemas.openxmlformats.org/officeDocument/2006/relationships/image" Target="../media/image11920.png"/><Relationship Id="rId240" Type="http://schemas.openxmlformats.org/officeDocument/2006/relationships/customXml" Target="../ink/ink2834.xml"/><Relationship Id="rId261" Type="http://schemas.openxmlformats.org/officeDocument/2006/relationships/image" Target="../media/image12090.png"/><Relationship Id="rId14" Type="http://schemas.openxmlformats.org/officeDocument/2006/relationships/customXml" Target="../ink/ink2721.xml"/><Relationship Id="rId35" Type="http://schemas.openxmlformats.org/officeDocument/2006/relationships/image" Target="../media/image3510.png"/><Relationship Id="rId56" Type="http://schemas.openxmlformats.org/officeDocument/2006/relationships/customXml" Target="../ink/ink2742.xml"/><Relationship Id="rId77" Type="http://schemas.openxmlformats.org/officeDocument/2006/relationships/image" Target="../media/image7520.png"/><Relationship Id="rId100" Type="http://schemas.openxmlformats.org/officeDocument/2006/relationships/customXml" Target="../ink/ink2764.xml"/><Relationship Id="rId282" Type="http://schemas.openxmlformats.org/officeDocument/2006/relationships/customXml" Target="../ink/ink2855.xml"/><Relationship Id="rId8" Type="http://schemas.openxmlformats.org/officeDocument/2006/relationships/customXml" Target="../ink/ink2718.xml"/><Relationship Id="rId98" Type="http://schemas.openxmlformats.org/officeDocument/2006/relationships/customXml" Target="../ink/ink2763.xml"/><Relationship Id="rId121" Type="http://schemas.openxmlformats.org/officeDocument/2006/relationships/image" Target="../media/image1132.png"/><Relationship Id="rId142" Type="http://schemas.openxmlformats.org/officeDocument/2006/relationships/customXml" Target="../ink/ink2785.xml"/><Relationship Id="rId163" Type="http://schemas.openxmlformats.org/officeDocument/2006/relationships/image" Target="../media/image1155.png"/><Relationship Id="rId184" Type="http://schemas.openxmlformats.org/officeDocument/2006/relationships/customXml" Target="../ink/ink2806.xml"/><Relationship Id="rId219" Type="http://schemas.openxmlformats.org/officeDocument/2006/relationships/image" Target="../media/image11860.png"/><Relationship Id="rId230" Type="http://schemas.openxmlformats.org/officeDocument/2006/relationships/customXml" Target="../ink/ink2829.xml"/><Relationship Id="rId251" Type="http://schemas.openxmlformats.org/officeDocument/2006/relationships/image" Target="../media/image12040.png"/><Relationship Id="rId25" Type="http://schemas.openxmlformats.org/officeDocument/2006/relationships/image" Target="../media/image3460.png"/><Relationship Id="rId46" Type="http://schemas.openxmlformats.org/officeDocument/2006/relationships/customXml" Target="../ink/ink2737.xml"/><Relationship Id="rId67" Type="http://schemas.openxmlformats.org/officeDocument/2006/relationships/image" Target="../media/image3670.png"/><Relationship Id="rId272" Type="http://schemas.openxmlformats.org/officeDocument/2006/relationships/customXml" Target="../ink/ink2850.xml"/><Relationship Id="rId293" Type="http://schemas.openxmlformats.org/officeDocument/2006/relationships/image" Target="../media/image12280.png"/><Relationship Id="rId88" Type="http://schemas.openxmlformats.org/officeDocument/2006/relationships/customXml" Target="../ink/ink2758.xml"/><Relationship Id="rId111" Type="http://schemas.openxmlformats.org/officeDocument/2006/relationships/image" Target="../media/image1126.png"/><Relationship Id="rId132" Type="http://schemas.openxmlformats.org/officeDocument/2006/relationships/customXml" Target="../ink/ink2780.xml"/><Relationship Id="rId153" Type="http://schemas.openxmlformats.org/officeDocument/2006/relationships/image" Target="../media/image1149.png"/><Relationship Id="rId174" Type="http://schemas.openxmlformats.org/officeDocument/2006/relationships/customXml" Target="../ink/ink2801.xml"/><Relationship Id="rId195" Type="http://schemas.openxmlformats.org/officeDocument/2006/relationships/image" Target="../media/image11730.png"/><Relationship Id="rId209" Type="http://schemas.openxmlformats.org/officeDocument/2006/relationships/image" Target="../media/image11810.png"/><Relationship Id="rId220" Type="http://schemas.openxmlformats.org/officeDocument/2006/relationships/customXml" Target="../ink/ink2824.xml"/><Relationship Id="rId241" Type="http://schemas.openxmlformats.org/officeDocument/2006/relationships/image" Target="../media/image11980.png"/><Relationship Id="rId15" Type="http://schemas.openxmlformats.org/officeDocument/2006/relationships/image" Target="../media/image3411.png"/><Relationship Id="rId36" Type="http://schemas.openxmlformats.org/officeDocument/2006/relationships/customXml" Target="../ink/ink2732.xml"/><Relationship Id="rId57" Type="http://schemas.openxmlformats.org/officeDocument/2006/relationships/image" Target="../media/image3620.png"/><Relationship Id="rId262" Type="http://schemas.openxmlformats.org/officeDocument/2006/relationships/customXml" Target="../ink/ink2845.xml"/><Relationship Id="rId283" Type="http://schemas.openxmlformats.org/officeDocument/2006/relationships/image" Target="../media/image12230.png"/><Relationship Id="rId78" Type="http://schemas.openxmlformats.org/officeDocument/2006/relationships/customXml" Target="../ink/ink2753.xml"/><Relationship Id="rId99" Type="http://schemas.openxmlformats.org/officeDocument/2006/relationships/image" Target="../media/image7630.png"/><Relationship Id="rId101" Type="http://schemas.openxmlformats.org/officeDocument/2006/relationships/image" Target="../media/image7640.png"/><Relationship Id="rId122" Type="http://schemas.openxmlformats.org/officeDocument/2006/relationships/customXml" Target="../ink/ink2775.xml"/><Relationship Id="rId143" Type="http://schemas.openxmlformats.org/officeDocument/2006/relationships/image" Target="../media/image1144.png"/><Relationship Id="rId164" Type="http://schemas.openxmlformats.org/officeDocument/2006/relationships/customXml" Target="../ink/ink2796.xml"/><Relationship Id="rId185" Type="http://schemas.openxmlformats.org/officeDocument/2006/relationships/image" Target="../media/image1167.png"/><Relationship Id="rId9" Type="http://schemas.openxmlformats.org/officeDocument/2006/relationships/image" Target="../media/image3380.png"/><Relationship Id="rId210" Type="http://schemas.openxmlformats.org/officeDocument/2006/relationships/customXml" Target="../ink/ink2819.xml"/><Relationship Id="rId26" Type="http://schemas.openxmlformats.org/officeDocument/2006/relationships/customXml" Target="../ink/ink2727.xml"/><Relationship Id="rId231" Type="http://schemas.openxmlformats.org/officeDocument/2006/relationships/image" Target="../media/image11930.png"/><Relationship Id="rId252" Type="http://schemas.openxmlformats.org/officeDocument/2006/relationships/customXml" Target="../ink/ink2840.xml"/><Relationship Id="rId273" Type="http://schemas.openxmlformats.org/officeDocument/2006/relationships/image" Target="../media/image12170.png"/><Relationship Id="rId294" Type="http://schemas.openxmlformats.org/officeDocument/2006/relationships/customXml" Target="../ink/ink2861.xml"/><Relationship Id="rId47" Type="http://schemas.openxmlformats.org/officeDocument/2006/relationships/image" Target="../media/image3570.png"/><Relationship Id="rId68" Type="http://schemas.openxmlformats.org/officeDocument/2006/relationships/customXml" Target="../ink/ink2748.xml"/><Relationship Id="rId89" Type="http://schemas.openxmlformats.org/officeDocument/2006/relationships/image" Target="../media/image7580.png"/><Relationship Id="rId112" Type="http://schemas.openxmlformats.org/officeDocument/2006/relationships/customXml" Target="../ink/ink2770.xml"/><Relationship Id="rId133" Type="http://schemas.openxmlformats.org/officeDocument/2006/relationships/image" Target="../media/image1138.png"/><Relationship Id="rId154" Type="http://schemas.openxmlformats.org/officeDocument/2006/relationships/customXml" Target="../ink/ink2791.xml"/><Relationship Id="rId175" Type="http://schemas.openxmlformats.org/officeDocument/2006/relationships/image" Target="../media/image1162.png"/><Relationship Id="rId196" Type="http://schemas.openxmlformats.org/officeDocument/2006/relationships/customXml" Target="../ink/ink2812.xml"/><Relationship Id="rId200" Type="http://schemas.openxmlformats.org/officeDocument/2006/relationships/customXml" Target="../ink/ink2814.xml"/><Relationship Id="rId16" Type="http://schemas.openxmlformats.org/officeDocument/2006/relationships/customXml" Target="../ink/ink2722.xml"/><Relationship Id="rId221" Type="http://schemas.openxmlformats.org/officeDocument/2006/relationships/image" Target="../media/image11870.png"/><Relationship Id="rId242" Type="http://schemas.openxmlformats.org/officeDocument/2006/relationships/customXml" Target="../ink/ink2835.xml"/><Relationship Id="rId263" Type="http://schemas.openxmlformats.org/officeDocument/2006/relationships/image" Target="../media/image12120.png"/><Relationship Id="rId284" Type="http://schemas.openxmlformats.org/officeDocument/2006/relationships/customXml" Target="../ink/ink2856.xml"/><Relationship Id="rId37" Type="http://schemas.openxmlformats.org/officeDocument/2006/relationships/image" Target="../media/image3520.png"/><Relationship Id="rId58" Type="http://schemas.openxmlformats.org/officeDocument/2006/relationships/customXml" Target="../ink/ink2743.xml"/><Relationship Id="rId79" Type="http://schemas.openxmlformats.org/officeDocument/2006/relationships/image" Target="../media/image7530.png"/><Relationship Id="rId102" Type="http://schemas.openxmlformats.org/officeDocument/2006/relationships/customXml" Target="../ink/ink2765.xml"/><Relationship Id="rId123" Type="http://schemas.openxmlformats.org/officeDocument/2006/relationships/image" Target="../media/image1133.png"/><Relationship Id="rId144" Type="http://schemas.openxmlformats.org/officeDocument/2006/relationships/customXml" Target="../ink/ink2786.xml"/><Relationship Id="rId90" Type="http://schemas.openxmlformats.org/officeDocument/2006/relationships/customXml" Target="../ink/ink2759.xml"/><Relationship Id="rId165" Type="http://schemas.openxmlformats.org/officeDocument/2006/relationships/image" Target="../media/image1156.png"/><Relationship Id="rId186" Type="http://schemas.openxmlformats.org/officeDocument/2006/relationships/customXml" Target="../ink/ink2807.xml"/><Relationship Id="rId211" Type="http://schemas.openxmlformats.org/officeDocument/2006/relationships/image" Target="../media/image11820.png"/><Relationship Id="rId232" Type="http://schemas.openxmlformats.org/officeDocument/2006/relationships/customXml" Target="../ink/ink2830.xml"/><Relationship Id="rId253" Type="http://schemas.openxmlformats.org/officeDocument/2006/relationships/image" Target="../media/image12050.png"/><Relationship Id="rId274" Type="http://schemas.openxmlformats.org/officeDocument/2006/relationships/customXml" Target="../ink/ink2851.xml"/><Relationship Id="rId295" Type="http://schemas.openxmlformats.org/officeDocument/2006/relationships/image" Target="../media/image12290.png"/><Relationship Id="rId27" Type="http://schemas.openxmlformats.org/officeDocument/2006/relationships/image" Target="../media/image3470.png"/><Relationship Id="rId48" Type="http://schemas.openxmlformats.org/officeDocument/2006/relationships/customXml" Target="../ink/ink2738.xml"/><Relationship Id="rId69" Type="http://schemas.openxmlformats.org/officeDocument/2006/relationships/image" Target="../media/image3680.png"/><Relationship Id="rId113" Type="http://schemas.openxmlformats.org/officeDocument/2006/relationships/image" Target="../media/image1127.png"/><Relationship Id="rId134" Type="http://schemas.openxmlformats.org/officeDocument/2006/relationships/customXml" Target="../ink/ink2781.xml"/><Relationship Id="rId80" Type="http://schemas.openxmlformats.org/officeDocument/2006/relationships/customXml" Target="../ink/ink2754.xml"/><Relationship Id="rId155" Type="http://schemas.openxmlformats.org/officeDocument/2006/relationships/image" Target="../media/image1151.png"/><Relationship Id="rId176" Type="http://schemas.openxmlformats.org/officeDocument/2006/relationships/customXml" Target="../ink/ink2802.xml"/><Relationship Id="rId197" Type="http://schemas.openxmlformats.org/officeDocument/2006/relationships/image" Target="../media/image11740.png"/><Relationship Id="rId201" Type="http://schemas.openxmlformats.org/officeDocument/2006/relationships/image" Target="../media/image11760.png"/><Relationship Id="rId222" Type="http://schemas.openxmlformats.org/officeDocument/2006/relationships/customXml" Target="../ink/ink2825.xml"/><Relationship Id="rId243" Type="http://schemas.openxmlformats.org/officeDocument/2006/relationships/image" Target="../media/image11990.png"/><Relationship Id="rId264" Type="http://schemas.openxmlformats.org/officeDocument/2006/relationships/customXml" Target="../ink/ink2846.xml"/><Relationship Id="rId285" Type="http://schemas.openxmlformats.org/officeDocument/2006/relationships/image" Target="../media/image12240.png"/><Relationship Id="rId17" Type="http://schemas.openxmlformats.org/officeDocument/2006/relationships/image" Target="../media/image3420.png"/><Relationship Id="rId38" Type="http://schemas.openxmlformats.org/officeDocument/2006/relationships/customXml" Target="../ink/ink2733.xml"/><Relationship Id="rId59" Type="http://schemas.openxmlformats.org/officeDocument/2006/relationships/image" Target="../media/image3630.png"/><Relationship Id="rId103" Type="http://schemas.openxmlformats.org/officeDocument/2006/relationships/image" Target="../media/image7650.png"/><Relationship Id="rId124" Type="http://schemas.openxmlformats.org/officeDocument/2006/relationships/customXml" Target="../ink/ink2776.xml"/><Relationship Id="rId70" Type="http://schemas.openxmlformats.org/officeDocument/2006/relationships/customXml" Target="../ink/ink2749.xml"/><Relationship Id="rId91" Type="http://schemas.openxmlformats.org/officeDocument/2006/relationships/image" Target="../media/image7590.png"/><Relationship Id="rId145" Type="http://schemas.openxmlformats.org/officeDocument/2006/relationships/image" Target="../media/image1145.png"/><Relationship Id="rId166" Type="http://schemas.openxmlformats.org/officeDocument/2006/relationships/customXml" Target="../ink/ink2797.xml"/><Relationship Id="rId187" Type="http://schemas.openxmlformats.org/officeDocument/2006/relationships/image" Target="../media/image1168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820.xml"/><Relationship Id="rId233" Type="http://schemas.openxmlformats.org/officeDocument/2006/relationships/image" Target="../media/image11940.png"/><Relationship Id="rId254" Type="http://schemas.openxmlformats.org/officeDocument/2006/relationships/customXml" Target="../ink/ink2841.xml"/><Relationship Id="rId28" Type="http://schemas.openxmlformats.org/officeDocument/2006/relationships/customXml" Target="../ink/ink2728.xml"/><Relationship Id="rId49" Type="http://schemas.openxmlformats.org/officeDocument/2006/relationships/image" Target="../media/image3580.png"/><Relationship Id="rId114" Type="http://schemas.openxmlformats.org/officeDocument/2006/relationships/customXml" Target="../ink/ink2771.xml"/><Relationship Id="rId275" Type="http://schemas.openxmlformats.org/officeDocument/2006/relationships/image" Target="../media/image12180.png"/><Relationship Id="rId296" Type="http://schemas.openxmlformats.org/officeDocument/2006/relationships/customXml" Target="../ink/ink2862.xml"/><Relationship Id="rId300" Type="http://schemas.openxmlformats.org/officeDocument/2006/relationships/customXml" Target="../ink/ink2864.xml"/><Relationship Id="rId60" Type="http://schemas.openxmlformats.org/officeDocument/2006/relationships/customXml" Target="../ink/ink2744.xml"/><Relationship Id="rId81" Type="http://schemas.openxmlformats.org/officeDocument/2006/relationships/image" Target="../media/image7540.png"/><Relationship Id="rId135" Type="http://schemas.openxmlformats.org/officeDocument/2006/relationships/image" Target="../media/image1139.png"/><Relationship Id="rId156" Type="http://schemas.openxmlformats.org/officeDocument/2006/relationships/customXml" Target="../ink/ink2792.xml"/><Relationship Id="rId177" Type="http://schemas.openxmlformats.org/officeDocument/2006/relationships/image" Target="../media/image1163.png"/><Relationship Id="rId198" Type="http://schemas.openxmlformats.org/officeDocument/2006/relationships/customXml" Target="../ink/ink2813.xml"/><Relationship Id="rId202" Type="http://schemas.openxmlformats.org/officeDocument/2006/relationships/customXml" Target="../ink/ink2815.xml"/><Relationship Id="rId223" Type="http://schemas.openxmlformats.org/officeDocument/2006/relationships/image" Target="../media/image11880.png"/><Relationship Id="rId244" Type="http://schemas.openxmlformats.org/officeDocument/2006/relationships/customXml" Target="../ink/ink2836.xml"/><Relationship Id="rId18" Type="http://schemas.openxmlformats.org/officeDocument/2006/relationships/customXml" Target="../ink/ink2723.xml"/><Relationship Id="rId39" Type="http://schemas.openxmlformats.org/officeDocument/2006/relationships/image" Target="../media/image3530.png"/><Relationship Id="rId265" Type="http://schemas.openxmlformats.org/officeDocument/2006/relationships/image" Target="../media/image12130.png"/><Relationship Id="rId286" Type="http://schemas.openxmlformats.org/officeDocument/2006/relationships/customXml" Target="../ink/ink2857.xml"/><Relationship Id="rId50" Type="http://schemas.openxmlformats.org/officeDocument/2006/relationships/customXml" Target="../ink/ink2739.xml"/><Relationship Id="rId104" Type="http://schemas.openxmlformats.org/officeDocument/2006/relationships/customXml" Target="../ink/ink2766.xml"/><Relationship Id="rId125" Type="http://schemas.openxmlformats.org/officeDocument/2006/relationships/image" Target="../media/image1134.png"/><Relationship Id="rId146" Type="http://schemas.openxmlformats.org/officeDocument/2006/relationships/customXml" Target="../ink/ink2787.xml"/><Relationship Id="rId167" Type="http://schemas.openxmlformats.org/officeDocument/2006/relationships/image" Target="../media/image1157.png"/><Relationship Id="rId188" Type="http://schemas.openxmlformats.org/officeDocument/2006/relationships/customXml" Target="../ink/ink2808.xml"/><Relationship Id="rId71" Type="http://schemas.openxmlformats.org/officeDocument/2006/relationships/image" Target="../media/image3690.png"/><Relationship Id="rId92" Type="http://schemas.openxmlformats.org/officeDocument/2006/relationships/customXml" Target="../ink/ink2760.xml"/><Relationship Id="rId213" Type="http://schemas.openxmlformats.org/officeDocument/2006/relationships/image" Target="../media/image11830.png"/><Relationship Id="rId234" Type="http://schemas.openxmlformats.org/officeDocument/2006/relationships/customXml" Target="../ink/ink2831.xml"/><Relationship Id="rId2" Type="http://schemas.openxmlformats.org/officeDocument/2006/relationships/customXml" Target="../ink/ink2715.xml"/><Relationship Id="rId29" Type="http://schemas.openxmlformats.org/officeDocument/2006/relationships/image" Target="../media/image3480.png"/><Relationship Id="rId255" Type="http://schemas.openxmlformats.org/officeDocument/2006/relationships/image" Target="../media/image12060.png"/><Relationship Id="rId276" Type="http://schemas.openxmlformats.org/officeDocument/2006/relationships/customXml" Target="../ink/ink2852.xml"/><Relationship Id="rId297" Type="http://schemas.openxmlformats.org/officeDocument/2006/relationships/image" Target="../media/image12310.png"/><Relationship Id="rId40" Type="http://schemas.openxmlformats.org/officeDocument/2006/relationships/customXml" Target="../ink/ink2734.xml"/><Relationship Id="rId115" Type="http://schemas.openxmlformats.org/officeDocument/2006/relationships/image" Target="../media/image1128.png"/><Relationship Id="rId136" Type="http://schemas.openxmlformats.org/officeDocument/2006/relationships/customXml" Target="../ink/ink2782.xml"/><Relationship Id="rId157" Type="http://schemas.openxmlformats.org/officeDocument/2006/relationships/image" Target="../media/image1152.png"/><Relationship Id="rId178" Type="http://schemas.openxmlformats.org/officeDocument/2006/relationships/customXml" Target="../ink/ink2803.xml"/><Relationship Id="rId301" Type="http://schemas.openxmlformats.org/officeDocument/2006/relationships/image" Target="../media/image12330.png"/><Relationship Id="rId61" Type="http://schemas.openxmlformats.org/officeDocument/2006/relationships/image" Target="../media/image3640.png"/><Relationship Id="rId82" Type="http://schemas.openxmlformats.org/officeDocument/2006/relationships/customXml" Target="../ink/ink2755.xml"/><Relationship Id="rId199" Type="http://schemas.openxmlformats.org/officeDocument/2006/relationships/image" Target="../media/image11750.png"/><Relationship Id="rId203" Type="http://schemas.openxmlformats.org/officeDocument/2006/relationships/image" Target="../media/image11770.png"/><Relationship Id="rId19" Type="http://schemas.openxmlformats.org/officeDocument/2006/relationships/image" Target="../media/image3430.png"/><Relationship Id="rId224" Type="http://schemas.openxmlformats.org/officeDocument/2006/relationships/customXml" Target="../ink/ink2826.xml"/><Relationship Id="rId245" Type="http://schemas.openxmlformats.org/officeDocument/2006/relationships/image" Target="../media/image12010.png"/><Relationship Id="rId266" Type="http://schemas.openxmlformats.org/officeDocument/2006/relationships/customXml" Target="../ink/ink2847.xml"/><Relationship Id="rId287" Type="http://schemas.openxmlformats.org/officeDocument/2006/relationships/image" Target="../media/image12250.png"/><Relationship Id="rId30" Type="http://schemas.openxmlformats.org/officeDocument/2006/relationships/customXml" Target="../ink/ink2729.xml"/><Relationship Id="rId105" Type="http://schemas.openxmlformats.org/officeDocument/2006/relationships/image" Target="../media/image7660.png"/><Relationship Id="rId126" Type="http://schemas.openxmlformats.org/officeDocument/2006/relationships/customXml" Target="../ink/ink2777.xml"/><Relationship Id="rId147" Type="http://schemas.openxmlformats.org/officeDocument/2006/relationships/image" Target="../media/image1146.png"/><Relationship Id="rId168" Type="http://schemas.openxmlformats.org/officeDocument/2006/relationships/customXml" Target="../ink/ink2798.xml"/><Relationship Id="rId51" Type="http://schemas.openxmlformats.org/officeDocument/2006/relationships/image" Target="../media/image3590.png"/><Relationship Id="rId72" Type="http://schemas.openxmlformats.org/officeDocument/2006/relationships/customXml" Target="../ink/ink2750.xml"/><Relationship Id="rId93" Type="http://schemas.openxmlformats.org/officeDocument/2006/relationships/image" Target="../media/image7600.png"/><Relationship Id="rId189" Type="http://schemas.openxmlformats.org/officeDocument/2006/relationships/image" Target="../media/image1169.png"/><Relationship Id="rId3" Type="http://schemas.openxmlformats.org/officeDocument/2006/relationships/image" Target="../media/image3350.png"/><Relationship Id="rId214" Type="http://schemas.openxmlformats.org/officeDocument/2006/relationships/customXml" Target="../ink/ink2821.xml"/><Relationship Id="rId235" Type="http://schemas.openxmlformats.org/officeDocument/2006/relationships/image" Target="../media/image11950.png"/><Relationship Id="rId256" Type="http://schemas.openxmlformats.org/officeDocument/2006/relationships/customXml" Target="../ink/ink2842.xml"/><Relationship Id="rId277" Type="http://schemas.openxmlformats.org/officeDocument/2006/relationships/image" Target="../media/image12190.png"/><Relationship Id="rId298" Type="http://schemas.openxmlformats.org/officeDocument/2006/relationships/customXml" Target="../ink/ink2863.xml"/><Relationship Id="rId116" Type="http://schemas.openxmlformats.org/officeDocument/2006/relationships/customXml" Target="../ink/ink2772.xml"/><Relationship Id="rId137" Type="http://schemas.openxmlformats.org/officeDocument/2006/relationships/image" Target="../media/image1141.png"/><Relationship Id="rId158" Type="http://schemas.openxmlformats.org/officeDocument/2006/relationships/customXml" Target="../ink/ink2793.xml"/><Relationship Id="rId302" Type="http://schemas.openxmlformats.org/officeDocument/2006/relationships/customXml" Target="../ink/ink2865.xml"/><Relationship Id="rId20" Type="http://schemas.openxmlformats.org/officeDocument/2006/relationships/customXml" Target="../ink/ink2724.xml"/><Relationship Id="rId41" Type="http://schemas.openxmlformats.org/officeDocument/2006/relationships/image" Target="../media/image3540.png"/><Relationship Id="rId62" Type="http://schemas.openxmlformats.org/officeDocument/2006/relationships/customXml" Target="../ink/ink2745.xml"/><Relationship Id="rId83" Type="http://schemas.openxmlformats.org/officeDocument/2006/relationships/image" Target="../media/image7550.png"/><Relationship Id="rId179" Type="http://schemas.openxmlformats.org/officeDocument/2006/relationships/image" Target="../media/image1164.png"/><Relationship Id="rId190" Type="http://schemas.openxmlformats.org/officeDocument/2006/relationships/customXml" Target="../ink/ink2809.xml"/><Relationship Id="rId204" Type="http://schemas.openxmlformats.org/officeDocument/2006/relationships/customXml" Target="../ink/ink2816.xml"/><Relationship Id="rId225" Type="http://schemas.openxmlformats.org/officeDocument/2006/relationships/image" Target="../media/image11890.png"/><Relationship Id="rId246" Type="http://schemas.openxmlformats.org/officeDocument/2006/relationships/customXml" Target="../ink/ink2837.xml"/><Relationship Id="rId267" Type="http://schemas.openxmlformats.org/officeDocument/2006/relationships/image" Target="../media/image12140.png"/><Relationship Id="rId288" Type="http://schemas.openxmlformats.org/officeDocument/2006/relationships/customXml" Target="../ink/ink2858.xml"/><Relationship Id="rId106" Type="http://schemas.openxmlformats.org/officeDocument/2006/relationships/customXml" Target="../ink/ink2767.xml"/><Relationship Id="rId127" Type="http://schemas.openxmlformats.org/officeDocument/2006/relationships/image" Target="../media/image1135.png"/><Relationship Id="rId10" Type="http://schemas.openxmlformats.org/officeDocument/2006/relationships/customXml" Target="../ink/ink2719.xml"/><Relationship Id="rId31" Type="http://schemas.openxmlformats.org/officeDocument/2006/relationships/image" Target="../media/image3490.png"/><Relationship Id="rId52" Type="http://schemas.openxmlformats.org/officeDocument/2006/relationships/customXml" Target="../ink/ink2740.xml"/><Relationship Id="rId73" Type="http://schemas.openxmlformats.org/officeDocument/2006/relationships/image" Target="../media/image3700.png"/><Relationship Id="rId94" Type="http://schemas.openxmlformats.org/officeDocument/2006/relationships/customXml" Target="../ink/ink2761.xml"/><Relationship Id="rId148" Type="http://schemas.openxmlformats.org/officeDocument/2006/relationships/customXml" Target="../ink/ink2788.xml"/><Relationship Id="rId169" Type="http://schemas.openxmlformats.org/officeDocument/2006/relationships/image" Target="../media/image1158.png"/><Relationship Id="rId4" Type="http://schemas.openxmlformats.org/officeDocument/2006/relationships/customXml" Target="../ink/ink2716.xml"/><Relationship Id="rId180" Type="http://schemas.openxmlformats.org/officeDocument/2006/relationships/customXml" Target="../ink/ink2804.xml"/><Relationship Id="rId215" Type="http://schemas.openxmlformats.org/officeDocument/2006/relationships/image" Target="../media/image11840.png"/><Relationship Id="rId236" Type="http://schemas.openxmlformats.org/officeDocument/2006/relationships/customXml" Target="../ink/ink2832.xml"/><Relationship Id="rId257" Type="http://schemas.openxmlformats.org/officeDocument/2006/relationships/image" Target="../media/image12070.png"/><Relationship Id="rId278" Type="http://schemas.openxmlformats.org/officeDocument/2006/relationships/customXml" Target="../ink/ink2853.xml"/><Relationship Id="rId303" Type="http://schemas.openxmlformats.org/officeDocument/2006/relationships/image" Target="../media/image12340.png"/><Relationship Id="rId42" Type="http://schemas.openxmlformats.org/officeDocument/2006/relationships/customXml" Target="../ink/ink2735.xml"/><Relationship Id="rId84" Type="http://schemas.openxmlformats.org/officeDocument/2006/relationships/customXml" Target="../ink/ink2756.xml"/><Relationship Id="rId138" Type="http://schemas.openxmlformats.org/officeDocument/2006/relationships/customXml" Target="../ink/ink2783.xml"/><Relationship Id="rId191" Type="http://schemas.openxmlformats.org/officeDocument/2006/relationships/image" Target="../media/image11710.png"/><Relationship Id="rId205" Type="http://schemas.openxmlformats.org/officeDocument/2006/relationships/image" Target="../media/image11780.png"/><Relationship Id="rId247" Type="http://schemas.openxmlformats.org/officeDocument/2006/relationships/image" Target="../media/image12020.png"/><Relationship Id="rId107" Type="http://schemas.openxmlformats.org/officeDocument/2006/relationships/image" Target="../media/image7670.png"/><Relationship Id="rId289" Type="http://schemas.openxmlformats.org/officeDocument/2006/relationships/image" Target="../media/image12260.png"/><Relationship Id="rId11" Type="http://schemas.openxmlformats.org/officeDocument/2006/relationships/image" Target="../media/image3390.png"/><Relationship Id="rId53" Type="http://schemas.openxmlformats.org/officeDocument/2006/relationships/image" Target="../media/image3600.png"/><Relationship Id="rId149" Type="http://schemas.openxmlformats.org/officeDocument/2006/relationships/image" Target="../media/image1147.png"/><Relationship Id="rId95" Type="http://schemas.openxmlformats.org/officeDocument/2006/relationships/image" Target="../media/image7611.png"/><Relationship Id="rId160" Type="http://schemas.openxmlformats.org/officeDocument/2006/relationships/customXml" Target="../ink/ink2794.xml"/><Relationship Id="rId216" Type="http://schemas.openxmlformats.org/officeDocument/2006/relationships/customXml" Target="../ink/ink2822.xml"/><Relationship Id="rId258" Type="http://schemas.openxmlformats.org/officeDocument/2006/relationships/customXml" Target="../ink/ink2843.xml"/><Relationship Id="rId22" Type="http://schemas.openxmlformats.org/officeDocument/2006/relationships/customXml" Target="../ink/ink2725.xml"/><Relationship Id="rId64" Type="http://schemas.openxmlformats.org/officeDocument/2006/relationships/customXml" Target="../ink/ink2746.xml"/><Relationship Id="rId118" Type="http://schemas.openxmlformats.org/officeDocument/2006/relationships/customXml" Target="../ink/ink2773.xml"/><Relationship Id="rId171" Type="http://schemas.openxmlformats.org/officeDocument/2006/relationships/image" Target="../media/image1159.png"/><Relationship Id="rId227" Type="http://schemas.openxmlformats.org/officeDocument/2006/relationships/image" Target="../media/image11910.png"/><Relationship Id="rId269" Type="http://schemas.openxmlformats.org/officeDocument/2006/relationships/image" Target="../media/image12150.png"/><Relationship Id="rId33" Type="http://schemas.openxmlformats.org/officeDocument/2006/relationships/image" Target="../media/image3500.png"/><Relationship Id="rId129" Type="http://schemas.openxmlformats.org/officeDocument/2006/relationships/image" Target="../media/image1136.png"/><Relationship Id="rId280" Type="http://schemas.openxmlformats.org/officeDocument/2006/relationships/customXml" Target="../ink/ink2854.xml"/><Relationship Id="rId75" Type="http://schemas.openxmlformats.org/officeDocument/2006/relationships/image" Target="../media/image3711.png"/><Relationship Id="rId140" Type="http://schemas.openxmlformats.org/officeDocument/2006/relationships/customXml" Target="../ink/ink2784.xml"/><Relationship Id="rId182" Type="http://schemas.openxmlformats.org/officeDocument/2006/relationships/customXml" Target="../ink/ink280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760.png"/><Relationship Id="rId18" Type="http://schemas.openxmlformats.org/officeDocument/2006/relationships/customXml" Target="../ink/ink2873.xml"/><Relationship Id="rId39" Type="http://schemas.openxmlformats.org/officeDocument/2006/relationships/image" Target="../media/image7890.png"/><Relationship Id="rId34" Type="http://schemas.openxmlformats.org/officeDocument/2006/relationships/customXml" Target="../ink/ink2876.xml"/><Relationship Id="rId42" Type="http://schemas.openxmlformats.org/officeDocument/2006/relationships/customXml" Target="../ink/ink2880.xml"/><Relationship Id="rId47" Type="http://schemas.openxmlformats.org/officeDocument/2006/relationships/image" Target="../media/image7930.png"/><Relationship Id="rId50" Type="http://schemas.openxmlformats.org/officeDocument/2006/relationships/customXml" Target="../ink/ink2884.xml"/><Relationship Id="rId63" Type="http://schemas.openxmlformats.org/officeDocument/2006/relationships/image" Target="../media/image8011.png"/><Relationship Id="rId68" Type="http://schemas.openxmlformats.org/officeDocument/2006/relationships/customXml" Target="../ink/ink2891.xml"/><Relationship Id="rId7" Type="http://schemas.openxmlformats.org/officeDocument/2006/relationships/image" Target="../media/image7730.png"/><Relationship Id="rId71" Type="http://schemas.openxmlformats.org/officeDocument/2006/relationships/image" Target="../media/image8050.png"/><Relationship Id="rId2" Type="http://schemas.openxmlformats.org/officeDocument/2006/relationships/image" Target="../media/image1125.png"/><Relationship Id="rId16" Type="http://schemas.openxmlformats.org/officeDocument/2006/relationships/customXml" Target="../ink/ink2872.xml"/><Relationship Id="rId29" Type="http://schemas.openxmlformats.org/officeDocument/2006/relationships/image" Target="../media/image7840.png"/><Relationship Id="rId11" Type="http://schemas.openxmlformats.org/officeDocument/2006/relationships/image" Target="../media/image7750.png"/><Relationship Id="rId37" Type="http://schemas.openxmlformats.org/officeDocument/2006/relationships/image" Target="../media/image7880.png"/><Relationship Id="rId40" Type="http://schemas.openxmlformats.org/officeDocument/2006/relationships/customXml" Target="../ink/ink2879.xml"/><Relationship Id="rId45" Type="http://schemas.openxmlformats.org/officeDocument/2006/relationships/image" Target="../media/image7920.png"/><Relationship Id="rId53" Type="http://schemas.openxmlformats.org/officeDocument/2006/relationships/image" Target="../media/image7960.png"/><Relationship Id="rId66" Type="http://schemas.openxmlformats.org/officeDocument/2006/relationships/customXml" Target="../ink/ink2890.xml"/><Relationship Id="rId74" Type="http://schemas.openxmlformats.org/officeDocument/2006/relationships/customXml" Target="../ink/ink2894.xml"/><Relationship Id="rId5" Type="http://schemas.openxmlformats.org/officeDocument/2006/relationships/image" Target="../media/image7720.png"/><Relationship Id="rId61" Type="http://schemas.openxmlformats.org/officeDocument/2006/relationships/image" Target="../media/image8000.png"/><Relationship Id="rId19" Type="http://schemas.openxmlformats.org/officeDocument/2006/relationships/image" Target="../media/image7790.png"/><Relationship Id="rId14" Type="http://schemas.openxmlformats.org/officeDocument/2006/relationships/customXml" Target="../ink/ink2871.xml"/><Relationship Id="rId30" Type="http://schemas.openxmlformats.org/officeDocument/2006/relationships/customXml" Target="../ink/ink2875.xml"/><Relationship Id="rId35" Type="http://schemas.openxmlformats.org/officeDocument/2006/relationships/image" Target="../media/image7870.png"/><Relationship Id="rId43" Type="http://schemas.openxmlformats.org/officeDocument/2006/relationships/image" Target="../media/image7911.png"/><Relationship Id="rId48" Type="http://schemas.openxmlformats.org/officeDocument/2006/relationships/customXml" Target="../ink/ink2883.xml"/><Relationship Id="rId64" Type="http://schemas.openxmlformats.org/officeDocument/2006/relationships/customXml" Target="../ink/ink2889.xml"/><Relationship Id="rId69" Type="http://schemas.openxmlformats.org/officeDocument/2006/relationships/image" Target="../media/image8040.png"/><Relationship Id="rId8" Type="http://schemas.openxmlformats.org/officeDocument/2006/relationships/customXml" Target="../ink/ink2868.xml"/><Relationship Id="rId51" Type="http://schemas.openxmlformats.org/officeDocument/2006/relationships/image" Target="../media/image7950.png"/><Relationship Id="rId72" Type="http://schemas.openxmlformats.org/officeDocument/2006/relationships/customXml" Target="../ink/ink2893.xml"/><Relationship Id="rId3" Type="http://schemas.openxmlformats.org/officeDocument/2006/relationships/image" Target="../media/image1346.png"/><Relationship Id="rId12" Type="http://schemas.openxmlformats.org/officeDocument/2006/relationships/customXml" Target="../ink/ink2870.xml"/><Relationship Id="rId17" Type="http://schemas.openxmlformats.org/officeDocument/2006/relationships/image" Target="../media/image7780.png"/><Relationship Id="rId33" Type="http://schemas.openxmlformats.org/officeDocument/2006/relationships/image" Target="../media/image7860.png"/><Relationship Id="rId38" Type="http://schemas.openxmlformats.org/officeDocument/2006/relationships/customXml" Target="../ink/ink2878.xml"/><Relationship Id="rId46" Type="http://schemas.openxmlformats.org/officeDocument/2006/relationships/customXml" Target="../ink/ink2882.xml"/><Relationship Id="rId59" Type="http://schemas.openxmlformats.org/officeDocument/2006/relationships/image" Target="../media/image7990.png"/><Relationship Id="rId67" Type="http://schemas.openxmlformats.org/officeDocument/2006/relationships/image" Target="../media/image8030.png"/><Relationship Id="rId20" Type="http://schemas.openxmlformats.org/officeDocument/2006/relationships/customXml" Target="../ink/ink2874.xml"/><Relationship Id="rId41" Type="http://schemas.openxmlformats.org/officeDocument/2006/relationships/image" Target="../media/image7900.png"/><Relationship Id="rId54" Type="http://schemas.openxmlformats.org/officeDocument/2006/relationships/customXml" Target="../ink/ink2886.xml"/><Relationship Id="rId62" Type="http://schemas.openxmlformats.org/officeDocument/2006/relationships/customXml" Target="../ink/ink2888.xml"/><Relationship Id="rId70" Type="http://schemas.openxmlformats.org/officeDocument/2006/relationships/customXml" Target="../ink/ink2892.xml"/><Relationship Id="rId75" Type="http://schemas.openxmlformats.org/officeDocument/2006/relationships/image" Target="../media/image807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867.xml"/><Relationship Id="rId15" Type="http://schemas.openxmlformats.org/officeDocument/2006/relationships/image" Target="../media/image7770.png"/><Relationship Id="rId36" Type="http://schemas.openxmlformats.org/officeDocument/2006/relationships/customXml" Target="../ink/ink2877.xml"/><Relationship Id="rId49" Type="http://schemas.openxmlformats.org/officeDocument/2006/relationships/image" Target="../media/image7940.png"/><Relationship Id="rId10" Type="http://schemas.openxmlformats.org/officeDocument/2006/relationships/customXml" Target="../ink/ink2869.xml"/><Relationship Id="rId44" Type="http://schemas.openxmlformats.org/officeDocument/2006/relationships/customXml" Target="../ink/ink2881.xml"/><Relationship Id="rId52" Type="http://schemas.openxmlformats.org/officeDocument/2006/relationships/customXml" Target="../ink/ink2885.xml"/><Relationship Id="rId60" Type="http://schemas.openxmlformats.org/officeDocument/2006/relationships/customXml" Target="../ink/ink2887.xml"/><Relationship Id="rId65" Type="http://schemas.openxmlformats.org/officeDocument/2006/relationships/image" Target="../media/image8020.png"/><Relationship Id="rId73" Type="http://schemas.openxmlformats.org/officeDocument/2006/relationships/image" Target="../media/image8060.png"/><Relationship Id="rId4" Type="http://schemas.openxmlformats.org/officeDocument/2006/relationships/customXml" Target="../ink/ink2866.xml"/><Relationship Id="rId9" Type="http://schemas.openxmlformats.org/officeDocument/2006/relationships/image" Target="../media/image7740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11.png"/><Relationship Id="rId13" Type="http://schemas.openxmlformats.org/officeDocument/2006/relationships/customXml" Target="../ink/ink2900.xml"/><Relationship Id="rId18" Type="http://schemas.openxmlformats.org/officeDocument/2006/relationships/image" Target="../media/image8160.png"/><Relationship Id="rId3" Type="http://schemas.openxmlformats.org/officeDocument/2006/relationships/customXml" Target="../ink/ink2895.xml"/><Relationship Id="rId21" Type="http://schemas.openxmlformats.org/officeDocument/2006/relationships/customXml" Target="../ink/ink2904.xml"/><Relationship Id="rId7" Type="http://schemas.openxmlformats.org/officeDocument/2006/relationships/customXml" Target="../ink/ink2897.xml"/><Relationship Id="rId12" Type="http://schemas.openxmlformats.org/officeDocument/2006/relationships/image" Target="../media/image8130.png"/><Relationship Id="rId17" Type="http://schemas.openxmlformats.org/officeDocument/2006/relationships/customXml" Target="../ink/ink2902.xml"/><Relationship Id="rId2" Type="http://schemas.openxmlformats.org/officeDocument/2006/relationships/image" Target="../media/image1532.png"/><Relationship Id="rId16" Type="http://schemas.openxmlformats.org/officeDocument/2006/relationships/image" Target="../media/image8150.png"/><Relationship Id="rId20" Type="http://schemas.openxmlformats.org/officeDocument/2006/relationships/image" Target="../media/image81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00.png"/><Relationship Id="rId11" Type="http://schemas.openxmlformats.org/officeDocument/2006/relationships/customXml" Target="../ink/ink2899.xml"/><Relationship Id="rId5" Type="http://schemas.openxmlformats.org/officeDocument/2006/relationships/customXml" Target="../ink/ink2896.xml"/><Relationship Id="rId15" Type="http://schemas.openxmlformats.org/officeDocument/2006/relationships/customXml" Target="../ink/ink2901.xml"/><Relationship Id="rId10" Type="http://schemas.openxmlformats.org/officeDocument/2006/relationships/image" Target="../media/image8120.png"/><Relationship Id="rId19" Type="http://schemas.openxmlformats.org/officeDocument/2006/relationships/customXml" Target="../ink/ink2903.xml"/><Relationship Id="rId4" Type="http://schemas.openxmlformats.org/officeDocument/2006/relationships/image" Target="../media/image8090.png"/><Relationship Id="rId9" Type="http://schemas.openxmlformats.org/officeDocument/2006/relationships/customXml" Target="../ink/ink2898.xml"/><Relationship Id="rId14" Type="http://schemas.openxmlformats.org/officeDocument/2006/relationships/image" Target="../media/image8140.png"/><Relationship Id="rId22" Type="http://schemas.openxmlformats.org/officeDocument/2006/relationships/image" Target="../media/image81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9C49B-9325-4F28-84AA-EF2118377A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98966" y="1150200"/>
            <a:ext cx="6194065" cy="961565"/>
          </a:xfrm>
        </p:spPr>
        <p:txBody>
          <a:bodyPr>
            <a:noAutofit/>
          </a:bodyPr>
          <a:lstStyle/>
          <a:p>
            <a:r>
              <a:rPr lang="en-US" sz="4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ECE 105: Introduction to Electrical Engineerin</a:t>
            </a:r>
            <a:r>
              <a:rPr lang="en-US" sz="4400" dirty="0"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D5305-B3D3-4E24-9167-6DC659185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0811" y="3477445"/>
            <a:ext cx="5590376" cy="2230355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PT Sans" panose="020B0503020203020204" pitchFamily="34" charset="0"/>
              </a:rPr>
              <a:t>Lecture 12</a:t>
            </a:r>
          </a:p>
          <a:p>
            <a:r>
              <a:rPr lang="en-US" sz="2800" dirty="0">
                <a:latin typeface="PT Sans" panose="020B0503020203020204" pitchFamily="34" charset="0"/>
              </a:rPr>
              <a:t>Opto</a:t>
            </a:r>
            <a:r>
              <a:rPr lang="en-US" sz="2800" dirty="0"/>
              <a:t>electronics</a:t>
            </a:r>
            <a:endParaRPr lang="en-US" sz="2800" dirty="0">
              <a:latin typeface="PT Sans" panose="020B0503020203020204" pitchFamily="34" charset="0"/>
            </a:endParaRPr>
          </a:p>
          <a:p>
            <a:r>
              <a:rPr lang="en-US" sz="2800" dirty="0"/>
              <a:t>Yasser Khan</a:t>
            </a:r>
          </a:p>
          <a:p>
            <a:r>
              <a:rPr lang="en-US" sz="2800" dirty="0" err="1">
                <a:latin typeface="PT Sans" panose="020B0503020203020204" pitchFamily="34" charset="0"/>
              </a:rPr>
              <a:t>Rehan</a:t>
            </a:r>
            <a:r>
              <a:rPr lang="en-US" sz="2800" dirty="0">
                <a:latin typeface="PT Sans" panose="020B0503020203020204" pitchFamily="34" charset="0"/>
              </a:rPr>
              <a:t> Kapadia</a:t>
            </a:r>
          </a:p>
        </p:txBody>
      </p:sp>
    </p:spTree>
    <p:extLst>
      <p:ext uri="{BB962C8B-B14F-4D97-AF65-F5344CB8AC3E}">
        <p14:creationId xmlns:p14="http://schemas.microsoft.com/office/powerpoint/2010/main" val="3505511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>
            <a:extLst>
              <a:ext uri="{FF2B5EF4-FFF2-40B4-BE49-F238E27FC236}">
                <a16:creationId xmlns:a16="http://schemas.microsoft.com/office/drawing/2014/main" id="{59ADB478-D071-3E01-1AFE-A6C1A2D7E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0"/>
            <a:ext cx="9314121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991B1E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CMOS (Complementary MOS) Inverter</a:t>
            </a:r>
          </a:p>
        </p:txBody>
      </p:sp>
      <p:pic>
        <p:nvPicPr>
          <p:cNvPr id="27652" name="Picture 5">
            <a:extLst>
              <a:ext uri="{FF2B5EF4-FFF2-40B4-BE49-F238E27FC236}">
                <a16:creationId xmlns:a16="http://schemas.microsoft.com/office/drawing/2014/main" id="{2678F65C-C2BC-1220-4631-E31A2D6BBB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323"/>
          <a:stretch>
            <a:fillRect/>
          </a:stretch>
        </p:blipFill>
        <p:spPr bwMode="auto">
          <a:xfrm>
            <a:off x="3276600" y="971551"/>
            <a:ext cx="5562600" cy="427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270DA-F04A-EEA1-C0E2-12000E0A1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>
            <a:extLst>
              <a:ext uri="{FF2B5EF4-FFF2-40B4-BE49-F238E27FC236}">
                <a16:creationId xmlns:a16="http://schemas.microsoft.com/office/drawing/2014/main" id="{D00304D0-8596-8A4C-FF13-C4FFE7BE4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0"/>
            <a:ext cx="9314121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991B1E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CMOS (Complementary MOS) Inverter</a:t>
            </a:r>
          </a:p>
        </p:txBody>
      </p:sp>
      <p:pic>
        <p:nvPicPr>
          <p:cNvPr id="27652" name="Picture 5">
            <a:extLst>
              <a:ext uri="{FF2B5EF4-FFF2-40B4-BE49-F238E27FC236}">
                <a16:creationId xmlns:a16="http://schemas.microsoft.com/office/drawing/2014/main" id="{0324E35F-1739-BCD2-C667-C39585C81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323"/>
          <a:stretch>
            <a:fillRect/>
          </a:stretch>
        </p:blipFill>
        <p:spPr bwMode="auto">
          <a:xfrm>
            <a:off x="307932" y="1228334"/>
            <a:ext cx="5562600" cy="427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A4736AC4-7F47-52DC-C67B-64B6C57BDF7A}"/>
              </a:ext>
            </a:extLst>
          </p:cNvPr>
          <p:cNvGrpSpPr/>
          <p:nvPr/>
        </p:nvGrpSpPr>
        <p:grpSpPr>
          <a:xfrm>
            <a:off x="493304" y="2245986"/>
            <a:ext cx="393840" cy="472680"/>
            <a:chOff x="493304" y="2245986"/>
            <a:chExt cx="393840" cy="47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E198994-0DD4-CC40-F4B3-0C643FB6EC99}"/>
                    </a:ext>
                  </a:extLst>
                </p14:cNvPr>
                <p14:cNvContentPartPr/>
                <p14:nvPr/>
              </p14:nvContentPartPr>
              <p14:xfrm>
                <a:off x="493304" y="2439306"/>
                <a:ext cx="177840" cy="279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E198994-0DD4-CC40-F4B3-0C643FB6EC9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75304" y="2421306"/>
                  <a:ext cx="21348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E90629D-6B11-86EE-03F3-C38DAE5C2C9A}"/>
                    </a:ext>
                  </a:extLst>
                </p14:cNvPr>
                <p14:cNvContentPartPr/>
                <p14:nvPr/>
              </p14:nvContentPartPr>
              <p14:xfrm>
                <a:off x="672224" y="2352546"/>
                <a:ext cx="116640" cy="2624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E90629D-6B11-86EE-03F3-C38DAE5C2C9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54224" y="2334906"/>
                  <a:ext cx="15228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9703F23-41E5-3233-6ABB-57C022A33B81}"/>
                    </a:ext>
                  </a:extLst>
                </p14:cNvPr>
                <p14:cNvContentPartPr/>
                <p14:nvPr/>
              </p14:nvContentPartPr>
              <p14:xfrm>
                <a:off x="708584" y="2245986"/>
                <a:ext cx="178560" cy="217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9703F23-41E5-3233-6ABB-57C022A33B8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90584" y="2228346"/>
                  <a:ext cx="214200" cy="2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331DC07-31C4-36B0-EB0E-CCED95CC7CAF}"/>
              </a:ext>
            </a:extLst>
          </p:cNvPr>
          <p:cNvGrpSpPr/>
          <p:nvPr/>
        </p:nvGrpSpPr>
        <p:grpSpPr>
          <a:xfrm>
            <a:off x="4713944" y="2793906"/>
            <a:ext cx="783000" cy="529200"/>
            <a:chOff x="4713944" y="2793906"/>
            <a:chExt cx="783000" cy="52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DBD7079-8020-E79C-BF4A-27E8824A94FD}"/>
                    </a:ext>
                  </a:extLst>
                </p14:cNvPr>
                <p14:cNvContentPartPr/>
                <p14:nvPr/>
              </p14:nvContentPartPr>
              <p14:xfrm>
                <a:off x="4713944" y="3077586"/>
                <a:ext cx="183240" cy="2455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DBD7079-8020-E79C-BF4A-27E8824A94F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695944" y="3059586"/>
                  <a:ext cx="21888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639731C-AE8C-ACF5-8C7B-4F07166E5A57}"/>
                    </a:ext>
                  </a:extLst>
                </p14:cNvPr>
                <p14:cNvContentPartPr/>
                <p14:nvPr/>
              </p14:nvContentPartPr>
              <p14:xfrm>
                <a:off x="5003024" y="2998746"/>
                <a:ext cx="201600" cy="1742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639731C-AE8C-ACF5-8C7B-4F07166E5A5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985384" y="2980746"/>
                  <a:ext cx="2372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C3EF117-28D9-CCF5-0A7A-657B08600E99}"/>
                    </a:ext>
                  </a:extLst>
                </p14:cNvPr>
                <p14:cNvContentPartPr/>
                <p14:nvPr/>
              </p14:nvContentPartPr>
              <p14:xfrm>
                <a:off x="5220464" y="2793906"/>
                <a:ext cx="184320" cy="329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C3EF117-28D9-CCF5-0A7A-657B08600E9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202464" y="2776266"/>
                  <a:ext cx="21996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C35922C-8CF3-5CB0-1802-A2FF9C9137EF}"/>
                    </a:ext>
                  </a:extLst>
                </p14:cNvPr>
                <p14:cNvContentPartPr/>
                <p14:nvPr/>
              </p14:nvContentPartPr>
              <p14:xfrm>
                <a:off x="5232704" y="2952306"/>
                <a:ext cx="39960" cy="442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C35922C-8CF3-5CB0-1802-A2FF9C9137E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214704" y="2934666"/>
                  <a:ext cx="756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51DE381-B662-09A1-4A93-AADDF4231D86}"/>
                    </a:ext>
                  </a:extLst>
                </p14:cNvPr>
                <p14:cNvContentPartPr/>
                <p14:nvPr/>
              </p14:nvContentPartPr>
              <p14:xfrm>
                <a:off x="5488304" y="2888586"/>
                <a:ext cx="8640" cy="118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51DE381-B662-09A1-4A93-AADDF4231D8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470304" y="2870586"/>
                  <a:ext cx="44280" cy="4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60596ED-91ED-B91A-6067-D58337242238}"/>
              </a:ext>
            </a:extLst>
          </p:cNvPr>
          <p:cNvGrpSpPr/>
          <p:nvPr/>
        </p:nvGrpSpPr>
        <p:grpSpPr>
          <a:xfrm>
            <a:off x="6189584" y="559026"/>
            <a:ext cx="4192920" cy="2845800"/>
            <a:chOff x="6189584" y="559026"/>
            <a:chExt cx="4192920" cy="284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87BA641-FB7D-7660-68BD-0E4A7DDF0EAE}"/>
                    </a:ext>
                  </a:extLst>
                </p14:cNvPr>
                <p14:cNvContentPartPr/>
                <p14:nvPr/>
              </p14:nvContentPartPr>
              <p14:xfrm>
                <a:off x="8207744" y="559026"/>
                <a:ext cx="164520" cy="24310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87BA641-FB7D-7660-68BD-0E4A7DDF0EA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190104" y="541386"/>
                  <a:ext cx="200160" cy="246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4369BD3-A89F-F284-8EE9-0D0C69CD4ED9}"/>
                    </a:ext>
                  </a:extLst>
                </p14:cNvPr>
                <p14:cNvContentPartPr/>
                <p14:nvPr/>
              </p14:nvContentPartPr>
              <p14:xfrm>
                <a:off x="6189584" y="1450386"/>
                <a:ext cx="4048560" cy="2689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4369BD3-A89F-F284-8EE9-0D0C69CD4ED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171584" y="1432386"/>
                  <a:ext cx="408420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F02094D-5815-8402-0AFB-1DE0B0F1C361}"/>
                    </a:ext>
                  </a:extLst>
                </p14:cNvPr>
                <p14:cNvContentPartPr/>
                <p14:nvPr/>
              </p14:nvContentPartPr>
              <p14:xfrm>
                <a:off x="7214504" y="992466"/>
                <a:ext cx="4680" cy="2808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F02094D-5815-8402-0AFB-1DE0B0F1C36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196504" y="974826"/>
                  <a:ext cx="4032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3DF5CB8-3424-3950-43A6-369531007931}"/>
                    </a:ext>
                  </a:extLst>
                </p14:cNvPr>
                <p14:cNvContentPartPr/>
                <p14:nvPr/>
              </p14:nvContentPartPr>
              <p14:xfrm>
                <a:off x="7332584" y="1070586"/>
                <a:ext cx="23400" cy="187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3DF5CB8-3424-3950-43A6-36953100793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314584" y="1052946"/>
                  <a:ext cx="590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738D6EE-E683-2015-0807-27EEEBE70C28}"/>
                    </a:ext>
                  </a:extLst>
                </p14:cNvPr>
                <p14:cNvContentPartPr/>
                <p14:nvPr/>
              </p14:nvContentPartPr>
              <p14:xfrm>
                <a:off x="7333304" y="978786"/>
                <a:ext cx="191160" cy="2016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738D6EE-E683-2015-0807-27EEEBE70C2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315664" y="961146"/>
                  <a:ext cx="2268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56DF3DF-AF52-C8FB-2608-1F58CDCC5E06}"/>
                    </a:ext>
                  </a:extLst>
                </p14:cNvPr>
                <p14:cNvContentPartPr/>
                <p14:nvPr/>
              </p14:nvContentPartPr>
              <p14:xfrm>
                <a:off x="8721824" y="1034946"/>
                <a:ext cx="152640" cy="2012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56DF3DF-AF52-C8FB-2608-1F58CDCC5E0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704184" y="1016946"/>
                  <a:ext cx="1882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E23ABFD-5E9B-7361-D902-8E159509563E}"/>
                    </a:ext>
                  </a:extLst>
                </p14:cNvPr>
                <p14:cNvContentPartPr/>
                <p14:nvPr/>
              </p14:nvContentPartPr>
              <p14:xfrm>
                <a:off x="9021704" y="1045026"/>
                <a:ext cx="249480" cy="144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E23ABFD-5E9B-7361-D902-8E159509563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003704" y="1027026"/>
                  <a:ext cx="2851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A00331D-100D-E1FF-46A9-5BC364B7D02A}"/>
                    </a:ext>
                  </a:extLst>
                </p14:cNvPr>
                <p14:cNvContentPartPr/>
                <p14:nvPr/>
              </p14:nvContentPartPr>
              <p14:xfrm>
                <a:off x="9424184" y="879426"/>
                <a:ext cx="78480" cy="3283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A00331D-100D-E1FF-46A9-5BC364B7D02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406184" y="861426"/>
                  <a:ext cx="11412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E3D18DB-9EAF-587C-83C6-537F9BC64F5C}"/>
                    </a:ext>
                  </a:extLst>
                </p14:cNvPr>
                <p14:cNvContentPartPr/>
                <p14:nvPr/>
              </p14:nvContentPartPr>
              <p14:xfrm>
                <a:off x="9357944" y="1097586"/>
                <a:ext cx="100440" cy="421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E3D18DB-9EAF-587C-83C6-537F9BC64F5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340304" y="1079586"/>
                  <a:ext cx="1360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176E897-0FDD-EEEB-9CF3-2C93ED90EE60}"/>
                    </a:ext>
                  </a:extLst>
                </p14:cNvPr>
                <p14:cNvContentPartPr/>
                <p14:nvPr/>
              </p14:nvContentPartPr>
              <p14:xfrm>
                <a:off x="9708584" y="1080306"/>
                <a:ext cx="8640" cy="31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176E897-0FDD-EEEB-9CF3-2C93ED90EE6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690944" y="1062306"/>
                  <a:ext cx="442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7DD9133-4F9E-9438-34D9-278E5C54350D}"/>
                    </a:ext>
                  </a:extLst>
                </p14:cNvPr>
                <p14:cNvContentPartPr/>
                <p14:nvPr/>
              </p14:nvContentPartPr>
              <p14:xfrm>
                <a:off x="6452744" y="1622106"/>
                <a:ext cx="198360" cy="1782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7DD9133-4F9E-9438-34D9-278E5C54350D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434744" y="1604466"/>
                  <a:ext cx="234000" cy="18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4F193F4-6054-314E-8C4E-0418E4C1A3DB}"/>
                    </a:ext>
                  </a:extLst>
                </p14:cNvPr>
                <p14:cNvContentPartPr/>
                <p14:nvPr/>
              </p14:nvContentPartPr>
              <p14:xfrm>
                <a:off x="8351024" y="2939346"/>
                <a:ext cx="38880" cy="3794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4F193F4-6054-314E-8C4E-0418E4C1A3D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333384" y="2921706"/>
                  <a:ext cx="7452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9F6E8B6-423A-BF2D-B9FF-670D0FD3AFC0}"/>
                    </a:ext>
                  </a:extLst>
                </p14:cNvPr>
                <p14:cNvContentPartPr/>
                <p14:nvPr/>
              </p14:nvContentPartPr>
              <p14:xfrm>
                <a:off x="6615824" y="3210066"/>
                <a:ext cx="3651480" cy="166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9F6E8B6-423A-BF2D-B9FF-670D0FD3AFC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597824" y="3192066"/>
                  <a:ext cx="36871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0B4ABF0-3C15-CF1C-0A8F-DC4E754978FA}"/>
                    </a:ext>
                  </a:extLst>
                </p14:cNvPr>
                <p14:cNvContentPartPr/>
                <p14:nvPr/>
              </p14:nvContentPartPr>
              <p14:xfrm>
                <a:off x="10175864" y="1438506"/>
                <a:ext cx="206640" cy="1790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0B4ABF0-3C15-CF1C-0A8F-DC4E754978F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157864" y="1420506"/>
                  <a:ext cx="242280" cy="18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F4619A8-E71C-567E-3B49-B2FC51F57B44}"/>
                    </a:ext>
                  </a:extLst>
                </p14:cNvPr>
                <p14:cNvContentPartPr/>
                <p14:nvPr/>
              </p14:nvContentPartPr>
              <p14:xfrm>
                <a:off x="6388664" y="636426"/>
                <a:ext cx="3821040" cy="1285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F4619A8-E71C-567E-3B49-B2FC51F57B4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371024" y="618786"/>
                  <a:ext cx="38566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C2A20B2-C815-B423-675E-70F431168A59}"/>
                    </a:ext>
                  </a:extLst>
                </p14:cNvPr>
                <p14:cNvContentPartPr/>
                <p14:nvPr/>
              </p14:nvContentPartPr>
              <p14:xfrm>
                <a:off x="10103504" y="745866"/>
                <a:ext cx="114120" cy="6908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C2A20B2-C815-B423-675E-70F431168A5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085504" y="727866"/>
                  <a:ext cx="149760" cy="72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28A7A27-6C1C-674C-408F-54D92F203BFF}"/>
                    </a:ext>
                  </a:extLst>
                </p14:cNvPr>
                <p14:cNvContentPartPr/>
                <p14:nvPr/>
              </p14:nvContentPartPr>
              <p14:xfrm>
                <a:off x="6359144" y="774306"/>
                <a:ext cx="50760" cy="754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28A7A27-6C1C-674C-408F-54D92F203BF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341144" y="756666"/>
                  <a:ext cx="86400" cy="79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D12EE93-8D0C-7A5E-2F87-567A3ACC9405}"/>
                    </a:ext>
                  </a:extLst>
                </p14:cNvPr>
                <p14:cNvContentPartPr/>
                <p14:nvPr/>
              </p14:nvContentPartPr>
              <p14:xfrm>
                <a:off x="6641744" y="2207826"/>
                <a:ext cx="3633480" cy="287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D12EE93-8D0C-7A5E-2F87-567A3ACC9405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624104" y="2190186"/>
                  <a:ext cx="366912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4336249-DD21-B82A-B2B7-B1CE1EACB6AA}"/>
                    </a:ext>
                  </a:extLst>
                </p14:cNvPr>
                <p14:cNvContentPartPr/>
                <p14:nvPr/>
              </p14:nvContentPartPr>
              <p14:xfrm>
                <a:off x="7008944" y="1785906"/>
                <a:ext cx="259560" cy="2984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4336249-DD21-B82A-B2B7-B1CE1EACB6A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991304" y="1767906"/>
                  <a:ext cx="29520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B17515C-A5AC-B275-F60C-EAEBE86ABD30}"/>
                    </a:ext>
                  </a:extLst>
                </p14:cNvPr>
                <p14:cNvContentPartPr/>
                <p14:nvPr/>
              </p14:nvContentPartPr>
              <p14:xfrm>
                <a:off x="7402064" y="1992186"/>
                <a:ext cx="42840" cy="1299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B17515C-A5AC-B275-F60C-EAEBE86ABD3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384064" y="1974546"/>
                  <a:ext cx="784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B0D7015-69B7-C513-3EED-DC1F1C0ED43B}"/>
                    </a:ext>
                  </a:extLst>
                </p14:cNvPr>
                <p14:cNvContentPartPr/>
                <p14:nvPr/>
              </p14:nvContentPartPr>
              <p14:xfrm>
                <a:off x="7407824" y="1956546"/>
                <a:ext cx="118440" cy="1522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B0D7015-69B7-C513-3EED-DC1F1C0ED43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390184" y="1938546"/>
                  <a:ext cx="1540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9F483DA-593B-EA72-966D-6113AB56461C}"/>
                    </a:ext>
                  </a:extLst>
                </p14:cNvPr>
                <p14:cNvContentPartPr/>
                <p14:nvPr/>
              </p14:nvContentPartPr>
              <p14:xfrm>
                <a:off x="7581704" y="1975266"/>
                <a:ext cx="77040" cy="1346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9F483DA-593B-EA72-966D-6113AB56461C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564064" y="1957266"/>
                  <a:ext cx="1126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4869987-CFF8-9DAC-1B28-FA8315F1E1F0}"/>
                    </a:ext>
                  </a:extLst>
                </p14:cNvPr>
                <p14:cNvContentPartPr/>
                <p14:nvPr/>
              </p14:nvContentPartPr>
              <p14:xfrm>
                <a:off x="7645784" y="1939626"/>
                <a:ext cx="87840" cy="1562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4869987-CFF8-9DAC-1B28-FA8315F1E1F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628144" y="1921626"/>
                  <a:ext cx="1234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6365BD8-CD5F-F1A1-7A4E-5DBBB29E9A90}"/>
                    </a:ext>
                  </a:extLst>
                </p14:cNvPr>
                <p14:cNvContentPartPr/>
                <p14:nvPr/>
              </p14:nvContentPartPr>
              <p14:xfrm>
                <a:off x="7342304" y="2683386"/>
                <a:ext cx="231480" cy="298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6365BD8-CD5F-F1A1-7A4E-5DBBB29E9A9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324304" y="2665746"/>
                  <a:ext cx="267120" cy="33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57" name="Group 27656">
            <a:extLst>
              <a:ext uri="{FF2B5EF4-FFF2-40B4-BE49-F238E27FC236}">
                <a16:creationId xmlns:a16="http://schemas.microsoft.com/office/drawing/2014/main" id="{10FE71CB-7570-2206-E35E-F854DF19960C}"/>
              </a:ext>
            </a:extLst>
          </p:cNvPr>
          <p:cNvGrpSpPr/>
          <p:nvPr/>
        </p:nvGrpSpPr>
        <p:grpSpPr>
          <a:xfrm>
            <a:off x="6462104" y="3757626"/>
            <a:ext cx="2893680" cy="2818800"/>
            <a:chOff x="6462104" y="3757626"/>
            <a:chExt cx="2893680" cy="281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424C592-7D1C-4471-6435-1314DEA6494E}"/>
                    </a:ext>
                  </a:extLst>
                </p14:cNvPr>
                <p14:cNvContentPartPr/>
                <p14:nvPr/>
              </p14:nvContentPartPr>
              <p14:xfrm>
                <a:off x="8353904" y="3769146"/>
                <a:ext cx="73080" cy="459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424C592-7D1C-4471-6435-1314DEA6494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336264" y="3751146"/>
                  <a:ext cx="108720" cy="49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943D9B4-5250-A917-B22C-6EE7B845A4CE}"/>
                    </a:ext>
                  </a:extLst>
                </p14:cNvPr>
                <p14:cNvContentPartPr/>
                <p14:nvPr/>
              </p14:nvContentPartPr>
              <p14:xfrm>
                <a:off x="7968704" y="4203666"/>
                <a:ext cx="466560" cy="4698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943D9B4-5250-A917-B22C-6EE7B845A4CE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951064" y="4185666"/>
                  <a:ext cx="502200" cy="50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064D390-479B-E367-E9CF-7E5DF17B07C1}"/>
                    </a:ext>
                  </a:extLst>
                </p14:cNvPr>
                <p14:cNvContentPartPr/>
                <p14:nvPr/>
              </p14:nvContentPartPr>
              <p14:xfrm>
                <a:off x="8086424" y="4636026"/>
                <a:ext cx="498600" cy="5835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064D390-479B-E367-E9CF-7E5DF17B07C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068784" y="4618026"/>
                  <a:ext cx="534240" cy="61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5A1AC7D-F26F-602D-F489-E35CC17A00E6}"/>
                    </a:ext>
                  </a:extLst>
                </p14:cNvPr>
                <p14:cNvContentPartPr/>
                <p14:nvPr/>
              </p14:nvContentPartPr>
              <p14:xfrm>
                <a:off x="8105144" y="5205546"/>
                <a:ext cx="26280" cy="414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5A1AC7D-F26F-602D-F489-E35CC17A00E6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087504" y="5187546"/>
                  <a:ext cx="61920" cy="4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A26651D-0A3C-F86D-2379-68D9689281AB}"/>
                    </a:ext>
                  </a:extLst>
                </p14:cNvPr>
                <p14:cNvContentPartPr/>
                <p14:nvPr/>
              </p14:nvContentPartPr>
              <p14:xfrm>
                <a:off x="8113784" y="5612706"/>
                <a:ext cx="493920" cy="75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A26651D-0A3C-F86D-2379-68D9689281A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096144" y="5594706"/>
                  <a:ext cx="5295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E4AE5EC-F586-2FFF-734B-6DE687A782BF}"/>
                    </a:ext>
                  </a:extLst>
                </p14:cNvPr>
                <p14:cNvContentPartPr/>
                <p14:nvPr/>
              </p14:nvContentPartPr>
              <p14:xfrm>
                <a:off x="8657024" y="5660226"/>
                <a:ext cx="31680" cy="6555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E4AE5EC-F586-2FFF-734B-6DE687A782BF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639384" y="5642226"/>
                  <a:ext cx="67320" cy="69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C6493DB-9D2D-68B4-C758-D12CCD1C9835}"/>
                    </a:ext>
                  </a:extLst>
                </p14:cNvPr>
                <p14:cNvContentPartPr/>
                <p14:nvPr/>
              </p14:nvContentPartPr>
              <p14:xfrm>
                <a:off x="7790864" y="4278906"/>
                <a:ext cx="15840" cy="3258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C6493DB-9D2D-68B4-C758-D12CCD1C9835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772864" y="4260906"/>
                  <a:ext cx="5148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9419975-5A6E-2847-2EB2-FF0490A87695}"/>
                    </a:ext>
                  </a:extLst>
                </p14:cNvPr>
                <p14:cNvContentPartPr/>
                <p14:nvPr/>
              </p14:nvContentPartPr>
              <p14:xfrm>
                <a:off x="7665224" y="4453506"/>
                <a:ext cx="133200" cy="1645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9419975-5A6E-2847-2EB2-FF0490A87695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647584" y="4435866"/>
                  <a:ext cx="1688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CB2864E-6FF5-A679-D65B-4D8227921F59}"/>
                    </a:ext>
                  </a:extLst>
                </p14:cNvPr>
                <p14:cNvContentPartPr/>
                <p14:nvPr/>
              </p14:nvContentPartPr>
              <p14:xfrm>
                <a:off x="7121984" y="4484826"/>
                <a:ext cx="636840" cy="748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CB2864E-6FF5-A679-D65B-4D8227921F59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103984" y="4467186"/>
                  <a:ext cx="6724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6A0DA5F-F69C-D4E7-5220-AA59509AE344}"/>
                    </a:ext>
                  </a:extLst>
                </p14:cNvPr>
                <p14:cNvContentPartPr/>
                <p14:nvPr/>
              </p14:nvContentPartPr>
              <p14:xfrm>
                <a:off x="7942424" y="5218866"/>
                <a:ext cx="23760" cy="3708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6A0DA5F-F69C-D4E7-5220-AA59509AE344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924424" y="5200866"/>
                  <a:ext cx="5940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ECC27CE-52C8-5395-9536-949BDD2DBCFC}"/>
                    </a:ext>
                  </a:extLst>
                </p14:cNvPr>
                <p14:cNvContentPartPr/>
                <p14:nvPr/>
              </p14:nvContentPartPr>
              <p14:xfrm>
                <a:off x="7257344" y="5379426"/>
                <a:ext cx="698760" cy="568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ECC27CE-52C8-5395-9536-949BDD2DBCF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239704" y="5361426"/>
                  <a:ext cx="7344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E0C30FF-3788-7883-8CE8-5FBA5F77B541}"/>
                    </a:ext>
                  </a:extLst>
                </p14:cNvPr>
                <p14:cNvContentPartPr/>
                <p14:nvPr/>
              </p14:nvContentPartPr>
              <p14:xfrm>
                <a:off x="7106864" y="4524786"/>
                <a:ext cx="70200" cy="9014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E0C30FF-3788-7883-8CE8-5FBA5F77B54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089224" y="4507146"/>
                  <a:ext cx="105840" cy="9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D32FC87-F695-16F1-12CF-8F151D7D284B}"/>
                    </a:ext>
                  </a:extLst>
                </p14:cNvPr>
                <p14:cNvContentPartPr/>
                <p14:nvPr/>
              </p14:nvContentPartPr>
              <p14:xfrm>
                <a:off x="8521304" y="4893426"/>
                <a:ext cx="834480" cy="48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D32FC87-F695-16F1-12CF-8F151D7D284B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503664" y="4875426"/>
                  <a:ext cx="8701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A82E755-A908-A601-7A8D-39305776F934}"/>
                    </a:ext>
                  </a:extLst>
                </p14:cNvPr>
                <p14:cNvContentPartPr/>
                <p14:nvPr/>
              </p14:nvContentPartPr>
              <p14:xfrm>
                <a:off x="9235184" y="4820706"/>
                <a:ext cx="17640" cy="158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A82E755-A908-A601-7A8D-39305776F934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217544" y="4802706"/>
                  <a:ext cx="532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0348EB9-E76D-6BBC-09BA-DCEED9C04173}"/>
                    </a:ext>
                  </a:extLst>
                </p14:cNvPr>
                <p14:cNvContentPartPr/>
                <p14:nvPr/>
              </p14:nvContentPartPr>
              <p14:xfrm>
                <a:off x="6510704" y="4929066"/>
                <a:ext cx="612000" cy="432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0348EB9-E76D-6BBC-09BA-DCEED9C04173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493064" y="4911426"/>
                  <a:ext cx="6476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AC33226-7757-E622-D74D-E52D700B64E2}"/>
                    </a:ext>
                  </a:extLst>
                </p14:cNvPr>
                <p14:cNvContentPartPr/>
                <p14:nvPr/>
              </p14:nvContentPartPr>
              <p14:xfrm>
                <a:off x="6489104" y="4891626"/>
                <a:ext cx="64080" cy="860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AC33226-7757-E622-D74D-E52D700B64E2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471464" y="4873626"/>
                  <a:ext cx="997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5D8BCD2-6A19-15AD-EC06-85D00540064B}"/>
                    </a:ext>
                  </a:extLst>
                </p14:cNvPr>
                <p14:cNvContentPartPr/>
                <p14:nvPr/>
              </p14:nvContentPartPr>
              <p14:xfrm>
                <a:off x="8254904" y="3757626"/>
                <a:ext cx="84600" cy="1072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5D8BCD2-6A19-15AD-EC06-85D00540064B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237264" y="3739986"/>
                  <a:ext cx="1202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2148B5D-7F99-AD2F-FCC9-E7F538C60958}"/>
                    </a:ext>
                  </a:extLst>
                </p14:cNvPr>
                <p14:cNvContentPartPr/>
                <p14:nvPr/>
              </p14:nvContentPartPr>
              <p14:xfrm>
                <a:off x="8143304" y="3766266"/>
                <a:ext cx="483840" cy="694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2148B5D-7F99-AD2F-FCC9-E7F538C60958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125304" y="3748266"/>
                  <a:ext cx="5194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6B246DB-C25E-404B-D17F-781DAD13F9A0}"/>
                    </a:ext>
                  </a:extLst>
                </p14:cNvPr>
                <p14:cNvContentPartPr/>
                <p14:nvPr/>
              </p14:nvContentPartPr>
              <p14:xfrm>
                <a:off x="8511224" y="6359706"/>
                <a:ext cx="286920" cy="403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6B246DB-C25E-404B-D17F-781DAD13F9A0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493224" y="6342066"/>
                  <a:ext cx="3225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6047B32-F06E-EE56-9C36-6CB22254A914}"/>
                    </a:ext>
                  </a:extLst>
                </p14:cNvPr>
                <p14:cNvContentPartPr/>
                <p14:nvPr/>
              </p14:nvContentPartPr>
              <p14:xfrm>
                <a:off x="8535344" y="6366546"/>
                <a:ext cx="132120" cy="1666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6047B32-F06E-EE56-9C36-6CB22254A914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517344" y="6348546"/>
                  <a:ext cx="1677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27648" name="Ink 27647">
                  <a:extLst>
                    <a:ext uri="{FF2B5EF4-FFF2-40B4-BE49-F238E27FC236}">
                      <a16:creationId xmlns:a16="http://schemas.microsoft.com/office/drawing/2014/main" id="{E0762FA4-F1E9-69AA-2A74-1A8F3A52E09C}"/>
                    </a:ext>
                  </a:extLst>
                </p14:cNvPr>
                <p14:cNvContentPartPr/>
                <p14:nvPr/>
              </p14:nvContentPartPr>
              <p14:xfrm>
                <a:off x="8712824" y="6361146"/>
                <a:ext cx="94680" cy="215280"/>
              </p14:xfrm>
            </p:contentPart>
          </mc:Choice>
          <mc:Fallback xmlns="">
            <p:pic>
              <p:nvPicPr>
                <p:cNvPr id="27648" name="Ink 27647">
                  <a:extLst>
                    <a:ext uri="{FF2B5EF4-FFF2-40B4-BE49-F238E27FC236}">
                      <a16:creationId xmlns:a16="http://schemas.microsoft.com/office/drawing/2014/main" id="{E0762FA4-F1E9-69AA-2A74-1A8F3A52E09C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694824" y="6343146"/>
                  <a:ext cx="13032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27650" name="Ink 27649">
                  <a:extLst>
                    <a:ext uri="{FF2B5EF4-FFF2-40B4-BE49-F238E27FC236}">
                      <a16:creationId xmlns:a16="http://schemas.microsoft.com/office/drawing/2014/main" id="{2C3E6589-6818-B083-CE84-128A976CC927}"/>
                    </a:ext>
                  </a:extLst>
                </p14:cNvPr>
                <p14:cNvContentPartPr/>
                <p14:nvPr/>
              </p14:nvContentPartPr>
              <p14:xfrm>
                <a:off x="6523304" y="4413186"/>
                <a:ext cx="104040" cy="232200"/>
              </p14:xfrm>
            </p:contentPart>
          </mc:Choice>
          <mc:Fallback xmlns="">
            <p:pic>
              <p:nvPicPr>
                <p:cNvPr id="27650" name="Ink 27649">
                  <a:extLst>
                    <a:ext uri="{FF2B5EF4-FFF2-40B4-BE49-F238E27FC236}">
                      <a16:creationId xmlns:a16="http://schemas.microsoft.com/office/drawing/2014/main" id="{2C3E6589-6818-B083-CE84-128A976CC92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505304" y="4395186"/>
                  <a:ext cx="13968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27653" name="Ink 27652">
                  <a:extLst>
                    <a:ext uri="{FF2B5EF4-FFF2-40B4-BE49-F238E27FC236}">
                      <a16:creationId xmlns:a16="http://schemas.microsoft.com/office/drawing/2014/main" id="{0EF5A14A-2D85-A8B6-3F71-B905F1164C2D}"/>
                    </a:ext>
                  </a:extLst>
                </p14:cNvPr>
                <p14:cNvContentPartPr/>
                <p14:nvPr/>
              </p14:nvContentPartPr>
              <p14:xfrm>
                <a:off x="6462104" y="4414986"/>
                <a:ext cx="69120" cy="54360"/>
              </p14:xfrm>
            </p:contentPart>
          </mc:Choice>
          <mc:Fallback xmlns="">
            <p:pic>
              <p:nvPicPr>
                <p:cNvPr id="27653" name="Ink 27652">
                  <a:extLst>
                    <a:ext uri="{FF2B5EF4-FFF2-40B4-BE49-F238E27FC236}">
                      <a16:creationId xmlns:a16="http://schemas.microsoft.com/office/drawing/2014/main" id="{0EF5A14A-2D85-A8B6-3F71-B905F1164C2D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444104" y="4396986"/>
                  <a:ext cx="1047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27654" name="Ink 27653">
                  <a:extLst>
                    <a:ext uri="{FF2B5EF4-FFF2-40B4-BE49-F238E27FC236}">
                      <a16:creationId xmlns:a16="http://schemas.microsoft.com/office/drawing/2014/main" id="{008133AD-22DE-D7A2-28B4-AAFE9DA88769}"/>
                    </a:ext>
                  </a:extLst>
                </p14:cNvPr>
                <p14:cNvContentPartPr/>
                <p14:nvPr/>
              </p14:nvContentPartPr>
              <p14:xfrm>
                <a:off x="6473984" y="4385466"/>
                <a:ext cx="134640" cy="235080"/>
              </p14:xfrm>
            </p:contentPart>
          </mc:Choice>
          <mc:Fallback xmlns="">
            <p:pic>
              <p:nvPicPr>
                <p:cNvPr id="27654" name="Ink 27653">
                  <a:extLst>
                    <a:ext uri="{FF2B5EF4-FFF2-40B4-BE49-F238E27FC236}">
                      <a16:creationId xmlns:a16="http://schemas.microsoft.com/office/drawing/2014/main" id="{008133AD-22DE-D7A2-28B4-AAFE9DA8876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455984" y="4367466"/>
                  <a:ext cx="17028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27655" name="Ink 27654">
                  <a:extLst>
                    <a:ext uri="{FF2B5EF4-FFF2-40B4-BE49-F238E27FC236}">
                      <a16:creationId xmlns:a16="http://schemas.microsoft.com/office/drawing/2014/main" id="{96CC0331-18DD-7371-1284-E8BF18B8CF27}"/>
                    </a:ext>
                  </a:extLst>
                </p14:cNvPr>
                <p14:cNvContentPartPr/>
                <p14:nvPr/>
              </p14:nvContentPartPr>
              <p14:xfrm>
                <a:off x="6569384" y="4604706"/>
                <a:ext cx="69120" cy="50400"/>
              </p14:xfrm>
            </p:contentPart>
          </mc:Choice>
          <mc:Fallback xmlns="">
            <p:pic>
              <p:nvPicPr>
                <p:cNvPr id="27655" name="Ink 27654">
                  <a:extLst>
                    <a:ext uri="{FF2B5EF4-FFF2-40B4-BE49-F238E27FC236}">
                      <a16:creationId xmlns:a16="http://schemas.microsoft.com/office/drawing/2014/main" id="{96CC0331-18DD-7371-1284-E8BF18B8CF27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551744" y="4586706"/>
                  <a:ext cx="1047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27656" name="Ink 27655">
                  <a:extLst>
                    <a:ext uri="{FF2B5EF4-FFF2-40B4-BE49-F238E27FC236}">
                      <a16:creationId xmlns:a16="http://schemas.microsoft.com/office/drawing/2014/main" id="{634503F6-8E1F-2BFC-131D-4977FEF1EE45}"/>
                    </a:ext>
                  </a:extLst>
                </p14:cNvPr>
                <p14:cNvContentPartPr/>
                <p14:nvPr/>
              </p14:nvContentPartPr>
              <p14:xfrm>
                <a:off x="6707264" y="4591386"/>
                <a:ext cx="10440" cy="7200"/>
              </p14:xfrm>
            </p:contentPart>
          </mc:Choice>
          <mc:Fallback xmlns="">
            <p:pic>
              <p:nvPicPr>
                <p:cNvPr id="27656" name="Ink 27655">
                  <a:extLst>
                    <a:ext uri="{FF2B5EF4-FFF2-40B4-BE49-F238E27FC236}">
                      <a16:creationId xmlns:a16="http://schemas.microsoft.com/office/drawing/2014/main" id="{634503F6-8E1F-2BFC-131D-4977FEF1EE45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689264" y="4573386"/>
                  <a:ext cx="4608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62" name="Group 27661">
            <a:extLst>
              <a:ext uri="{FF2B5EF4-FFF2-40B4-BE49-F238E27FC236}">
                <a16:creationId xmlns:a16="http://schemas.microsoft.com/office/drawing/2014/main" id="{50AFFC56-F04E-78E0-F786-F60AB00BE536}"/>
              </a:ext>
            </a:extLst>
          </p:cNvPr>
          <p:cNvGrpSpPr/>
          <p:nvPr/>
        </p:nvGrpSpPr>
        <p:grpSpPr>
          <a:xfrm>
            <a:off x="6226304" y="4234266"/>
            <a:ext cx="628200" cy="585360"/>
            <a:chOff x="6226304" y="4234266"/>
            <a:chExt cx="628200" cy="58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27658" name="Ink 27657">
                  <a:extLst>
                    <a:ext uri="{FF2B5EF4-FFF2-40B4-BE49-F238E27FC236}">
                      <a16:creationId xmlns:a16="http://schemas.microsoft.com/office/drawing/2014/main" id="{58707E97-917F-8632-DA58-15A040C9D4B1}"/>
                    </a:ext>
                  </a:extLst>
                </p14:cNvPr>
                <p14:cNvContentPartPr/>
                <p14:nvPr/>
              </p14:nvContentPartPr>
              <p14:xfrm>
                <a:off x="6414944" y="4348746"/>
                <a:ext cx="229680" cy="314640"/>
              </p14:xfrm>
            </p:contentPart>
          </mc:Choice>
          <mc:Fallback xmlns="">
            <p:pic>
              <p:nvPicPr>
                <p:cNvPr id="27658" name="Ink 27657">
                  <a:extLst>
                    <a:ext uri="{FF2B5EF4-FFF2-40B4-BE49-F238E27FC236}">
                      <a16:creationId xmlns:a16="http://schemas.microsoft.com/office/drawing/2014/main" id="{58707E97-917F-8632-DA58-15A040C9D4B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396944" y="4330746"/>
                  <a:ext cx="26532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27659" name="Ink 27658">
                  <a:extLst>
                    <a:ext uri="{FF2B5EF4-FFF2-40B4-BE49-F238E27FC236}">
                      <a16:creationId xmlns:a16="http://schemas.microsoft.com/office/drawing/2014/main" id="{D1A11C94-59F6-9AAD-E64A-79315FB39DF8}"/>
                    </a:ext>
                  </a:extLst>
                </p14:cNvPr>
                <p14:cNvContentPartPr/>
                <p14:nvPr/>
              </p14:nvContentPartPr>
              <p14:xfrm>
                <a:off x="6584864" y="4639266"/>
                <a:ext cx="80640" cy="71640"/>
              </p14:xfrm>
            </p:contentPart>
          </mc:Choice>
          <mc:Fallback xmlns="">
            <p:pic>
              <p:nvPicPr>
                <p:cNvPr id="27659" name="Ink 27658">
                  <a:extLst>
                    <a:ext uri="{FF2B5EF4-FFF2-40B4-BE49-F238E27FC236}">
                      <a16:creationId xmlns:a16="http://schemas.microsoft.com/office/drawing/2014/main" id="{D1A11C94-59F6-9AAD-E64A-79315FB39DF8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567224" y="4621626"/>
                  <a:ext cx="1162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27660" name="Ink 27659">
                  <a:extLst>
                    <a:ext uri="{FF2B5EF4-FFF2-40B4-BE49-F238E27FC236}">
                      <a16:creationId xmlns:a16="http://schemas.microsoft.com/office/drawing/2014/main" id="{3CD4E780-432D-7A74-3CCA-3073019B4442}"/>
                    </a:ext>
                  </a:extLst>
                </p14:cNvPr>
                <p14:cNvContentPartPr/>
                <p14:nvPr/>
              </p14:nvContentPartPr>
              <p14:xfrm>
                <a:off x="6226304" y="4234266"/>
                <a:ext cx="628200" cy="585360"/>
              </p14:xfrm>
            </p:contentPart>
          </mc:Choice>
          <mc:Fallback xmlns="">
            <p:pic>
              <p:nvPicPr>
                <p:cNvPr id="27660" name="Ink 27659">
                  <a:extLst>
                    <a:ext uri="{FF2B5EF4-FFF2-40B4-BE49-F238E27FC236}">
                      <a16:creationId xmlns:a16="http://schemas.microsoft.com/office/drawing/2014/main" id="{3CD4E780-432D-7A74-3CCA-3073019B4442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208304" y="4216626"/>
                  <a:ext cx="663840" cy="62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27661" name="Ink 27660">
                  <a:extLst>
                    <a:ext uri="{FF2B5EF4-FFF2-40B4-BE49-F238E27FC236}">
                      <a16:creationId xmlns:a16="http://schemas.microsoft.com/office/drawing/2014/main" id="{16596122-48B0-F5F1-3B7A-42627B4AC8A3}"/>
                    </a:ext>
                  </a:extLst>
                </p14:cNvPr>
                <p14:cNvContentPartPr/>
                <p14:nvPr/>
              </p14:nvContentPartPr>
              <p14:xfrm>
                <a:off x="6266264" y="4471866"/>
                <a:ext cx="191520" cy="337320"/>
              </p14:xfrm>
            </p:contentPart>
          </mc:Choice>
          <mc:Fallback xmlns="">
            <p:pic>
              <p:nvPicPr>
                <p:cNvPr id="27661" name="Ink 27660">
                  <a:extLst>
                    <a:ext uri="{FF2B5EF4-FFF2-40B4-BE49-F238E27FC236}">
                      <a16:creationId xmlns:a16="http://schemas.microsoft.com/office/drawing/2014/main" id="{16596122-48B0-F5F1-3B7A-42627B4AC8A3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248624" y="4453866"/>
                  <a:ext cx="227160" cy="37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65" name="Group 27664">
            <a:extLst>
              <a:ext uri="{FF2B5EF4-FFF2-40B4-BE49-F238E27FC236}">
                <a16:creationId xmlns:a16="http://schemas.microsoft.com/office/drawing/2014/main" id="{79E36958-233C-0B39-E6F8-670C03376F73}"/>
              </a:ext>
            </a:extLst>
          </p:cNvPr>
          <p:cNvGrpSpPr/>
          <p:nvPr/>
        </p:nvGrpSpPr>
        <p:grpSpPr>
          <a:xfrm>
            <a:off x="6950984" y="1671066"/>
            <a:ext cx="973440" cy="648000"/>
            <a:chOff x="6950984" y="1671066"/>
            <a:chExt cx="973440" cy="64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27663" name="Ink 27662">
                  <a:extLst>
                    <a:ext uri="{FF2B5EF4-FFF2-40B4-BE49-F238E27FC236}">
                      <a16:creationId xmlns:a16="http://schemas.microsoft.com/office/drawing/2014/main" id="{93A0DA04-92CC-C1EC-AE76-112D4050FC52}"/>
                    </a:ext>
                  </a:extLst>
                </p14:cNvPr>
                <p14:cNvContentPartPr/>
                <p14:nvPr/>
              </p14:nvContentPartPr>
              <p14:xfrm>
                <a:off x="6950984" y="1671066"/>
                <a:ext cx="973440" cy="648000"/>
              </p14:xfrm>
            </p:contentPart>
          </mc:Choice>
          <mc:Fallback xmlns="">
            <p:pic>
              <p:nvPicPr>
                <p:cNvPr id="27663" name="Ink 27662">
                  <a:extLst>
                    <a:ext uri="{FF2B5EF4-FFF2-40B4-BE49-F238E27FC236}">
                      <a16:creationId xmlns:a16="http://schemas.microsoft.com/office/drawing/2014/main" id="{93A0DA04-92CC-C1EC-AE76-112D4050FC52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933344" y="1653066"/>
                  <a:ext cx="1009080" cy="68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27664" name="Ink 27663">
                  <a:extLst>
                    <a:ext uri="{FF2B5EF4-FFF2-40B4-BE49-F238E27FC236}">
                      <a16:creationId xmlns:a16="http://schemas.microsoft.com/office/drawing/2014/main" id="{E690ACDB-3C76-5072-BBDE-1812EE7F7885}"/>
                    </a:ext>
                  </a:extLst>
                </p14:cNvPr>
                <p14:cNvContentPartPr/>
                <p14:nvPr/>
              </p14:nvContentPartPr>
              <p14:xfrm>
                <a:off x="6980504" y="1851426"/>
                <a:ext cx="25560" cy="423360"/>
              </p14:xfrm>
            </p:contentPart>
          </mc:Choice>
          <mc:Fallback xmlns="">
            <p:pic>
              <p:nvPicPr>
                <p:cNvPr id="27664" name="Ink 27663">
                  <a:extLst>
                    <a:ext uri="{FF2B5EF4-FFF2-40B4-BE49-F238E27FC236}">
                      <a16:creationId xmlns:a16="http://schemas.microsoft.com/office/drawing/2014/main" id="{E690ACDB-3C76-5072-BBDE-1812EE7F788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962864" y="1833426"/>
                  <a:ext cx="61200" cy="45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69" name="Group 27668">
            <a:extLst>
              <a:ext uri="{FF2B5EF4-FFF2-40B4-BE49-F238E27FC236}">
                <a16:creationId xmlns:a16="http://schemas.microsoft.com/office/drawing/2014/main" id="{F0A735F0-89C7-1E3E-9680-D1AEF44B982F}"/>
              </a:ext>
            </a:extLst>
          </p:cNvPr>
          <p:cNvGrpSpPr/>
          <p:nvPr/>
        </p:nvGrpSpPr>
        <p:grpSpPr>
          <a:xfrm>
            <a:off x="7335464" y="4057146"/>
            <a:ext cx="378360" cy="369360"/>
            <a:chOff x="7335464" y="4057146"/>
            <a:chExt cx="378360" cy="36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27666" name="Ink 27665">
                  <a:extLst>
                    <a:ext uri="{FF2B5EF4-FFF2-40B4-BE49-F238E27FC236}">
                      <a16:creationId xmlns:a16="http://schemas.microsoft.com/office/drawing/2014/main" id="{780E05D8-F2B1-8B24-7193-1CA57B784EE6}"/>
                    </a:ext>
                  </a:extLst>
                </p14:cNvPr>
                <p14:cNvContentPartPr/>
                <p14:nvPr/>
              </p14:nvContentPartPr>
              <p14:xfrm>
                <a:off x="7477304" y="4166226"/>
                <a:ext cx="77400" cy="182160"/>
              </p14:xfrm>
            </p:contentPart>
          </mc:Choice>
          <mc:Fallback xmlns="">
            <p:pic>
              <p:nvPicPr>
                <p:cNvPr id="27666" name="Ink 27665">
                  <a:extLst>
                    <a:ext uri="{FF2B5EF4-FFF2-40B4-BE49-F238E27FC236}">
                      <a16:creationId xmlns:a16="http://schemas.microsoft.com/office/drawing/2014/main" id="{780E05D8-F2B1-8B24-7193-1CA57B784EE6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459664" y="4148586"/>
                  <a:ext cx="1130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27667" name="Ink 27666">
                  <a:extLst>
                    <a:ext uri="{FF2B5EF4-FFF2-40B4-BE49-F238E27FC236}">
                      <a16:creationId xmlns:a16="http://schemas.microsoft.com/office/drawing/2014/main" id="{B5224F91-A3D6-151F-4444-A86D53B2146B}"/>
                    </a:ext>
                  </a:extLst>
                </p14:cNvPr>
                <p14:cNvContentPartPr/>
                <p14:nvPr/>
              </p14:nvContentPartPr>
              <p14:xfrm>
                <a:off x="7341224" y="4057146"/>
                <a:ext cx="372600" cy="361080"/>
              </p14:xfrm>
            </p:contentPart>
          </mc:Choice>
          <mc:Fallback xmlns="">
            <p:pic>
              <p:nvPicPr>
                <p:cNvPr id="27667" name="Ink 27666">
                  <a:extLst>
                    <a:ext uri="{FF2B5EF4-FFF2-40B4-BE49-F238E27FC236}">
                      <a16:creationId xmlns:a16="http://schemas.microsoft.com/office/drawing/2014/main" id="{B5224F91-A3D6-151F-4444-A86D53B2146B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323224" y="4039506"/>
                  <a:ext cx="40824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27668" name="Ink 27667">
                  <a:extLst>
                    <a:ext uri="{FF2B5EF4-FFF2-40B4-BE49-F238E27FC236}">
                      <a16:creationId xmlns:a16="http://schemas.microsoft.com/office/drawing/2014/main" id="{B6E8F59A-D366-85B4-58BB-FC532308BE4E}"/>
                    </a:ext>
                  </a:extLst>
                </p14:cNvPr>
                <p14:cNvContentPartPr/>
                <p14:nvPr/>
              </p14:nvContentPartPr>
              <p14:xfrm>
                <a:off x="7335464" y="4198626"/>
                <a:ext cx="57600" cy="227880"/>
              </p14:xfrm>
            </p:contentPart>
          </mc:Choice>
          <mc:Fallback xmlns="">
            <p:pic>
              <p:nvPicPr>
                <p:cNvPr id="27668" name="Ink 27667">
                  <a:extLst>
                    <a:ext uri="{FF2B5EF4-FFF2-40B4-BE49-F238E27FC236}">
                      <a16:creationId xmlns:a16="http://schemas.microsoft.com/office/drawing/2014/main" id="{B6E8F59A-D366-85B4-58BB-FC532308BE4E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317824" y="4180986"/>
                  <a:ext cx="93240" cy="26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88" name="Group 27687">
            <a:extLst>
              <a:ext uri="{FF2B5EF4-FFF2-40B4-BE49-F238E27FC236}">
                <a16:creationId xmlns:a16="http://schemas.microsoft.com/office/drawing/2014/main" id="{574B46F0-1473-BE05-A396-B636288A62AA}"/>
              </a:ext>
            </a:extLst>
          </p:cNvPr>
          <p:cNvGrpSpPr/>
          <p:nvPr/>
        </p:nvGrpSpPr>
        <p:grpSpPr>
          <a:xfrm>
            <a:off x="8474504" y="5291946"/>
            <a:ext cx="864720" cy="247680"/>
            <a:chOff x="8474504" y="5291946"/>
            <a:chExt cx="864720" cy="24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27676" name="Ink 27675">
                  <a:extLst>
                    <a:ext uri="{FF2B5EF4-FFF2-40B4-BE49-F238E27FC236}">
                      <a16:creationId xmlns:a16="http://schemas.microsoft.com/office/drawing/2014/main" id="{EB6EA0B0-5934-90D9-EF00-A32003E94E49}"/>
                    </a:ext>
                  </a:extLst>
                </p14:cNvPr>
                <p14:cNvContentPartPr/>
                <p14:nvPr/>
              </p14:nvContentPartPr>
              <p14:xfrm>
                <a:off x="8474504" y="5411826"/>
                <a:ext cx="15480" cy="127800"/>
              </p14:xfrm>
            </p:contentPart>
          </mc:Choice>
          <mc:Fallback xmlns="">
            <p:pic>
              <p:nvPicPr>
                <p:cNvPr id="27676" name="Ink 27675">
                  <a:extLst>
                    <a:ext uri="{FF2B5EF4-FFF2-40B4-BE49-F238E27FC236}">
                      <a16:creationId xmlns:a16="http://schemas.microsoft.com/office/drawing/2014/main" id="{EB6EA0B0-5934-90D9-EF00-A32003E94E4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456864" y="5393826"/>
                  <a:ext cx="511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27677" name="Ink 27676">
                  <a:extLst>
                    <a:ext uri="{FF2B5EF4-FFF2-40B4-BE49-F238E27FC236}">
                      <a16:creationId xmlns:a16="http://schemas.microsoft.com/office/drawing/2014/main" id="{23DAF747-75D5-7FBD-05C7-080C801FAC6F}"/>
                    </a:ext>
                  </a:extLst>
                </p14:cNvPr>
                <p14:cNvContentPartPr/>
                <p14:nvPr/>
              </p14:nvContentPartPr>
              <p14:xfrm>
                <a:off x="8483504" y="5346666"/>
                <a:ext cx="120240" cy="152280"/>
              </p14:xfrm>
            </p:contentPart>
          </mc:Choice>
          <mc:Fallback xmlns="">
            <p:pic>
              <p:nvPicPr>
                <p:cNvPr id="27677" name="Ink 27676">
                  <a:extLst>
                    <a:ext uri="{FF2B5EF4-FFF2-40B4-BE49-F238E27FC236}">
                      <a16:creationId xmlns:a16="http://schemas.microsoft.com/office/drawing/2014/main" id="{23DAF747-75D5-7FBD-05C7-080C801FAC6F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465864" y="5328666"/>
                  <a:ext cx="1558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27680" name="Ink 27679">
                  <a:extLst>
                    <a:ext uri="{FF2B5EF4-FFF2-40B4-BE49-F238E27FC236}">
                      <a16:creationId xmlns:a16="http://schemas.microsoft.com/office/drawing/2014/main" id="{6C78AEA2-73D2-4C11-3CFD-FAE842ED04D9}"/>
                    </a:ext>
                  </a:extLst>
                </p14:cNvPr>
                <p14:cNvContentPartPr/>
                <p14:nvPr/>
              </p14:nvContentPartPr>
              <p14:xfrm>
                <a:off x="8761784" y="5341626"/>
                <a:ext cx="28080" cy="183600"/>
              </p14:xfrm>
            </p:contentPart>
          </mc:Choice>
          <mc:Fallback xmlns="">
            <p:pic>
              <p:nvPicPr>
                <p:cNvPr id="27680" name="Ink 27679">
                  <a:extLst>
                    <a:ext uri="{FF2B5EF4-FFF2-40B4-BE49-F238E27FC236}">
                      <a16:creationId xmlns:a16="http://schemas.microsoft.com/office/drawing/2014/main" id="{6C78AEA2-73D2-4C11-3CFD-FAE842ED04D9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743784" y="5323986"/>
                  <a:ext cx="637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27681" name="Ink 27680">
                  <a:extLst>
                    <a:ext uri="{FF2B5EF4-FFF2-40B4-BE49-F238E27FC236}">
                      <a16:creationId xmlns:a16="http://schemas.microsoft.com/office/drawing/2014/main" id="{D7C5128D-2CE7-A33A-AE69-AFA355911B05}"/>
                    </a:ext>
                  </a:extLst>
                </p14:cNvPr>
                <p14:cNvContentPartPr/>
                <p14:nvPr/>
              </p14:nvContentPartPr>
              <p14:xfrm>
                <a:off x="8770064" y="5329026"/>
                <a:ext cx="211680" cy="126720"/>
              </p14:xfrm>
            </p:contentPart>
          </mc:Choice>
          <mc:Fallback xmlns="">
            <p:pic>
              <p:nvPicPr>
                <p:cNvPr id="27681" name="Ink 27680">
                  <a:extLst>
                    <a:ext uri="{FF2B5EF4-FFF2-40B4-BE49-F238E27FC236}">
                      <a16:creationId xmlns:a16="http://schemas.microsoft.com/office/drawing/2014/main" id="{D7C5128D-2CE7-A33A-AE69-AFA355911B05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752424" y="5311386"/>
                  <a:ext cx="2473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27682" name="Ink 27681">
                  <a:extLst>
                    <a:ext uri="{FF2B5EF4-FFF2-40B4-BE49-F238E27FC236}">
                      <a16:creationId xmlns:a16="http://schemas.microsoft.com/office/drawing/2014/main" id="{B14B8E69-7356-9481-2DF8-3D1F4AA9C27D}"/>
                    </a:ext>
                  </a:extLst>
                </p14:cNvPr>
                <p14:cNvContentPartPr/>
                <p14:nvPr/>
              </p14:nvContentPartPr>
              <p14:xfrm>
                <a:off x="9061304" y="5321466"/>
                <a:ext cx="106920" cy="135360"/>
              </p14:xfrm>
            </p:contentPart>
          </mc:Choice>
          <mc:Fallback xmlns="">
            <p:pic>
              <p:nvPicPr>
                <p:cNvPr id="27682" name="Ink 27681">
                  <a:extLst>
                    <a:ext uri="{FF2B5EF4-FFF2-40B4-BE49-F238E27FC236}">
                      <a16:creationId xmlns:a16="http://schemas.microsoft.com/office/drawing/2014/main" id="{B14B8E69-7356-9481-2DF8-3D1F4AA9C27D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9043664" y="5303466"/>
                  <a:ext cx="1425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27683" name="Ink 27682">
                  <a:extLst>
                    <a:ext uri="{FF2B5EF4-FFF2-40B4-BE49-F238E27FC236}">
                      <a16:creationId xmlns:a16="http://schemas.microsoft.com/office/drawing/2014/main" id="{459836D8-0B6B-DDFA-F842-BBE1771324C6}"/>
                    </a:ext>
                  </a:extLst>
                </p14:cNvPr>
                <p14:cNvContentPartPr/>
                <p14:nvPr/>
              </p14:nvContentPartPr>
              <p14:xfrm>
                <a:off x="9269744" y="5291946"/>
                <a:ext cx="69480" cy="230040"/>
              </p14:xfrm>
            </p:contentPart>
          </mc:Choice>
          <mc:Fallback xmlns="">
            <p:pic>
              <p:nvPicPr>
                <p:cNvPr id="27683" name="Ink 27682">
                  <a:extLst>
                    <a:ext uri="{FF2B5EF4-FFF2-40B4-BE49-F238E27FC236}">
                      <a16:creationId xmlns:a16="http://schemas.microsoft.com/office/drawing/2014/main" id="{459836D8-0B6B-DDFA-F842-BBE1771324C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251744" y="5273946"/>
                  <a:ext cx="105120" cy="26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87" name="Group 27686">
            <a:extLst>
              <a:ext uri="{FF2B5EF4-FFF2-40B4-BE49-F238E27FC236}">
                <a16:creationId xmlns:a16="http://schemas.microsoft.com/office/drawing/2014/main" id="{90366D5A-C1B4-B27F-0629-F5CF27445D0D}"/>
              </a:ext>
            </a:extLst>
          </p:cNvPr>
          <p:cNvGrpSpPr/>
          <p:nvPr/>
        </p:nvGrpSpPr>
        <p:grpSpPr>
          <a:xfrm>
            <a:off x="7488824" y="5063346"/>
            <a:ext cx="315360" cy="318240"/>
            <a:chOff x="7488824" y="5063346"/>
            <a:chExt cx="315360" cy="31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27684" name="Ink 27683">
                  <a:extLst>
                    <a:ext uri="{FF2B5EF4-FFF2-40B4-BE49-F238E27FC236}">
                      <a16:creationId xmlns:a16="http://schemas.microsoft.com/office/drawing/2014/main" id="{281644D9-E07F-656F-7FEC-CEFB6C26FB8F}"/>
                    </a:ext>
                  </a:extLst>
                </p14:cNvPr>
                <p14:cNvContentPartPr/>
                <p14:nvPr/>
              </p14:nvContentPartPr>
              <p14:xfrm>
                <a:off x="7600064" y="5141106"/>
                <a:ext cx="27720" cy="156600"/>
              </p14:xfrm>
            </p:contentPart>
          </mc:Choice>
          <mc:Fallback xmlns="">
            <p:pic>
              <p:nvPicPr>
                <p:cNvPr id="27684" name="Ink 27683">
                  <a:extLst>
                    <a:ext uri="{FF2B5EF4-FFF2-40B4-BE49-F238E27FC236}">
                      <a16:creationId xmlns:a16="http://schemas.microsoft.com/office/drawing/2014/main" id="{281644D9-E07F-656F-7FEC-CEFB6C26FB8F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7582424" y="5123106"/>
                  <a:ext cx="633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27685" name="Ink 27684">
                  <a:extLst>
                    <a:ext uri="{FF2B5EF4-FFF2-40B4-BE49-F238E27FC236}">
                      <a16:creationId xmlns:a16="http://schemas.microsoft.com/office/drawing/2014/main" id="{013922DE-CC82-E617-1904-64740EF42001}"/>
                    </a:ext>
                  </a:extLst>
                </p14:cNvPr>
                <p14:cNvContentPartPr/>
                <p14:nvPr/>
              </p14:nvContentPartPr>
              <p14:xfrm>
                <a:off x="7524824" y="5063346"/>
                <a:ext cx="279360" cy="318240"/>
              </p14:xfrm>
            </p:contentPart>
          </mc:Choice>
          <mc:Fallback xmlns="">
            <p:pic>
              <p:nvPicPr>
                <p:cNvPr id="27685" name="Ink 27684">
                  <a:extLst>
                    <a:ext uri="{FF2B5EF4-FFF2-40B4-BE49-F238E27FC236}">
                      <a16:creationId xmlns:a16="http://schemas.microsoft.com/office/drawing/2014/main" id="{013922DE-CC82-E617-1904-64740EF42001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507184" y="5045346"/>
                  <a:ext cx="31500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27686" name="Ink 27685">
                  <a:extLst>
                    <a:ext uri="{FF2B5EF4-FFF2-40B4-BE49-F238E27FC236}">
                      <a16:creationId xmlns:a16="http://schemas.microsoft.com/office/drawing/2014/main" id="{0E488906-6747-7E16-C0AE-62C24EB368E3}"/>
                    </a:ext>
                  </a:extLst>
                </p14:cNvPr>
                <p14:cNvContentPartPr/>
                <p14:nvPr/>
              </p14:nvContentPartPr>
              <p14:xfrm>
                <a:off x="7488824" y="5167386"/>
                <a:ext cx="182880" cy="209160"/>
              </p14:xfrm>
            </p:contentPart>
          </mc:Choice>
          <mc:Fallback xmlns="">
            <p:pic>
              <p:nvPicPr>
                <p:cNvPr id="27686" name="Ink 27685">
                  <a:extLst>
                    <a:ext uri="{FF2B5EF4-FFF2-40B4-BE49-F238E27FC236}">
                      <a16:creationId xmlns:a16="http://schemas.microsoft.com/office/drawing/2014/main" id="{0E488906-6747-7E16-C0AE-62C24EB368E3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471184" y="5149386"/>
                  <a:ext cx="218520" cy="24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95" name="Group 27694">
            <a:extLst>
              <a:ext uri="{FF2B5EF4-FFF2-40B4-BE49-F238E27FC236}">
                <a16:creationId xmlns:a16="http://schemas.microsoft.com/office/drawing/2014/main" id="{D59F0C32-BA88-518A-D7A1-D7AF582BD1AF}"/>
              </a:ext>
            </a:extLst>
          </p:cNvPr>
          <p:cNvGrpSpPr/>
          <p:nvPr/>
        </p:nvGrpSpPr>
        <p:grpSpPr>
          <a:xfrm>
            <a:off x="9573584" y="5165946"/>
            <a:ext cx="747000" cy="504000"/>
            <a:chOff x="9573584" y="5165946"/>
            <a:chExt cx="747000" cy="50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27689" name="Ink 27688">
                  <a:extLst>
                    <a:ext uri="{FF2B5EF4-FFF2-40B4-BE49-F238E27FC236}">
                      <a16:creationId xmlns:a16="http://schemas.microsoft.com/office/drawing/2014/main" id="{182CF1BF-1C9F-DEBA-1432-B9AC25BD04ED}"/>
                    </a:ext>
                  </a:extLst>
                </p14:cNvPr>
                <p14:cNvContentPartPr/>
                <p14:nvPr/>
              </p14:nvContentPartPr>
              <p14:xfrm>
                <a:off x="9761504" y="5377626"/>
                <a:ext cx="126000" cy="196560"/>
              </p14:xfrm>
            </p:contentPart>
          </mc:Choice>
          <mc:Fallback xmlns="">
            <p:pic>
              <p:nvPicPr>
                <p:cNvPr id="27689" name="Ink 27688">
                  <a:extLst>
                    <a:ext uri="{FF2B5EF4-FFF2-40B4-BE49-F238E27FC236}">
                      <a16:creationId xmlns:a16="http://schemas.microsoft.com/office/drawing/2014/main" id="{182CF1BF-1C9F-DEBA-1432-B9AC25BD04ED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9743504" y="5359986"/>
                  <a:ext cx="1616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27690" name="Ink 27689">
                  <a:extLst>
                    <a:ext uri="{FF2B5EF4-FFF2-40B4-BE49-F238E27FC236}">
                      <a16:creationId xmlns:a16="http://schemas.microsoft.com/office/drawing/2014/main" id="{F82BA96D-3A0E-5326-0868-4883C4315F0F}"/>
                    </a:ext>
                  </a:extLst>
                </p14:cNvPr>
                <p14:cNvContentPartPr/>
                <p14:nvPr/>
              </p14:nvContentPartPr>
              <p14:xfrm>
                <a:off x="9981464" y="5365386"/>
                <a:ext cx="10800" cy="172080"/>
              </p14:xfrm>
            </p:contentPart>
          </mc:Choice>
          <mc:Fallback xmlns="">
            <p:pic>
              <p:nvPicPr>
                <p:cNvPr id="27690" name="Ink 27689">
                  <a:extLst>
                    <a:ext uri="{FF2B5EF4-FFF2-40B4-BE49-F238E27FC236}">
                      <a16:creationId xmlns:a16="http://schemas.microsoft.com/office/drawing/2014/main" id="{F82BA96D-3A0E-5326-0868-4883C4315F0F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9963824" y="5347746"/>
                  <a:ext cx="464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27691" name="Ink 27690">
                  <a:extLst>
                    <a:ext uri="{FF2B5EF4-FFF2-40B4-BE49-F238E27FC236}">
                      <a16:creationId xmlns:a16="http://schemas.microsoft.com/office/drawing/2014/main" id="{177B518C-C89A-AD35-C03D-EA2D0431BD9B}"/>
                    </a:ext>
                  </a:extLst>
                </p14:cNvPr>
                <p14:cNvContentPartPr/>
                <p14:nvPr/>
              </p14:nvContentPartPr>
              <p14:xfrm>
                <a:off x="9996944" y="5306346"/>
                <a:ext cx="142200" cy="172080"/>
              </p14:xfrm>
            </p:contentPart>
          </mc:Choice>
          <mc:Fallback xmlns="">
            <p:pic>
              <p:nvPicPr>
                <p:cNvPr id="27691" name="Ink 27690">
                  <a:extLst>
                    <a:ext uri="{FF2B5EF4-FFF2-40B4-BE49-F238E27FC236}">
                      <a16:creationId xmlns:a16="http://schemas.microsoft.com/office/drawing/2014/main" id="{177B518C-C89A-AD35-C03D-EA2D0431BD9B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9978944" y="5288706"/>
                  <a:ext cx="1778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27692" name="Ink 27691">
                  <a:extLst>
                    <a:ext uri="{FF2B5EF4-FFF2-40B4-BE49-F238E27FC236}">
                      <a16:creationId xmlns:a16="http://schemas.microsoft.com/office/drawing/2014/main" id="{095256DA-2189-577A-FA1C-8F28D0060781}"/>
                    </a:ext>
                  </a:extLst>
                </p14:cNvPr>
                <p14:cNvContentPartPr/>
                <p14:nvPr/>
              </p14:nvContentPartPr>
              <p14:xfrm>
                <a:off x="9611744" y="5215986"/>
                <a:ext cx="698040" cy="440280"/>
              </p14:xfrm>
            </p:contentPart>
          </mc:Choice>
          <mc:Fallback xmlns="">
            <p:pic>
              <p:nvPicPr>
                <p:cNvPr id="27692" name="Ink 27691">
                  <a:extLst>
                    <a:ext uri="{FF2B5EF4-FFF2-40B4-BE49-F238E27FC236}">
                      <a16:creationId xmlns:a16="http://schemas.microsoft.com/office/drawing/2014/main" id="{095256DA-2189-577A-FA1C-8F28D0060781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9593744" y="5197986"/>
                  <a:ext cx="733680" cy="47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27693" name="Ink 27692">
                  <a:extLst>
                    <a:ext uri="{FF2B5EF4-FFF2-40B4-BE49-F238E27FC236}">
                      <a16:creationId xmlns:a16="http://schemas.microsoft.com/office/drawing/2014/main" id="{10B457B0-359D-2AF8-1583-C5748070C95B}"/>
                    </a:ext>
                  </a:extLst>
                </p14:cNvPr>
                <p14:cNvContentPartPr/>
                <p14:nvPr/>
              </p14:nvContentPartPr>
              <p14:xfrm>
                <a:off x="9600224" y="5262426"/>
                <a:ext cx="95040" cy="407520"/>
              </p14:xfrm>
            </p:contentPart>
          </mc:Choice>
          <mc:Fallback xmlns="">
            <p:pic>
              <p:nvPicPr>
                <p:cNvPr id="27693" name="Ink 27692">
                  <a:extLst>
                    <a:ext uri="{FF2B5EF4-FFF2-40B4-BE49-F238E27FC236}">
                      <a16:creationId xmlns:a16="http://schemas.microsoft.com/office/drawing/2014/main" id="{10B457B0-359D-2AF8-1583-C5748070C95B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9582224" y="5244426"/>
                  <a:ext cx="13068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27694" name="Ink 27693">
                  <a:extLst>
                    <a:ext uri="{FF2B5EF4-FFF2-40B4-BE49-F238E27FC236}">
                      <a16:creationId xmlns:a16="http://schemas.microsoft.com/office/drawing/2014/main" id="{DE07DF1B-B22D-1F64-976E-E8D66EEFA64C}"/>
                    </a:ext>
                  </a:extLst>
                </p14:cNvPr>
                <p14:cNvContentPartPr/>
                <p14:nvPr/>
              </p14:nvContentPartPr>
              <p14:xfrm>
                <a:off x="9573584" y="5165946"/>
                <a:ext cx="747000" cy="112320"/>
              </p14:xfrm>
            </p:contentPart>
          </mc:Choice>
          <mc:Fallback xmlns="">
            <p:pic>
              <p:nvPicPr>
                <p:cNvPr id="27694" name="Ink 27693">
                  <a:extLst>
                    <a:ext uri="{FF2B5EF4-FFF2-40B4-BE49-F238E27FC236}">
                      <a16:creationId xmlns:a16="http://schemas.microsoft.com/office/drawing/2014/main" id="{DE07DF1B-B22D-1F64-976E-E8D66EEFA64C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9555584" y="5147946"/>
                  <a:ext cx="782640" cy="14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06" name="Group 27705">
            <a:extLst>
              <a:ext uri="{FF2B5EF4-FFF2-40B4-BE49-F238E27FC236}">
                <a16:creationId xmlns:a16="http://schemas.microsoft.com/office/drawing/2014/main" id="{AD7FDBFC-AB23-1418-F10F-245E2FC8171B}"/>
              </a:ext>
            </a:extLst>
          </p:cNvPr>
          <p:cNvGrpSpPr/>
          <p:nvPr/>
        </p:nvGrpSpPr>
        <p:grpSpPr>
          <a:xfrm>
            <a:off x="8352464" y="3840066"/>
            <a:ext cx="2006640" cy="694800"/>
            <a:chOff x="8352464" y="3840066"/>
            <a:chExt cx="2006640" cy="69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27670" name="Ink 27669">
                  <a:extLst>
                    <a:ext uri="{FF2B5EF4-FFF2-40B4-BE49-F238E27FC236}">
                      <a16:creationId xmlns:a16="http://schemas.microsoft.com/office/drawing/2014/main" id="{E3375016-D6EA-8F00-FAA0-5BF0E1D02291}"/>
                    </a:ext>
                  </a:extLst>
                </p14:cNvPr>
                <p14:cNvContentPartPr/>
                <p14:nvPr/>
              </p14:nvContentPartPr>
              <p14:xfrm>
                <a:off x="8352464" y="4375026"/>
                <a:ext cx="62280" cy="159840"/>
              </p14:xfrm>
            </p:contentPart>
          </mc:Choice>
          <mc:Fallback xmlns="">
            <p:pic>
              <p:nvPicPr>
                <p:cNvPr id="27670" name="Ink 27669">
                  <a:extLst>
                    <a:ext uri="{FF2B5EF4-FFF2-40B4-BE49-F238E27FC236}">
                      <a16:creationId xmlns:a16="http://schemas.microsoft.com/office/drawing/2014/main" id="{E3375016-D6EA-8F00-FAA0-5BF0E1D02291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334824" y="4357026"/>
                  <a:ext cx="979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27671" name="Ink 27670">
                  <a:extLst>
                    <a:ext uri="{FF2B5EF4-FFF2-40B4-BE49-F238E27FC236}">
                      <a16:creationId xmlns:a16="http://schemas.microsoft.com/office/drawing/2014/main" id="{563EF1BA-52F5-2B25-E64E-F087C2AEB71D}"/>
                    </a:ext>
                  </a:extLst>
                </p14:cNvPr>
                <p14:cNvContentPartPr/>
                <p14:nvPr/>
              </p14:nvContentPartPr>
              <p14:xfrm>
                <a:off x="8358584" y="4330026"/>
                <a:ext cx="135720" cy="119520"/>
              </p14:xfrm>
            </p:contentPart>
          </mc:Choice>
          <mc:Fallback xmlns="">
            <p:pic>
              <p:nvPicPr>
                <p:cNvPr id="27671" name="Ink 27670">
                  <a:extLst>
                    <a:ext uri="{FF2B5EF4-FFF2-40B4-BE49-F238E27FC236}">
                      <a16:creationId xmlns:a16="http://schemas.microsoft.com/office/drawing/2014/main" id="{563EF1BA-52F5-2B25-E64E-F087C2AEB71D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340944" y="4312386"/>
                  <a:ext cx="1713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27672" name="Ink 27671">
                  <a:extLst>
                    <a:ext uri="{FF2B5EF4-FFF2-40B4-BE49-F238E27FC236}">
                      <a16:creationId xmlns:a16="http://schemas.microsoft.com/office/drawing/2014/main" id="{4CF56975-4152-BEF2-5D7E-C0280954FBD7}"/>
                    </a:ext>
                  </a:extLst>
                </p14:cNvPr>
                <p14:cNvContentPartPr/>
                <p14:nvPr/>
              </p14:nvContentPartPr>
              <p14:xfrm>
                <a:off x="8579264" y="4362786"/>
                <a:ext cx="20160" cy="126360"/>
              </p14:xfrm>
            </p:contentPart>
          </mc:Choice>
          <mc:Fallback xmlns="">
            <p:pic>
              <p:nvPicPr>
                <p:cNvPr id="27672" name="Ink 27671">
                  <a:extLst>
                    <a:ext uri="{FF2B5EF4-FFF2-40B4-BE49-F238E27FC236}">
                      <a16:creationId xmlns:a16="http://schemas.microsoft.com/office/drawing/2014/main" id="{4CF56975-4152-BEF2-5D7E-C0280954FBD7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561624" y="4344786"/>
                  <a:ext cx="558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27673" name="Ink 27672">
                  <a:extLst>
                    <a:ext uri="{FF2B5EF4-FFF2-40B4-BE49-F238E27FC236}">
                      <a16:creationId xmlns:a16="http://schemas.microsoft.com/office/drawing/2014/main" id="{BF7AAC83-945D-C1A3-580E-88B941EAD63F}"/>
                    </a:ext>
                  </a:extLst>
                </p14:cNvPr>
                <p14:cNvContentPartPr/>
                <p14:nvPr/>
              </p14:nvContentPartPr>
              <p14:xfrm>
                <a:off x="8621024" y="4305186"/>
                <a:ext cx="205560" cy="118080"/>
              </p14:xfrm>
            </p:contentPart>
          </mc:Choice>
          <mc:Fallback xmlns="">
            <p:pic>
              <p:nvPicPr>
                <p:cNvPr id="27673" name="Ink 27672">
                  <a:extLst>
                    <a:ext uri="{FF2B5EF4-FFF2-40B4-BE49-F238E27FC236}">
                      <a16:creationId xmlns:a16="http://schemas.microsoft.com/office/drawing/2014/main" id="{BF7AAC83-945D-C1A3-580E-88B941EAD63F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8603024" y="4287186"/>
                  <a:ext cx="2412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27674" name="Ink 27673">
                  <a:extLst>
                    <a:ext uri="{FF2B5EF4-FFF2-40B4-BE49-F238E27FC236}">
                      <a16:creationId xmlns:a16="http://schemas.microsoft.com/office/drawing/2014/main" id="{A148D954-8B74-FCEA-4472-38A232192D63}"/>
                    </a:ext>
                  </a:extLst>
                </p14:cNvPr>
                <p14:cNvContentPartPr/>
                <p14:nvPr/>
              </p14:nvContentPartPr>
              <p14:xfrm>
                <a:off x="8914064" y="4291506"/>
                <a:ext cx="83880" cy="123480"/>
              </p14:xfrm>
            </p:contentPart>
          </mc:Choice>
          <mc:Fallback xmlns="">
            <p:pic>
              <p:nvPicPr>
                <p:cNvPr id="27674" name="Ink 27673">
                  <a:extLst>
                    <a:ext uri="{FF2B5EF4-FFF2-40B4-BE49-F238E27FC236}">
                      <a16:creationId xmlns:a16="http://schemas.microsoft.com/office/drawing/2014/main" id="{A148D954-8B74-FCEA-4472-38A232192D63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8896064" y="4273506"/>
                  <a:ext cx="1195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27675" name="Ink 27674">
                  <a:extLst>
                    <a:ext uri="{FF2B5EF4-FFF2-40B4-BE49-F238E27FC236}">
                      <a16:creationId xmlns:a16="http://schemas.microsoft.com/office/drawing/2014/main" id="{54F9E3D0-2673-B775-86EA-907C42A8A6A2}"/>
                    </a:ext>
                  </a:extLst>
                </p14:cNvPr>
                <p14:cNvContentPartPr/>
                <p14:nvPr/>
              </p14:nvContentPartPr>
              <p14:xfrm>
                <a:off x="9087944" y="4231026"/>
                <a:ext cx="96840" cy="214920"/>
              </p14:xfrm>
            </p:contentPart>
          </mc:Choice>
          <mc:Fallback xmlns="">
            <p:pic>
              <p:nvPicPr>
                <p:cNvPr id="27675" name="Ink 27674">
                  <a:extLst>
                    <a:ext uri="{FF2B5EF4-FFF2-40B4-BE49-F238E27FC236}">
                      <a16:creationId xmlns:a16="http://schemas.microsoft.com/office/drawing/2014/main" id="{54F9E3D0-2673-B775-86EA-907C42A8A6A2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9070304" y="4213026"/>
                  <a:ext cx="1324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27696" name="Ink 27695">
                  <a:extLst>
                    <a:ext uri="{FF2B5EF4-FFF2-40B4-BE49-F238E27FC236}">
                      <a16:creationId xmlns:a16="http://schemas.microsoft.com/office/drawing/2014/main" id="{2025B436-EFE0-354B-ECD9-59E8D0B7510E}"/>
                    </a:ext>
                  </a:extLst>
                </p14:cNvPr>
                <p14:cNvContentPartPr/>
                <p14:nvPr/>
              </p14:nvContentPartPr>
              <p14:xfrm>
                <a:off x="9560984" y="4151466"/>
                <a:ext cx="134640" cy="195480"/>
              </p14:xfrm>
            </p:contentPart>
          </mc:Choice>
          <mc:Fallback xmlns="">
            <p:pic>
              <p:nvPicPr>
                <p:cNvPr id="27696" name="Ink 27695">
                  <a:extLst>
                    <a:ext uri="{FF2B5EF4-FFF2-40B4-BE49-F238E27FC236}">
                      <a16:creationId xmlns:a16="http://schemas.microsoft.com/office/drawing/2014/main" id="{2025B436-EFE0-354B-ECD9-59E8D0B7510E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542984" y="4133826"/>
                  <a:ext cx="1702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27697" name="Ink 27696">
                  <a:extLst>
                    <a:ext uri="{FF2B5EF4-FFF2-40B4-BE49-F238E27FC236}">
                      <a16:creationId xmlns:a16="http://schemas.microsoft.com/office/drawing/2014/main" id="{07BF1285-1FCD-EAA3-BF51-1449ADFEBF82}"/>
                    </a:ext>
                  </a:extLst>
                </p14:cNvPr>
                <p14:cNvContentPartPr/>
                <p14:nvPr/>
              </p14:nvContentPartPr>
              <p14:xfrm>
                <a:off x="9821624" y="4101066"/>
                <a:ext cx="53280" cy="192240"/>
              </p14:xfrm>
            </p:contentPart>
          </mc:Choice>
          <mc:Fallback xmlns="">
            <p:pic>
              <p:nvPicPr>
                <p:cNvPr id="27697" name="Ink 27696">
                  <a:extLst>
                    <a:ext uri="{FF2B5EF4-FFF2-40B4-BE49-F238E27FC236}">
                      <a16:creationId xmlns:a16="http://schemas.microsoft.com/office/drawing/2014/main" id="{07BF1285-1FCD-EAA3-BF51-1449ADFEBF82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803624" y="4083426"/>
                  <a:ext cx="889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27698" name="Ink 27697">
                  <a:extLst>
                    <a:ext uri="{FF2B5EF4-FFF2-40B4-BE49-F238E27FC236}">
                      <a16:creationId xmlns:a16="http://schemas.microsoft.com/office/drawing/2014/main" id="{C81E2488-7771-3D3E-FF50-13FBC630E9B7}"/>
                    </a:ext>
                  </a:extLst>
                </p14:cNvPr>
                <p14:cNvContentPartPr/>
                <p14:nvPr/>
              </p14:nvContentPartPr>
              <p14:xfrm>
                <a:off x="9806864" y="4065426"/>
                <a:ext cx="106920" cy="65880"/>
              </p14:xfrm>
            </p:contentPart>
          </mc:Choice>
          <mc:Fallback xmlns="">
            <p:pic>
              <p:nvPicPr>
                <p:cNvPr id="27698" name="Ink 27697">
                  <a:extLst>
                    <a:ext uri="{FF2B5EF4-FFF2-40B4-BE49-F238E27FC236}">
                      <a16:creationId xmlns:a16="http://schemas.microsoft.com/office/drawing/2014/main" id="{C81E2488-7771-3D3E-FF50-13FBC630E9B7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9788864" y="4047786"/>
                  <a:ext cx="1425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27699" name="Ink 27698">
                  <a:extLst>
                    <a:ext uri="{FF2B5EF4-FFF2-40B4-BE49-F238E27FC236}">
                      <a16:creationId xmlns:a16="http://schemas.microsoft.com/office/drawing/2014/main" id="{B278C87F-AFDC-BD10-2907-AE402F63DB91}"/>
                    </a:ext>
                  </a:extLst>
                </p14:cNvPr>
                <p14:cNvContentPartPr/>
                <p14:nvPr/>
              </p14:nvContentPartPr>
              <p14:xfrm>
                <a:off x="9878504" y="4151466"/>
                <a:ext cx="86400" cy="63720"/>
              </p14:xfrm>
            </p:contentPart>
          </mc:Choice>
          <mc:Fallback xmlns="">
            <p:pic>
              <p:nvPicPr>
                <p:cNvPr id="27699" name="Ink 27698">
                  <a:extLst>
                    <a:ext uri="{FF2B5EF4-FFF2-40B4-BE49-F238E27FC236}">
                      <a16:creationId xmlns:a16="http://schemas.microsoft.com/office/drawing/2014/main" id="{B278C87F-AFDC-BD10-2907-AE402F63DB91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9860864" y="4133826"/>
                  <a:ext cx="1220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27700" name="Ink 27699">
                  <a:extLst>
                    <a:ext uri="{FF2B5EF4-FFF2-40B4-BE49-F238E27FC236}">
                      <a16:creationId xmlns:a16="http://schemas.microsoft.com/office/drawing/2014/main" id="{D8D3C659-C9BC-B036-774A-E8FE5FDC8893}"/>
                    </a:ext>
                  </a:extLst>
                </p14:cNvPr>
                <p14:cNvContentPartPr/>
                <p14:nvPr/>
              </p14:nvContentPartPr>
              <p14:xfrm>
                <a:off x="10038344" y="4071546"/>
                <a:ext cx="33480" cy="144000"/>
              </p14:xfrm>
            </p:contentPart>
          </mc:Choice>
          <mc:Fallback xmlns="">
            <p:pic>
              <p:nvPicPr>
                <p:cNvPr id="27700" name="Ink 27699">
                  <a:extLst>
                    <a:ext uri="{FF2B5EF4-FFF2-40B4-BE49-F238E27FC236}">
                      <a16:creationId xmlns:a16="http://schemas.microsoft.com/office/drawing/2014/main" id="{D8D3C659-C9BC-B036-774A-E8FE5FDC8893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0020344" y="4053546"/>
                  <a:ext cx="691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27701" name="Ink 27700">
                  <a:extLst>
                    <a:ext uri="{FF2B5EF4-FFF2-40B4-BE49-F238E27FC236}">
                      <a16:creationId xmlns:a16="http://schemas.microsoft.com/office/drawing/2014/main" id="{AEF391EA-FC78-9DCD-78AE-60742FD4A204}"/>
                    </a:ext>
                  </a:extLst>
                </p14:cNvPr>
                <p14:cNvContentPartPr/>
                <p14:nvPr/>
              </p14:nvContentPartPr>
              <p14:xfrm>
                <a:off x="10031144" y="4022586"/>
                <a:ext cx="77040" cy="79560"/>
              </p14:xfrm>
            </p:contentPart>
          </mc:Choice>
          <mc:Fallback xmlns="">
            <p:pic>
              <p:nvPicPr>
                <p:cNvPr id="27701" name="Ink 27700">
                  <a:extLst>
                    <a:ext uri="{FF2B5EF4-FFF2-40B4-BE49-F238E27FC236}">
                      <a16:creationId xmlns:a16="http://schemas.microsoft.com/office/drawing/2014/main" id="{AEF391EA-FC78-9DCD-78AE-60742FD4A204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0013144" y="4004946"/>
                  <a:ext cx="1126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27702" name="Ink 27701">
                  <a:extLst>
                    <a:ext uri="{FF2B5EF4-FFF2-40B4-BE49-F238E27FC236}">
                      <a16:creationId xmlns:a16="http://schemas.microsoft.com/office/drawing/2014/main" id="{28AC7846-CF93-C96A-1212-FFBA11890730}"/>
                    </a:ext>
                  </a:extLst>
                </p14:cNvPr>
                <p14:cNvContentPartPr/>
                <p14:nvPr/>
              </p14:nvContentPartPr>
              <p14:xfrm>
                <a:off x="10085504" y="4105026"/>
                <a:ext cx="69840" cy="33120"/>
              </p14:xfrm>
            </p:contentPart>
          </mc:Choice>
          <mc:Fallback xmlns="">
            <p:pic>
              <p:nvPicPr>
                <p:cNvPr id="27702" name="Ink 27701">
                  <a:extLst>
                    <a:ext uri="{FF2B5EF4-FFF2-40B4-BE49-F238E27FC236}">
                      <a16:creationId xmlns:a16="http://schemas.microsoft.com/office/drawing/2014/main" id="{28AC7846-CF93-C96A-1212-FFBA11890730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0067864" y="4087026"/>
                  <a:ext cx="1054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27703" name="Ink 27702">
                  <a:extLst>
                    <a:ext uri="{FF2B5EF4-FFF2-40B4-BE49-F238E27FC236}">
                      <a16:creationId xmlns:a16="http://schemas.microsoft.com/office/drawing/2014/main" id="{1F5B1CBA-DBB0-AD75-CDB5-857299BDC6DA}"/>
                    </a:ext>
                  </a:extLst>
                </p14:cNvPr>
                <p14:cNvContentPartPr/>
                <p14:nvPr/>
              </p14:nvContentPartPr>
              <p14:xfrm>
                <a:off x="9468824" y="3840066"/>
                <a:ext cx="890280" cy="601200"/>
              </p14:xfrm>
            </p:contentPart>
          </mc:Choice>
          <mc:Fallback xmlns="">
            <p:pic>
              <p:nvPicPr>
                <p:cNvPr id="27703" name="Ink 27702">
                  <a:extLst>
                    <a:ext uri="{FF2B5EF4-FFF2-40B4-BE49-F238E27FC236}">
                      <a16:creationId xmlns:a16="http://schemas.microsoft.com/office/drawing/2014/main" id="{1F5B1CBA-DBB0-AD75-CDB5-857299BDC6DA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9451184" y="3822066"/>
                  <a:ext cx="92592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27704" name="Ink 27703">
                  <a:extLst>
                    <a:ext uri="{FF2B5EF4-FFF2-40B4-BE49-F238E27FC236}">
                      <a16:creationId xmlns:a16="http://schemas.microsoft.com/office/drawing/2014/main" id="{9654BD38-99AB-D581-1088-1E85E0464C68}"/>
                    </a:ext>
                  </a:extLst>
                </p14:cNvPr>
                <p14:cNvContentPartPr/>
                <p14:nvPr/>
              </p14:nvContentPartPr>
              <p14:xfrm>
                <a:off x="9441824" y="4048146"/>
                <a:ext cx="85320" cy="392760"/>
              </p14:xfrm>
            </p:contentPart>
          </mc:Choice>
          <mc:Fallback xmlns="">
            <p:pic>
              <p:nvPicPr>
                <p:cNvPr id="27704" name="Ink 27703">
                  <a:extLst>
                    <a:ext uri="{FF2B5EF4-FFF2-40B4-BE49-F238E27FC236}">
                      <a16:creationId xmlns:a16="http://schemas.microsoft.com/office/drawing/2014/main" id="{9654BD38-99AB-D581-1088-1E85E0464C68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9423824" y="4030506"/>
                  <a:ext cx="12096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27705" name="Ink 27704">
                  <a:extLst>
                    <a:ext uri="{FF2B5EF4-FFF2-40B4-BE49-F238E27FC236}">
                      <a16:creationId xmlns:a16="http://schemas.microsoft.com/office/drawing/2014/main" id="{A912AED2-A220-83B9-2102-74F88CD57B2D}"/>
                    </a:ext>
                  </a:extLst>
                </p14:cNvPr>
                <p14:cNvContentPartPr/>
                <p14:nvPr/>
              </p14:nvContentPartPr>
              <p14:xfrm>
                <a:off x="9374144" y="3854466"/>
                <a:ext cx="845280" cy="235800"/>
              </p14:xfrm>
            </p:contentPart>
          </mc:Choice>
          <mc:Fallback xmlns="">
            <p:pic>
              <p:nvPicPr>
                <p:cNvPr id="27705" name="Ink 27704">
                  <a:extLst>
                    <a:ext uri="{FF2B5EF4-FFF2-40B4-BE49-F238E27FC236}">
                      <a16:creationId xmlns:a16="http://schemas.microsoft.com/office/drawing/2014/main" id="{A912AED2-A220-83B9-2102-74F88CD57B2D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9356504" y="3836466"/>
                  <a:ext cx="880920" cy="27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12" name="Group 27711">
            <a:extLst>
              <a:ext uri="{FF2B5EF4-FFF2-40B4-BE49-F238E27FC236}">
                <a16:creationId xmlns:a16="http://schemas.microsoft.com/office/drawing/2014/main" id="{D152CA56-CE52-6AEA-E7C4-1D840B40330A}"/>
              </a:ext>
            </a:extLst>
          </p:cNvPr>
          <p:cNvGrpSpPr/>
          <p:nvPr/>
        </p:nvGrpSpPr>
        <p:grpSpPr>
          <a:xfrm>
            <a:off x="8191904" y="3473586"/>
            <a:ext cx="541080" cy="198000"/>
            <a:chOff x="8191904" y="3473586"/>
            <a:chExt cx="541080" cy="19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27707" name="Ink 27706">
                  <a:extLst>
                    <a:ext uri="{FF2B5EF4-FFF2-40B4-BE49-F238E27FC236}">
                      <a16:creationId xmlns:a16="http://schemas.microsoft.com/office/drawing/2014/main" id="{71011C29-A2D6-9579-98B2-AB6B35911A60}"/>
                    </a:ext>
                  </a:extLst>
                </p14:cNvPr>
                <p14:cNvContentPartPr/>
                <p14:nvPr/>
              </p14:nvContentPartPr>
              <p14:xfrm>
                <a:off x="8191904" y="3486906"/>
                <a:ext cx="151560" cy="165240"/>
              </p14:xfrm>
            </p:contentPart>
          </mc:Choice>
          <mc:Fallback xmlns="">
            <p:pic>
              <p:nvPicPr>
                <p:cNvPr id="27707" name="Ink 27706">
                  <a:extLst>
                    <a:ext uri="{FF2B5EF4-FFF2-40B4-BE49-F238E27FC236}">
                      <a16:creationId xmlns:a16="http://schemas.microsoft.com/office/drawing/2014/main" id="{71011C29-A2D6-9579-98B2-AB6B35911A60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173904" y="3469266"/>
                  <a:ext cx="1872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27708" name="Ink 27707">
                  <a:extLst>
                    <a:ext uri="{FF2B5EF4-FFF2-40B4-BE49-F238E27FC236}">
                      <a16:creationId xmlns:a16="http://schemas.microsoft.com/office/drawing/2014/main" id="{3F2643EA-2BE5-0443-9E21-1D348EEE5DDC}"/>
                    </a:ext>
                  </a:extLst>
                </p14:cNvPr>
                <p14:cNvContentPartPr/>
                <p14:nvPr/>
              </p14:nvContentPartPr>
              <p14:xfrm>
                <a:off x="8479184" y="3574386"/>
                <a:ext cx="36360" cy="97200"/>
              </p14:xfrm>
            </p:contentPart>
          </mc:Choice>
          <mc:Fallback xmlns="">
            <p:pic>
              <p:nvPicPr>
                <p:cNvPr id="27708" name="Ink 27707">
                  <a:extLst>
                    <a:ext uri="{FF2B5EF4-FFF2-40B4-BE49-F238E27FC236}">
                      <a16:creationId xmlns:a16="http://schemas.microsoft.com/office/drawing/2014/main" id="{3F2643EA-2BE5-0443-9E21-1D348EEE5DDC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461544" y="3556746"/>
                  <a:ext cx="720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27709" name="Ink 27708">
                  <a:extLst>
                    <a:ext uri="{FF2B5EF4-FFF2-40B4-BE49-F238E27FC236}">
                      <a16:creationId xmlns:a16="http://schemas.microsoft.com/office/drawing/2014/main" id="{97576035-7B06-C140-5780-850A4C0594A2}"/>
                    </a:ext>
                  </a:extLst>
                </p14:cNvPr>
                <p14:cNvContentPartPr/>
                <p14:nvPr/>
              </p14:nvContentPartPr>
              <p14:xfrm>
                <a:off x="8458664" y="3535866"/>
                <a:ext cx="117720" cy="126000"/>
              </p14:xfrm>
            </p:contentPart>
          </mc:Choice>
          <mc:Fallback xmlns="">
            <p:pic>
              <p:nvPicPr>
                <p:cNvPr id="27709" name="Ink 27708">
                  <a:extLst>
                    <a:ext uri="{FF2B5EF4-FFF2-40B4-BE49-F238E27FC236}">
                      <a16:creationId xmlns:a16="http://schemas.microsoft.com/office/drawing/2014/main" id="{97576035-7B06-C140-5780-850A4C0594A2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8440664" y="3518226"/>
                  <a:ext cx="1533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27710" name="Ink 27709">
                  <a:extLst>
                    <a:ext uri="{FF2B5EF4-FFF2-40B4-BE49-F238E27FC236}">
                      <a16:creationId xmlns:a16="http://schemas.microsoft.com/office/drawing/2014/main" id="{AE4EA27A-FA9B-60D1-EB36-18AA54D16267}"/>
                    </a:ext>
                  </a:extLst>
                </p14:cNvPr>
                <p14:cNvContentPartPr/>
                <p14:nvPr/>
              </p14:nvContentPartPr>
              <p14:xfrm>
                <a:off x="8612024" y="3532266"/>
                <a:ext cx="70560" cy="104760"/>
              </p14:xfrm>
            </p:contentPart>
          </mc:Choice>
          <mc:Fallback xmlns="">
            <p:pic>
              <p:nvPicPr>
                <p:cNvPr id="27710" name="Ink 27709">
                  <a:extLst>
                    <a:ext uri="{FF2B5EF4-FFF2-40B4-BE49-F238E27FC236}">
                      <a16:creationId xmlns:a16="http://schemas.microsoft.com/office/drawing/2014/main" id="{AE4EA27A-FA9B-60D1-EB36-18AA54D16267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8594384" y="3514626"/>
                  <a:ext cx="1062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27711" name="Ink 27710">
                  <a:extLst>
                    <a:ext uri="{FF2B5EF4-FFF2-40B4-BE49-F238E27FC236}">
                      <a16:creationId xmlns:a16="http://schemas.microsoft.com/office/drawing/2014/main" id="{40E1C42E-491D-4BA4-35CC-6692818EBA07}"/>
                    </a:ext>
                  </a:extLst>
                </p14:cNvPr>
                <p14:cNvContentPartPr/>
                <p14:nvPr/>
              </p14:nvContentPartPr>
              <p14:xfrm>
                <a:off x="8642624" y="3473586"/>
                <a:ext cx="90360" cy="145440"/>
              </p14:xfrm>
            </p:contentPart>
          </mc:Choice>
          <mc:Fallback xmlns="">
            <p:pic>
              <p:nvPicPr>
                <p:cNvPr id="27711" name="Ink 27710">
                  <a:extLst>
                    <a:ext uri="{FF2B5EF4-FFF2-40B4-BE49-F238E27FC236}">
                      <a16:creationId xmlns:a16="http://schemas.microsoft.com/office/drawing/2014/main" id="{40E1C42E-491D-4BA4-35CC-6692818EBA07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8624984" y="3455586"/>
                  <a:ext cx="126000" cy="18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29" name="Group 27728">
            <a:extLst>
              <a:ext uri="{FF2B5EF4-FFF2-40B4-BE49-F238E27FC236}">
                <a16:creationId xmlns:a16="http://schemas.microsoft.com/office/drawing/2014/main" id="{6E072C30-D0A1-5E6E-C099-EB5C8C137A2C}"/>
              </a:ext>
            </a:extLst>
          </p:cNvPr>
          <p:cNvGrpSpPr/>
          <p:nvPr/>
        </p:nvGrpSpPr>
        <p:grpSpPr>
          <a:xfrm>
            <a:off x="10990904" y="3314106"/>
            <a:ext cx="756360" cy="485640"/>
            <a:chOff x="10990904" y="3314106"/>
            <a:chExt cx="756360" cy="48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27713" name="Ink 27712">
                  <a:extLst>
                    <a:ext uri="{FF2B5EF4-FFF2-40B4-BE49-F238E27FC236}">
                      <a16:creationId xmlns:a16="http://schemas.microsoft.com/office/drawing/2014/main" id="{26B07DEC-8491-8946-78D5-2B4D98EEFCE6}"/>
                    </a:ext>
                  </a:extLst>
                </p14:cNvPr>
                <p14:cNvContentPartPr/>
                <p14:nvPr/>
              </p14:nvContentPartPr>
              <p14:xfrm>
                <a:off x="10990904" y="3731346"/>
                <a:ext cx="182520" cy="18360"/>
              </p14:xfrm>
            </p:contentPart>
          </mc:Choice>
          <mc:Fallback xmlns="">
            <p:pic>
              <p:nvPicPr>
                <p:cNvPr id="27713" name="Ink 27712">
                  <a:extLst>
                    <a:ext uri="{FF2B5EF4-FFF2-40B4-BE49-F238E27FC236}">
                      <a16:creationId xmlns:a16="http://schemas.microsoft.com/office/drawing/2014/main" id="{26B07DEC-8491-8946-78D5-2B4D98EEFCE6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0973264" y="3713346"/>
                  <a:ext cx="2181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27714" name="Ink 27713">
                  <a:extLst>
                    <a:ext uri="{FF2B5EF4-FFF2-40B4-BE49-F238E27FC236}">
                      <a16:creationId xmlns:a16="http://schemas.microsoft.com/office/drawing/2014/main" id="{0AE718F1-9744-C4FD-962E-5F0EA0C589B4}"/>
                    </a:ext>
                  </a:extLst>
                </p14:cNvPr>
                <p14:cNvContentPartPr/>
                <p14:nvPr/>
              </p14:nvContentPartPr>
              <p14:xfrm>
                <a:off x="11062184" y="3314106"/>
                <a:ext cx="213120" cy="221760"/>
              </p14:xfrm>
            </p:contentPart>
          </mc:Choice>
          <mc:Fallback xmlns="">
            <p:pic>
              <p:nvPicPr>
                <p:cNvPr id="27714" name="Ink 27713">
                  <a:extLst>
                    <a:ext uri="{FF2B5EF4-FFF2-40B4-BE49-F238E27FC236}">
                      <a16:creationId xmlns:a16="http://schemas.microsoft.com/office/drawing/2014/main" id="{0AE718F1-9744-C4FD-962E-5F0EA0C589B4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1044184" y="3296106"/>
                  <a:ext cx="24876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27715" name="Ink 27714">
                  <a:extLst>
                    <a:ext uri="{FF2B5EF4-FFF2-40B4-BE49-F238E27FC236}">
                      <a16:creationId xmlns:a16="http://schemas.microsoft.com/office/drawing/2014/main" id="{06B4C84D-2DF4-FF95-0A39-56572465A77E}"/>
                    </a:ext>
                  </a:extLst>
                </p14:cNvPr>
                <p14:cNvContentPartPr/>
                <p14:nvPr/>
              </p14:nvContentPartPr>
              <p14:xfrm>
                <a:off x="11337224" y="3502026"/>
                <a:ext cx="35640" cy="135720"/>
              </p14:xfrm>
            </p:contentPart>
          </mc:Choice>
          <mc:Fallback xmlns="">
            <p:pic>
              <p:nvPicPr>
                <p:cNvPr id="27715" name="Ink 27714">
                  <a:extLst>
                    <a:ext uri="{FF2B5EF4-FFF2-40B4-BE49-F238E27FC236}">
                      <a16:creationId xmlns:a16="http://schemas.microsoft.com/office/drawing/2014/main" id="{06B4C84D-2DF4-FF95-0A39-56572465A77E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1319224" y="3484386"/>
                  <a:ext cx="712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27716" name="Ink 27715">
                  <a:extLst>
                    <a:ext uri="{FF2B5EF4-FFF2-40B4-BE49-F238E27FC236}">
                      <a16:creationId xmlns:a16="http://schemas.microsoft.com/office/drawing/2014/main" id="{E7B9D233-9430-C061-D310-001A9B3B6C21}"/>
                    </a:ext>
                  </a:extLst>
                </p14:cNvPr>
                <p14:cNvContentPartPr/>
                <p14:nvPr/>
              </p14:nvContentPartPr>
              <p14:xfrm>
                <a:off x="11331464" y="3484386"/>
                <a:ext cx="130320" cy="156240"/>
              </p14:xfrm>
            </p:contentPart>
          </mc:Choice>
          <mc:Fallback xmlns="">
            <p:pic>
              <p:nvPicPr>
                <p:cNvPr id="27716" name="Ink 27715">
                  <a:extLst>
                    <a:ext uri="{FF2B5EF4-FFF2-40B4-BE49-F238E27FC236}">
                      <a16:creationId xmlns:a16="http://schemas.microsoft.com/office/drawing/2014/main" id="{E7B9D233-9430-C061-D310-001A9B3B6C21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1313464" y="3466746"/>
                  <a:ext cx="16596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27717" name="Ink 27716">
                  <a:extLst>
                    <a:ext uri="{FF2B5EF4-FFF2-40B4-BE49-F238E27FC236}">
                      <a16:creationId xmlns:a16="http://schemas.microsoft.com/office/drawing/2014/main" id="{12109238-DE2F-3BC6-D27A-707920F466DF}"/>
                    </a:ext>
                  </a:extLst>
                </p14:cNvPr>
                <p14:cNvContentPartPr/>
                <p14:nvPr/>
              </p14:nvContentPartPr>
              <p14:xfrm>
                <a:off x="11561144" y="3462786"/>
                <a:ext cx="60480" cy="180360"/>
              </p14:xfrm>
            </p:contentPart>
          </mc:Choice>
          <mc:Fallback xmlns="">
            <p:pic>
              <p:nvPicPr>
                <p:cNvPr id="27717" name="Ink 27716">
                  <a:extLst>
                    <a:ext uri="{FF2B5EF4-FFF2-40B4-BE49-F238E27FC236}">
                      <a16:creationId xmlns:a16="http://schemas.microsoft.com/office/drawing/2014/main" id="{12109238-DE2F-3BC6-D27A-707920F466DF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1543144" y="3445146"/>
                  <a:ext cx="961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27718" name="Ink 27717">
                  <a:extLst>
                    <a:ext uri="{FF2B5EF4-FFF2-40B4-BE49-F238E27FC236}">
                      <a16:creationId xmlns:a16="http://schemas.microsoft.com/office/drawing/2014/main" id="{26CE8FC3-015E-84BA-F370-9C33B4DF39C7}"/>
                    </a:ext>
                  </a:extLst>
                </p14:cNvPr>
                <p14:cNvContentPartPr/>
                <p14:nvPr/>
              </p14:nvContentPartPr>
              <p14:xfrm>
                <a:off x="11586344" y="3469266"/>
                <a:ext cx="114840" cy="168120"/>
              </p14:xfrm>
            </p:contentPart>
          </mc:Choice>
          <mc:Fallback xmlns="">
            <p:pic>
              <p:nvPicPr>
                <p:cNvPr id="27718" name="Ink 27717">
                  <a:extLst>
                    <a:ext uri="{FF2B5EF4-FFF2-40B4-BE49-F238E27FC236}">
                      <a16:creationId xmlns:a16="http://schemas.microsoft.com/office/drawing/2014/main" id="{26CE8FC3-015E-84BA-F370-9C33B4DF39C7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1568704" y="3451266"/>
                  <a:ext cx="1504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27719" name="Ink 27718">
                  <a:extLst>
                    <a:ext uri="{FF2B5EF4-FFF2-40B4-BE49-F238E27FC236}">
                      <a16:creationId xmlns:a16="http://schemas.microsoft.com/office/drawing/2014/main" id="{7E535FB3-2811-0B63-B8DF-8B568C1474DB}"/>
                    </a:ext>
                  </a:extLst>
                </p14:cNvPr>
                <p14:cNvContentPartPr/>
                <p14:nvPr/>
              </p14:nvContentPartPr>
              <p14:xfrm>
                <a:off x="11742944" y="3615066"/>
                <a:ext cx="4320" cy="3240"/>
              </p14:xfrm>
            </p:contentPart>
          </mc:Choice>
          <mc:Fallback xmlns="">
            <p:pic>
              <p:nvPicPr>
                <p:cNvPr id="27719" name="Ink 27718">
                  <a:extLst>
                    <a:ext uri="{FF2B5EF4-FFF2-40B4-BE49-F238E27FC236}">
                      <a16:creationId xmlns:a16="http://schemas.microsoft.com/office/drawing/2014/main" id="{7E535FB3-2811-0B63-B8DF-8B568C1474DB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1724944" y="3597426"/>
                  <a:ext cx="399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27728" name="Ink 27727">
                  <a:extLst>
                    <a:ext uri="{FF2B5EF4-FFF2-40B4-BE49-F238E27FC236}">
                      <a16:creationId xmlns:a16="http://schemas.microsoft.com/office/drawing/2014/main" id="{94F76E40-EB94-F9AF-745E-6B9C517634C3}"/>
                    </a:ext>
                  </a:extLst>
                </p14:cNvPr>
                <p14:cNvContentPartPr/>
                <p14:nvPr/>
              </p14:nvContentPartPr>
              <p14:xfrm>
                <a:off x="11048864" y="3727746"/>
                <a:ext cx="69840" cy="72000"/>
              </p14:xfrm>
            </p:contentPart>
          </mc:Choice>
          <mc:Fallback xmlns="">
            <p:pic>
              <p:nvPicPr>
                <p:cNvPr id="27728" name="Ink 27727">
                  <a:extLst>
                    <a:ext uri="{FF2B5EF4-FFF2-40B4-BE49-F238E27FC236}">
                      <a16:creationId xmlns:a16="http://schemas.microsoft.com/office/drawing/2014/main" id="{94F76E40-EB94-F9AF-745E-6B9C517634C3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1030864" y="3710106"/>
                  <a:ext cx="105480" cy="10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35" name="Group 27734">
            <a:extLst>
              <a:ext uri="{FF2B5EF4-FFF2-40B4-BE49-F238E27FC236}">
                <a16:creationId xmlns:a16="http://schemas.microsoft.com/office/drawing/2014/main" id="{84EE0885-4C3C-F364-E21F-1C16809052A9}"/>
              </a:ext>
            </a:extLst>
          </p:cNvPr>
          <p:cNvGrpSpPr/>
          <p:nvPr/>
        </p:nvGrpSpPr>
        <p:grpSpPr>
          <a:xfrm>
            <a:off x="11081264" y="4353426"/>
            <a:ext cx="920520" cy="1580400"/>
            <a:chOff x="11081264" y="4353426"/>
            <a:chExt cx="920520" cy="158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27721" name="Ink 27720">
                  <a:extLst>
                    <a:ext uri="{FF2B5EF4-FFF2-40B4-BE49-F238E27FC236}">
                      <a16:creationId xmlns:a16="http://schemas.microsoft.com/office/drawing/2014/main" id="{0CAE14F1-766D-1FBD-2B72-6A9D70BEC196}"/>
                    </a:ext>
                  </a:extLst>
                </p14:cNvPr>
                <p14:cNvContentPartPr/>
                <p14:nvPr/>
              </p14:nvContentPartPr>
              <p14:xfrm>
                <a:off x="11108624" y="4657626"/>
                <a:ext cx="61200" cy="72720"/>
              </p14:xfrm>
            </p:contentPart>
          </mc:Choice>
          <mc:Fallback xmlns="">
            <p:pic>
              <p:nvPicPr>
                <p:cNvPr id="27721" name="Ink 27720">
                  <a:extLst>
                    <a:ext uri="{FF2B5EF4-FFF2-40B4-BE49-F238E27FC236}">
                      <a16:creationId xmlns:a16="http://schemas.microsoft.com/office/drawing/2014/main" id="{0CAE14F1-766D-1FBD-2B72-6A9D70BEC196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1090984" y="4639986"/>
                  <a:ext cx="968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27722" name="Ink 27721">
                  <a:extLst>
                    <a:ext uri="{FF2B5EF4-FFF2-40B4-BE49-F238E27FC236}">
                      <a16:creationId xmlns:a16="http://schemas.microsoft.com/office/drawing/2014/main" id="{BE4A53C9-11CA-50B0-A699-76CC93655D8E}"/>
                    </a:ext>
                  </a:extLst>
                </p14:cNvPr>
                <p14:cNvContentPartPr/>
                <p14:nvPr/>
              </p14:nvContentPartPr>
              <p14:xfrm>
                <a:off x="11156504" y="4674186"/>
                <a:ext cx="11160" cy="10800"/>
              </p14:xfrm>
            </p:contentPart>
          </mc:Choice>
          <mc:Fallback xmlns="">
            <p:pic>
              <p:nvPicPr>
                <p:cNvPr id="27722" name="Ink 27721">
                  <a:extLst>
                    <a:ext uri="{FF2B5EF4-FFF2-40B4-BE49-F238E27FC236}">
                      <a16:creationId xmlns:a16="http://schemas.microsoft.com/office/drawing/2014/main" id="{BE4A53C9-11CA-50B0-A699-76CC93655D8E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1138504" y="4656186"/>
                  <a:ext cx="468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27723" name="Ink 27722">
                  <a:extLst>
                    <a:ext uri="{FF2B5EF4-FFF2-40B4-BE49-F238E27FC236}">
                      <a16:creationId xmlns:a16="http://schemas.microsoft.com/office/drawing/2014/main" id="{0585172B-0722-A97C-FBF3-744B3F10E797}"/>
                    </a:ext>
                  </a:extLst>
                </p14:cNvPr>
                <p14:cNvContentPartPr/>
                <p14:nvPr/>
              </p14:nvContentPartPr>
              <p14:xfrm>
                <a:off x="11106104" y="4674906"/>
                <a:ext cx="388440" cy="21240"/>
              </p14:xfrm>
            </p:contentPart>
          </mc:Choice>
          <mc:Fallback xmlns="">
            <p:pic>
              <p:nvPicPr>
                <p:cNvPr id="27723" name="Ink 27722">
                  <a:extLst>
                    <a:ext uri="{FF2B5EF4-FFF2-40B4-BE49-F238E27FC236}">
                      <a16:creationId xmlns:a16="http://schemas.microsoft.com/office/drawing/2014/main" id="{0585172B-0722-A97C-FBF3-744B3F10E797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1088464" y="4657266"/>
                  <a:ext cx="4240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27724" name="Ink 27723">
                  <a:extLst>
                    <a:ext uri="{FF2B5EF4-FFF2-40B4-BE49-F238E27FC236}">
                      <a16:creationId xmlns:a16="http://schemas.microsoft.com/office/drawing/2014/main" id="{047073F9-0887-45AB-FF3E-EE5B14A22AF9}"/>
                    </a:ext>
                  </a:extLst>
                </p14:cNvPr>
                <p14:cNvContentPartPr/>
                <p14:nvPr/>
              </p14:nvContentPartPr>
              <p14:xfrm>
                <a:off x="11450984" y="4455306"/>
                <a:ext cx="120240" cy="132840"/>
              </p14:xfrm>
            </p:contentPart>
          </mc:Choice>
          <mc:Fallback xmlns="">
            <p:pic>
              <p:nvPicPr>
                <p:cNvPr id="27724" name="Ink 27723">
                  <a:extLst>
                    <a:ext uri="{FF2B5EF4-FFF2-40B4-BE49-F238E27FC236}">
                      <a16:creationId xmlns:a16="http://schemas.microsoft.com/office/drawing/2014/main" id="{047073F9-0887-45AB-FF3E-EE5B14A22AF9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1432984" y="4437306"/>
                  <a:ext cx="1558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27725" name="Ink 27724">
                  <a:extLst>
                    <a:ext uri="{FF2B5EF4-FFF2-40B4-BE49-F238E27FC236}">
                      <a16:creationId xmlns:a16="http://schemas.microsoft.com/office/drawing/2014/main" id="{12AFE6DC-E38D-5804-5C02-629C4C80FF8C}"/>
                    </a:ext>
                  </a:extLst>
                </p14:cNvPr>
                <p14:cNvContentPartPr/>
                <p14:nvPr/>
              </p14:nvContentPartPr>
              <p14:xfrm>
                <a:off x="11681024" y="4450986"/>
                <a:ext cx="121680" cy="82080"/>
              </p14:xfrm>
            </p:contentPart>
          </mc:Choice>
          <mc:Fallback xmlns="">
            <p:pic>
              <p:nvPicPr>
                <p:cNvPr id="27725" name="Ink 27724">
                  <a:extLst>
                    <a:ext uri="{FF2B5EF4-FFF2-40B4-BE49-F238E27FC236}">
                      <a16:creationId xmlns:a16="http://schemas.microsoft.com/office/drawing/2014/main" id="{12AFE6DC-E38D-5804-5C02-629C4C80FF8C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1663024" y="4433346"/>
                  <a:ext cx="1573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27726" name="Ink 27725">
                  <a:extLst>
                    <a:ext uri="{FF2B5EF4-FFF2-40B4-BE49-F238E27FC236}">
                      <a16:creationId xmlns:a16="http://schemas.microsoft.com/office/drawing/2014/main" id="{1DB10DC9-57EA-5769-4E61-12E4743E9D10}"/>
                    </a:ext>
                  </a:extLst>
                </p14:cNvPr>
                <p14:cNvContentPartPr/>
                <p14:nvPr/>
              </p14:nvContentPartPr>
              <p14:xfrm>
                <a:off x="11878664" y="4353426"/>
                <a:ext cx="50040" cy="229320"/>
              </p14:xfrm>
            </p:contentPart>
          </mc:Choice>
          <mc:Fallback xmlns="">
            <p:pic>
              <p:nvPicPr>
                <p:cNvPr id="27726" name="Ink 27725">
                  <a:extLst>
                    <a:ext uri="{FF2B5EF4-FFF2-40B4-BE49-F238E27FC236}">
                      <a16:creationId xmlns:a16="http://schemas.microsoft.com/office/drawing/2014/main" id="{1DB10DC9-57EA-5769-4E61-12E4743E9D10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1860664" y="4335786"/>
                  <a:ext cx="8568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27727" name="Ink 27726">
                  <a:extLst>
                    <a:ext uri="{FF2B5EF4-FFF2-40B4-BE49-F238E27FC236}">
                      <a16:creationId xmlns:a16="http://schemas.microsoft.com/office/drawing/2014/main" id="{7252C5B4-95D0-7505-D551-16D5001DE419}"/>
                    </a:ext>
                  </a:extLst>
                </p14:cNvPr>
                <p14:cNvContentPartPr/>
                <p14:nvPr/>
              </p14:nvContentPartPr>
              <p14:xfrm>
                <a:off x="11871104" y="4419306"/>
                <a:ext cx="130680" cy="47520"/>
              </p14:xfrm>
            </p:contentPart>
          </mc:Choice>
          <mc:Fallback xmlns="">
            <p:pic>
              <p:nvPicPr>
                <p:cNvPr id="27727" name="Ink 27726">
                  <a:extLst>
                    <a:ext uri="{FF2B5EF4-FFF2-40B4-BE49-F238E27FC236}">
                      <a16:creationId xmlns:a16="http://schemas.microsoft.com/office/drawing/2014/main" id="{7252C5B4-95D0-7505-D551-16D5001DE419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1853464" y="4401666"/>
                  <a:ext cx="1663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27731" name="Ink 27730">
                  <a:extLst>
                    <a:ext uri="{FF2B5EF4-FFF2-40B4-BE49-F238E27FC236}">
                      <a16:creationId xmlns:a16="http://schemas.microsoft.com/office/drawing/2014/main" id="{20FD4FDC-7687-2E19-C936-3A283C15F3A3}"/>
                    </a:ext>
                  </a:extLst>
                </p14:cNvPr>
                <p14:cNvContentPartPr/>
                <p14:nvPr/>
              </p14:nvContentPartPr>
              <p14:xfrm>
                <a:off x="11081264" y="4708386"/>
                <a:ext cx="133560" cy="1088640"/>
              </p14:xfrm>
            </p:contentPart>
          </mc:Choice>
          <mc:Fallback xmlns="">
            <p:pic>
              <p:nvPicPr>
                <p:cNvPr id="27731" name="Ink 27730">
                  <a:extLst>
                    <a:ext uri="{FF2B5EF4-FFF2-40B4-BE49-F238E27FC236}">
                      <a16:creationId xmlns:a16="http://schemas.microsoft.com/office/drawing/2014/main" id="{20FD4FDC-7687-2E19-C936-3A283C15F3A3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1063624" y="4690386"/>
                  <a:ext cx="169200" cy="11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27732" name="Ink 27731">
                  <a:extLst>
                    <a:ext uri="{FF2B5EF4-FFF2-40B4-BE49-F238E27FC236}">
                      <a16:creationId xmlns:a16="http://schemas.microsoft.com/office/drawing/2014/main" id="{0DE22F1B-B9D6-ADA7-1838-B5B4994ED7F5}"/>
                    </a:ext>
                  </a:extLst>
                </p14:cNvPr>
                <p14:cNvContentPartPr/>
                <p14:nvPr/>
              </p14:nvContentPartPr>
              <p14:xfrm>
                <a:off x="11093144" y="5754546"/>
                <a:ext cx="272520" cy="34560"/>
              </p14:xfrm>
            </p:contentPart>
          </mc:Choice>
          <mc:Fallback xmlns="">
            <p:pic>
              <p:nvPicPr>
                <p:cNvPr id="27732" name="Ink 27731">
                  <a:extLst>
                    <a:ext uri="{FF2B5EF4-FFF2-40B4-BE49-F238E27FC236}">
                      <a16:creationId xmlns:a16="http://schemas.microsoft.com/office/drawing/2014/main" id="{0DE22F1B-B9D6-ADA7-1838-B5B4994ED7F5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1075504" y="5736906"/>
                  <a:ext cx="3081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27733" name="Ink 27732">
                  <a:extLst>
                    <a:ext uri="{FF2B5EF4-FFF2-40B4-BE49-F238E27FC236}">
                      <a16:creationId xmlns:a16="http://schemas.microsoft.com/office/drawing/2014/main" id="{B8DB780D-30BF-93C9-754B-95B625F098F9}"/>
                    </a:ext>
                  </a:extLst>
                </p14:cNvPr>
                <p14:cNvContentPartPr/>
                <p14:nvPr/>
              </p14:nvContentPartPr>
              <p14:xfrm>
                <a:off x="11105024" y="5764626"/>
                <a:ext cx="152640" cy="165960"/>
              </p14:xfrm>
            </p:contentPart>
          </mc:Choice>
          <mc:Fallback xmlns="">
            <p:pic>
              <p:nvPicPr>
                <p:cNvPr id="27733" name="Ink 27732">
                  <a:extLst>
                    <a:ext uri="{FF2B5EF4-FFF2-40B4-BE49-F238E27FC236}">
                      <a16:creationId xmlns:a16="http://schemas.microsoft.com/office/drawing/2014/main" id="{B8DB780D-30BF-93C9-754B-95B625F098F9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1087384" y="5746986"/>
                  <a:ext cx="1882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27734" name="Ink 27733">
                  <a:extLst>
                    <a:ext uri="{FF2B5EF4-FFF2-40B4-BE49-F238E27FC236}">
                      <a16:creationId xmlns:a16="http://schemas.microsoft.com/office/drawing/2014/main" id="{BC671901-AB5C-4E81-2154-74254187D603}"/>
                    </a:ext>
                  </a:extLst>
                </p14:cNvPr>
                <p14:cNvContentPartPr/>
                <p14:nvPr/>
              </p14:nvContentPartPr>
              <p14:xfrm>
                <a:off x="11218064" y="5756706"/>
                <a:ext cx="113040" cy="177120"/>
              </p14:xfrm>
            </p:contentPart>
          </mc:Choice>
          <mc:Fallback xmlns="">
            <p:pic>
              <p:nvPicPr>
                <p:cNvPr id="27734" name="Ink 27733">
                  <a:extLst>
                    <a:ext uri="{FF2B5EF4-FFF2-40B4-BE49-F238E27FC236}">
                      <a16:creationId xmlns:a16="http://schemas.microsoft.com/office/drawing/2014/main" id="{BC671901-AB5C-4E81-2154-74254187D603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1200064" y="5739066"/>
                  <a:ext cx="148680" cy="21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7">
            <p14:nvContentPartPr>
              <p14:cNvPr id="27736" name="Ink 27735">
                <a:extLst>
                  <a:ext uri="{FF2B5EF4-FFF2-40B4-BE49-F238E27FC236}">
                    <a16:creationId xmlns:a16="http://schemas.microsoft.com/office/drawing/2014/main" id="{E21B0FBB-C900-D93D-084A-D0267E213DA2}"/>
                  </a:ext>
                </a:extLst>
              </p14:cNvPr>
              <p14:cNvContentPartPr/>
              <p14:nvPr/>
            </p14:nvContentPartPr>
            <p14:xfrm>
              <a:off x="11052104" y="3739986"/>
              <a:ext cx="40680" cy="91080"/>
            </p14:xfrm>
          </p:contentPart>
        </mc:Choice>
        <mc:Fallback xmlns="">
          <p:pic>
            <p:nvPicPr>
              <p:cNvPr id="27736" name="Ink 27735">
                <a:extLst>
                  <a:ext uri="{FF2B5EF4-FFF2-40B4-BE49-F238E27FC236}">
                    <a16:creationId xmlns:a16="http://schemas.microsoft.com/office/drawing/2014/main" id="{E21B0FBB-C900-D93D-084A-D0267E213DA2}"/>
                  </a:ext>
                </a:extLst>
              </p:cNvPr>
              <p:cNvPicPr/>
              <p:nvPr/>
            </p:nvPicPr>
            <p:blipFill>
              <a:blip r:embed="rId248"/>
              <a:stretch>
                <a:fillRect/>
              </a:stretch>
            </p:blipFill>
            <p:spPr>
              <a:xfrm>
                <a:off x="11034104" y="3721986"/>
                <a:ext cx="76320" cy="12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7740" name="Group 27739">
            <a:extLst>
              <a:ext uri="{FF2B5EF4-FFF2-40B4-BE49-F238E27FC236}">
                <a16:creationId xmlns:a16="http://schemas.microsoft.com/office/drawing/2014/main" id="{AC979D7B-8668-49CD-95DA-67FD195E2C44}"/>
              </a:ext>
            </a:extLst>
          </p:cNvPr>
          <p:cNvGrpSpPr/>
          <p:nvPr/>
        </p:nvGrpSpPr>
        <p:grpSpPr>
          <a:xfrm>
            <a:off x="10646384" y="2911266"/>
            <a:ext cx="1416960" cy="3438720"/>
            <a:chOff x="10646384" y="2911266"/>
            <a:chExt cx="1416960" cy="343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27737" name="Ink 27736">
                  <a:extLst>
                    <a:ext uri="{FF2B5EF4-FFF2-40B4-BE49-F238E27FC236}">
                      <a16:creationId xmlns:a16="http://schemas.microsoft.com/office/drawing/2014/main" id="{CDEFEE46-B699-ABF0-029F-9EC14C538799}"/>
                    </a:ext>
                  </a:extLst>
                </p14:cNvPr>
                <p14:cNvContentPartPr/>
                <p14:nvPr/>
              </p14:nvContentPartPr>
              <p14:xfrm>
                <a:off x="10672304" y="2911266"/>
                <a:ext cx="144000" cy="3386520"/>
              </p14:xfrm>
            </p:contentPart>
          </mc:Choice>
          <mc:Fallback xmlns="">
            <p:pic>
              <p:nvPicPr>
                <p:cNvPr id="27737" name="Ink 27736">
                  <a:extLst>
                    <a:ext uri="{FF2B5EF4-FFF2-40B4-BE49-F238E27FC236}">
                      <a16:creationId xmlns:a16="http://schemas.microsoft.com/office/drawing/2014/main" id="{CDEFEE46-B699-ABF0-029F-9EC14C538799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0654304" y="2893626"/>
                  <a:ext cx="179640" cy="342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27738" name="Ink 27737">
                  <a:extLst>
                    <a:ext uri="{FF2B5EF4-FFF2-40B4-BE49-F238E27FC236}">
                      <a16:creationId xmlns:a16="http://schemas.microsoft.com/office/drawing/2014/main" id="{A9FE6F3F-F663-864B-AEF0-1F8B746B4208}"/>
                    </a:ext>
                  </a:extLst>
                </p14:cNvPr>
                <p14:cNvContentPartPr/>
                <p14:nvPr/>
              </p14:nvContentPartPr>
              <p14:xfrm>
                <a:off x="10811264" y="3068946"/>
                <a:ext cx="1099080" cy="47160"/>
              </p14:xfrm>
            </p:contentPart>
          </mc:Choice>
          <mc:Fallback xmlns="">
            <p:pic>
              <p:nvPicPr>
                <p:cNvPr id="27738" name="Ink 27737">
                  <a:extLst>
                    <a:ext uri="{FF2B5EF4-FFF2-40B4-BE49-F238E27FC236}">
                      <a16:creationId xmlns:a16="http://schemas.microsoft.com/office/drawing/2014/main" id="{A9FE6F3F-F663-864B-AEF0-1F8B746B4208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0793264" y="3050946"/>
                  <a:ext cx="11347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27739" name="Ink 27738">
                  <a:extLst>
                    <a:ext uri="{FF2B5EF4-FFF2-40B4-BE49-F238E27FC236}">
                      <a16:creationId xmlns:a16="http://schemas.microsoft.com/office/drawing/2014/main" id="{1D52F415-EB4B-4114-1AF0-86CF3BD22952}"/>
                    </a:ext>
                  </a:extLst>
                </p14:cNvPr>
                <p14:cNvContentPartPr/>
                <p14:nvPr/>
              </p14:nvContentPartPr>
              <p14:xfrm>
                <a:off x="10646384" y="3102786"/>
                <a:ext cx="1416960" cy="3247200"/>
              </p14:xfrm>
            </p:contentPart>
          </mc:Choice>
          <mc:Fallback xmlns="">
            <p:pic>
              <p:nvPicPr>
                <p:cNvPr id="27739" name="Ink 27738">
                  <a:extLst>
                    <a:ext uri="{FF2B5EF4-FFF2-40B4-BE49-F238E27FC236}">
                      <a16:creationId xmlns:a16="http://schemas.microsoft.com/office/drawing/2014/main" id="{1D52F415-EB4B-4114-1AF0-86CF3BD22952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0628744" y="3085146"/>
                  <a:ext cx="1452600" cy="328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43" name="Group 27742">
            <a:extLst>
              <a:ext uri="{FF2B5EF4-FFF2-40B4-BE49-F238E27FC236}">
                <a16:creationId xmlns:a16="http://schemas.microsoft.com/office/drawing/2014/main" id="{843C2596-E148-F738-A30B-5BDCEA27E918}"/>
              </a:ext>
            </a:extLst>
          </p:cNvPr>
          <p:cNvGrpSpPr/>
          <p:nvPr/>
        </p:nvGrpSpPr>
        <p:grpSpPr>
          <a:xfrm>
            <a:off x="8972024" y="1690866"/>
            <a:ext cx="499680" cy="335520"/>
            <a:chOff x="8972024" y="1690866"/>
            <a:chExt cx="499680" cy="33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27741" name="Ink 27740">
                  <a:extLst>
                    <a:ext uri="{FF2B5EF4-FFF2-40B4-BE49-F238E27FC236}">
                      <a16:creationId xmlns:a16="http://schemas.microsoft.com/office/drawing/2014/main" id="{96AB2876-D8B3-F6F5-A0D6-B718B6C6F9DB}"/>
                    </a:ext>
                  </a:extLst>
                </p14:cNvPr>
                <p14:cNvContentPartPr/>
                <p14:nvPr/>
              </p14:nvContentPartPr>
              <p14:xfrm>
                <a:off x="8972024" y="1734426"/>
                <a:ext cx="232200" cy="291960"/>
              </p14:xfrm>
            </p:contentPart>
          </mc:Choice>
          <mc:Fallback xmlns="">
            <p:pic>
              <p:nvPicPr>
                <p:cNvPr id="27741" name="Ink 27740">
                  <a:extLst>
                    <a:ext uri="{FF2B5EF4-FFF2-40B4-BE49-F238E27FC236}">
                      <a16:creationId xmlns:a16="http://schemas.microsoft.com/office/drawing/2014/main" id="{96AB2876-D8B3-F6F5-A0D6-B718B6C6F9DB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8954384" y="1716786"/>
                  <a:ext cx="26784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27742" name="Ink 27741">
                  <a:extLst>
                    <a:ext uri="{FF2B5EF4-FFF2-40B4-BE49-F238E27FC236}">
                      <a16:creationId xmlns:a16="http://schemas.microsoft.com/office/drawing/2014/main" id="{C834FD75-2DEB-853B-A75A-81DF7975EE6E}"/>
                    </a:ext>
                  </a:extLst>
                </p14:cNvPr>
                <p14:cNvContentPartPr/>
                <p14:nvPr/>
              </p14:nvContentPartPr>
              <p14:xfrm>
                <a:off x="9293504" y="1690866"/>
                <a:ext cx="178200" cy="261360"/>
              </p14:xfrm>
            </p:contentPart>
          </mc:Choice>
          <mc:Fallback xmlns="">
            <p:pic>
              <p:nvPicPr>
                <p:cNvPr id="27742" name="Ink 27741">
                  <a:extLst>
                    <a:ext uri="{FF2B5EF4-FFF2-40B4-BE49-F238E27FC236}">
                      <a16:creationId xmlns:a16="http://schemas.microsoft.com/office/drawing/2014/main" id="{C834FD75-2DEB-853B-A75A-81DF7975EE6E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9275864" y="1673226"/>
                  <a:ext cx="213840" cy="297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6377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245E0-C6B4-B327-EA2C-62DD99827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>
            <a:extLst>
              <a:ext uri="{FF2B5EF4-FFF2-40B4-BE49-F238E27FC236}">
                <a16:creationId xmlns:a16="http://schemas.microsoft.com/office/drawing/2014/main" id="{C847EAB4-723E-93BC-E715-3936853D6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0"/>
            <a:ext cx="9314121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991B1E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CMOS (Complementary MOS) Inverter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A2ECD72-B2D8-2DB6-CF8A-63A01BD10FB1}"/>
              </a:ext>
            </a:extLst>
          </p:cNvPr>
          <p:cNvGrpSpPr/>
          <p:nvPr/>
        </p:nvGrpSpPr>
        <p:grpSpPr>
          <a:xfrm>
            <a:off x="6189584" y="559026"/>
            <a:ext cx="4192920" cy="2845800"/>
            <a:chOff x="6189584" y="559026"/>
            <a:chExt cx="4192920" cy="284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915C45C-59CE-BFF0-A156-661320DA67B6}"/>
                    </a:ext>
                  </a:extLst>
                </p14:cNvPr>
                <p14:cNvContentPartPr/>
                <p14:nvPr/>
              </p14:nvContentPartPr>
              <p14:xfrm>
                <a:off x="8207744" y="559026"/>
                <a:ext cx="164520" cy="24310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915C45C-59CE-BFF0-A156-661320DA67B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189705" y="541026"/>
                  <a:ext cx="200238" cy="246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EE0F9DD-4D0C-420B-EDD3-49FA894ADE3E}"/>
                    </a:ext>
                  </a:extLst>
                </p14:cNvPr>
                <p14:cNvContentPartPr/>
                <p14:nvPr/>
              </p14:nvContentPartPr>
              <p14:xfrm>
                <a:off x="6189584" y="1450386"/>
                <a:ext cx="4048560" cy="2689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EE0F9DD-4D0C-420B-EDD3-49FA894ADE3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171584" y="1432386"/>
                  <a:ext cx="408420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5F0AA36-6AB5-2657-AE4A-0F4E46F6C1E6}"/>
                    </a:ext>
                  </a:extLst>
                </p14:cNvPr>
                <p14:cNvContentPartPr/>
                <p14:nvPr/>
              </p14:nvContentPartPr>
              <p14:xfrm>
                <a:off x="7214504" y="992466"/>
                <a:ext cx="4680" cy="2808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5F0AA36-6AB5-2657-AE4A-0F4E46F6C1E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196504" y="974443"/>
                  <a:ext cx="40320" cy="3164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18A4EF6-5880-D721-277E-2C95D1A20023}"/>
                    </a:ext>
                  </a:extLst>
                </p14:cNvPr>
                <p14:cNvContentPartPr/>
                <p14:nvPr/>
              </p14:nvContentPartPr>
              <p14:xfrm>
                <a:off x="7332584" y="1070586"/>
                <a:ext cx="23400" cy="187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18A4EF6-5880-D721-277E-2C95D1A2002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314584" y="1052586"/>
                  <a:ext cx="590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323AB9B-287A-93FF-74A2-A2FA873416DB}"/>
                    </a:ext>
                  </a:extLst>
                </p14:cNvPr>
                <p14:cNvContentPartPr/>
                <p14:nvPr/>
              </p14:nvContentPartPr>
              <p14:xfrm>
                <a:off x="7333304" y="978786"/>
                <a:ext cx="191160" cy="2016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323AB9B-287A-93FF-74A2-A2FA873416D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315304" y="960786"/>
                  <a:ext cx="2268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B1248D5-04C9-C0D8-FBC1-07065EBA63E3}"/>
                    </a:ext>
                  </a:extLst>
                </p14:cNvPr>
                <p14:cNvContentPartPr/>
                <p14:nvPr/>
              </p14:nvContentPartPr>
              <p14:xfrm>
                <a:off x="8721824" y="1034946"/>
                <a:ext cx="152640" cy="2012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B1248D5-04C9-C0D8-FBC1-07065EBA63E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703824" y="1016946"/>
                  <a:ext cx="1882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F213F69-FB82-1BEB-7B0D-FFE710C796ED}"/>
                    </a:ext>
                  </a:extLst>
                </p14:cNvPr>
                <p14:cNvContentPartPr/>
                <p14:nvPr/>
              </p14:nvContentPartPr>
              <p14:xfrm>
                <a:off x="9021704" y="1045026"/>
                <a:ext cx="249480" cy="144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F213F69-FB82-1BEB-7B0D-FFE710C796E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003704" y="1027071"/>
                  <a:ext cx="285120" cy="1799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4BE05F5-C476-6240-B999-218A2EB91599}"/>
                    </a:ext>
                  </a:extLst>
                </p14:cNvPr>
                <p14:cNvContentPartPr/>
                <p14:nvPr/>
              </p14:nvContentPartPr>
              <p14:xfrm>
                <a:off x="9424184" y="879426"/>
                <a:ext cx="78480" cy="3283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4BE05F5-C476-6240-B999-218A2EB9159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406184" y="861446"/>
                  <a:ext cx="114120" cy="3639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BA4D833-4B4E-4CF8-9CB4-EE2C7C4D28CB}"/>
                    </a:ext>
                  </a:extLst>
                </p14:cNvPr>
                <p14:cNvContentPartPr/>
                <p14:nvPr/>
              </p14:nvContentPartPr>
              <p14:xfrm>
                <a:off x="9357944" y="1097586"/>
                <a:ext cx="100440" cy="421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BA4D833-4B4E-4CF8-9CB4-EE2C7C4D28C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339944" y="1079586"/>
                  <a:ext cx="1360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4F461F7-9A4B-0BBE-256A-FBB278065910}"/>
                    </a:ext>
                  </a:extLst>
                </p14:cNvPr>
                <p14:cNvContentPartPr/>
                <p14:nvPr/>
              </p14:nvContentPartPr>
              <p14:xfrm>
                <a:off x="9708584" y="1080306"/>
                <a:ext cx="8640" cy="31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4F461F7-9A4B-0BBE-256A-FBB27806591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690584" y="1062306"/>
                  <a:ext cx="442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7657648-346A-7601-498C-0234B7FCB267}"/>
                    </a:ext>
                  </a:extLst>
                </p14:cNvPr>
                <p14:cNvContentPartPr/>
                <p14:nvPr/>
              </p14:nvContentPartPr>
              <p14:xfrm>
                <a:off x="6452744" y="1622106"/>
                <a:ext cx="198360" cy="1782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7657648-346A-7601-498C-0234B7FCB26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434744" y="1604106"/>
                  <a:ext cx="234000" cy="18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062FE98-907D-995B-6D04-7A2E633D728F}"/>
                    </a:ext>
                  </a:extLst>
                </p14:cNvPr>
                <p14:cNvContentPartPr/>
                <p14:nvPr/>
              </p14:nvContentPartPr>
              <p14:xfrm>
                <a:off x="8351024" y="2939346"/>
                <a:ext cx="38880" cy="3794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062FE98-907D-995B-6D04-7A2E633D728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333024" y="2921346"/>
                  <a:ext cx="7452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D2786D9-EA91-0C86-987C-F1DFBB5CE00C}"/>
                    </a:ext>
                  </a:extLst>
                </p14:cNvPr>
                <p14:cNvContentPartPr/>
                <p14:nvPr/>
              </p14:nvContentPartPr>
              <p14:xfrm>
                <a:off x="6615824" y="3210066"/>
                <a:ext cx="3651480" cy="166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D2786D9-EA91-0C86-987C-F1DFBB5CE00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597826" y="3192066"/>
                  <a:ext cx="3687116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2F1CEDA-FD6C-3A7E-4F38-7253B6AF766A}"/>
                    </a:ext>
                  </a:extLst>
                </p14:cNvPr>
                <p14:cNvContentPartPr/>
                <p14:nvPr/>
              </p14:nvContentPartPr>
              <p14:xfrm>
                <a:off x="10175864" y="1438506"/>
                <a:ext cx="206640" cy="1790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2F1CEDA-FD6C-3A7E-4F38-7253B6AF766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157895" y="1420506"/>
                  <a:ext cx="242218" cy="18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643135C-15A0-733F-5B5B-674A5793586C}"/>
                    </a:ext>
                  </a:extLst>
                </p14:cNvPr>
                <p14:cNvContentPartPr/>
                <p14:nvPr/>
              </p14:nvContentPartPr>
              <p14:xfrm>
                <a:off x="6388664" y="636426"/>
                <a:ext cx="3821040" cy="1285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643135C-15A0-733F-5B5B-674A5793586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370664" y="618426"/>
                  <a:ext cx="38566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01E5744-B9C0-E9F1-96FB-C603C1235A86}"/>
                    </a:ext>
                  </a:extLst>
                </p14:cNvPr>
                <p14:cNvContentPartPr/>
                <p14:nvPr/>
              </p14:nvContentPartPr>
              <p14:xfrm>
                <a:off x="10103504" y="745866"/>
                <a:ext cx="114120" cy="6908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01E5744-B9C0-E9F1-96FB-C603C1235A8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085561" y="727866"/>
                  <a:ext cx="149648" cy="72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729332E-AF7C-65E9-F5F8-7D4C50A68731}"/>
                    </a:ext>
                  </a:extLst>
                </p14:cNvPr>
                <p14:cNvContentPartPr/>
                <p14:nvPr/>
              </p14:nvContentPartPr>
              <p14:xfrm>
                <a:off x="6359144" y="774306"/>
                <a:ext cx="50760" cy="754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729332E-AF7C-65E9-F5F8-7D4C50A6873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341144" y="756306"/>
                  <a:ext cx="86400" cy="79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073D5C8-067A-BE21-455A-84925C73034C}"/>
                    </a:ext>
                  </a:extLst>
                </p14:cNvPr>
                <p14:cNvContentPartPr/>
                <p14:nvPr/>
              </p14:nvContentPartPr>
              <p14:xfrm>
                <a:off x="6641744" y="2207826"/>
                <a:ext cx="3633480" cy="287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073D5C8-067A-BE21-455A-84925C73034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623744" y="2189803"/>
                  <a:ext cx="3669120" cy="3233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5C559D0-7A13-E322-10B0-1FE882C7B81C}"/>
                    </a:ext>
                  </a:extLst>
                </p14:cNvPr>
                <p14:cNvContentPartPr/>
                <p14:nvPr/>
              </p14:nvContentPartPr>
              <p14:xfrm>
                <a:off x="7008944" y="1785906"/>
                <a:ext cx="259560" cy="2984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5C559D0-7A13-E322-10B0-1FE882C7B81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990944" y="1767928"/>
                  <a:ext cx="295200" cy="33403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7F21422-E872-D79C-8295-CC1D809CEF82}"/>
                    </a:ext>
                  </a:extLst>
                </p14:cNvPr>
                <p14:cNvContentPartPr/>
                <p14:nvPr/>
              </p14:nvContentPartPr>
              <p14:xfrm>
                <a:off x="7402064" y="1992186"/>
                <a:ext cx="42840" cy="1299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7F21422-E872-D79C-8295-CC1D809CEF8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384214" y="1974136"/>
                  <a:ext cx="78183" cy="1656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B9E3242-C547-4DC7-A38A-56795D53A7A9}"/>
                    </a:ext>
                  </a:extLst>
                </p14:cNvPr>
                <p14:cNvContentPartPr/>
                <p14:nvPr/>
              </p14:nvContentPartPr>
              <p14:xfrm>
                <a:off x="7407824" y="1956546"/>
                <a:ext cx="118440" cy="1522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B9E3242-C547-4DC7-A38A-56795D53A7A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389824" y="1938546"/>
                  <a:ext cx="1540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E249526-AF46-BF54-B748-75F7B29ACAAB}"/>
                    </a:ext>
                  </a:extLst>
                </p14:cNvPr>
                <p14:cNvContentPartPr/>
                <p14:nvPr/>
              </p14:nvContentPartPr>
              <p14:xfrm>
                <a:off x="7581704" y="1975266"/>
                <a:ext cx="77040" cy="1346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E249526-AF46-BF54-B748-75F7B29ACAA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563704" y="1957266"/>
                  <a:ext cx="1126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7923244-9BD2-FC82-B267-2AB8B7B0C5D0}"/>
                    </a:ext>
                  </a:extLst>
                </p14:cNvPr>
                <p14:cNvContentPartPr/>
                <p14:nvPr/>
              </p14:nvContentPartPr>
              <p14:xfrm>
                <a:off x="7645784" y="1939626"/>
                <a:ext cx="87840" cy="1562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7923244-9BD2-FC82-B267-2AB8B7B0C5D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627784" y="1921667"/>
                  <a:ext cx="123480" cy="1917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83E78D7-F5EB-C4C0-8929-7C4D0572F461}"/>
                    </a:ext>
                  </a:extLst>
                </p14:cNvPr>
                <p14:cNvContentPartPr/>
                <p14:nvPr/>
              </p14:nvContentPartPr>
              <p14:xfrm>
                <a:off x="7342304" y="2683386"/>
                <a:ext cx="231480" cy="298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83E78D7-F5EB-C4C0-8929-7C4D0572F46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324304" y="2665386"/>
                  <a:ext cx="267120" cy="33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57" name="Group 27656">
            <a:extLst>
              <a:ext uri="{FF2B5EF4-FFF2-40B4-BE49-F238E27FC236}">
                <a16:creationId xmlns:a16="http://schemas.microsoft.com/office/drawing/2014/main" id="{6911C4B0-1875-67DC-EE32-237E0F1A8B53}"/>
              </a:ext>
            </a:extLst>
          </p:cNvPr>
          <p:cNvGrpSpPr/>
          <p:nvPr/>
        </p:nvGrpSpPr>
        <p:grpSpPr>
          <a:xfrm>
            <a:off x="546727" y="2690052"/>
            <a:ext cx="2893680" cy="2818800"/>
            <a:chOff x="6462104" y="3757626"/>
            <a:chExt cx="2893680" cy="281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95DD033-D23A-9E73-1407-1B8DCE9A95A4}"/>
                    </a:ext>
                  </a:extLst>
                </p14:cNvPr>
                <p14:cNvContentPartPr/>
                <p14:nvPr/>
              </p14:nvContentPartPr>
              <p14:xfrm>
                <a:off x="8353904" y="3769146"/>
                <a:ext cx="73080" cy="459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95DD033-D23A-9E73-1407-1B8DCE9A95A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335904" y="3751146"/>
                  <a:ext cx="108720" cy="49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EF330E3-79A4-A05C-3B53-620527641B92}"/>
                    </a:ext>
                  </a:extLst>
                </p14:cNvPr>
                <p14:cNvContentPartPr/>
                <p14:nvPr/>
              </p14:nvContentPartPr>
              <p14:xfrm>
                <a:off x="7968704" y="4203666"/>
                <a:ext cx="466560" cy="4698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EF330E3-79A4-A05C-3B53-620527641B9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950704" y="4185666"/>
                  <a:ext cx="502200" cy="50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6B6994C-F4AD-2E0F-A728-CFB852686555}"/>
                    </a:ext>
                  </a:extLst>
                </p14:cNvPr>
                <p14:cNvContentPartPr/>
                <p14:nvPr/>
              </p14:nvContentPartPr>
              <p14:xfrm>
                <a:off x="8086424" y="4636026"/>
                <a:ext cx="498600" cy="5835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6B6994C-F4AD-2E0F-A728-CFB85268655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068424" y="4618026"/>
                  <a:ext cx="534240" cy="61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E2C7C72-6574-A294-A9DF-7729105B50A0}"/>
                    </a:ext>
                  </a:extLst>
                </p14:cNvPr>
                <p14:cNvContentPartPr/>
                <p14:nvPr/>
              </p14:nvContentPartPr>
              <p14:xfrm>
                <a:off x="8105144" y="5205546"/>
                <a:ext cx="26280" cy="414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E2C7C72-6574-A294-A9DF-7729105B50A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087144" y="5187562"/>
                  <a:ext cx="61920" cy="4499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5E95A22-24F8-2B69-C41E-DDDB70BB0BC3}"/>
                    </a:ext>
                  </a:extLst>
                </p14:cNvPr>
                <p14:cNvContentPartPr/>
                <p14:nvPr/>
              </p14:nvContentPartPr>
              <p14:xfrm>
                <a:off x="8113784" y="5612706"/>
                <a:ext cx="493920" cy="75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5E95A22-24F8-2B69-C41E-DDDB70BB0BC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095784" y="5594706"/>
                  <a:ext cx="5295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44D1760-9BC6-FCE5-B51F-2267F7C861BA}"/>
                    </a:ext>
                  </a:extLst>
                </p14:cNvPr>
                <p14:cNvContentPartPr/>
                <p14:nvPr/>
              </p14:nvContentPartPr>
              <p14:xfrm>
                <a:off x="8657024" y="5660226"/>
                <a:ext cx="31680" cy="6555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44D1760-9BC6-FCE5-B51F-2267F7C861B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639024" y="5642236"/>
                  <a:ext cx="67320" cy="6911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E792494-D626-A219-0F57-09ED51B068F1}"/>
                    </a:ext>
                  </a:extLst>
                </p14:cNvPr>
                <p14:cNvContentPartPr/>
                <p14:nvPr/>
              </p14:nvContentPartPr>
              <p14:xfrm>
                <a:off x="7790864" y="4278906"/>
                <a:ext cx="15840" cy="3258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E792494-D626-A219-0F57-09ED51B068F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772864" y="4260906"/>
                  <a:ext cx="5148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182F45D-99C7-C1B7-A9B1-77C14E1D885A}"/>
                    </a:ext>
                  </a:extLst>
                </p14:cNvPr>
                <p14:cNvContentPartPr/>
                <p14:nvPr/>
              </p14:nvContentPartPr>
              <p14:xfrm>
                <a:off x="7665224" y="4453506"/>
                <a:ext cx="133200" cy="1645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182F45D-99C7-C1B7-A9B1-77C14E1D885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647224" y="4435506"/>
                  <a:ext cx="1688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D265182-017C-0E00-2DBF-BEA12914E5AB}"/>
                    </a:ext>
                  </a:extLst>
                </p14:cNvPr>
                <p14:cNvContentPartPr/>
                <p14:nvPr/>
              </p14:nvContentPartPr>
              <p14:xfrm>
                <a:off x="7121984" y="4484826"/>
                <a:ext cx="636840" cy="748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D265182-017C-0E00-2DBF-BEA12914E5A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103984" y="4466826"/>
                  <a:ext cx="6724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ADE45D0-51B4-CB91-C870-035FAC8BE525}"/>
                    </a:ext>
                  </a:extLst>
                </p14:cNvPr>
                <p14:cNvContentPartPr/>
                <p14:nvPr/>
              </p14:nvContentPartPr>
              <p14:xfrm>
                <a:off x="7942424" y="5218866"/>
                <a:ext cx="23760" cy="3708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ADE45D0-51B4-CB91-C870-035FAC8BE52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924424" y="5200883"/>
                  <a:ext cx="59400" cy="4064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7AE5B7E-9348-FE94-0E06-AC3875C94A74}"/>
                    </a:ext>
                  </a:extLst>
                </p14:cNvPr>
                <p14:cNvContentPartPr/>
                <p14:nvPr/>
              </p14:nvContentPartPr>
              <p14:xfrm>
                <a:off x="7257344" y="5379426"/>
                <a:ext cx="698760" cy="568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7AE5B7E-9348-FE94-0E06-AC3875C94A7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239344" y="5361426"/>
                  <a:ext cx="7344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48939A2-992B-F6B5-91E0-3D5653879AF5}"/>
                    </a:ext>
                  </a:extLst>
                </p14:cNvPr>
                <p14:cNvContentPartPr/>
                <p14:nvPr/>
              </p14:nvContentPartPr>
              <p14:xfrm>
                <a:off x="7106864" y="4524786"/>
                <a:ext cx="70200" cy="9014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48939A2-992B-F6B5-91E0-3D5653879AF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088864" y="4506786"/>
                  <a:ext cx="105840" cy="9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4BDE594-49AA-FA08-2341-8B57FDBB7609}"/>
                    </a:ext>
                  </a:extLst>
                </p14:cNvPr>
                <p14:cNvContentPartPr/>
                <p14:nvPr/>
              </p14:nvContentPartPr>
              <p14:xfrm>
                <a:off x="8521304" y="4893426"/>
                <a:ext cx="834480" cy="48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4BDE594-49AA-FA08-2341-8B57FDBB760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503296" y="4875426"/>
                  <a:ext cx="870135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EA3C5FC-5F7D-B87A-F62A-48FD14CA8123}"/>
                    </a:ext>
                  </a:extLst>
                </p14:cNvPr>
                <p14:cNvContentPartPr/>
                <p14:nvPr/>
              </p14:nvContentPartPr>
              <p14:xfrm>
                <a:off x="9235184" y="4820706"/>
                <a:ext cx="17640" cy="158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EA3C5FC-5F7D-B87A-F62A-48FD14CA812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217184" y="4802706"/>
                  <a:ext cx="532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F3665AD-9918-4A95-1F2D-0E31D5728E8E}"/>
                    </a:ext>
                  </a:extLst>
                </p14:cNvPr>
                <p14:cNvContentPartPr/>
                <p14:nvPr/>
              </p14:nvContentPartPr>
              <p14:xfrm>
                <a:off x="6510704" y="4929066"/>
                <a:ext cx="612000" cy="432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F3665AD-9918-4A95-1F2D-0E31D5728E8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492704" y="4911066"/>
                  <a:ext cx="6476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5120CE4-2021-7FA8-8098-796738968AF1}"/>
                    </a:ext>
                  </a:extLst>
                </p14:cNvPr>
                <p14:cNvContentPartPr/>
                <p14:nvPr/>
              </p14:nvContentPartPr>
              <p14:xfrm>
                <a:off x="6489104" y="4891626"/>
                <a:ext cx="64080" cy="860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5120CE4-2021-7FA8-8098-796738968AF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471104" y="4873626"/>
                  <a:ext cx="997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9A7C19C-0D7F-9BDE-6B98-9D92C0854194}"/>
                    </a:ext>
                  </a:extLst>
                </p14:cNvPr>
                <p14:cNvContentPartPr/>
                <p14:nvPr/>
              </p14:nvContentPartPr>
              <p14:xfrm>
                <a:off x="8254904" y="3757626"/>
                <a:ext cx="84600" cy="1072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9A7C19C-0D7F-9BDE-6B98-9D92C085419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236904" y="3739626"/>
                  <a:ext cx="1202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9250AB2-A67E-537F-2EF6-37B360E779F6}"/>
                    </a:ext>
                  </a:extLst>
                </p14:cNvPr>
                <p14:cNvContentPartPr/>
                <p14:nvPr/>
              </p14:nvContentPartPr>
              <p14:xfrm>
                <a:off x="8143304" y="3766266"/>
                <a:ext cx="483840" cy="694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9250AB2-A67E-537F-2EF6-37B360E779F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125317" y="3748266"/>
                  <a:ext cx="519454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5CA057A-3250-9BEF-39C3-9A6A28FBDEA0}"/>
                    </a:ext>
                  </a:extLst>
                </p14:cNvPr>
                <p14:cNvContentPartPr/>
                <p14:nvPr/>
              </p14:nvContentPartPr>
              <p14:xfrm>
                <a:off x="8511224" y="6359706"/>
                <a:ext cx="286920" cy="403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5CA057A-3250-9BEF-39C3-9A6A28FBDEA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493247" y="6341544"/>
                  <a:ext cx="322515" cy="762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DA3F7D7-FD58-D45D-8D65-34D31253DA75}"/>
                    </a:ext>
                  </a:extLst>
                </p14:cNvPr>
                <p14:cNvContentPartPr/>
                <p14:nvPr/>
              </p14:nvContentPartPr>
              <p14:xfrm>
                <a:off x="8535344" y="6366546"/>
                <a:ext cx="132120" cy="1666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DA3F7D7-FD58-D45D-8D65-34D31253DA7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517344" y="6348585"/>
                  <a:ext cx="167760" cy="2022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27648" name="Ink 27647">
                  <a:extLst>
                    <a:ext uri="{FF2B5EF4-FFF2-40B4-BE49-F238E27FC236}">
                      <a16:creationId xmlns:a16="http://schemas.microsoft.com/office/drawing/2014/main" id="{9C5E6DF5-3309-46B0-66DE-27B81F41D9F6}"/>
                    </a:ext>
                  </a:extLst>
                </p14:cNvPr>
                <p14:cNvContentPartPr/>
                <p14:nvPr/>
              </p14:nvContentPartPr>
              <p14:xfrm>
                <a:off x="8712824" y="6361146"/>
                <a:ext cx="94680" cy="215280"/>
              </p14:xfrm>
            </p:contentPart>
          </mc:Choice>
          <mc:Fallback xmlns="">
            <p:pic>
              <p:nvPicPr>
                <p:cNvPr id="27648" name="Ink 27647">
                  <a:extLst>
                    <a:ext uri="{FF2B5EF4-FFF2-40B4-BE49-F238E27FC236}">
                      <a16:creationId xmlns:a16="http://schemas.microsoft.com/office/drawing/2014/main" id="{9C5E6DF5-3309-46B0-66DE-27B81F41D9F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694892" y="6343146"/>
                  <a:ext cx="130185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27650" name="Ink 27649">
                  <a:extLst>
                    <a:ext uri="{FF2B5EF4-FFF2-40B4-BE49-F238E27FC236}">
                      <a16:creationId xmlns:a16="http://schemas.microsoft.com/office/drawing/2014/main" id="{A7E81218-136F-34FA-BDD1-B074DF9EDCAA}"/>
                    </a:ext>
                  </a:extLst>
                </p14:cNvPr>
                <p14:cNvContentPartPr/>
                <p14:nvPr/>
              </p14:nvContentPartPr>
              <p14:xfrm>
                <a:off x="6523304" y="4413186"/>
                <a:ext cx="104040" cy="232200"/>
              </p14:xfrm>
            </p:contentPart>
          </mc:Choice>
          <mc:Fallback xmlns="">
            <p:pic>
              <p:nvPicPr>
                <p:cNvPr id="27650" name="Ink 27649">
                  <a:extLst>
                    <a:ext uri="{FF2B5EF4-FFF2-40B4-BE49-F238E27FC236}">
                      <a16:creationId xmlns:a16="http://schemas.microsoft.com/office/drawing/2014/main" id="{A7E81218-136F-34FA-BDD1-B074DF9EDCA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505304" y="4395214"/>
                  <a:ext cx="139680" cy="2677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27653" name="Ink 27652">
                  <a:extLst>
                    <a:ext uri="{FF2B5EF4-FFF2-40B4-BE49-F238E27FC236}">
                      <a16:creationId xmlns:a16="http://schemas.microsoft.com/office/drawing/2014/main" id="{2659BE3F-1AF8-AFF1-3E2C-77AB423261D4}"/>
                    </a:ext>
                  </a:extLst>
                </p14:cNvPr>
                <p14:cNvContentPartPr/>
                <p14:nvPr/>
              </p14:nvContentPartPr>
              <p14:xfrm>
                <a:off x="6462104" y="4414986"/>
                <a:ext cx="69120" cy="54360"/>
              </p14:xfrm>
            </p:contentPart>
          </mc:Choice>
          <mc:Fallback xmlns="">
            <p:pic>
              <p:nvPicPr>
                <p:cNvPr id="27653" name="Ink 27652">
                  <a:extLst>
                    <a:ext uri="{FF2B5EF4-FFF2-40B4-BE49-F238E27FC236}">
                      <a16:creationId xmlns:a16="http://schemas.microsoft.com/office/drawing/2014/main" id="{2659BE3F-1AF8-AFF1-3E2C-77AB423261D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444197" y="4396986"/>
                  <a:ext cx="104575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27654" name="Ink 27653">
                  <a:extLst>
                    <a:ext uri="{FF2B5EF4-FFF2-40B4-BE49-F238E27FC236}">
                      <a16:creationId xmlns:a16="http://schemas.microsoft.com/office/drawing/2014/main" id="{595DC90A-AAD6-26B8-A321-6FD43958021C}"/>
                    </a:ext>
                  </a:extLst>
                </p14:cNvPr>
                <p14:cNvContentPartPr/>
                <p14:nvPr/>
              </p14:nvContentPartPr>
              <p14:xfrm>
                <a:off x="6473984" y="4385466"/>
                <a:ext cx="134640" cy="235080"/>
              </p14:xfrm>
            </p:contentPart>
          </mc:Choice>
          <mc:Fallback xmlns="">
            <p:pic>
              <p:nvPicPr>
                <p:cNvPr id="27654" name="Ink 27653">
                  <a:extLst>
                    <a:ext uri="{FF2B5EF4-FFF2-40B4-BE49-F238E27FC236}">
                      <a16:creationId xmlns:a16="http://schemas.microsoft.com/office/drawing/2014/main" id="{595DC90A-AAD6-26B8-A321-6FD43958021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455984" y="4367466"/>
                  <a:ext cx="17028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7655" name="Ink 27654">
                  <a:extLst>
                    <a:ext uri="{FF2B5EF4-FFF2-40B4-BE49-F238E27FC236}">
                      <a16:creationId xmlns:a16="http://schemas.microsoft.com/office/drawing/2014/main" id="{6A16328C-8AD5-454A-4662-2340E82CE3C8}"/>
                    </a:ext>
                  </a:extLst>
                </p14:cNvPr>
                <p14:cNvContentPartPr/>
                <p14:nvPr/>
              </p14:nvContentPartPr>
              <p14:xfrm>
                <a:off x="6569384" y="4604706"/>
                <a:ext cx="69120" cy="50400"/>
              </p14:xfrm>
            </p:contentPart>
          </mc:Choice>
          <mc:Fallback xmlns="">
            <p:pic>
              <p:nvPicPr>
                <p:cNvPr id="27655" name="Ink 27654">
                  <a:extLst>
                    <a:ext uri="{FF2B5EF4-FFF2-40B4-BE49-F238E27FC236}">
                      <a16:creationId xmlns:a16="http://schemas.microsoft.com/office/drawing/2014/main" id="{6A16328C-8AD5-454A-4662-2340E82CE3C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551384" y="4586706"/>
                  <a:ext cx="1047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27656" name="Ink 27655">
                  <a:extLst>
                    <a:ext uri="{FF2B5EF4-FFF2-40B4-BE49-F238E27FC236}">
                      <a16:creationId xmlns:a16="http://schemas.microsoft.com/office/drawing/2014/main" id="{C1B34434-A10E-C2E2-ED98-1409CFE8CF74}"/>
                    </a:ext>
                  </a:extLst>
                </p14:cNvPr>
                <p14:cNvContentPartPr/>
                <p14:nvPr/>
              </p14:nvContentPartPr>
              <p14:xfrm>
                <a:off x="6707264" y="4591386"/>
                <a:ext cx="10440" cy="7200"/>
              </p14:xfrm>
            </p:contentPart>
          </mc:Choice>
          <mc:Fallback xmlns="">
            <p:pic>
              <p:nvPicPr>
                <p:cNvPr id="27656" name="Ink 27655">
                  <a:extLst>
                    <a:ext uri="{FF2B5EF4-FFF2-40B4-BE49-F238E27FC236}">
                      <a16:creationId xmlns:a16="http://schemas.microsoft.com/office/drawing/2014/main" id="{C1B34434-A10E-C2E2-ED98-1409CFE8CF7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689264" y="4574243"/>
                  <a:ext cx="46080" cy="41143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62" name="Group 27661">
            <a:extLst>
              <a:ext uri="{FF2B5EF4-FFF2-40B4-BE49-F238E27FC236}">
                <a16:creationId xmlns:a16="http://schemas.microsoft.com/office/drawing/2014/main" id="{45C852DC-3323-1F0E-8FED-3997AC194214}"/>
              </a:ext>
            </a:extLst>
          </p:cNvPr>
          <p:cNvGrpSpPr/>
          <p:nvPr/>
        </p:nvGrpSpPr>
        <p:grpSpPr>
          <a:xfrm>
            <a:off x="310927" y="3166692"/>
            <a:ext cx="628200" cy="585360"/>
            <a:chOff x="6226304" y="4234266"/>
            <a:chExt cx="628200" cy="58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27658" name="Ink 27657">
                  <a:extLst>
                    <a:ext uri="{FF2B5EF4-FFF2-40B4-BE49-F238E27FC236}">
                      <a16:creationId xmlns:a16="http://schemas.microsoft.com/office/drawing/2014/main" id="{6D4253CF-292C-2E5E-C863-FD83B19D9658}"/>
                    </a:ext>
                  </a:extLst>
                </p14:cNvPr>
                <p14:cNvContentPartPr/>
                <p14:nvPr/>
              </p14:nvContentPartPr>
              <p14:xfrm>
                <a:off x="6414944" y="4348746"/>
                <a:ext cx="229680" cy="314640"/>
              </p14:xfrm>
            </p:contentPart>
          </mc:Choice>
          <mc:Fallback xmlns="">
            <p:pic>
              <p:nvPicPr>
                <p:cNvPr id="27658" name="Ink 27657">
                  <a:extLst>
                    <a:ext uri="{FF2B5EF4-FFF2-40B4-BE49-F238E27FC236}">
                      <a16:creationId xmlns:a16="http://schemas.microsoft.com/office/drawing/2014/main" id="{6D4253CF-292C-2E5E-C863-FD83B19D965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396944" y="4330746"/>
                  <a:ext cx="26532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27659" name="Ink 27658">
                  <a:extLst>
                    <a:ext uri="{FF2B5EF4-FFF2-40B4-BE49-F238E27FC236}">
                      <a16:creationId xmlns:a16="http://schemas.microsoft.com/office/drawing/2014/main" id="{1E4490D4-5C1A-58E1-7907-61339518E4BC}"/>
                    </a:ext>
                  </a:extLst>
                </p14:cNvPr>
                <p14:cNvContentPartPr/>
                <p14:nvPr/>
              </p14:nvContentPartPr>
              <p14:xfrm>
                <a:off x="6584864" y="4639266"/>
                <a:ext cx="80640" cy="71640"/>
              </p14:xfrm>
            </p:contentPart>
          </mc:Choice>
          <mc:Fallback xmlns="">
            <p:pic>
              <p:nvPicPr>
                <p:cNvPr id="27659" name="Ink 27658">
                  <a:extLst>
                    <a:ext uri="{FF2B5EF4-FFF2-40B4-BE49-F238E27FC236}">
                      <a16:creationId xmlns:a16="http://schemas.microsoft.com/office/drawing/2014/main" id="{1E4490D4-5C1A-58E1-7907-61339518E4B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566783" y="4621266"/>
                  <a:ext cx="1164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27660" name="Ink 27659">
                  <a:extLst>
                    <a:ext uri="{FF2B5EF4-FFF2-40B4-BE49-F238E27FC236}">
                      <a16:creationId xmlns:a16="http://schemas.microsoft.com/office/drawing/2014/main" id="{4FC7755C-3008-C6D0-1564-831F23255E1F}"/>
                    </a:ext>
                  </a:extLst>
                </p14:cNvPr>
                <p14:cNvContentPartPr/>
                <p14:nvPr/>
              </p14:nvContentPartPr>
              <p14:xfrm>
                <a:off x="6226304" y="4234266"/>
                <a:ext cx="628200" cy="585360"/>
              </p14:xfrm>
            </p:contentPart>
          </mc:Choice>
          <mc:Fallback xmlns="">
            <p:pic>
              <p:nvPicPr>
                <p:cNvPr id="27660" name="Ink 27659">
                  <a:extLst>
                    <a:ext uri="{FF2B5EF4-FFF2-40B4-BE49-F238E27FC236}">
                      <a16:creationId xmlns:a16="http://schemas.microsoft.com/office/drawing/2014/main" id="{4FC7755C-3008-C6D0-1564-831F23255E1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208314" y="4216266"/>
                  <a:ext cx="663820" cy="62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27661" name="Ink 27660">
                  <a:extLst>
                    <a:ext uri="{FF2B5EF4-FFF2-40B4-BE49-F238E27FC236}">
                      <a16:creationId xmlns:a16="http://schemas.microsoft.com/office/drawing/2014/main" id="{706DF65A-E1C7-7E22-84DE-05842EED4E71}"/>
                    </a:ext>
                  </a:extLst>
                </p14:cNvPr>
                <p14:cNvContentPartPr/>
                <p14:nvPr/>
              </p14:nvContentPartPr>
              <p14:xfrm>
                <a:off x="6266264" y="4471866"/>
                <a:ext cx="191520" cy="337320"/>
              </p14:xfrm>
            </p:contentPart>
          </mc:Choice>
          <mc:Fallback xmlns="">
            <p:pic>
              <p:nvPicPr>
                <p:cNvPr id="27661" name="Ink 27660">
                  <a:extLst>
                    <a:ext uri="{FF2B5EF4-FFF2-40B4-BE49-F238E27FC236}">
                      <a16:creationId xmlns:a16="http://schemas.microsoft.com/office/drawing/2014/main" id="{706DF65A-E1C7-7E22-84DE-05842EED4E7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248230" y="4453866"/>
                  <a:ext cx="227227" cy="37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65" name="Group 27664">
            <a:extLst>
              <a:ext uri="{FF2B5EF4-FFF2-40B4-BE49-F238E27FC236}">
                <a16:creationId xmlns:a16="http://schemas.microsoft.com/office/drawing/2014/main" id="{5E4FF1F2-3B6F-FEE7-5E5B-623DEACB399B}"/>
              </a:ext>
            </a:extLst>
          </p:cNvPr>
          <p:cNvGrpSpPr/>
          <p:nvPr/>
        </p:nvGrpSpPr>
        <p:grpSpPr>
          <a:xfrm>
            <a:off x="6950984" y="1671066"/>
            <a:ext cx="973440" cy="648000"/>
            <a:chOff x="6950984" y="1671066"/>
            <a:chExt cx="973440" cy="64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27663" name="Ink 27662">
                  <a:extLst>
                    <a:ext uri="{FF2B5EF4-FFF2-40B4-BE49-F238E27FC236}">
                      <a16:creationId xmlns:a16="http://schemas.microsoft.com/office/drawing/2014/main" id="{51EB7188-55DF-719C-1E47-3EA9429C5623}"/>
                    </a:ext>
                  </a:extLst>
                </p14:cNvPr>
                <p14:cNvContentPartPr/>
                <p14:nvPr/>
              </p14:nvContentPartPr>
              <p14:xfrm>
                <a:off x="6950984" y="1671066"/>
                <a:ext cx="973440" cy="648000"/>
              </p14:xfrm>
            </p:contentPart>
          </mc:Choice>
          <mc:Fallback xmlns="">
            <p:pic>
              <p:nvPicPr>
                <p:cNvPr id="27663" name="Ink 27662">
                  <a:extLst>
                    <a:ext uri="{FF2B5EF4-FFF2-40B4-BE49-F238E27FC236}">
                      <a16:creationId xmlns:a16="http://schemas.microsoft.com/office/drawing/2014/main" id="{51EB7188-55DF-719C-1E47-3EA9429C562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932984" y="1653066"/>
                  <a:ext cx="1009080" cy="68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27664" name="Ink 27663">
                  <a:extLst>
                    <a:ext uri="{FF2B5EF4-FFF2-40B4-BE49-F238E27FC236}">
                      <a16:creationId xmlns:a16="http://schemas.microsoft.com/office/drawing/2014/main" id="{DA81EA97-9134-A783-F4A1-B9736F738702}"/>
                    </a:ext>
                  </a:extLst>
                </p14:cNvPr>
                <p14:cNvContentPartPr/>
                <p14:nvPr/>
              </p14:nvContentPartPr>
              <p14:xfrm>
                <a:off x="6980504" y="1851426"/>
                <a:ext cx="25560" cy="423360"/>
              </p14:xfrm>
            </p:contentPart>
          </mc:Choice>
          <mc:Fallback xmlns="">
            <p:pic>
              <p:nvPicPr>
                <p:cNvPr id="27664" name="Ink 27663">
                  <a:extLst>
                    <a:ext uri="{FF2B5EF4-FFF2-40B4-BE49-F238E27FC236}">
                      <a16:creationId xmlns:a16="http://schemas.microsoft.com/office/drawing/2014/main" id="{DA81EA97-9134-A783-F4A1-B9736F73870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962504" y="1833426"/>
                  <a:ext cx="61200" cy="45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69" name="Group 27668">
            <a:extLst>
              <a:ext uri="{FF2B5EF4-FFF2-40B4-BE49-F238E27FC236}">
                <a16:creationId xmlns:a16="http://schemas.microsoft.com/office/drawing/2014/main" id="{27FFB8D5-4A73-5045-760B-BEE1ABF2DD7F}"/>
              </a:ext>
            </a:extLst>
          </p:cNvPr>
          <p:cNvGrpSpPr/>
          <p:nvPr/>
        </p:nvGrpSpPr>
        <p:grpSpPr>
          <a:xfrm>
            <a:off x="1420087" y="2989572"/>
            <a:ext cx="378360" cy="369360"/>
            <a:chOff x="7335464" y="4057146"/>
            <a:chExt cx="378360" cy="36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27666" name="Ink 27665">
                  <a:extLst>
                    <a:ext uri="{FF2B5EF4-FFF2-40B4-BE49-F238E27FC236}">
                      <a16:creationId xmlns:a16="http://schemas.microsoft.com/office/drawing/2014/main" id="{C019E076-4332-5802-B7BC-91CD6C773D4A}"/>
                    </a:ext>
                  </a:extLst>
                </p14:cNvPr>
                <p14:cNvContentPartPr/>
                <p14:nvPr/>
              </p14:nvContentPartPr>
              <p14:xfrm>
                <a:off x="7477304" y="4166226"/>
                <a:ext cx="77400" cy="182160"/>
              </p14:xfrm>
            </p:contentPart>
          </mc:Choice>
          <mc:Fallback xmlns="">
            <p:pic>
              <p:nvPicPr>
                <p:cNvPr id="27666" name="Ink 27665">
                  <a:extLst>
                    <a:ext uri="{FF2B5EF4-FFF2-40B4-BE49-F238E27FC236}">
                      <a16:creationId xmlns:a16="http://schemas.microsoft.com/office/drawing/2014/main" id="{C019E076-4332-5802-B7BC-91CD6C773D4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459304" y="4148226"/>
                  <a:ext cx="1130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27667" name="Ink 27666">
                  <a:extLst>
                    <a:ext uri="{FF2B5EF4-FFF2-40B4-BE49-F238E27FC236}">
                      <a16:creationId xmlns:a16="http://schemas.microsoft.com/office/drawing/2014/main" id="{359E4F7E-E062-09C7-65F8-B665787070A5}"/>
                    </a:ext>
                  </a:extLst>
                </p14:cNvPr>
                <p14:cNvContentPartPr/>
                <p14:nvPr/>
              </p14:nvContentPartPr>
              <p14:xfrm>
                <a:off x="7341224" y="4057146"/>
                <a:ext cx="372600" cy="361080"/>
              </p14:xfrm>
            </p:contentPart>
          </mc:Choice>
          <mc:Fallback xmlns="">
            <p:pic>
              <p:nvPicPr>
                <p:cNvPr id="27667" name="Ink 27666">
                  <a:extLst>
                    <a:ext uri="{FF2B5EF4-FFF2-40B4-BE49-F238E27FC236}">
                      <a16:creationId xmlns:a16="http://schemas.microsoft.com/office/drawing/2014/main" id="{359E4F7E-E062-09C7-65F8-B665787070A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323224" y="4039146"/>
                  <a:ext cx="40824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7668" name="Ink 27667">
                  <a:extLst>
                    <a:ext uri="{FF2B5EF4-FFF2-40B4-BE49-F238E27FC236}">
                      <a16:creationId xmlns:a16="http://schemas.microsoft.com/office/drawing/2014/main" id="{7436E7BA-8638-4029-0901-677CF2657A94}"/>
                    </a:ext>
                  </a:extLst>
                </p14:cNvPr>
                <p14:cNvContentPartPr/>
                <p14:nvPr/>
              </p14:nvContentPartPr>
              <p14:xfrm>
                <a:off x="7335464" y="4198626"/>
                <a:ext cx="57600" cy="227880"/>
              </p14:xfrm>
            </p:contentPart>
          </mc:Choice>
          <mc:Fallback xmlns="">
            <p:pic>
              <p:nvPicPr>
                <p:cNvPr id="27668" name="Ink 27667">
                  <a:extLst>
                    <a:ext uri="{FF2B5EF4-FFF2-40B4-BE49-F238E27FC236}">
                      <a16:creationId xmlns:a16="http://schemas.microsoft.com/office/drawing/2014/main" id="{7436E7BA-8638-4029-0901-677CF2657A9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317351" y="4180598"/>
                  <a:ext cx="93464" cy="26357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88" name="Group 27687">
            <a:extLst>
              <a:ext uri="{FF2B5EF4-FFF2-40B4-BE49-F238E27FC236}">
                <a16:creationId xmlns:a16="http://schemas.microsoft.com/office/drawing/2014/main" id="{D3849FDB-4876-DF7A-81B3-F9DDAFC81456}"/>
              </a:ext>
            </a:extLst>
          </p:cNvPr>
          <p:cNvGrpSpPr/>
          <p:nvPr/>
        </p:nvGrpSpPr>
        <p:grpSpPr>
          <a:xfrm>
            <a:off x="2559127" y="4224372"/>
            <a:ext cx="864720" cy="247680"/>
            <a:chOff x="8474504" y="5291946"/>
            <a:chExt cx="864720" cy="24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27676" name="Ink 27675">
                  <a:extLst>
                    <a:ext uri="{FF2B5EF4-FFF2-40B4-BE49-F238E27FC236}">
                      <a16:creationId xmlns:a16="http://schemas.microsoft.com/office/drawing/2014/main" id="{886A2F80-1B4A-2415-8936-836ED345D3A2}"/>
                    </a:ext>
                  </a:extLst>
                </p14:cNvPr>
                <p14:cNvContentPartPr/>
                <p14:nvPr/>
              </p14:nvContentPartPr>
              <p14:xfrm>
                <a:off x="8474504" y="5411826"/>
                <a:ext cx="15480" cy="127800"/>
              </p14:xfrm>
            </p:contentPart>
          </mc:Choice>
          <mc:Fallback xmlns="">
            <p:pic>
              <p:nvPicPr>
                <p:cNvPr id="27676" name="Ink 27675">
                  <a:extLst>
                    <a:ext uri="{FF2B5EF4-FFF2-40B4-BE49-F238E27FC236}">
                      <a16:creationId xmlns:a16="http://schemas.microsoft.com/office/drawing/2014/main" id="{886A2F80-1B4A-2415-8936-836ED345D3A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456504" y="5393877"/>
                  <a:ext cx="51120" cy="1633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27677" name="Ink 27676">
                  <a:extLst>
                    <a:ext uri="{FF2B5EF4-FFF2-40B4-BE49-F238E27FC236}">
                      <a16:creationId xmlns:a16="http://schemas.microsoft.com/office/drawing/2014/main" id="{BF5BA45D-3F17-CB97-246C-3921B9AE4BCA}"/>
                    </a:ext>
                  </a:extLst>
                </p14:cNvPr>
                <p14:cNvContentPartPr/>
                <p14:nvPr/>
              </p14:nvContentPartPr>
              <p14:xfrm>
                <a:off x="8483504" y="5346666"/>
                <a:ext cx="120240" cy="152280"/>
              </p14:xfrm>
            </p:contentPart>
          </mc:Choice>
          <mc:Fallback xmlns="">
            <p:pic>
              <p:nvPicPr>
                <p:cNvPr id="27677" name="Ink 27676">
                  <a:extLst>
                    <a:ext uri="{FF2B5EF4-FFF2-40B4-BE49-F238E27FC236}">
                      <a16:creationId xmlns:a16="http://schemas.microsoft.com/office/drawing/2014/main" id="{BF5BA45D-3F17-CB97-246C-3921B9AE4BC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465504" y="5328708"/>
                  <a:ext cx="155880" cy="1878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27680" name="Ink 27679">
                  <a:extLst>
                    <a:ext uri="{FF2B5EF4-FFF2-40B4-BE49-F238E27FC236}">
                      <a16:creationId xmlns:a16="http://schemas.microsoft.com/office/drawing/2014/main" id="{86FE4818-17F7-16A1-F26B-2C7B950BD810}"/>
                    </a:ext>
                  </a:extLst>
                </p14:cNvPr>
                <p14:cNvContentPartPr/>
                <p14:nvPr/>
              </p14:nvContentPartPr>
              <p14:xfrm>
                <a:off x="8761784" y="5341626"/>
                <a:ext cx="28080" cy="183600"/>
              </p14:xfrm>
            </p:contentPart>
          </mc:Choice>
          <mc:Fallback xmlns="">
            <p:pic>
              <p:nvPicPr>
                <p:cNvPr id="27680" name="Ink 27679">
                  <a:extLst>
                    <a:ext uri="{FF2B5EF4-FFF2-40B4-BE49-F238E27FC236}">
                      <a16:creationId xmlns:a16="http://schemas.microsoft.com/office/drawing/2014/main" id="{86FE4818-17F7-16A1-F26B-2C7B950BD81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743784" y="5323591"/>
                  <a:ext cx="63720" cy="2193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27681" name="Ink 27680">
                  <a:extLst>
                    <a:ext uri="{FF2B5EF4-FFF2-40B4-BE49-F238E27FC236}">
                      <a16:creationId xmlns:a16="http://schemas.microsoft.com/office/drawing/2014/main" id="{F1CEA50C-D171-FB16-71F3-3E2A46E9B0F2}"/>
                    </a:ext>
                  </a:extLst>
                </p14:cNvPr>
                <p14:cNvContentPartPr/>
                <p14:nvPr/>
              </p14:nvContentPartPr>
              <p14:xfrm>
                <a:off x="8770064" y="5329026"/>
                <a:ext cx="211680" cy="126720"/>
              </p14:xfrm>
            </p:contentPart>
          </mc:Choice>
          <mc:Fallback xmlns="">
            <p:pic>
              <p:nvPicPr>
                <p:cNvPr id="27681" name="Ink 27680">
                  <a:extLst>
                    <a:ext uri="{FF2B5EF4-FFF2-40B4-BE49-F238E27FC236}">
                      <a16:creationId xmlns:a16="http://schemas.microsoft.com/office/drawing/2014/main" id="{F1CEA50C-D171-FB16-71F3-3E2A46E9B0F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752064" y="5311026"/>
                  <a:ext cx="2473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27682" name="Ink 27681">
                  <a:extLst>
                    <a:ext uri="{FF2B5EF4-FFF2-40B4-BE49-F238E27FC236}">
                      <a16:creationId xmlns:a16="http://schemas.microsoft.com/office/drawing/2014/main" id="{F84321EB-E413-7722-82F4-AA4F3B8B4B03}"/>
                    </a:ext>
                  </a:extLst>
                </p14:cNvPr>
                <p14:cNvContentPartPr/>
                <p14:nvPr/>
              </p14:nvContentPartPr>
              <p14:xfrm>
                <a:off x="9061304" y="5321466"/>
                <a:ext cx="106920" cy="135360"/>
              </p14:xfrm>
            </p:contentPart>
          </mc:Choice>
          <mc:Fallback xmlns="">
            <p:pic>
              <p:nvPicPr>
                <p:cNvPr id="27682" name="Ink 27681">
                  <a:extLst>
                    <a:ext uri="{FF2B5EF4-FFF2-40B4-BE49-F238E27FC236}">
                      <a16:creationId xmlns:a16="http://schemas.microsoft.com/office/drawing/2014/main" id="{F84321EB-E413-7722-82F4-AA4F3B8B4B0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043304" y="5303466"/>
                  <a:ext cx="1425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27683" name="Ink 27682">
                  <a:extLst>
                    <a:ext uri="{FF2B5EF4-FFF2-40B4-BE49-F238E27FC236}">
                      <a16:creationId xmlns:a16="http://schemas.microsoft.com/office/drawing/2014/main" id="{97E80C3D-819D-AB55-55A4-672E09C7EFD8}"/>
                    </a:ext>
                  </a:extLst>
                </p14:cNvPr>
                <p14:cNvContentPartPr/>
                <p14:nvPr/>
              </p14:nvContentPartPr>
              <p14:xfrm>
                <a:off x="9269744" y="5291946"/>
                <a:ext cx="69480" cy="230040"/>
              </p14:xfrm>
            </p:contentPart>
          </mc:Choice>
          <mc:Fallback xmlns="">
            <p:pic>
              <p:nvPicPr>
                <p:cNvPr id="27683" name="Ink 27682">
                  <a:extLst>
                    <a:ext uri="{FF2B5EF4-FFF2-40B4-BE49-F238E27FC236}">
                      <a16:creationId xmlns:a16="http://schemas.microsoft.com/office/drawing/2014/main" id="{97E80C3D-819D-AB55-55A4-672E09C7EFD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251744" y="5273946"/>
                  <a:ext cx="105120" cy="26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87" name="Group 27686">
            <a:extLst>
              <a:ext uri="{FF2B5EF4-FFF2-40B4-BE49-F238E27FC236}">
                <a16:creationId xmlns:a16="http://schemas.microsoft.com/office/drawing/2014/main" id="{47A7A772-D55A-5FD5-5081-9B5843F2F37C}"/>
              </a:ext>
            </a:extLst>
          </p:cNvPr>
          <p:cNvGrpSpPr/>
          <p:nvPr/>
        </p:nvGrpSpPr>
        <p:grpSpPr>
          <a:xfrm>
            <a:off x="1573447" y="3995772"/>
            <a:ext cx="315360" cy="318240"/>
            <a:chOff x="7488824" y="5063346"/>
            <a:chExt cx="315360" cy="31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27684" name="Ink 27683">
                  <a:extLst>
                    <a:ext uri="{FF2B5EF4-FFF2-40B4-BE49-F238E27FC236}">
                      <a16:creationId xmlns:a16="http://schemas.microsoft.com/office/drawing/2014/main" id="{C8DCF2A0-0503-4130-B0CB-58E44FB5A9E1}"/>
                    </a:ext>
                  </a:extLst>
                </p14:cNvPr>
                <p14:cNvContentPartPr/>
                <p14:nvPr/>
              </p14:nvContentPartPr>
              <p14:xfrm>
                <a:off x="7600064" y="5141106"/>
                <a:ext cx="27720" cy="156600"/>
              </p14:xfrm>
            </p:contentPart>
          </mc:Choice>
          <mc:Fallback xmlns="">
            <p:pic>
              <p:nvPicPr>
                <p:cNvPr id="27684" name="Ink 27683">
                  <a:extLst>
                    <a:ext uri="{FF2B5EF4-FFF2-40B4-BE49-F238E27FC236}">
                      <a16:creationId xmlns:a16="http://schemas.microsoft.com/office/drawing/2014/main" id="{C8DCF2A0-0503-4130-B0CB-58E44FB5A9E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581827" y="5123106"/>
                  <a:ext cx="63829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27685" name="Ink 27684">
                  <a:extLst>
                    <a:ext uri="{FF2B5EF4-FFF2-40B4-BE49-F238E27FC236}">
                      <a16:creationId xmlns:a16="http://schemas.microsoft.com/office/drawing/2014/main" id="{B881F692-AB70-7176-3A3B-6F3C891FA4A8}"/>
                    </a:ext>
                  </a:extLst>
                </p14:cNvPr>
                <p14:cNvContentPartPr/>
                <p14:nvPr/>
              </p14:nvContentPartPr>
              <p14:xfrm>
                <a:off x="7524824" y="5063346"/>
                <a:ext cx="279360" cy="318240"/>
              </p14:xfrm>
            </p:contentPart>
          </mc:Choice>
          <mc:Fallback xmlns="">
            <p:pic>
              <p:nvPicPr>
                <p:cNvPr id="27685" name="Ink 27684">
                  <a:extLst>
                    <a:ext uri="{FF2B5EF4-FFF2-40B4-BE49-F238E27FC236}">
                      <a16:creationId xmlns:a16="http://schemas.microsoft.com/office/drawing/2014/main" id="{B881F692-AB70-7176-3A3B-6F3C891FA4A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506824" y="5045366"/>
                  <a:ext cx="315000" cy="35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27686" name="Ink 27685">
                  <a:extLst>
                    <a:ext uri="{FF2B5EF4-FFF2-40B4-BE49-F238E27FC236}">
                      <a16:creationId xmlns:a16="http://schemas.microsoft.com/office/drawing/2014/main" id="{C6E9E118-F356-47AD-C531-62740964BABE}"/>
                    </a:ext>
                  </a:extLst>
                </p14:cNvPr>
                <p14:cNvContentPartPr/>
                <p14:nvPr/>
              </p14:nvContentPartPr>
              <p14:xfrm>
                <a:off x="7488824" y="5167386"/>
                <a:ext cx="182880" cy="209160"/>
              </p14:xfrm>
            </p:contentPart>
          </mc:Choice>
          <mc:Fallback xmlns="">
            <p:pic>
              <p:nvPicPr>
                <p:cNvPr id="27686" name="Ink 27685">
                  <a:extLst>
                    <a:ext uri="{FF2B5EF4-FFF2-40B4-BE49-F238E27FC236}">
                      <a16:creationId xmlns:a16="http://schemas.microsoft.com/office/drawing/2014/main" id="{C6E9E118-F356-47AD-C531-62740964BAB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470824" y="5149386"/>
                  <a:ext cx="218520" cy="24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95" name="Group 27694">
            <a:extLst>
              <a:ext uri="{FF2B5EF4-FFF2-40B4-BE49-F238E27FC236}">
                <a16:creationId xmlns:a16="http://schemas.microsoft.com/office/drawing/2014/main" id="{DCB6F52A-AA96-FA65-6F15-F48903182299}"/>
              </a:ext>
            </a:extLst>
          </p:cNvPr>
          <p:cNvGrpSpPr/>
          <p:nvPr/>
        </p:nvGrpSpPr>
        <p:grpSpPr>
          <a:xfrm>
            <a:off x="3658207" y="4098372"/>
            <a:ext cx="747000" cy="504000"/>
            <a:chOff x="9573584" y="5165946"/>
            <a:chExt cx="747000" cy="50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27689" name="Ink 27688">
                  <a:extLst>
                    <a:ext uri="{FF2B5EF4-FFF2-40B4-BE49-F238E27FC236}">
                      <a16:creationId xmlns:a16="http://schemas.microsoft.com/office/drawing/2014/main" id="{7A63982B-B7EC-B812-0AA2-E2DD63FE4C62}"/>
                    </a:ext>
                  </a:extLst>
                </p14:cNvPr>
                <p14:cNvContentPartPr/>
                <p14:nvPr/>
              </p14:nvContentPartPr>
              <p14:xfrm>
                <a:off x="9761504" y="5377626"/>
                <a:ext cx="126000" cy="196560"/>
              </p14:xfrm>
            </p:contentPart>
          </mc:Choice>
          <mc:Fallback xmlns="">
            <p:pic>
              <p:nvPicPr>
                <p:cNvPr id="27689" name="Ink 27688">
                  <a:extLst>
                    <a:ext uri="{FF2B5EF4-FFF2-40B4-BE49-F238E27FC236}">
                      <a16:creationId xmlns:a16="http://schemas.microsoft.com/office/drawing/2014/main" id="{7A63982B-B7EC-B812-0AA2-E2DD63FE4C6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743504" y="5359626"/>
                  <a:ext cx="1616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27690" name="Ink 27689">
                  <a:extLst>
                    <a:ext uri="{FF2B5EF4-FFF2-40B4-BE49-F238E27FC236}">
                      <a16:creationId xmlns:a16="http://schemas.microsoft.com/office/drawing/2014/main" id="{1C33F7B3-9E32-DFA8-312F-F5D7E2EFF4CF}"/>
                    </a:ext>
                  </a:extLst>
                </p14:cNvPr>
                <p14:cNvContentPartPr/>
                <p14:nvPr/>
              </p14:nvContentPartPr>
              <p14:xfrm>
                <a:off x="9981464" y="5365386"/>
                <a:ext cx="10800" cy="172080"/>
              </p14:xfrm>
            </p:contentPart>
          </mc:Choice>
          <mc:Fallback xmlns="">
            <p:pic>
              <p:nvPicPr>
                <p:cNvPr id="27690" name="Ink 27689">
                  <a:extLst>
                    <a:ext uri="{FF2B5EF4-FFF2-40B4-BE49-F238E27FC236}">
                      <a16:creationId xmlns:a16="http://schemas.microsoft.com/office/drawing/2014/main" id="{1C33F7B3-9E32-DFA8-312F-F5D7E2EFF4C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963464" y="5347386"/>
                  <a:ext cx="464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27691" name="Ink 27690">
                  <a:extLst>
                    <a:ext uri="{FF2B5EF4-FFF2-40B4-BE49-F238E27FC236}">
                      <a16:creationId xmlns:a16="http://schemas.microsoft.com/office/drawing/2014/main" id="{0F38EDF3-E05A-0669-A5B9-608DCAD7A816}"/>
                    </a:ext>
                  </a:extLst>
                </p14:cNvPr>
                <p14:cNvContentPartPr/>
                <p14:nvPr/>
              </p14:nvContentPartPr>
              <p14:xfrm>
                <a:off x="9996944" y="5306346"/>
                <a:ext cx="142200" cy="172080"/>
              </p14:xfrm>
            </p:contentPart>
          </mc:Choice>
          <mc:Fallback xmlns="">
            <p:pic>
              <p:nvPicPr>
                <p:cNvPr id="27691" name="Ink 27690">
                  <a:extLst>
                    <a:ext uri="{FF2B5EF4-FFF2-40B4-BE49-F238E27FC236}">
                      <a16:creationId xmlns:a16="http://schemas.microsoft.com/office/drawing/2014/main" id="{0F38EDF3-E05A-0669-A5B9-608DCAD7A81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978944" y="5288346"/>
                  <a:ext cx="1778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27692" name="Ink 27691">
                  <a:extLst>
                    <a:ext uri="{FF2B5EF4-FFF2-40B4-BE49-F238E27FC236}">
                      <a16:creationId xmlns:a16="http://schemas.microsoft.com/office/drawing/2014/main" id="{0FF7C86B-0382-CD4A-6EA4-EA6D240C4F46}"/>
                    </a:ext>
                  </a:extLst>
                </p14:cNvPr>
                <p14:cNvContentPartPr/>
                <p14:nvPr/>
              </p14:nvContentPartPr>
              <p14:xfrm>
                <a:off x="9611744" y="5215986"/>
                <a:ext cx="698040" cy="440280"/>
              </p14:xfrm>
            </p:contentPart>
          </mc:Choice>
          <mc:Fallback xmlns="">
            <p:pic>
              <p:nvPicPr>
                <p:cNvPr id="27692" name="Ink 27691">
                  <a:extLst>
                    <a:ext uri="{FF2B5EF4-FFF2-40B4-BE49-F238E27FC236}">
                      <a16:creationId xmlns:a16="http://schemas.microsoft.com/office/drawing/2014/main" id="{0FF7C86B-0382-CD4A-6EA4-EA6D240C4F4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593744" y="5197986"/>
                  <a:ext cx="733680" cy="47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27693" name="Ink 27692">
                  <a:extLst>
                    <a:ext uri="{FF2B5EF4-FFF2-40B4-BE49-F238E27FC236}">
                      <a16:creationId xmlns:a16="http://schemas.microsoft.com/office/drawing/2014/main" id="{FC9C0626-32E6-E036-FC98-3FAF4467FFCB}"/>
                    </a:ext>
                  </a:extLst>
                </p14:cNvPr>
                <p14:cNvContentPartPr/>
                <p14:nvPr/>
              </p14:nvContentPartPr>
              <p14:xfrm>
                <a:off x="9600224" y="5262426"/>
                <a:ext cx="95040" cy="407520"/>
              </p14:xfrm>
            </p:contentPart>
          </mc:Choice>
          <mc:Fallback xmlns="">
            <p:pic>
              <p:nvPicPr>
                <p:cNvPr id="27693" name="Ink 27692">
                  <a:extLst>
                    <a:ext uri="{FF2B5EF4-FFF2-40B4-BE49-F238E27FC236}">
                      <a16:creationId xmlns:a16="http://schemas.microsoft.com/office/drawing/2014/main" id="{FC9C0626-32E6-E036-FC98-3FAF4467FFC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582224" y="5244426"/>
                  <a:ext cx="13068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27694" name="Ink 27693">
                  <a:extLst>
                    <a:ext uri="{FF2B5EF4-FFF2-40B4-BE49-F238E27FC236}">
                      <a16:creationId xmlns:a16="http://schemas.microsoft.com/office/drawing/2014/main" id="{C35674F8-DD8D-1A31-B3C9-21BD18C70889}"/>
                    </a:ext>
                  </a:extLst>
                </p14:cNvPr>
                <p14:cNvContentPartPr/>
                <p14:nvPr/>
              </p14:nvContentPartPr>
              <p14:xfrm>
                <a:off x="9573584" y="5165946"/>
                <a:ext cx="747000" cy="112320"/>
              </p14:xfrm>
            </p:contentPart>
          </mc:Choice>
          <mc:Fallback xmlns="">
            <p:pic>
              <p:nvPicPr>
                <p:cNvPr id="27694" name="Ink 27693">
                  <a:extLst>
                    <a:ext uri="{FF2B5EF4-FFF2-40B4-BE49-F238E27FC236}">
                      <a16:creationId xmlns:a16="http://schemas.microsoft.com/office/drawing/2014/main" id="{C35674F8-DD8D-1A31-B3C9-21BD18C7088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555593" y="5147946"/>
                  <a:ext cx="782623" cy="14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06" name="Group 27705">
            <a:extLst>
              <a:ext uri="{FF2B5EF4-FFF2-40B4-BE49-F238E27FC236}">
                <a16:creationId xmlns:a16="http://schemas.microsoft.com/office/drawing/2014/main" id="{B1C43D81-F0BF-3826-3364-C3A014DEFEF3}"/>
              </a:ext>
            </a:extLst>
          </p:cNvPr>
          <p:cNvGrpSpPr/>
          <p:nvPr/>
        </p:nvGrpSpPr>
        <p:grpSpPr>
          <a:xfrm>
            <a:off x="2437087" y="2772492"/>
            <a:ext cx="2006640" cy="694800"/>
            <a:chOff x="8352464" y="3840066"/>
            <a:chExt cx="2006640" cy="69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27670" name="Ink 27669">
                  <a:extLst>
                    <a:ext uri="{FF2B5EF4-FFF2-40B4-BE49-F238E27FC236}">
                      <a16:creationId xmlns:a16="http://schemas.microsoft.com/office/drawing/2014/main" id="{5E39D7A9-7305-32FC-05E2-B6B92CB426FC}"/>
                    </a:ext>
                  </a:extLst>
                </p14:cNvPr>
                <p14:cNvContentPartPr/>
                <p14:nvPr/>
              </p14:nvContentPartPr>
              <p14:xfrm>
                <a:off x="8352464" y="4375026"/>
                <a:ext cx="62280" cy="159840"/>
              </p14:xfrm>
            </p:contentPart>
          </mc:Choice>
          <mc:Fallback xmlns="">
            <p:pic>
              <p:nvPicPr>
                <p:cNvPr id="27670" name="Ink 27669">
                  <a:extLst>
                    <a:ext uri="{FF2B5EF4-FFF2-40B4-BE49-F238E27FC236}">
                      <a16:creationId xmlns:a16="http://schemas.microsoft.com/office/drawing/2014/main" id="{5E39D7A9-7305-32FC-05E2-B6B92CB426F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334464" y="4357026"/>
                  <a:ext cx="979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27671" name="Ink 27670">
                  <a:extLst>
                    <a:ext uri="{FF2B5EF4-FFF2-40B4-BE49-F238E27FC236}">
                      <a16:creationId xmlns:a16="http://schemas.microsoft.com/office/drawing/2014/main" id="{B74D4828-7BD4-5D07-4EF1-DF9CD9F2EB8E}"/>
                    </a:ext>
                  </a:extLst>
                </p14:cNvPr>
                <p14:cNvContentPartPr/>
                <p14:nvPr/>
              </p14:nvContentPartPr>
              <p14:xfrm>
                <a:off x="8358584" y="4330026"/>
                <a:ext cx="135720" cy="119520"/>
              </p14:xfrm>
            </p:contentPart>
          </mc:Choice>
          <mc:Fallback xmlns="">
            <p:pic>
              <p:nvPicPr>
                <p:cNvPr id="27671" name="Ink 27670">
                  <a:extLst>
                    <a:ext uri="{FF2B5EF4-FFF2-40B4-BE49-F238E27FC236}">
                      <a16:creationId xmlns:a16="http://schemas.microsoft.com/office/drawing/2014/main" id="{B74D4828-7BD4-5D07-4EF1-DF9CD9F2EB8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340584" y="4311972"/>
                  <a:ext cx="171360" cy="1552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27672" name="Ink 27671">
                  <a:extLst>
                    <a:ext uri="{FF2B5EF4-FFF2-40B4-BE49-F238E27FC236}">
                      <a16:creationId xmlns:a16="http://schemas.microsoft.com/office/drawing/2014/main" id="{03BFD042-F0E4-537D-42DA-12BF985EC5A5}"/>
                    </a:ext>
                  </a:extLst>
                </p14:cNvPr>
                <p14:cNvContentPartPr/>
                <p14:nvPr/>
              </p14:nvContentPartPr>
              <p14:xfrm>
                <a:off x="8579264" y="4362786"/>
                <a:ext cx="20160" cy="126360"/>
              </p14:xfrm>
            </p:contentPart>
          </mc:Choice>
          <mc:Fallback xmlns="">
            <p:pic>
              <p:nvPicPr>
                <p:cNvPr id="27672" name="Ink 27671">
                  <a:extLst>
                    <a:ext uri="{FF2B5EF4-FFF2-40B4-BE49-F238E27FC236}">
                      <a16:creationId xmlns:a16="http://schemas.microsoft.com/office/drawing/2014/main" id="{03BFD042-F0E4-537D-42DA-12BF985EC5A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561264" y="4344786"/>
                  <a:ext cx="558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27673" name="Ink 27672">
                  <a:extLst>
                    <a:ext uri="{FF2B5EF4-FFF2-40B4-BE49-F238E27FC236}">
                      <a16:creationId xmlns:a16="http://schemas.microsoft.com/office/drawing/2014/main" id="{335C31CC-90CB-D833-09E0-113291552202}"/>
                    </a:ext>
                  </a:extLst>
                </p14:cNvPr>
                <p14:cNvContentPartPr/>
                <p14:nvPr/>
              </p14:nvContentPartPr>
              <p14:xfrm>
                <a:off x="8621024" y="4305186"/>
                <a:ext cx="205560" cy="118080"/>
              </p14:xfrm>
            </p:contentPart>
          </mc:Choice>
          <mc:Fallback xmlns="">
            <p:pic>
              <p:nvPicPr>
                <p:cNvPr id="27673" name="Ink 27672">
                  <a:extLst>
                    <a:ext uri="{FF2B5EF4-FFF2-40B4-BE49-F238E27FC236}">
                      <a16:creationId xmlns:a16="http://schemas.microsoft.com/office/drawing/2014/main" id="{335C31CC-90CB-D833-09E0-11329155220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603024" y="4287186"/>
                  <a:ext cx="2412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27674" name="Ink 27673">
                  <a:extLst>
                    <a:ext uri="{FF2B5EF4-FFF2-40B4-BE49-F238E27FC236}">
                      <a16:creationId xmlns:a16="http://schemas.microsoft.com/office/drawing/2014/main" id="{BB823CB5-CFB2-32AD-8E72-4F7848FBADA7}"/>
                    </a:ext>
                  </a:extLst>
                </p14:cNvPr>
                <p14:cNvContentPartPr/>
                <p14:nvPr/>
              </p14:nvContentPartPr>
              <p14:xfrm>
                <a:off x="8914064" y="4291506"/>
                <a:ext cx="83880" cy="123480"/>
              </p14:xfrm>
            </p:contentPart>
          </mc:Choice>
          <mc:Fallback xmlns="">
            <p:pic>
              <p:nvPicPr>
                <p:cNvPr id="27674" name="Ink 27673">
                  <a:extLst>
                    <a:ext uri="{FF2B5EF4-FFF2-40B4-BE49-F238E27FC236}">
                      <a16:creationId xmlns:a16="http://schemas.microsoft.com/office/drawing/2014/main" id="{BB823CB5-CFB2-32AD-8E72-4F7848FBADA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896064" y="4273506"/>
                  <a:ext cx="1195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27675" name="Ink 27674">
                  <a:extLst>
                    <a:ext uri="{FF2B5EF4-FFF2-40B4-BE49-F238E27FC236}">
                      <a16:creationId xmlns:a16="http://schemas.microsoft.com/office/drawing/2014/main" id="{76EB26AB-9793-9C46-A721-FC971E2A0815}"/>
                    </a:ext>
                  </a:extLst>
                </p14:cNvPr>
                <p14:cNvContentPartPr/>
                <p14:nvPr/>
              </p14:nvContentPartPr>
              <p14:xfrm>
                <a:off x="9087944" y="4231026"/>
                <a:ext cx="96840" cy="214920"/>
              </p14:xfrm>
            </p:contentPart>
          </mc:Choice>
          <mc:Fallback xmlns="">
            <p:pic>
              <p:nvPicPr>
                <p:cNvPr id="27675" name="Ink 27674">
                  <a:extLst>
                    <a:ext uri="{FF2B5EF4-FFF2-40B4-BE49-F238E27FC236}">
                      <a16:creationId xmlns:a16="http://schemas.microsoft.com/office/drawing/2014/main" id="{76EB26AB-9793-9C46-A721-FC971E2A081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069944" y="4213026"/>
                  <a:ext cx="1324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27696" name="Ink 27695">
                  <a:extLst>
                    <a:ext uri="{FF2B5EF4-FFF2-40B4-BE49-F238E27FC236}">
                      <a16:creationId xmlns:a16="http://schemas.microsoft.com/office/drawing/2014/main" id="{03122F57-F589-14B3-C6D6-88ED720CA997}"/>
                    </a:ext>
                  </a:extLst>
                </p14:cNvPr>
                <p14:cNvContentPartPr/>
                <p14:nvPr/>
              </p14:nvContentPartPr>
              <p14:xfrm>
                <a:off x="9560984" y="4151466"/>
                <a:ext cx="134640" cy="195480"/>
              </p14:xfrm>
            </p:contentPart>
          </mc:Choice>
          <mc:Fallback xmlns="">
            <p:pic>
              <p:nvPicPr>
                <p:cNvPr id="27696" name="Ink 27695">
                  <a:extLst>
                    <a:ext uri="{FF2B5EF4-FFF2-40B4-BE49-F238E27FC236}">
                      <a16:creationId xmlns:a16="http://schemas.microsoft.com/office/drawing/2014/main" id="{03122F57-F589-14B3-C6D6-88ED720CA99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542984" y="4133466"/>
                  <a:ext cx="1702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27697" name="Ink 27696">
                  <a:extLst>
                    <a:ext uri="{FF2B5EF4-FFF2-40B4-BE49-F238E27FC236}">
                      <a16:creationId xmlns:a16="http://schemas.microsoft.com/office/drawing/2014/main" id="{DC36F67B-4310-D176-2739-62505A21F07E}"/>
                    </a:ext>
                  </a:extLst>
                </p14:cNvPr>
                <p14:cNvContentPartPr/>
                <p14:nvPr/>
              </p14:nvContentPartPr>
              <p14:xfrm>
                <a:off x="9821624" y="4101066"/>
                <a:ext cx="53280" cy="192240"/>
              </p14:xfrm>
            </p:contentPart>
          </mc:Choice>
          <mc:Fallback xmlns="">
            <p:pic>
              <p:nvPicPr>
                <p:cNvPr id="27697" name="Ink 27696">
                  <a:extLst>
                    <a:ext uri="{FF2B5EF4-FFF2-40B4-BE49-F238E27FC236}">
                      <a16:creationId xmlns:a16="http://schemas.microsoft.com/office/drawing/2014/main" id="{DC36F67B-4310-D176-2739-62505A21F07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803745" y="4083066"/>
                  <a:ext cx="88681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27698" name="Ink 27697">
                  <a:extLst>
                    <a:ext uri="{FF2B5EF4-FFF2-40B4-BE49-F238E27FC236}">
                      <a16:creationId xmlns:a16="http://schemas.microsoft.com/office/drawing/2014/main" id="{ACE379ED-B571-9B5A-8E9C-C604191C6ED6}"/>
                    </a:ext>
                  </a:extLst>
                </p14:cNvPr>
                <p14:cNvContentPartPr/>
                <p14:nvPr/>
              </p14:nvContentPartPr>
              <p14:xfrm>
                <a:off x="9806864" y="4065426"/>
                <a:ext cx="106920" cy="65880"/>
              </p14:xfrm>
            </p:contentPart>
          </mc:Choice>
          <mc:Fallback xmlns="">
            <p:pic>
              <p:nvPicPr>
                <p:cNvPr id="27698" name="Ink 27697">
                  <a:extLst>
                    <a:ext uri="{FF2B5EF4-FFF2-40B4-BE49-F238E27FC236}">
                      <a16:creationId xmlns:a16="http://schemas.microsoft.com/office/drawing/2014/main" id="{ACE379ED-B571-9B5A-8E9C-C604191C6ED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788864" y="4047426"/>
                  <a:ext cx="1425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27699" name="Ink 27698">
                  <a:extLst>
                    <a:ext uri="{FF2B5EF4-FFF2-40B4-BE49-F238E27FC236}">
                      <a16:creationId xmlns:a16="http://schemas.microsoft.com/office/drawing/2014/main" id="{754FA273-6F1E-A128-C209-B765BD986AA3}"/>
                    </a:ext>
                  </a:extLst>
                </p14:cNvPr>
                <p14:cNvContentPartPr/>
                <p14:nvPr/>
              </p14:nvContentPartPr>
              <p14:xfrm>
                <a:off x="9878504" y="4151466"/>
                <a:ext cx="86400" cy="63720"/>
              </p14:xfrm>
            </p:contentPart>
          </mc:Choice>
          <mc:Fallback xmlns="">
            <p:pic>
              <p:nvPicPr>
                <p:cNvPr id="27699" name="Ink 27698">
                  <a:extLst>
                    <a:ext uri="{FF2B5EF4-FFF2-40B4-BE49-F238E27FC236}">
                      <a16:creationId xmlns:a16="http://schemas.microsoft.com/office/drawing/2014/main" id="{754FA273-6F1E-A128-C209-B765BD986AA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860504" y="4133466"/>
                  <a:ext cx="1220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27700" name="Ink 27699">
                  <a:extLst>
                    <a:ext uri="{FF2B5EF4-FFF2-40B4-BE49-F238E27FC236}">
                      <a16:creationId xmlns:a16="http://schemas.microsoft.com/office/drawing/2014/main" id="{2FB68181-076A-227E-A3EA-1D235DA4BDF3}"/>
                    </a:ext>
                  </a:extLst>
                </p14:cNvPr>
                <p14:cNvContentPartPr/>
                <p14:nvPr/>
              </p14:nvContentPartPr>
              <p14:xfrm>
                <a:off x="10038344" y="4071546"/>
                <a:ext cx="33480" cy="144000"/>
              </p14:xfrm>
            </p:contentPart>
          </mc:Choice>
          <mc:Fallback xmlns="">
            <p:pic>
              <p:nvPicPr>
                <p:cNvPr id="27700" name="Ink 27699">
                  <a:extLst>
                    <a:ext uri="{FF2B5EF4-FFF2-40B4-BE49-F238E27FC236}">
                      <a16:creationId xmlns:a16="http://schemas.microsoft.com/office/drawing/2014/main" id="{2FB68181-076A-227E-A3EA-1D235DA4BDF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020344" y="4053546"/>
                  <a:ext cx="691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27701" name="Ink 27700">
                  <a:extLst>
                    <a:ext uri="{FF2B5EF4-FFF2-40B4-BE49-F238E27FC236}">
                      <a16:creationId xmlns:a16="http://schemas.microsoft.com/office/drawing/2014/main" id="{B620C449-5145-5C3E-C812-498ED58B4915}"/>
                    </a:ext>
                  </a:extLst>
                </p14:cNvPr>
                <p14:cNvContentPartPr/>
                <p14:nvPr/>
              </p14:nvContentPartPr>
              <p14:xfrm>
                <a:off x="10031144" y="4022586"/>
                <a:ext cx="77040" cy="79560"/>
              </p14:xfrm>
            </p:contentPart>
          </mc:Choice>
          <mc:Fallback xmlns="">
            <p:pic>
              <p:nvPicPr>
                <p:cNvPr id="27701" name="Ink 27700">
                  <a:extLst>
                    <a:ext uri="{FF2B5EF4-FFF2-40B4-BE49-F238E27FC236}">
                      <a16:creationId xmlns:a16="http://schemas.microsoft.com/office/drawing/2014/main" id="{B620C449-5145-5C3E-C812-498ED58B491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013144" y="4004586"/>
                  <a:ext cx="1126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27702" name="Ink 27701">
                  <a:extLst>
                    <a:ext uri="{FF2B5EF4-FFF2-40B4-BE49-F238E27FC236}">
                      <a16:creationId xmlns:a16="http://schemas.microsoft.com/office/drawing/2014/main" id="{07BAD0AA-291D-5D76-AFB7-43AD3040CC85}"/>
                    </a:ext>
                  </a:extLst>
                </p14:cNvPr>
                <p14:cNvContentPartPr/>
                <p14:nvPr/>
              </p14:nvContentPartPr>
              <p14:xfrm>
                <a:off x="10085504" y="4105026"/>
                <a:ext cx="69840" cy="33120"/>
              </p14:xfrm>
            </p:contentPart>
          </mc:Choice>
          <mc:Fallback xmlns="">
            <p:pic>
              <p:nvPicPr>
                <p:cNvPr id="27702" name="Ink 27701">
                  <a:extLst>
                    <a:ext uri="{FF2B5EF4-FFF2-40B4-BE49-F238E27FC236}">
                      <a16:creationId xmlns:a16="http://schemas.microsoft.com/office/drawing/2014/main" id="{07BAD0AA-291D-5D76-AFB7-43AD3040CC8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067411" y="4087026"/>
                  <a:ext cx="105665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27703" name="Ink 27702">
                  <a:extLst>
                    <a:ext uri="{FF2B5EF4-FFF2-40B4-BE49-F238E27FC236}">
                      <a16:creationId xmlns:a16="http://schemas.microsoft.com/office/drawing/2014/main" id="{075F0391-710A-224A-7D65-8798ACC4C130}"/>
                    </a:ext>
                  </a:extLst>
                </p14:cNvPr>
                <p14:cNvContentPartPr/>
                <p14:nvPr/>
              </p14:nvContentPartPr>
              <p14:xfrm>
                <a:off x="9468824" y="3840066"/>
                <a:ext cx="890280" cy="601200"/>
              </p14:xfrm>
            </p:contentPart>
          </mc:Choice>
          <mc:Fallback xmlns="">
            <p:pic>
              <p:nvPicPr>
                <p:cNvPr id="27703" name="Ink 27702">
                  <a:extLst>
                    <a:ext uri="{FF2B5EF4-FFF2-40B4-BE49-F238E27FC236}">
                      <a16:creationId xmlns:a16="http://schemas.microsoft.com/office/drawing/2014/main" id="{075F0391-710A-224A-7D65-8798ACC4C13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450824" y="3822066"/>
                  <a:ext cx="92592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27704" name="Ink 27703">
                  <a:extLst>
                    <a:ext uri="{FF2B5EF4-FFF2-40B4-BE49-F238E27FC236}">
                      <a16:creationId xmlns:a16="http://schemas.microsoft.com/office/drawing/2014/main" id="{252ADD5E-E8C0-53C4-7551-5DB24344A835}"/>
                    </a:ext>
                  </a:extLst>
                </p14:cNvPr>
                <p14:cNvContentPartPr/>
                <p14:nvPr/>
              </p14:nvContentPartPr>
              <p14:xfrm>
                <a:off x="9441824" y="4048146"/>
                <a:ext cx="85320" cy="392760"/>
              </p14:xfrm>
            </p:contentPart>
          </mc:Choice>
          <mc:Fallback xmlns="">
            <p:pic>
              <p:nvPicPr>
                <p:cNvPr id="27704" name="Ink 27703">
                  <a:extLst>
                    <a:ext uri="{FF2B5EF4-FFF2-40B4-BE49-F238E27FC236}">
                      <a16:creationId xmlns:a16="http://schemas.microsoft.com/office/drawing/2014/main" id="{252ADD5E-E8C0-53C4-7551-5DB24344A83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423900" y="4030146"/>
                  <a:ext cx="12081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27705" name="Ink 27704">
                  <a:extLst>
                    <a:ext uri="{FF2B5EF4-FFF2-40B4-BE49-F238E27FC236}">
                      <a16:creationId xmlns:a16="http://schemas.microsoft.com/office/drawing/2014/main" id="{B9533CA5-262E-9492-CA26-6AE3FA8E8463}"/>
                    </a:ext>
                  </a:extLst>
                </p14:cNvPr>
                <p14:cNvContentPartPr/>
                <p14:nvPr/>
              </p14:nvContentPartPr>
              <p14:xfrm>
                <a:off x="9374144" y="3854466"/>
                <a:ext cx="845280" cy="235800"/>
              </p14:xfrm>
            </p:contentPart>
          </mc:Choice>
          <mc:Fallback xmlns="">
            <p:pic>
              <p:nvPicPr>
                <p:cNvPr id="27705" name="Ink 27704">
                  <a:extLst>
                    <a:ext uri="{FF2B5EF4-FFF2-40B4-BE49-F238E27FC236}">
                      <a16:creationId xmlns:a16="http://schemas.microsoft.com/office/drawing/2014/main" id="{B9533CA5-262E-9492-CA26-6AE3FA8E846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356144" y="3836466"/>
                  <a:ext cx="880920" cy="27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12" name="Group 27711">
            <a:extLst>
              <a:ext uri="{FF2B5EF4-FFF2-40B4-BE49-F238E27FC236}">
                <a16:creationId xmlns:a16="http://schemas.microsoft.com/office/drawing/2014/main" id="{B3AAEA54-FF2C-7C20-3B77-75799EBD72D3}"/>
              </a:ext>
            </a:extLst>
          </p:cNvPr>
          <p:cNvGrpSpPr/>
          <p:nvPr/>
        </p:nvGrpSpPr>
        <p:grpSpPr>
          <a:xfrm>
            <a:off x="2276527" y="2406012"/>
            <a:ext cx="541080" cy="198000"/>
            <a:chOff x="8191904" y="3473586"/>
            <a:chExt cx="541080" cy="19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27707" name="Ink 27706">
                  <a:extLst>
                    <a:ext uri="{FF2B5EF4-FFF2-40B4-BE49-F238E27FC236}">
                      <a16:creationId xmlns:a16="http://schemas.microsoft.com/office/drawing/2014/main" id="{78D84094-B373-B36C-F999-4F5AF0040CAD}"/>
                    </a:ext>
                  </a:extLst>
                </p14:cNvPr>
                <p14:cNvContentPartPr/>
                <p14:nvPr/>
              </p14:nvContentPartPr>
              <p14:xfrm>
                <a:off x="8191904" y="3486906"/>
                <a:ext cx="151560" cy="165240"/>
              </p14:xfrm>
            </p:contentPart>
          </mc:Choice>
          <mc:Fallback xmlns="">
            <p:pic>
              <p:nvPicPr>
                <p:cNvPr id="27707" name="Ink 27706">
                  <a:extLst>
                    <a:ext uri="{FF2B5EF4-FFF2-40B4-BE49-F238E27FC236}">
                      <a16:creationId xmlns:a16="http://schemas.microsoft.com/office/drawing/2014/main" id="{78D84094-B373-B36C-F999-4F5AF0040CA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173947" y="3468867"/>
                  <a:ext cx="187116" cy="2009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27708" name="Ink 27707">
                  <a:extLst>
                    <a:ext uri="{FF2B5EF4-FFF2-40B4-BE49-F238E27FC236}">
                      <a16:creationId xmlns:a16="http://schemas.microsoft.com/office/drawing/2014/main" id="{8B7CDDC3-396D-0AE5-6FB7-E42ED0E23DAD}"/>
                    </a:ext>
                  </a:extLst>
                </p14:cNvPr>
                <p14:cNvContentPartPr/>
                <p14:nvPr/>
              </p14:nvContentPartPr>
              <p14:xfrm>
                <a:off x="8479184" y="3574386"/>
                <a:ext cx="36360" cy="97200"/>
              </p14:xfrm>
            </p:contentPart>
          </mc:Choice>
          <mc:Fallback xmlns="">
            <p:pic>
              <p:nvPicPr>
                <p:cNvPr id="27708" name="Ink 27707">
                  <a:extLst>
                    <a:ext uri="{FF2B5EF4-FFF2-40B4-BE49-F238E27FC236}">
                      <a16:creationId xmlns:a16="http://schemas.microsoft.com/office/drawing/2014/main" id="{8B7CDDC3-396D-0AE5-6FB7-E42ED0E23DA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461184" y="3556386"/>
                  <a:ext cx="720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27709" name="Ink 27708">
                  <a:extLst>
                    <a:ext uri="{FF2B5EF4-FFF2-40B4-BE49-F238E27FC236}">
                      <a16:creationId xmlns:a16="http://schemas.microsoft.com/office/drawing/2014/main" id="{323F1DFE-D55A-CCE9-06E6-1EACCF182C33}"/>
                    </a:ext>
                  </a:extLst>
                </p14:cNvPr>
                <p14:cNvContentPartPr/>
                <p14:nvPr/>
              </p14:nvContentPartPr>
              <p14:xfrm>
                <a:off x="8458664" y="3535866"/>
                <a:ext cx="117720" cy="126000"/>
              </p14:xfrm>
            </p:contentPart>
          </mc:Choice>
          <mc:Fallback xmlns="">
            <p:pic>
              <p:nvPicPr>
                <p:cNvPr id="27709" name="Ink 27708">
                  <a:extLst>
                    <a:ext uri="{FF2B5EF4-FFF2-40B4-BE49-F238E27FC236}">
                      <a16:creationId xmlns:a16="http://schemas.microsoft.com/office/drawing/2014/main" id="{323F1DFE-D55A-CCE9-06E6-1EACCF182C3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440664" y="3517866"/>
                  <a:ext cx="1533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27710" name="Ink 27709">
                  <a:extLst>
                    <a:ext uri="{FF2B5EF4-FFF2-40B4-BE49-F238E27FC236}">
                      <a16:creationId xmlns:a16="http://schemas.microsoft.com/office/drawing/2014/main" id="{3C47231C-D621-7894-B988-171CF4D10505}"/>
                    </a:ext>
                  </a:extLst>
                </p14:cNvPr>
                <p14:cNvContentPartPr/>
                <p14:nvPr/>
              </p14:nvContentPartPr>
              <p14:xfrm>
                <a:off x="8612024" y="3532266"/>
                <a:ext cx="70560" cy="104760"/>
              </p14:xfrm>
            </p:contentPart>
          </mc:Choice>
          <mc:Fallback xmlns="">
            <p:pic>
              <p:nvPicPr>
                <p:cNvPr id="27710" name="Ink 27709">
                  <a:extLst>
                    <a:ext uri="{FF2B5EF4-FFF2-40B4-BE49-F238E27FC236}">
                      <a16:creationId xmlns:a16="http://schemas.microsoft.com/office/drawing/2014/main" id="{3C47231C-D621-7894-B988-171CF4D10505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594024" y="3514266"/>
                  <a:ext cx="1062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27711" name="Ink 27710">
                  <a:extLst>
                    <a:ext uri="{FF2B5EF4-FFF2-40B4-BE49-F238E27FC236}">
                      <a16:creationId xmlns:a16="http://schemas.microsoft.com/office/drawing/2014/main" id="{1C88065E-763C-4918-CA84-3E1D79F6775E}"/>
                    </a:ext>
                  </a:extLst>
                </p14:cNvPr>
                <p14:cNvContentPartPr/>
                <p14:nvPr/>
              </p14:nvContentPartPr>
              <p14:xfrm>
                <a:off x="8642624" y="3473586"/>
                <a:ext cx="90360" cy="145440"/>
              </p14:xfrm>
            </p:contentPart>
          </mc:Choice>
          <mc:Fallback xmlns="">
            <p:pic>
              <p:nvPicPr>
                <p:cNvPr id="27711" name="Ink 27710">
                  <a:extLst>
                    <a:ext uri="{FF2B5EF4-FFF2-40B4-BE49-F238E27FC236}">
                      <a16:creationId xmlns:a16="http://schemas.microsoft.com/office/drawing/2014/main" id="{1C88065E-763C-4918-CA84-3E1D79F6775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624624" y="3455586"/>
                  <a:ext cx="126000" cy="18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40" name="Group 27739">
            <a:extLst>
              <a:ext uri="{FF2B5EF4-FFF2-40B4-BE49-F238E27FC236}">
                <a16:creationId xmlns:a16="http://schemas.microsoft.com/office/drawing/2014/main" id="{A994460C-39CC-DCF8-4583-9B1E44580C1A}"/>
              </a:ext>
            </a:extLst>
          </p:cNvPr>
          <p:cNvGrpSpPr/>
          <p:nvPr/>
        </p:nvGrpSpPr>
        <p:grpSpPr>
          <a:xfrm>
            <a:off x="10646384" y="2911266"/>
            <a:ext cx="1416960" cy="3438720"/>
            <a:chOff x="10646384" y="2911266"/>
            <a:chExt cx="1416960" cy="343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27737" name="Ink 27736">
                  <a:extLst>
                    <a:ext uri="{FF2B5EF4-FFF2-40B4-BE49-F238E27FC236}">
                      <a16:creationId xmlns:a16="http://schemas.microsoft.com/office/drawing/2014/main" id="{F1B7A947-3668-52D0-CE5D-8C3F556A32F8}"/>
                    </a:ext>
                  </a:extLst>
                </p14:cNvPr>
                <p14:cNvContentPartPr/>
                <p14:nvPr/>
              </p14:nvContentPartPr>
              <p14:xfrm>
                <a:off x="10672304" y="2911266"/>
                <a:ext cx="144000" cy="3386520"/>
              </p14:xfrm>
            </p:contentPart>
          </mc:Choice>
          <mc:Fallback xmlns="">
            <p:pic>
              <p:nvPicPr>
                <p:cNvPr id="27737" name="Ink 27736">
                  <a:extLst>
                    <a:ext uri="{FF2B5EF4-FFF2-40B4-BE49-F238E27FC236}">
                      <a16:creationId xmlns:a16="http://schemas.microsoft.com/office/drawing/2014/main" id="{F1B7A947-3668-52D0-CE5D-8C3F556A32F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654304" y="2893266"/>
                  <a:ext cx="179640" cy="342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27738" name="Ink 27737">
                  <a:extLst>
                    <a:ext uri="{FF2B5EF4-FFF2-40B4-BE49-F238E27FC236}">
                      <a16:creationId xmlns:a16="http://schemas.microsoft.com/office/drawing/2014/main" id="{A2E5042A-1DE5-BDE9-E8CC-738525E304D4}"/>
                    </a:ext>
                  </a:extLst>
                </p14:cNvPr>
                <p14:cNvContentPartPr/>
                <p14:nvPr/>
              </p14:nvContentPartPr>
              <p14:xfrm>
                <a:off x="10811264" y="3068946"/>
                <a:ext cx="1099080" cy="47160"/>
              </p14:xfrm>
            </p:contentPart>
          </mc:Choice>
          <mc:Fallback xmlns="">
            <p:pic>
              <p:nvPicPr>
                <p:cNvPr id="27738" name="Ink 27737">
                  <a:extLst>
                    <a:ext uri="{FF2B5EF4-FFF2-40B4-BE49-F238E27FC236}">
                      <a16:creationId xmlns:a16="http://schemas.microsoft.com/office/drawing/2014/main" id="{A2E5042A-1DE5-BDE9-E8CC-738525E304D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793264" y="3051082"/>
                  <a:ext cx="1134720" cy="825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27739" name="Ink 27738">
                  <a:extLst>
                    <a:ext uri="{FF2B5EF4-FFF2-40B4-BE49-F238E27FC236}">
                      <a16:creationId xmlns:a16="http://schemas.microsoft.com/office/drawing/2014/main" id="{7E8B2BE1-AF63-7D0D-34EF-D1B941EFA4D6}"/>
                    </a:ext>
                  </a:extLst>
                </p14:cNvPr>
                <p14:cNvContentPartPr/>
                <p14:nvPr/>
              </p14:nvContentPartPr>
              <p14:xfrm>
                <a:off x="10646384" y="3102786"/>
                <a:ext cx="1416960" cy="3247200"/>
              </p14:xfrm>
            </p:contentPart>
          </mc:Choice>
          <mc:Fallback xmlns="">
            <p:pic>
              <p:nvPicPr>
                <p:cNvPr id="27739" name="Ink 27738">
                  <a:extLst>
                    <a:ext uri="{FF2B5EF4-FFF2-40B4-BE49-F238E27FC236}">
                      <a16:creationId xmlns:a16="http://schemas.microsoft.com/office/drawing/2014/main" id="{7E8B2BE1-AF63-7D0D-34EF-D1B941EFA4D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628384" y="3084786"/>
                  <a:ext cx="1452600" cy="328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43" name="Group 27742">
            <a:extLst>
              <a:ext uri="{FF2B5EF4-FFF2-40B4-BE49-F238E27FC236}">
                <a16:creationId xmlns:a16="http://schemas.microsoft.com/office/drawing/2014/main" id="{2946EBBC-CF02-DD50-EB6B-6A913D7E6EA5}"/>
              </a:ext>
            </a:extLst>
          </p:cNvPr>
          <p:cNvGrpSpPr/>
          <p:nvPr/>
        </p:nvGrpSpPr>
        <p:grpSpPr>
          <a:xfrm>
            <a:off x="8972024" y="1690866"/>
            <a:ext cx="499680" cy="335520"/>
            <a:chOff x="8972024" y="1690866"/>
            <a:chExt cx="499680" cy="33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27741" name="Ink 27740">
                  <a:extLst>
                    <a:ext uri="{FF2B5EF4-FFF2-40B4-BE49-F238E27FC236}">
                      <a16:creationId xmlns:a16="http://schemas.microsoft.com/office/drawing/2014/main" id="{DBB62AEC-1BC5-5A0C-8A89-3F8F99544A55}"/>
                    </a:ext>
                  </a:extLst>
                </p14:cNvPr>
                <p14:cNvContentPartPr/>
                <p14:nvPr/>
              </p14:nvContentPartPr>
              <p14:xfrm>
                <a:off x="8972024" y="1734426"/>
                <a:ext cx="232200" cy="291960"/>
              </p14:xfrm>
            </p:contentPart>
          </mc:Choice>
          <mc:Fallback xmlns="">
            <p:pic>
              <p:nvPicPr>
                <p:cNvPr id="27741" name="Ink 27740">
                  <a:extLst>
                    <a:ext uri="{FF2B5EF4-FFF2-40B4-BE49-F238E27FC236}">
                      <a16:creationId xmlns:a16="http://schemas.microsoft.com/office/drawing/2014/main" id="{DBB62AEC-1BC5-5A0C-8A89-3F8F99544A5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953996" y="1716426"/>
                  <a:ext cx="267895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27742" name="Ink 27741">
                  <a:extLst>
                    <a:ext uri="{FF2B5EF4-FFF2-40B4-BE49-F238E27FC236}">
                      <a16:creationId xmlns:a16="http://schemas.microsoft.com/office/drawing/2014/main" id="{32AB9326-1DAD-6C2C-16D4-1A90A621746E}"/>
                    </a:ext>
                  </a:extLst>
                </p14:cNvPr>
                <p14:cNvContentPartPr/>
                <p14:nvPr/>
              </p14:nvContentPartPr>
              <p14:xfrm>
                <a:off x="9293504" y="1690866"/>
                <a:ext cx="178200" cy="261360"/>
              </p14:xfrm>
            </p:contentPart>
          </mc:Choice>
          <mc:Fallback xmlns="">
            <p:pic>
              <p:nvPicPr>
                <p:cNvPr id="27742" name="Ink 27741">
                  <a:extLst>
                    <a:ext uri="{FF2B5EF4-FFF2-40B4-BE49-F238E27FC236}">
                      <a16:creationId xmlns:a16="http://schemas.microsoft.com/office/drawing/2014/main" id="{32AB9326-1DAD-6C2C-16D4-1A90A621746E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275468" y="1672866"/>
                  <a:ext cx="213912" cy="29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FB78870-4F4F-9CBC-9FAE-6D6BE9D0F8BC}"/>
                  </a:ext>
                </a:extLst>
              </p14:cNvPr>
              <p14:cNvContentPartPr/>
              <p14:nvPr/>
            </p14:nvContentPartPr>
            <p14:xfrm>
              <a:off x="4639784" y="1378746"/>
              <a:ext cx="106200" cy="4576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FB78870-4F4F-9CBC-9FAE-6D6BE9D0F8BC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4621784" y="1361106"/>
                <a:ext cx="141840" cy="46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4812EC9-7555-9CBB-94F5-AFBD641DF828}"/>
                  </a:ext>
                </a:extLst>
              </p14:cNvPr>
              <p14:cNvContentPartPr/>
              <p14:nvPr/>
            </p14:nvContentPartPr>
            <p14:xfrm>
              <a:off x="2046704" y="2269026"/>
              <a:ext cx="1453680" cy="33678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4812EC9-7555-9CBB-94F5-AFBD641DF828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1992704" y="2161026"/>
                <a:ext cx="1561320" cy="358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7730" name="Group 27729">
            <a:extLst>
              <a:ext uri="{FF2B5EF4-FFF2-40B4-BE49-F238E27FC236}">
                <a16:creationId xmlns:a16="http://schemas.microsoft.com/office/drawing/2014/main" id="{385052EB-F2BE-2D7F-12A6-3400C9DA3BF5}"/>
              </a:ext>
            </a:extLst>
          </p:cNvPr>
          <p:cNvGrpSpPr/>
          <p:nvPr/>
        </p:nvGrpSpPr>
        <p:grpSpPr>
          <a:xfrm>
            <a:off x="5317664" y="1917306"/>
            <a:ext cx="648000" cy="692280"/>
            <a:chOff x="5317664" y="1917306"/>
            <a:chExt cx="648000" cy="69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09B9B0E-CF2B-323D-A124-2057D3D7D07D}"/>
                    </a:ext>
                  </a:extLst>
                </p14:cNvPr>
                <p14:cNvContentPartPr/>
                <p14:nvPr/>
              </p14:nvContentPartPr>
              <p14:xfrm>
                <a:off x="5438984" y="2346066"/>
                <a:ext cx="83160" cy="85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09B9B0E-CF2B-323D-A124-2057D3D7D07D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420984" y="2328066"/>
                  <a:ext cx="1188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A3595AE-36D2-5725-2EA1-0B23ED3FBB56}"/>
                    </a:ext>
                  </a:extLst>
                </p14:cNvPr>
                <p14:cNvContentPartPr/>
                <p14:nvPr/>
              </p14:nvContentPartPr>
              <p14:xfrm>
                <a:off x="5317664" y="1917306"/>
                <a:ext cx="218160" cy="1908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A3595AE-36D2-5725-2EA1-0B23ED3FBB5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300024" y="1899666"/>
                  <a:ext cx="2538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0E6F544-348F-2E0B-B973-F015A5708BB3}"/>
                    </a:ext>
                  </a:extLst>
                </p14:cNvPr>
                <p14:cNvContentPartPr/>
                <p14:nvPr/>
              </p14:nvContentPartPr>
              <p14:xfrm>
                <a:off x="5660744" y="2060226"/>
                <a:ext cx="41040" cy="1375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0E6F544-348F-2E0B-B973-F015A5708BB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642744" y="2042586"/>
                  <a:ext cx="766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EB4DD7B-7096-E958-86B4-EBEDFE4486F2}"/>
                    </a:ext>
                  </a:extLst>
                </p14:cNvPr>
                <p14:cNvContentPartPr/>
                <p14:nvPr/>
              </p14:nvContentPartPr>
              <p14:xfrm>
                <a:off x="5693864" y="2067426"/>
                <a:ext cx="64440" cy="1324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EB4DD7B-7096-E958-86B4-EBEDFE4486F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675864" y="2049426"/>
                  <a:ext cx="1000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E2AECF0-7075-C0F7-8581-7269CC9FF4B6}"/>
                    </a:ext>
                  </a:extLst>
                </p14:cNvPr>
                <p14:cNvContentPartPr/>
                <p14:nvPr/>
              </p14:nvContentPartPr>
              <p14:xfrm>
                <a:off x="5844344" y="2051586"/>
                <a:ext cx="18720" cy="1551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E2AECF0-7075-C0F7-8581-7269CC9FF4B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826344" y="2033586"/>
                  <a:ext cx="543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27649" name="Ink 27648">
                  <a:extLst>
                    <a:ext uri="{FF2B5EF4-FFF2-40B4-BE49-F238E27FC236}">
                      <a16:creationId xmlns:a16="http://schemas.microsoft.com/office/drawing/2014/main" id="{0E1CB464-BC20-4499-4C4E-C736ECF8556D}"/>
                    </a:ext>
                  </a:extLst>
                </p14:cNvPr>
                <p14:cNvContentPartPr/>
                <p14:nvPr/>
              </p14:nvContentPartPr>
              <p14:xfrm>
                <a:off x="5859824" y="2042586"/>
                <a:ext cx="105840" cy="129240"/>
              </p14:xfrm>
            </p:contentPart>
          </mc:Choice>
          <mc:Fallback xmlns="">
            <p:pic>
              <p:nvPicPr>
                <p:cNvPr id="27649" name="Ink 27648">
                  <a:extLst>
                    <a:ext uri="{FF2B5EF4-FFF2-40B4-BE49-F238E27FC236}">
                      <a16:creationId xmlns:a16="http://schemas.microsoft.com/office/drawing/2014/main" id="{0E1CB464-BC20-4499-4C4E-C736ECF8556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841824" y="2024586"/>
                  <a:ext cx="1414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27720" name="Ink 27719">
                  <a:extLst>
                    <a:ext uri="{FF2B5EF4-FFF2-40B4-BE49-F238E27FC236}">
                      <a16:creationId xmlns:a16="http://schemas.microsoft.com/office/drawing/2014/main" id="{3CF345D0-78E9-8754-51B3-F1F9A28096D6}"/>
                    </a:ext>
                  </a:extLst>
                </p14:cNvPr>
                <p14:cNvContentPartPr/>
                <p14:nvPr/>
              </p14:nvContentPartPr>
              <p14:xfrm>
                <a:off x="5467064" y="2410866"/>
                <a:ext cx="65160" cy="198720"/>
              </p14:xfrm>
            </p:contentPart>
          </mc:Choice>
          <mc:Fallback xmlns="">
            <p:pic>
              <p:nvPicPr>
                <p:cNvPr id="27720" name="Ink 27719">
                  <a:extLst>
                    <a:ext uri="{FF2B5EF4-FFF2-40B4-BE49-F238E27FC236}">
                      <a16:creationId xmlns:a16="http://schemas.microsoft.com/office/drawing/2014/main" id="{3CF345D0-78E9-8754-51B3-F1F9A28096D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449064" y="2393226"/>
                  <a:ext cx="100800" cy="23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61" name="Group 27760">
            <a:extLst>
              <a:ext uri="{FF2B5EF4-FFF2-40B4-BE49-F238E27FC236}">
                <a16:creationId xmlns:a16="http://schemas.microsoft.com/office/drawing/2014/main" id="{679E1ECE-00FC-A7FF-4114-90CA78A9AB0F}"/>
              </a:ext>
            </a:extLst>
          </p:cNvPr>
          <p:cNvGrpSpPr/>
          <p:nvPr/>
        </p:nvGrpSpPr>
        <p:grpSpPr>
          <a:xfrm>
            <a:off x="5504144" y="3166866"/>
            <a:ext cx="1116720" cy="1803960"/>
            <a:chOff x="5504144" y="3166866"/>
            <a:chExt cx="1116720" cy="180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27744" name="Ink 27743">
                  <a:extLst>
                    <a:ext uri="{FF2B5EF4-FFF2-40B4-BE49-F238E27FC236}">
                      <a16:creationId xmlns:a16="http://schemas.microsoft.com/office/drawing/2014/main" id="{E84908BA-EB8B-8C2F-0FAC-90EE5B311A0C}"/>
                    </a:ext>
                  </a:extLst>
                </p14:cNvPr>
                <p14:cNvContentPartPr/>
                <p14:nvPr/>
              </p14:nvContentPartPr>
              <p14:xfrm>
                <a:off x="5534384" y="3575466"/>
                <a:ext cx="49680" cy="45000"/>
              </p14:xfrm>
            </p:contentPart>
          </mc:Choice>
          <mc:Fallback xmlns="">
            <p:pic>
              <p:nvPicPr>
                <p:cNvPr id="27744" name="Ink 27743">
                  <a:extLst>
                    <a:ext uri="{FF2B5EF4-FFF2-40B4-BE49-F238E27FC236}">
                      <a16:creationId xmlns:a16="http://schemas.microsoft.com/office/drawing/2014/main" id="{E84908BA-EB8B-8C2F-0FAC-90EE5B311A0C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516384" y="3557826"/>
                  <a:ext cx="853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7745" name="Ink 27744">
                  <a:extLst>
                    <a:ext uri="{FF2B5EF4-FFF2-40B4-BE49-F238E27FC236}">
                      <a16:creationId xmlns:a16="http://schemas.microsoft.com/office/drawing/2014/main" id="{795D5322-7A54-5744-5E37-2303E74B8DC4}"/>
                    </a:ext>
                  </a:extLst>
                </p14:cNvPr>
                <p14:cNvContentPartPr/>
                <p14:nvPr/>
              </p14:nvContentPartPr>
              <p14:xfrm>
                <a:off x="5504144" y="3551706"/>
                <a:ext cx="410400" cy="43920"/>
              </p14:xfrm>
            </p:contentPart>
          </mc:Choice>
          <mc:Fallback xmlns="">
            <p:pic>
              <p:nvPicPr>
                <p:cNvPr id="27745" name="Ink 27744">
                  <a:extLst>
                    <a:ext uri="{FF2B5EF4-FFF2-40B4-BE49-F238E27FC236}">
                      <a16:creationId xmlns:a16="http://schemas.microsoft.com/office/drawing/2014/main" id="{795D5322-7A54-5744-5E37-2303E74B8DC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486144" y="3534066"/>
                  <a:ext cx="4460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27746" name="Ink 27745">
                  <a:extLst>
                    <a:ext uri="{FF2B5EF4-FFF2-40B4-BE49-F238E27FC236}">
                      <a16:creationId xmlns:a16="http://schemas.microsoft.com/office/drawing/2014/main" id="{B5D1B840-CA78-F30F-434E-C124AAA53DC3}"/>
                    </a:ext>
                  </a:extLst>
                </p14:cNvPr>
                <p14:cNvContentPartPr/>
                <p14:nvPr/>
              </p14:nvContentPartPr>
              <p14:xfrm>
                <a:off x="5879264" y="3301506"/>
                <a:ext cx="121680" cy="151200"/>
              </p14:xfrm>
            </p:contentPart>
          </mc:Choice>
          <mc:Fallback xmlns="">
            <p:pic>
              <p:nvPicPr>
                <p:cNvPr id="27746" name="Ink 27745">
                  <a:extLst>
                    <a:ext uri="{FF2B5EF4-FFF2-40B4-BE49-F238E27FC236}">
                      <a16:creationId xmlns:a16="http://schemas.microsoft.com/office/drawing/2014/main" id="{B5D1B840-CA78-F30F-434E-C124AAA53DC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861624" y="3283866"/>
                  <a:ext cx="1573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7747" name="Ink 27746">
                  <a:extLst>
                    <a:ext uri="{FF2B5EF4-FFF2-40B4-BE49-F238E27FC236}">
                      <a16:creationId xmlns:a16="http://schemas.microsoft.com/office/drawing/2014/main" id="{467D5CA0-2213-FA44-E028-F3DBF88FA256}"/>
                    </a:ext>
                  </a:extLst>
                </p14:cNvPr>
                <p14:cNvContentPartPr/>
                <p14:nvPr/>
              </p14:nvContentPartPr>
              <p14:xfrm>
                <a:off x="6073304" y="3316626"/>
                <a:ext cx="170640" cy="70920"/>
              </p14:xfrm>
            </p:contentPart>
          </mc:Choice>
          <mc:Fallback xmlns="">
            <p:pic>
              <p:nvPicPr>
                <p:cNvPr id="27747" name="Ink 27746">
                  <a:extLst>
                    <a:ext uri="{FF2B5EF4-FFF2-40B4-BE49-F238E27FC236}">
                      <a16:creationId xmlns:a16="http://schemas.microsoft.com/office/drawing/2014/main" id="{467D5CA0-2213-FA44-E028-F3DBF88FA256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055304" y="3298626"/>
                  <a:ext cx="2062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7748" name="Ink 27747">
                  <a:extLst>
                    <a:ext uri="{FF2B5EF4-FFF2-40B4-BE49-F238E27FC236}">
                      <a16:creationId xmlns:a16="http://schemas.microsoft.com/office/drawing/2014/main" id="{D99F8775-29B3-7BCB-472A-B0D9D680B6A3}"/>
                    </a:ext>
                  </a:extLst>
                </p14:cNvPr>
                <p14:cNvContentPartPr/>
                <p14:nvPr/>
              </p14:nvContentPartPr>
              <p14:xfrm>
                <a:off x="6289304" y="3166866"/>
                <a:ext cx="96840" cy="227160"/>
              </p14:xfrm>
            </p:contentPart>
          </mc:Choice>
          <mc:Fallback xmlns="">
            <p:pic>
              <p:nvPicPr>
                <p:cNvPr id="27748" name="Ink 27747">
                  <a:extLst>
                    <a:ext uri="{FF2B5EF4-FFF2-40B4-BE49-F238E27FC236}">
                      <a16:creationId xmlns:a16="http://schemas.microsoft.com/office/drawing/2014/main" id="{D99F8775-29B3-7BCB-472A-B0D9D680B6A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271664" y="3148866"/>
                  <a:ext cx="13248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7749" name="Ink 27748">
                  <a:extLst>
                    <a:ext uri="{FF2B5EF4-FFF2-40B4-BE49-F238E27FC236}">
                      <a16:creationId xmlns:a16="http://schemas.microsoft.com/office/drawing/2014/main" id="{A64D0E97-2FEB-0590-F67F-8C3D8175589D}"/>
                    </a:ext>
                  </a:extLst>
                </p14:cNvPr>
                <p14:cNvContentPartPr/>
                <p14:nvPr/>
              </p14:nvContentPartPr>
              <p14:xfrm>
                <a:off x="6281024" y="3256146"/>
                <a:ext cx="83880" cy="48240"/>
              </p14:xfrm>
            </p:contentPart>
          </mc:Choice>
          <mc:Fallback xmlns="">
            <p:pic>
              <p:nvPicPr>
                <p:cNvPr id="27749" name="Ink 27748">
                  <a:extLst>
                    <a:ext uri="{FF2B5EF4-FFF2-40B4-BE49-F238E27FC236}">
                      <a16:creationId xmlns:a16="http://schemas.microsoft.com/office/drawing/2014/main" id="{A64D0E97-2FEB-0590-F67F-8C3D8175589D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263384" y="3238146"/>
                  <a:ext cx="1195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7751" name="Ink 27750">
                  <a:extLst>
                    <a:ext uri="{FF2B5EF4-FFF2-40B4-BE49-F238E27FC236}">
                      <a16:creationId xmlns:a16="http://schemas.microsoft.com/office/drawing/2014/main" id="{E392510C-4298-5FCD-3AF4-CE546F6E0F42}"/>
                    </a:ext>
                  </a:extLst>
                </p14:cNvPr>
                <p14:cNvContentPartPr/>
                <p14:nvPr/>
              </p14:nvContentPartPr>
              <p14:xfrm>
                <a:off x="5547344" y="3622986"/>
                <a:ext cx="128880" cy="1154160"/>
              </p14:xfrm>
            </p:contentPart>
          </mc:Choice>
          <mc:Fallback xmlns="">
            <p:pic>
              <p:nvPicPr>
                <p:cNvPr id="27751" name="Ink 27750">
                  <a:extLst>
                    <a:ext uri="{FF2B5EF4-FFF2-40B4-BE49-F238E27FC236}">
                      <a16:creationId xmlns:a16="http://schemas.microsoft.com/office/drawing/2014/main" id="{E392510C-4298-5FCD-3AF4-CE546F6E0F42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529704" y="3604986"/>
                  <a:ext cx="164520" cy="11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7752" name="Ink 27751">
                  <a:extLst>
                    <a:ext uri="{FF2B5EF4-FFF2-40B4-BE49-F238E27FC236}">
                      <a16:creationId xmlns:a16="http://schemas.microsoft.com/office/drawing/2014/main" id="{F3084EB1-61F3-3403-F58A-FA25AE35FA6A}"/>
                    </a:ext>
                  </a:extLst>
                </p14:cNvPr>
                <p14:cNvContentPartPr/>
                <p14:nvPr/>
              </p14:nvContentPartPr>
              <p14:xfrm>
                <a:off x="5535824" y="4756986"/>
                <a:ext cx="277920" cy="30240"/>
              </p14:xfrm>
            </p:contentPart>
          </mc:Choice>
          <mc:Fallback xmlns="">
            <p:pic>
              <p:nvPicPr>
                <p:cNvPr id="27752" name="Ink 27751">
                  <a:extLst>
                    <a:ext uri="{FF2B5EF4-FFF2-40B4-BE49-F238E27FC236}">
                      <a16:creationId xmlns:a16="http://schemas.microsoft.com/office/drawing/2014/main" id="{F3084EB1-61F3-3403-F58A-FA25AE35FA6A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517824" y="4739346"/>
                  <a:ext cx="3135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7753" name="Ink 27752">
                  <a:extLst>
                    <a:ext uri="{FF2B5EF4-FFF2-40B4-BE49-F238E27FC236}">
                      <a16:creationId xmlns:a16="http://schemas.microsoft.com/office/drawing/2014/main" id="{3104DC2E-1234-4FD6-7F69-20FC7EF5459B}"/>
                    </a:ext>
                  </a:extLst>
                </p14:cNvPr>
                <p14:cNvContentPartPr/>
                <p14:nvPr/>
              </p14:nvContentPartPr>
              <p14:xfrm>
                <a:off x="5585144" y="4771026"/>
                <a:ext cx="135000" cy="163080"/>
              </p14:xfrm>
            </p:contentPart>
          </mc:Choice>
          <mc:Fallback xmlns="">
            <p:pic>
              <p:nvPicPr>
                <p:cNvPr id="27753" name="Ink 27752">
                  <a:extLst>
                    <a:ext uri="{FF2B5EF4-FFF2-40B4-BE49-F238E27FC236}">
                      <a16:creationId xmlns:a16="http://schemas.microsoft.com/office/drawing/2014/main" id="{3104DC2E-1234-4FD6-7F69-20FC7EF5459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567504" y="4753386"/>
                  <a:ext cx="1706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7754" name="Ink 27753">
                  <a:extLst>
                    <a:ext uri="{FF2B5EF4-FFF2-40B4-BE49-F238E27FC236}">
                      <a16:creationId xmlns:a16="http://schemas.microsoft.com/office/drawing/2014/main" id="{AB590A07-2E4F-C92E-3206-5F9B0BDF053B}"/>
                    </a:ext>
                  </a:extLst>
                </p14:cNvPr>
                <p14:cNvContentPartPr/>
                <p14:nvPr/>
              </p14:nvContentPartPr>
              <p14:xfrm>
                <a:off x="5697464" y="4769226"/>
                <a:ext cx="105840" cy="142200"/>
              </p14:xfrm>
            </p:contentPart>
          </mc:Choice>
          <mc:Fallback xmlns="">
            <p:pic>
              <p:nvPicPr>
                <p:cNvPr id="27754" name="Ink 27753">
                  <a:extLst>
                    <a:ext uri="{FF2B5EF4-FFF2-40B4-BE49-F238E27FC236}">
                      <a16:creationId xmlns:a16="http://schemas.microsoft.com/office/drawing/2014/main" id="{AB590A07-2E4F-C92E-3206-5F9B0BDF053B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679464" y="4751226"/>
                  <a:ext cx="14148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7755" name="Ink 27754">
                  <a:extLst>
                    <a:ext uri="{FF2B5EF4-FFF2-40B4-BE49-F238E27FC236}">
                      <a16:creationId xmlns:a16="http://schemas.microsoft.com/office/drawing/2014/main" id="{5B9E01D7-8023-42FD-1890-55050E667167}"/>
                    </a:ext>
                  </a:extLst>
                </p14:cNvPr>
                <p14:cNvContentPartPr/>
                <p14:nvPr/>
              </p14:nvContentPartPr>
              <p14:xfrm>
                <a:off x="5990504" y="4744026"/>
                <a:ext cx="166680" cy="226800"/>
              </p14:xfrm>
            </p:contentPart>
          </mc:Choice>
          <mc:Fallback xmlns="">
            <p:pic>
              <p:nvPicPr>
                <p:cNvPr id="27755" name="Ink 27754">
                  <a:extLst>
                    <a:ext uri="{FF2B5EF4-FFF2-40B4-BE49-F238E27FC236}">
                      <a16:creationId xmlns:a16="http://schemas.microsoft.com/office/drawing/2014/main" id="{5B9E01D7-8023-42FD-1890-55050E667167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972504" y="4726026"/>
                  <a:ext cx="20232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7756" name="Ink 27755">
                  <a:extLst>
                    <a:ext uri="{FF2B5EF4-FFF2-40B4-BE49-F238E27FC236}">
                      <a16:creationId xmlns:a16="http://schemas.microsoft.com/office/drawing/2014/main" id="{3AAB20EC-CB9F-295C-737E-4BE63065C11D}"/>
                    </a:ext>
                  </a:extLst>
                </p14:cNvPr>
                <p14:cNvContentPartPr/>
                <p14:nvPr/>
              </p14:nvContentPartPr>
              <p14:xfrm>
                <a:off x="6236744" y="4773906"/>
                <a:ext cx="30600" cy="153360"/>
              </p14:xfrm>
            </p:contentPart>
          </mc:Choice>
          <mc:Fallback xmlns="">
            <p:pic>
              <p:nvPicPr>
                <p:cNvPr id="27756" name="Ink 27755">
                  <a:extLst>
                    <a:ext uri="{FF2B5EF4-FFF2-40B4-BE49-F238E27FC236}">
                      <a16:creationId xmlns:a16="http://schemas.microsoft.com/office/drawing/2014/main" id="{3AAB20EC-CB9F-295C-737E-4BE63065C11D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218744" y="4756266"/>
                  <a:ext cx="6624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7757" name="Ink 27756">
                  <a:extLst>
                    <a:ext uri="{FF2B5EF4-FFF2-40B4-BE49-F238E27FC236}">
                      <a16:creationId xmlns:a16="http://schemas.microsoft.com/office/drawing/2014/main" id="{D6BF2B64-1E10-0F09-0EC0-3F6858C3E7D5}"/>
                    </a:ext>
                  </a:extLst>
                </p14:cNvPr>
                <p14:cNvContentPartPr/>
                <p14:nvPr/>
              </p14:nvContentPartPr>
              <p14:xfrm>
                <a:off x="6270224" y="4724586"/>
                <a:ext cx="118440" cy="109080"/>
              </p14:xfrm>
            </p:contentPart>
          </mc:Choice>
          <mc:Fallback xmlns="">
            <p:pic>
              <p:nvPicPr>
                <p:cNvPr id="27757" name="Ink 27756">
                  <a:extLst>
                    <a:ext uri="{FF2B5EF4-FFF2-40B4-BE49-F238E27FC236}">
                      <a16:creationId xmlns:a16="http://schemas.microsoft.com/office/drawing/2014/main" id="{D6BF2B64-1E10-0F09-0EC0-3F6858C3E7D5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252584" y="4706586"/>
                  <a:ext cx="15408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7758" name="Ink 27757">
                  <a:extLst>
                    <a:ext uri="{FF2B5EF4-FFF2-40B4-BE49-F238E27FC236}">
                      <a16:creationId xmlns:a16="http://schemas.microsoft.com/office/drawing/2014/main" id="{B96B9169-75D8-D5B9-EA4C-12ED41BC458E}"/>
                    </a:ext>
                  </a:extLst>
                </p14:cNvPr>
                <p14:cNvContentPartPr/>
                <p14:nvPr/>
              </p14:nvContentPartPr>
              <p14:xfrm>
                <a:off x="6460304" y="4707306"/>
                <a:ext cx="64440" cy="190800"/>
              </p14:xfrm>
            </p:contentPart>
          </mc:Choice>
          <mc:Fallback xmlns="">
            <p:pic>
              <p:nvPicPr>
                <p:cNvPr id="27758" name="Ink 27757">
                  <a:extLst>
                    <a:ext uri="{FF2B5EF4-FFF2-40B4-BE49-F238E27FC236}">
                      <a16:creationId xmlns:a16="http://schemas.microsoft.com/office/drawing/2014/main" id="{B96B9169-75D8-D5B9-EA4C-12ED41BC458E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442304" y="4689666"/>
                  <a:ext cx="1000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7759" name="Ink 27758">
                  <a:extLst>
                    <a:ext uri="{FF2B5EF4-FFF2-40B4-BE49-F238E27FC236}">
                      <a16:creationId xmlns:a16="http://schemas.microsoft.com/office/drawing/2014/main" id="{1CAC0B2F-8277-441D-433D-70DBDF62AC74}"/>
                    </a:ext>
                  </a:extLst>
                </p14:cNvPr>
                <p14:cNvContentPartPr/>
                <p14:nvPr/>
              </p14:nvContentPartPr>
              <p14:xfrm>
                <a:off x="6477224" y="4716666"/>
                <a:ext cx="143640" cy="217800"/>
              </p14:xfrm>
            </p:contentPart>
          </mc:Choice>
          <mc:Fallback xmlns="">
            <p:pic>
              <p:nvPicPr>
                <p:cNvPr id="27759" name="Ink 27758">
                  <a:extLst>
                    <a:ext uri="{FF2B5EF4-FFF2-40B4-BE49-F238E27FC236}">
                      <a16:creationId xmlns:a16="http://schemas.microsoft.com/office/drawing/2014/main" id="{1CAC0B2F-8277-441D-433D-70DBDF62AC7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459584" y="4699026"/>
                  <a:ext cx="179280" cy="253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27762" name="Ink 27761">
                <a:extLst>
                  <a:ext uri="{FF2B5EF4-FFF2-40B4-BE49-F238E27FC236}">
                    <a16:creationId xmlns:a16="http://schemas.microsoft.com/office/drawing/2014/main" id="{6AA723C6-15BC-8B6A-245C-C1A452D80EBF}"/>
                  </a:ext>
                </a:extLst>
              </p14:cNvPr>
              <p14:cNvContentPartPr/>
              <p14:nvPr/>
            </p14:nvContentPartPr>
            <p14:xfrm>
              <a:off x="6232064" y="3662946"/>
              <a:ext cx="153720" cy="232200"/>
            </p14:xfrm>
          </p:contentPart>
        </mc:Choice>
        <mc:Fallback xmlns="">
          <p:pic>
            <p:nvPicPr>
              <p:cNvPr id="27762" name="Ink 27761">
                <a:extLst>
                  <a:ext uri="{FF2B5EF4-FFF2-40B4-BE49-F238E27FC236}">
                    <a16:creationId xmlns:a16="http://schemas.microsoft.com/office/drawing/2014/main" id="{6AA723C6-15BC-8B6A-245C-C1A452D80EBF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6214064" y="3645306"/>
                <a:ext cx="189360" cy="26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7765" name="Group 27764">
            <a:extLst>
              <a:ext uri="{FF2B5EF4-FFF2-40B4-BE49-F238E27FC236}">
                <a16:creationId xmlns:a16="http://schemas.microsoft.com/office/drawing/2014/main" id="{8B8FFF5B-74A7-53BF-CDC8-6980E2A62ECF}"/>
              </a:ext>
            </a:extLst>
          </p:cNvPr>
          <p:cNvGrpSpPr/>
          <p:nvPr/>
        </p:nvGrpSpPr>
        <p:grpSpPr>
          <a:xfrm>
            <a:off x="9002264" y="1644426"/>
            <a:ext cx="458280" cy="363240"/>
            <a:chOff x="9002264" y="1644426"/>
            <a:chExt cx="458280" cy="36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7763" name="Ink 27762">
                  <a:extLst>
                    <a:ext uri="{FF2B5EF4-FFF2-40B4-BE49-F238E27FC236}">
                      <a16:creationId xmlns:a16="http://schemas.microsoft.com/office/drawing/2014/main" id="{5426C3CC-C456-63EB-251C-A61D26F5D336}"/>
                    </a:ext>
                  </a:extLst>
                </p14:cNvPr>
                <p14:cNvContentPartPr/>
                <p14:nvPr/>
              </p14:nvContentPartPr>
              <p14:xfrm>
                <a:off x="9002264" y="1725066"/>
                <a:ext cx="176400" cy="282600"/>
              </p14:xfrm>
            </p:contentPart>
          </mc:Choice>
          <mc:Fallback xmlns="">
            <p:pic>
              <p:nvPicPr>
                <p:cNvPr id="27763" name="Ink 27762">
                  <a:extLst>
                    <a:ext uri="{FF2B5EF4-FFF2-40B4-BE49-F238E27FC236}">
                      <a16:creationId xmlns:a16="http://schemas.microsoft.com/office/drawing/2014/main" id="{5426C3CC-C456-63EB-251C-A61D26F5D336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984624" y="1707066"/>
                  <a:ext cx="21204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7764" name="Ink 27763">
                  <a:extLst>
                    <a:ext uri="{FF2B5EF4-FFF2-40B4-BE49-F238E27FC236}">
                      <a16:creationId xmlns:a16="http://schemas.microsoft.com/office/drawing/2014/main" id="{6B41DD7D-FFD0-6C9A-5139-42510C78708C}"/>
                    </a:ext>
                  </a:extLst>
                </p14:cNvPr>
                <p14:cNvContentPartPr/>
                <p14:nvPr/>
              </p14:nvContentPartPr>
              <p14:xfrm>
                <a:off x="9249944" y="1644426"/>
                <a:ext cx="210600" cy="250560"/>
              </p14:xfrm>
            </p:contentPart>
          </mc:Choice>
          <mc:Fallback xmlns="">
            <p:pic>
              <p:nvPicPr>
                <p:cNvPr id="27764" name="Ink 27763">
                  <a:extLst>
                    <a:ext uri="{FF2B5EF4-FFF2-40B4-BE49-F238E27FC236}">
                      <a16:creationId xmlns:a16="http://schemas.microsoft.com/office/drawing/2014/main" id="{6B41DD7D-FFD0-6C9A-5139-42510C78708C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232304" y="1626426"/>
                  <a:ext cx="246240" cy="286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67857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3560B-1FB9-1ACD-7951-CC9ECD408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>
            <a:extLst>
              <a:ext uri="{FF2B5EF4-FFF2-40B4-BE49-F238E27FC236}">
                <a16:creationId xmlns:a16="http://schemas.microsoft.com/office/drawing/2014/main" id="{593A1DFF-B364-ECCA-2E87-64458DE820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0"/>
            <a:ext cx="9314121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991B1E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CMOS (Complementary MOS) Inverter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2DB1913-A638-3FDD-8049-B23247F243E0}"/>
              </a:ext>
            </a:extLst>
          </p:cNvPr>
          <p:cNvGrpSpPr/>
          <p:nvPr/>
        </p:nvGrpSpPr>
        <p:grpSpPr>
          <a:xfrm>
            <a:off x="6189584" y="559026"/>
            <a:ext cx="4192920" cy="2845800"/>
            <a:chOff x="6189584" y="559026"/>
            <a:chExt cx="4192920" cy="284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E55936A-0317-6522-E223-7FEF95BEB18F}"/>
                    </a:ext>
                  </a:extLst>
                </p14:cNvPr>
                <p14:cNvContentPartPr/>
                <p14:nvPr/>
              </p14:nvContentPartPr>
              <p14:xfrm>
                <a:off x="8207744" y="559026"/>
                <a:ext cx="164520" cy="24310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E55936A-0317-6522-E223-7FEF95BEB18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189705" y="541026"/>
                  <a:ext cx="200238" cy="246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55B455D-6EE3-DC30-931E-BE002894AEE1}"/>
                    </a:ext>
                  </a:extLst>
                </p14:cNvPr>
                <p14:cNvContentPartPr/>
                <p14:nvPr/>
              </p14:nvContentPartPr>
              <p14:xfrm>
                <a:off x="6189584" y="1450386"/>
                <a:ext cx="4048560" cy="2689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55B455D-6EE3-DC30-931E-BE002894AEE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171584" y="1432386"/>
                  <a:ext cx="408420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5608432-4B2B-7CBE-3B69-2611BE9FFDBC}"/>
                    </a:ext>
                  </a:extLst>
                </p14:cNvPr>
                <p14:cNvContentPartPr/>
                <p14:nvPr/>
              </p14:nvContentPartPr>
              <p14:xfrm>
                <a:off x="7214504" y="992466"/>
                <a:ext cx="4680" cy="2808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5608432-4B2B-7CBE-3B69-2611BE9FFDB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196504" y="974443"/>
                  <a:ext cx="40320" cy="3164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C145BEE-0A88-C8FD-6708-3FB75A42FB7D}"/>
                    </a:ext>
                  </a:extLst>
                </p14:cNvPr>
                <p14:cNvContentPartPr/>
                <p14:nvPr/>
              </p14:nvContentPartPr>
              <p14:xfrm>
                <a:off x="7332584" y="1070586"/>
                <a:ext cx="23400" cy="187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C145BEE-0A88-C8FD-6708-3FB75A42FB7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314584" y="1052586"/>
                  <a:ext cx="590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D661D6E-FDE4-531D-3BE6-DC9C212E0BA2}"/>
                    </a:ext>
                  </a:extLst>
                </p14:cNvPr>
                <p14:cNvContentPartPr/>
                <p14:nvPr/>
              </p14:nvContentPartPr>
              <p14:xfrm>
                <a:off x="7333304" y="978786"/>
                <a:ext cx="191160" cy="2016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D661D6E-FDE4-531D-3BE6-DC9C212E0BA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315304" y="960786"/>
                  <a:ext cx="2268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601648E-4D16-2260-60E5-1EE0BC10F1DB}"/>
                    </a:ext>
                  </a:extLst>
                </p14:cNvPr>
                <p14:cNvContentPartPr/>
                <p14:nvPr/>
              </p14:nvContentPartPr>
              <p14:xfrm>
                <a:off x="8721824" y="1034946"/>
                <a:ext cx="152640" cy="2012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601648E-4D16-2260-60E5-1EE0BC10F1D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703824" y="1016946"/>
                  <a:ext cx="1882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60AE327-6CDC-46F1-C8A5-A956A9660FF1}"/>
                    </a:ext>
                  </a:extLst>
                </p14:cNvPr>
                <p14:cNvContentPartPr/>
                <p14:nvPr/>
              </p14:nvContentPartPr>
              <p14:xfrm>
                <a:off x="9021704" y="1045026"/>
                <a:ext cx="249480" cy="144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60AE327-6CDC-46F1-C8A5-A956A9660FF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003704" y="1027071"/>
                  <a:ext cx="285120" cy="1799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78C4957-924E-7CD4-FB50-17B4242B8F74}"/>
                    </a:ext>
                  </a:extLst>
                </p14:cNvPr>
                <p14:cNvContentPartPr/>
                <p14:nvPr/>
              </p14:nvContentPartPr>
              <p14:xfrm>
                <a:off x="9424184" y="879426"/>
                <a:ext cx="78480" cy="3283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78C4957-924E-7CD4-FB50-17B4242B8F7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406184" y="861446"/>
                  <a:ext cx="114120" cy="3639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3505623-77D4-676B-DFF1-1FCA88ABA87A}"/>
                    </a:ext>
                  </a:extLst>
                </p14:cNvPr>
                <p14:cNvContentPartPr/>
                <p14:nvPr/>
              </p14:nvContentPartPr>
              <p14:xfrm>
                <a:off x="9357944" y="1097586"/>
                <a:ext cx="100440" cy="421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3505623-77D4-676B-DFF1-1FCA88ABA87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339944" y="1079586"/>
                  <a:ext cx="1360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DFC37A3-D8B3-70D1-CDB0-2E78CA62CE97}"/>
                    </a:ext>
                  </a:extLst>
                </p14:cNvPr>
                <p14:cNvContentPartPr/>
                <p14:nvPr/>
              </p14:nvContentPartPr>
              <p14:xfrm>
                <a:off x="9708584" y="1080306"/>
                <a:ext cx="8640" cy="31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DFC37A3-D8B3-70D1-CDB0-2E78CA62CE9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690584" y="1062306"/>
                  <a:ext cx="442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F079C04-9C9D-02E5-AE74-37A5DE1CF7AB}"/>
                    </a:ext>
                  </a:extLst>
                </p14:cNvPr>
                <p14:cNvContentPartPr/>
                <p14:nvPr/>
              </p14:nvContentPartPr>
              <p14:xfrm>
                <a:off x="6452744" y="1622106"/>
                <a:ext cx="198360" cy="1782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F079C04-9C9D-02E5-AE74-37A5DE1CF7A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434744" y="1604106"/>
                  <a:ext cx="234000" cy="18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C3A88D7-BDD1-FB8E-7754-99DA91E2C8F8}"/>
                    </a:ext>
                  </a:extLst>
                </p14:cNvPr>
                <p14:cNvContentPartPr/>
                <p14:nvPr/>
              </p14:nvContentPartPr>
              <p14:xfrm>
                <a:off x="8351024" y="2939346"/>
                <a:ext cx="38880" cy="3794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C3A88D7-BDD1-FB8E-7754-99DA91E2C8F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333024" y="2921346"/>
                  <a:ext cx="7452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AB29CD8-B93B-A483-7D2D-216BA9D5F1FE}"/>
                    </a:ext>
                  </a:extLst>
                </p14:cNvPr>
                <p14:cNvContentPartPr/>
                <p14:nvPr/>
              </p14:nvContentPartPr>
              <p14:xfrm>
                <a:off x="6615824" y="3210066"/>
                <a:ext cx="3651480" cy="166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AB29CD8-B93B-A483-7D2D-216BA9D5F1F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597826" y="3192066"/>
                  <a:ext cx="3687116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79988B1-E2FB-FA2B-8FF2-4F3D4860CED9}"/>
                    </a:ext>
                  </a:extLst>
                </p14:cNvPr>
                <p14:cNvContentPartPr/>
                <p14:nvPr/>
              </p14:nvContentPartPr>
              <p14:xfrm>
                <a:off x="10175864" y="1438506"/>
                <a:ext cx="206640" cy="1790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79988B1-E2FB-FA2B-8FF2-4F3D4860CED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157895" y="1420506"/>
                  <a:ext cx="242218" cy="18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FAE76CB-95F4-13F1-8260-B1C2D4F2071A}"/>
                    </a:ext>
                  </a:extLst>
                </p14:cNvPr>
                <p14:cNvContentPartPr/>
                <p14:nvPr/>
              </p14:nvContentPartPr>
              <p14:xfrm>
                <a:off x="6388664" y="636426"/>
                <a:ext cx="3821040" cy="1285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FAE76CB-95F4-13F1-8260-B1C2D4F2071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370664" y="618426"/>
                  <a:ext cx="38566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4F613F3-F674-FF06-C280-3D84E3C4A6F2}"/>
                    </a:ext>
                  </a:extLst>
                </p14:cNvPr>
                <p14:cNvContentPartPr/>
                <p14:nvPr/>
              </p14:nvContentPartPr>
              <p14:xfrm>
                <a:off x="10103504" y="745866"/>
                <a:ext cx="114120" cy="6908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4F613F3-F674-FF06-C280-3D84E3C4A6F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085561" y="727866"/>
                  <a:ext cx="149648" cy="72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0C91A7B-49B8-5F21-457F-A6ADD8F5CAD3}"/>
                    </a:ext>
                  </a:extLst>
                </p14:cNvPr>
                <p14:cNvContentPartPr/>
                <p14:nvPr/>
              </p14:nvContentPartPr>
              <p14:xfrm>
                <a:off x="6359144" y="774306"/>
                <a:ext cx="50760" cy="754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0C91A7B-49B8-5F21-457F-A6ADD8F5CAD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341144" y="756306"/>
                  <a:ext cx="86400" cy="79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C151F05-CA0A-2F85-9E15-F1FD22941BAB}"/>
                    </a:ext>
                  </a:extLst>
                </p14:cNvPr>
                <p14:cNvContentPartPr/>
                <p14:nvPr/>
              </p14:nvContentPartPr>
              <p14:xfrm>
                <a:off x="6641744" y="2207826"/>
                <a:ext cx="3633480" cy="287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C151F05-CA0A-2F85-9E15-F1FD22941BA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623744" y="2189803"/>
                  <a:ext cx="3669120" cy="3233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223954D-130F-3C9A-ED01-1480B93ED0FF}"/>
                    </a:ext>
                  </a:extLst>
                </p14:cNvPr>
                <p14:cNvContentPartPr/>
                <p14:nvPr/>
              </p14:nvContentPartPr>
              <p14:xfrm>
                <a:off x="7008944" y="1785906"/>
                <a:ext cx="259560" cy="2984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223954D-130F-3C9A-ED01-1480B93ED0F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990944" y="1767928"/>
                  <a:ext cx="295200" cy="33403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5980C33-08A4-741F-0455-7F1FF1565CA5}"/>
                    </a:ext>
                  </a:extLst>
                </p14:cNvPr>
                <p14:cNvContentPartPr/>
                <p14:nvPr/>
              </p14:nvContentPartPr>
              <p14:xfrm>
                <a:off x="7402064" y="1992186"/>
                <a:ext cx="42840" cy="1299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5980C33-08A4-741F-0455-7F1FF1565CA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384214" y="1974136"/>
                  <a:ext cx="78183" cy="1656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B1920E2-59CB-1BD5-7ED2-76E401D77A42}"/>
                    </a:ext>
                  </a:extLst>
                </p14:cNvPr>
                <p14:cNvContentPartPr/>
                <p14:nvPr/>
              </p14:nvContentPartPr>
              <p14:xfrm>
                <a:off x="7407824" y="1956546"/>
                <a:ext cx="118440" cy="1522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B1920E2-59CB-1BD5-7ED2-76E401D77A4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389824" y="1938546"/>
                  <a:ext cx="1540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5884F45-C836-0415-7A84-D38C76FF5891}"/>
                    </a:ext>
                  </a:extLst>
                </p14:cNvPr>
                <p14:cNvContentPartPr/>
                <p14:nvPr/>
              </p14:nvContentPartPr>
              <p14:xfrm>
                <a:off x="7581704" y="1975266"/>
                <a:ext cx="77040" cy="1346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5884F45-C836-0415-7A84-D38C76FF589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563704" y="1957266"/>
                  <a:ext cx="1126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4B3C58F-127A-9088-F352-A77AE6841F9F}"/>
                    </a:ext>
                  </a:extLst>
                </p14:cNvPr>
                <p14:cNvContentPartPr/>
                <p14:nvPr/>
              </p14:nvContentPartPr>
              <p14:xfrm>
                <a:off x="7645784" y="1939626"/>
                <a:ext cx="87840" cy="1562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4B3C58F-127A-9088-F352-A77AE6841F9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627784" y="1921667"/>
                  <a:ext cx="123480" cy="1917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82BB966-9BB9-5040-6C2F-AAE3896A6B33}"/>
                    </a:ext>
                  </a:extLst>
                </p14:cNvPr>
                <p14:cNvContentPartPr/>
                <p14:nvPr/>
              </p14:nvContentPartPr>
              <p14:xfrm>
                <a:off x="7342304" y="2683386"/>
                <a:ext cx="231480" cy="298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82BB966-9BB9-5040-6C2F-AAE3896A6B3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324304" y="2665386"/>
                  <a:ext cx="267120" cy="33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65" name="Group 27664">
            <a:extLst>
              <a:ext uri="{FF2B5EF4-FFF2-40B4-BE49-F238E27FC236}">
                <a16:creationId xmlns:a16="http://schemas.microsoft.com/office/drawing/2014/main" id="{54B2C36B-1600-D2CA-3624-4677017DC606}"/>
              </a:ext>
            </a:extLst>
          </p:cNvPr>
          <p:cNvGrpSpPr/>
          <p:nvPr/>
        </p:nvGrpSpPr>
        <p:grpSpPr>
          <a:xfrm>
            <a:off x="6950984" y="1671066"/>
            <a:ext cx="973440" cy="648000"/>
            <a:chOff x="6950984" y="1671066"/>
            <a:chExt cx="973440" cy="64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7663" name="Ink 27662">
                  <a:extLst>
                    <a:ext uri="{FF2B5EF4-FFF2-40B4-BE49-F238E27FC236}">
                      <a16:creationId xmlns:a16="http://schemas.microsoft.com/office/drawing/2014/main" id="{FCA18E17-B5A8-9B14-5442-90D2BBA08EA2}"/>
                    </a:ext>
                  </a:extLst>
                </p14:cNvPr>
                <p14:cNvContentPartPr/>
                <p14:nvPr/>
              </p14:nvContentPartPr>
              <p14:xfrm>
                <a:off x="6950984" y="1671066"/>
                <a:ext cx="973440" cy="648000"/>
              </p14:xfrm>
            </p:contentPart>
          </mc:Choice>
          <mc:Fallback xmlns="">
            <p:pic>
              <p:nvPicPr>
                <p:cNvPr id="27663" name="Ink 27662">
                  <a:extLst>
                    <a:ext uri="{FF2B5EF4-FFF2-40B4-BE49-F238E27FC236}">
                      <a16:creationId xmlns:a16="http://schemas.microsoft.com/office/drawing/2014/main" id="{FCA18E17-B5A8-9B14-5442-90D2BBA08EA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32984" y="1653066"/>
                  <a:ext cx="1009080" cy="68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7664" name="Ink 27663">
                  <a:extLst>
                    <a:ext uri="{FF2B5EF4-FFF2-40B4-BE49-F238E27FC236}">
                      <a16:creationId xmlns:a16="http://schemas.microsoft.com/office/drawing/2014/main" id="{43D9C585-8E44-8314-1978-261578AB158D}"/>
                    </a:ext>
                  </a:extLst>
                </p14:cNvPr>
                <p14:cNvContentPartPr/>
                <p14:nvPr/>
              </p14:nvContentPartPr>
              <p14:xfrm>
                <a:off x="6980504" y="1851426"/>
                <a:ext cx="25560" cy="423360"/>
              </p14:xfrm>
            </p:contentPart>
          </mc:Choice>
          <mc:Fallback xmlns="">
            <p:pic>
              <p:nvPicPr>
                <p:cNvPr id="27664" name="Ink 27663">
                  <a:extLst>
                    <a:ext uri="{FF2B5EF4-FFF2-40B4-BE49-F238E27FC236}">
                      <a16:creationId xmlns:a16="http://schemas.microsoft.com/office/drawing/2014/main" id="{43D9C585-8E44-8314-1978-261578AB158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962504" y="1833426"/>
                  <a:ext cx="61200" cy="45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40" name="Group 27739">
            <a:extLst>
              <a:ext uri="{FF2B5EF4-FFF2-40B4-BE49-F238E27FC236}">
                <a16:creationId xmlns:a16="http://schemas.microsoft.com/office/drawing/2014/main" id="{8EECB602-EB2C-C427-7035-AEC6B957A412}"/>
              </a:ext>
            </a:extLst>
          </p:cNvPr>
          <p:cNvGrpSpPr/>
          <p:nvPr/>
        </p:nvGrpSpPr>
        <p:grpSpPr>
          <a:xfrm>
            <a:off x="10646384" y="2911266"/>
            <a:ext cx="1416960" cy="3438720"/>
            <a:chOff x="10646384" y="2911266"/>
            <a:chExt cx="1416960" cy="343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7737" name="Ink 27736">
                  <a:extLst>
                    <a:ext uri="{FF2B5EF4-FFF2-40B4-BE49-F238E27FC236}">
                      <a16:creationId xmlns:a16="http://schemas.microsoft.com/office/drawing/2014/main" id="{1F2C2149-9581-C9B9-AFBE-5C82DA59A38C}"/>
                    </a:ext>
                  </a:extLst>
                </p14:cNvPr>
                <p14:cNvContentPartPr/>
                <p14:nvPr/>
              </p14:nvContentPartPr>
              <p14:xfrm>
                <a:off x="10672304" y="2911266"/>
                <a:ext cx="144000" cy="3386520"/>
              </p14:xfrm>
            </p:contentPart>
          </mc:Choice>
          <mc:Fallback xmlns="">
            <p:pic>
              <p:nvPicPr>
                <p:cNvPr id="27737" name="Ink 27736">
                  <a:extLst>
                    <a:ext uri="{FF2B5EF4-FFF2-40B4-BE49-F238E27FC236}">
                      <a16:creationId xmlns:a16="http://schemas.microsoft.com/office/drawing/2014/main" id="{1F2C2149-9581-C9B9-AFBE-5C82DA59A38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654304" y="2893266"/>
                  <a:ext cx="179640" cy="342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7738" name="Ink 27737">
                  <a:extLst>
                    <a:ext uri="{FF2B5EF4-FFF2-40B4-BE49-F238E27FC236}">
                      <a16:creationId xmlns:a16="http://schemas.microsoft.com/office/drawing/2014/main" id="{9307985E-C0B4-B958-1FFC-FD60CE0ACF46}"/>
                    </a:ext>
                  </a:extLst>
                </p14:cNvPr>
                <p14:cNvContentPartPr/>
                <p14:nvPr/>
              </p14:nvContentPartPr>
              <p14:xfrm>
                <a:off x="10811264" y="3068946"/>
                <a:ext cx="1099080" cy="47160"/>
              </p14:xfrm>
            </p:contentPart>
          </mc:Choice>
          <mc:Fallback xmlns="">
            <p:pic>
              <p:nvPicPr>
                <p:cNvPr id="27738" name="Ink 27737">
                  <a:extLst>
                    <a:ext uri="{FF2B5EF4-FFF2-40B4-BE49-F238E27FC236}">
                      <a16:creationId xmlns:a16="http://schemas.microsoft.com/office/drawing/2014/main" id="{9307985E-C0B4-B958-1FFC-FD60CE0ACF4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793264" y="3051082"/>
                  <a:ext cx="1134720" cy="825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27739" name="Ink 27738">
                  <a:extLst>
                    <a:ext uri="{FF2B5EF4-FFF2-40B4-BE49-F238E27FC236}">
                      <a16:creationId xmlns:a16="http://schemas.microsoft.com/office/drawing/2014/main" id="{F6AF3704-EC35-8BE6-C757-86F32AC731EE}"/>
                    </a:ext>
                  </a:extLst>
                </p14:cNvPr>
                <p14:cNvContentPartPr/>
                <p14:nvPr/>
              </p14:nvContentPartPr>
              <p14:xfrm>
                <a:off x="10646384" y="3102786"/>
                <a:ext cx="1416960" cy="3247200"/>
              </p14:xfrm>
            </p:contentPart>
          </mc:Choice>
          <mc:Fallback xmlns="">
            <p:pic>
              <p:nvPicPr>
                <p:cNvPr id="27739" name="Ink 27738">
                  <a:extLst>
                    <a:ext uri="{FF2B5EF4-FFF2-40B4-BE49-F238E27FC236}">
                      <a16:creationId xmlns:a16="http://schemas.microsoft.com/office/drawing/2014/main" id="{F6AF3704-EC35-8BE6-C757-86F32AC731E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628384" y="3084786"/>
                  <a:ext cx="1452600" cy="328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43" name="Group 27742">
            <a:extLst>
              <a:ext uri="{FF2B5EF4-FFF2-40B4-BE49-F238E27FC236}">
                <a16:creationId xmlns:a16="http://schemas.microsoft.com/office/drawing/2014/main" id="{87686B95-772F-7581-6356-900989515F94}"/>
              </a:ext>
            </a:extLst>
          </p:cNvPr>
          <p:cNvGrpSpPr/>
          <p:nvPr/>
        </p:nvGrpSpPr>
        <p:grpSpPr>
          <a:xfrm>
            <a:off x="8972024" y="1690866"/>
            <a:ext cx="499680" cy="335520"/>
            <a:chOff x="8972024" y="1690866"/>
            <a:chExt cx="499680" cy="33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27741" name="Ink 27740">
                  <a:extLst>
                    <a:ext uri="{FF2B5EF4-FFF2-40B4-BE49-F238E27FC236}">
                      <a16:creationId xmlns:a16="http://schemas.microsoft.com/office/drawing/2014/main" id="{81776136-2D05-120E-3A06-0E29BECF2B50}"/>
                    </a:ext>
                  </a:extLst>
                </p14:cNvPr>
                <p14:cNvContentPartPr/>
                <p14:nvPr/>
              </p14:nvContentPartPr>
              <p14:xfrm>
                <a:off x="8972024" y="1734426"/>
                <a:ext cx="232200" cy="291960"/>
              </p14:xfrm>
            </p:contentPart>
          </mc:Choice>
          <mc:Fallback xmlns="">
            <p:pic>
              <p:nvPicPr>
                <p:cNvPr id="27741" name="Ink 27740">
                  <a:extLst>
                    <a:ext uri="{FF2B5EF4-FFF2-40B4-BE49-F238E27FC236}">
                      <a16:creationId xmlns:a16="http://schemas.microsoft.com/office/drawing/2014/main" id="{81776136-2D05-120E-3A06-0E29BECF2B5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953996" y="1716426"/>
                  <a:ext cx="267895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27742" name="Ink 27741">
                  <a:extLst>
                    <a:ext uri="{FF2B5EF4-FFF2-40B4-BE49-F238E27FC236}">
                      <a16:creationId xmlns:a16="http://schemas.microsoft.com/office/drawing/2014/main" id="{C50E3771-7672-11D8-845A-0B50FF95A19F}"/>
                    </a:ext>
                  </a:extLst>
                </p14:cNvPr>
                <p14:cNvContentPartPr/>
                <p14:nvPr/>
              </p14:nvContentPartPr>
              <p14:xfrm>
                <a:off x="9293504" y="1690866"/>
                <a:ext cx="178200" cy="261360"/>
              </p14:xfrm>
            </p:contentPart>
          </mc:Choice>
          <mc:Fallback xmlns="">
            <p:pic>
              <p:nvPicPr>
                <p:cNvPr id="27742" name="Ink 27741">
                  <a:extLst>
                    <a:ext uri="{FF2B5EF4-FFF2-40B4-BE49-F238E27FC236}">
                      <a16:creationId xmlns:a16="http://schemas.microsoft.com/office/drawing/2014/main" id="{C50E3771-7672-11D8-845A-0B50FF95A19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275468" y="1672866"/>
                  <a:ext cx="213912" cy="29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D9A116B-1318-6550-8F0C-9C3D57E5440D}"/>
                  </a:ext>
                </a:extLst>
              </p14:cNvPr>
              <p14:cNvContentPartPr/>
              <p14:nvPr/>
            </p14:nvContentPartPr>
            <p14:xfrm>
              <a:off x="4639784" y="1378746"/>
              <a:ext cx="106200" cy="4576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D9A116B-1318-6550-8F0C-9C3D57E5440D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621784" y="1360746"/>
                <a:ext cx="141840" cy="461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765" name="Group 27764">
            <a:extLst>
              <a:ext uri="{FF2B5EF4-FFF2-40B4-BE49-F238E27FC236}">
                <a16:creationId xmlns:a16="http://schemas.microsoft.com/office/drawing/2014/main" id="{09998AEF-EFAE-02D5-9A77-F4D0925547C9}"/>
              </a:ext>
            </a:extLst>
          </p:cNvPr>
          <p:cNvGrpSpPr/>
          <p:nvPr/>
        </p:nvGrpSpPr>
        <p:grpSpPr>
          <a:xfrm>
            <a:off x="9002264" y="1644426"/>
            <a:ext cx="458280" cy="363240"/>
            <a:chOff x="9002264" y="1644426"/>
            <a:chExt cx="458280" cy="36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27763" name="Ink 27762">
                  <a:extLst>
                    <a:ext uri="{FF2B5EF4-FFF2-40B4-BE49-F238E27FC236}">
                      <a16:creationId xmlns:a16="http://schemas.microsoft.com/office/drawing/2014/main" id="{533420F6-28AD-AB2A-E82E-B44F1CB031BC}"/>
                    </a:ext>
                  </a:extLst>
                </p14:cNvPr>
                <p14:cNvContentPartPr/>
                <p14:nvPr/>
              </p14:nvContentPartPr>
              <p14:xfrm>
                <a:off x="9002264" y="1725066"/>
                <a:ext cx="176400" cy="282600"/>
              </p14:xfrm>
            </p:contentPart>
          </mc:Choice>
          <mc:Fallback xmlns="">
            <p:pic>
              <p:nvPicPr>
                <p:cNvPr id="27763" name="Ink 27762">
                  <a:extLst>
                    <a:ext uri="{FF2B5EF4-FFF2-40B4-BE49-F238E27FC236}">
                      <a16:creationId xmlns:a16="http://schemas.microsoft.com/office/drawing/2014/main" id="{533420F6-28AD-AB2A-E82E-B44F1CB031B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984227" y="1707066"/>
                  <a:ext cx="212113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27764" name="Ink 27763">
                  <a:extLst>
                    <a:ext uri="{FF2B5EF4-FFF2-40B4-BE49-F238E27FC236}">
                      <a16:creationId xmlns:a16="http://schemas.microsoft.com/office/drawing/2014/main" id="{A0D8F1C7-5F49-8868-3F69-3CF2F58B30B6}"/>
                    </a:ext>
                  </a:extLst>
                </p14:cNvPr>
                <p14:cNvContentPartPr/>
                <p14:nvPr/>
              </p14:nvContentPartPr>
              <p14:xfrm>
                <a:off x="9249944" y="1644426"/>
                <a:ext cx="210600" cy="250560"/>
              </p14:xfrm>
            </p:contentPart>
          </mc:Choice>
          <mc:Fallback xmlns="">
            <p:pic>
              <p:nvPicPr>
                <p:cNvPr id="27764" name="Ink 27763">
                  <a:extLst>
                    <a:ext uri="{FF2B5EF4-FFF2-40B4-BE49-F238E27FC236}">
                      <a16:creationId xmlns:a16="http://schemas.microsoft.com/office/drawing/2014/main" id="{A0D8F1C7-5F49-8868-3F69-3CF2F58B30B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231944" y="1626426"/>
                  <a:ext cx="246240" cy="28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18" name="Group 27717">
            <a:extLst>
              <a:ext uri="{FF2B5EF4-FFF2-40B4-BE49-F238E27FC236}">
                <a16:creationId xmlns:a16="http://schemas.microsoft.com/office/drawing/2014/main" id="{A3FE13DD-05AA-86FD-6A52-7B3485D8842F}"/>
              </a:ext>
            </a:extLst>
          </p:cNvPr>
          <p:cNvGrpSpPr/>
          <p:nvPr/>
        </p:nvGrpSpPr>
        <p:grpSpPr>
          <a:xfrm>
            <a:off x="314384" y="1912266"/>
            <a:ext cx="3354120" cy="2880720"/>
            <a:chOff x="314384" y="1912266"/>
            <a:chExt cx="3354120" cy="288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50A62AD-E09E-2E67-3754-3D9332CF5677}"/>
                    </a:ext>
                  </a:extLst>
                </p14:cNvPr>
                <p14:cNvContentPartPr/>
                <p14:nvPr/>
              </p14:nvContentPartPr>
              <p14:xfrm>
                <a:off x="1735304" y="1912266"/>
                <a:ext cx="876240" cy="2880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50A62AD-E09E-2E67-3754-3D9332CF567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717304" y="1894626"/>
                  <a:ext cx="911880" cy="29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6A335B0-F702-EC0C-5837-8C56E8EA5661}"/>
                    </a:ext>
                  </a:extLst>
                </p14:cNvPr>
                <p14:cNvContentPartPr/>
                <p14:nvPr/>
              </p14:nvContentPartPr>
              <p14:xfrm>
                <a:off x="1526864" y="2420946"/>
                <a:ext cx="79560" cy="4982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6A335B0-F702-EC0C-5837-8C56E8EA566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509224" y="2403306"/>
                  <a:ext cx="115200" cy="53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FD66C20-47FC-E57C-6CCB-C76FAD37FD5C}"/>
                    </a:ext>
                  </a:extLst>
                </p14:cNvPr>
                <p14:cNvContentPartPr/>
                <p14:nvPr/>
              </p14:nvContentPartPr>
              <p14:xfrm>
                <a:off x="1466024" y="2595906"/>
                <a:ext cx="85680" cy="1440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FD66C20-47FC-E57C-6CCB-C76FAD37FD5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448024" y="2577906"/>
                  <a:ext cx="1213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AB8D4F9-CC6A-04C7-D57D-D9CAB04737CA}"/>
                    </a:ext>
                  </a:extLst>
                </p14:cNvPr>
                <p14:cNvContentPartPr/>
                <p14:nvPr/>
              </p14:nvContentPartPr>
              <p14:xfrm>
                <a:off x="1131224" y="2683026"/>
                <a:ext cx="378360" cy="259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AB8D4F9-CC6A-04C7-D57D-D9CAB04737C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13224" y="2665026"/>
                  <a:ext cx="4140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E121411-F9D7-DD0F-13EE-39DD8780B2D5}"/>
                    </a:ext>
                  </a:extLst>
                </p14:cNvPr>
                <p14:cNvContentPartPr/>
                <p14:nvPr/>
              </p14:nvContentPartPr>
              <p14:xfrm>
                <a:off x="1124024" y="2726946"/>
                <a:ext cx="598680" cy="12794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E121411-F9D7-DD0F-13EE-39DD8780B2D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06384" y="2708946"/>
                  <a:ext cx="634320" cy="13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5D2449E-FA8E-7C55-0955-7F703BA08DAD}"/>
                    </a:ext>
                  </a:extLst>
                </p14:cNvPr>
                <p14:cNvContentPartPr/>
                <p14:nvPr/>
              </p14:nvContentPartPr>
              <p14:xfrm>
                <a:off x="1716584" y="3671226"/>
                <a:ext cx="91800" cy="381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5D2449E-FA8E-7C55-0955-7F703BA08DA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698944" y="3653586"/>
                  <a:ext cx="12744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B5F461E-BF7A-47C3-BD84-BB8AD60FBBA2}"/>
                    </a:ext>
                  </a:extLst>
                </p14:cNvPr>
                <p14:cNvContentPartPr/>
                <p14:nvPr/>
              </p14:nvContentPartPr>
              <p14:xfrm>
                <a:off x="435704" y="3334626"/>
                <a:ext cx="762840" cy="802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B5F461E-BF7A-47C3-BD84-BB8AD60FBBA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17704" y="3316986"/>
                  <a:ext cx="7984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27652" name="Ink 27651">
                  <a:extLst>
                    <a:ext uri="{FF2B5EF4-FFF2-40B4-BE49-F238E27FC236}">
                      <a16:creationId xmlns:a16="http://schemas.microsoft.com/office/drawing/2014/main" id="{DA1B46C0-4B60-5AEF-413D-35870627CEB1}"/>
                    </a:ext>
                  </a:extLst>
                </p14:cNvPr>
                <p14:cNvContentPartPr/>
                <p14:nvPr/>
              </p14:nvContentPartPr>
              <p14:xfrm>
                <a:off x="343184" y="3340026"/>
                <a:ext cx="107280" cy="111240"/>
              </p14:xfrm>
            </p:contentPart>
          </mc:Choice>
          <mc:Fallback xmlns="">
            <p:pic>
              <p:nvPicPr>
                <p:cNvPr id="27652" name="Ink 27651">
                  <a:extLst>
                    <a:ext uri="{FF2B5EF4-FFF2-40B4-BE49-F238E27FC236}">
                      <a16:creationId xmlns:a16="http://schemas.microsoft.com/office/drawing/2014/main" id="{DA1B46C0-4B60-5AEF-413D-35870627CEB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25184" y="3322386"/>
                  <a:ext cx="1429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27678" name="Ink 27677">
                  <a:extLst>
                    <a:ext uri="{FF2B5EF4-FFF2-40B4-BE49-F238E27FC236}">
                      <a16:creationId xmlns:a16="http://schemas.microsoft.com/office/drawing/2014/main" id="{4E3CD88C-4C50-40C1-DE5E-2943A00B2631}"/>
                    </a:ext>
                  </a:extLst>
                </p14:cNvPr>
                <p14:cNvContentPartPr/>
                <p14:nvPr/>
              </p14:nvContentPartPr>
              <p14:xfrm>
                <a:off x="314384" y="3034026"/>
                <a:ext cx="79200" cy="228960"/>
              </p14:xfrm>
            </p:contentPart>
          </mc:Choice>
          <mc:Fallback xmlns="">
            <p:pic>
              <p:nvPicPr>
                <p:cNvPr id="27678" name="Ink 27677">
                  <a:extLst>
                    <a:ext uri="{FF2B5EF4-FFF2-40B4-BE49-F238E27FC236}">
                      <a16:creationId xmlns:a16="http://schemas.microsoft.com/office/drawing/2014/main" id="{4E3CD88C-4C50-40C1-DE5E-2943A00B263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96744" y="3016386"/>
                  <a:ext cx="11484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27679" name="Ink 27678">
                  <a:extLst>
                    <a:ext uri="{FF2B5EF4-FFF2-40B4-BE49-F238E27FC236}">
                      <a16:creationId xmlns:a16="http://schemas.microsoft.com/office/drawing/2014/main" id="{62E762D7-7E8D-A7E4-16E2-330C4D98AF5F}"/>
                    </a:ext>
                  </a:extLst>
                </p14:cNvPr>
                <p14:cNvContentPartPr/>
                <p14:nvPr/>
              </p14:nvContentPartPr>
              <p14:xfrm>
                <a:off x="410864" y="2925666"/>
                <a:ext cx="164160" cy="272880"/>
              </p14:xfrm>
            </p:contentPart>
          </mc:Choice>
          <mc:Fallback xmlns="">
            <p:pic>
              <p:nvPicPr>
                <p:cNvPr id="27679" name="Ink 27678">
                  <a:extLst>
                    <a:ext uri="{FF2B5EF4-FFF2-40B4-BE49-F238E27FC236}">
                      <a16:creationId xmlns:a16="http://schemas.microsoft.com/office/drawing/2014/main" id="{62E762D7-7E8D-A7E4-16E2-330C4D98AF5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93224" y="2907666"/>
                  <a:ext cx="19980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5D6C006-51A5-7951-760A-50B21F7B6E80}"/>
                    </a:ext>
                  </a:extLst>
                </p14:cNvPr>
                <p14:cNvContentPartPr/>
                <p14:nvPr/>
              </p14:nvContentPartPr>
              <p14:xfrm>
                <a:off x="2364224" y="2998026"/>
                <a:ext cx="1039680" cy="1278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5D6C006-51A5-7951-760A-50B21F7B6E8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346224" y="2980026"/>
                  <a:ext cx="10753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BC04F30-EC69-5055-0320-6A6E2DD272B1}"/>
                    </a:ext>
                  </a:extLst>
                </p14:cNvPr>
                <p14:cNvContentPartPr/>
                <p14:nvPr/>
              </p14:nvContentPartPr>
              <p14:xfrm>
                <a:off x="3324704" y="2944026"/>
                <a:ext cx="78120" cy="378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BC04F30-EC69-5055-0320-6A6E2DD272B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307064" y="2926386"/>
                  <a:ext cx="1137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27713" name="Ink 27712">
                  <a:extLst>
                    <a:ext uri="{FF2B5EF4-FFF2-40B4-BE49-F238E27FC236}">
                      <a16:creationId xmlns:a16="http://schemas.microsoft.com/office/drawing/2014/main" id="{207D5C3F-E992-4402-25F5-B0D428808A8F}"/>
                    </a:ext>
                  </a:extLst>
                </p14:cNvPr>
                <p14:cNvContentPartPr/>
                <p14:nvPr/>
              </p14:nvContentPartPr>
              <p14:xfrm>
                <a:off x="3047864" y="2666106"/>
                <a:ext cx="106920" cy="146880"/>
              </p14:xfrm>
            </p:contentPart>
          </mc:Choice>
          <mc:Fallback xmlns="">
            <p:pic>
              <p:nvPicPr>
                <p:cNvPr id="27713" name="Ink 27712">
                  <a:extLst>
                    <a:ext uri="{FF2B5EF4-FFF2-40B4-BE49-F238E27FC236}">
                      <a16:creationId xmlns:a16="http://schemas.microsoft.com/office/drawing/2014/main" id="{207D5C3F-E992-4402-25F5-B0D428808A8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030224" y="2648466"/>
                  <a:ext cx="1425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27714" name="Ink 27713">
                  <a:extLst>
                    <a:ext uri="{FF2B5EF4-FFF2-40B4-BE49-F238E27FC236}">
                      <a16:creationId xmlns:a16="http://schemas.microsoft.com/office/drawing/2014/main" id="{9C4D3F65-665A-4A45-3708-91A9C2BCEEA2}"/>
                    </a:ext>
                  </a:extLst>
                </p14:cNvPr>
                <p14:cNvContentPartPr/>
                <p14:nvPr/>
              </p14:nvContentPartPr>
              <p14:xfrm>
                <a:off x="3246584" y="2595906"/>
                <a:ext cx="198360" cy="136800"/>
              </p14:xfrm>
            </p:contentPart>
          </mc:Choice>
          <mc:Fallback xmlns="">
            <p:pic>
              <p:nvPicPr>
                <p:cNvPr id="27714" name="Ink 27713">
                  <a:extLst>
                    <a:ext uri="{FF2B5EF4-FFF2-40B4-BE49-F238E27FC236}">
                      <a16:creationId xmlns:a16="http://schemas.microsoft.com/office/drawing/2014/main" id="{9C4D3F65-665A-4A45-3708-91A9C2BCEEA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228584" y="2578266"/>
                  <a:ext cx="2340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7715" name="Ink 27714">
                  <a:extLst>
                    <a:ext uri="{FF2B5EF4-FFF2-40B4-BE49-F238E27FC236}">
                      <a16:creationId xmlns:a16="http://schemas.microsoft.com/office/drawing/2014/main" id="{0B7C34EE-7CB7-6343-915F-165FDC90E512}"/>
                    </a:ext>
                  </a:extLst>
                </p14:cNvPr>
                <p14:cNvContentPartPr/>
                <p14:nvPr/>
              </p14:nvContentPartPr>
              <p14:xfrm>
                <a:off x="3495704" y="2433906"/>
                <a:ext cx="145440" cy="311040"/>
              </p14:xfrm>
            </p:contentPart>
          </mc:Choice>
          <mc:Fallback xmlns="">
            <p:pic>
              <p:nvPicPr>
                <p:cNvPr id="27715" name="Ink 27714">
                  <a:extLst>
                    <a:ext uri="{FF2B5EF4-FFF2-40B4-BE49-F238E27FC236}">
                      <a16:creationId xmlns:a16="http://schemas.microsoft.com/office/drawing/2014/main" id="{0B7C34EE-7CB7-6343-915F-165FDC90E51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477704" y="2415906"/>
                  <a:ext cx="18108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27716" name="Ink 27715">
                  <a:extLst>
                    <a:ext uri="{FF2B5EF4-FFF2-40B4-BE49-F238E27FC236}">
                      <a16:creationId xmlns:a16="http://schemas.microsoft.com/office/drawing/2014/main" id="{C1AB0E82-5D5E-C31F-87AC-8F4E82FB7E25}"/>
                    </a:ext>
                  </a:extLst>
                </p14:cNvPr>
                <p14:cNvContentPartPr/>
                <p14:nvPr/>
              </p14:nvContentPartPr>
              <p14:xfrm>
                <a:off x="3522344" y="2532906"/>
                <a:ext cx="146160" cy="111960"/>
              </p14:xfrm>
            </p:contentPart>
          </mc:Choice>
          <mc:Fallback xmlns="">
            <p:pic>
              <p:nvPicPr>
                <p:cNvPr id="27716" name="Ink 27715">
                  <a:extLst>
                    <a:ext uri="{FF2B5EF4-FFF2-40B4-BE49-F238E27FC236}">
                      <a16:creationId xmlns:a16="http://schemas.microsoft.com/office/drawing/2014/main" id="{C1AB0E82-5D5E-C31F-87AC-8F4E82FB7E2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504344" y="2514906"/>
                  <a:ext cx="181800" cy="147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27719" name="Ink 27718">
                <a:extLst>
                  <a:ext uri="{FF2B5EF4-FFF2-40B4-BE49-F238E27FC236}">
                    <a16:creationId xmlns:a16="http://schemas.microsoft.com/office/drawing/2014/main" id="{2924F382-5078-2DF9-8ADE-C9D0D2157627}"/>
                  </a:ext>
                </a:extLst>
              </p14:cNvPr>
              <p14:cNvContentPartPr/>
              <p14:nvPr/>
            </p14:nvContentPartPr>
            <p14:xfrm>
              <a:off x="1817024" y="1816146"/>
              <a:ext cx="822600" cy="141120"/>
            </p14:xfrm>
          </p:contentPart>
        </mc:Choice>
        <mc:Fallback xmlns="">
          <p:pic>
            <p:nvPicPr>
              <p:cNvPr id="27719" name="Ink 27718">
                <a:extLst>
                  <a:ext uri="{FF2B5EF4-FFF2-40B4-BE49-F238E27FC236}">
                    <a16:creationId xmlns:a16="http://schemas.microsoft.com/office/drawing/2014/main" id="{2924F382-5078-2DF9-8ADE-C9D0D2157627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799384" y="1798506"/>
                <a:ext cx="858240" cy="17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725" name="Group 27724">
            <a:extLst>
              <a:ext uri="{FF2B5EF4-FFF2-40B4-BE49-F238E27FC236}">
                <a16:creationId xmlns:a16="http://schemas.microsoft.com/office/drawing/2014/main" id="{FA4783C3-F405-D349-089B-C72B6430CEB8}"/>
              </a:ext>
            </a:extLst>
          </p:cNvPr>
          <p:cNvGrpSpPr/>
          <p:nvPr/>
        </p:nvGrpSpPr>
        <p:grpSpPr>
          <a:xfrm>
            <a:off x="2397344" y="4747986"/>
            <a:ext cx="374040" cy="589680"/>
            <a:chOff x="2397344" y="4747986"/>
            <a:chExt cx="374040" cy="58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27721" name="Ink 27720">
                  <a:extLst>
                    <a:ext uri="{FF2B5EF4-FFF2-40B4-BE49-F238E27FC236}">
                      <a16:creationId xmlns:a16="http://schemas.microsoft.com/office/drawing/2014/main" id="{96F0CE40-11DD-5934-3E04-0F12C3C4721A}"/>
                    </a:ext>
                  </a:extLst>
                </p14:cNvPr>
                <p14:cNvContentPartPr/>
                <p14:nvPr/>
              </p14:nvContentPartPr>
              <p14:xfrm>
                <a:off x="2587424" y="4747986"/>
                <a:ext cx="35280" cy="265680"/>
              </p14:xfrm>
            </p:contentPart>
          </mc:Choice>
          <mc:Fallback xmlns="">
            <p:pic>
              <p:nvPicPr>
                <p:cNvPr id="27721" name="Ink 27720">
                  <a:extLst>
                    <a:ext uri="{FF2B5EF4-FFF2-40B4-BE49-F238E27FC236}">
                      <a16:creationId xmlns:a16="http://schemas.microsoft.com/office/drawing/2014/main" id="{96F0CE40-11DD-5934-3E04-0F12C3C4721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569784" y="4729986"/>
                  <a:ext cx="7092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27722" name="Ink 27721">
                  <a:extLst>
                    <a:ext uri="{FF2B5EF4-FFF2-40B4-BE49-F238E27FC236}">
                      <a16:creationId xmlns:a16="http://schemas.microsoft.com/office/drawing/2014/main" id="{0A130F72-2109-2671-3977-90BEF8634750}"/>
                    </a:ext>
                  </a:extLst>
                </p14:cNvPr>
                <p14:cNvContentPartPr/>
                <p14:nvPr/>
              </p14:nvContentPartPr>
              <p14:xfrm>
                <a:off x="2397344" y="5045346"/>
                <a:ext cx="374040" cy="52560"/>
              </p14:xfrm>
            </p:contentPart>
          </mc:Choice>
          <mc:Fallback xmlns="">
            <p:pic>
              <p:nvPicPr>
                <p:cNvPr id="27722" name="Ink 27721">
                  <a:extLst>
                    <a:ext uri="{FF2B5EF4-FFF2-40B4-BE49-F238E27FC236}">
                      <a16:creationId xmlns:a16="http://schemas.microsoft.com/office/drawing/2014/main" id="{0A130F72-2109-2671-3977-90BEF863475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379344" y="5027346"/>
                  <a:ext cx="4096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27723" name="Ink 27722">
                  <a:extLst>
                    <a:ext uri="{FF2B5EF4-FFF2-40B4-BE49-F238E27FC236}">
                      <a16:creationId xmlns:a16="http://schemas.microsoft.com/office/drawing/2014/main" id="{D107118A-5753-0ACD-0674-797075261A18}"/>
                    </a:ext>
                  </a:extLst>
                </p14:cNvPr>
                <p14:cNvContentPartPr/>
                <p14:nvPr/>
              </p14:nvContentPartPr>
              <p14:xfrm>
                <a:off x="2438744" y="5143986"/>
                <a:ext cx="222840" cy="126720"/>
              </p14:xfrm>
            </p:contentPart>
          </mc:Choice>
          <mc:Fallback xmlns="">
            <p:pic>
              <p:nvPicPr>
                <p:cNvPr id="27723" name="Ink 27722">
                  <a:extLst>
                    <a:ext uri="{FF2B5EF4-FFF2-40B4-BE49-F238E27FC236}">
                      <a16:creationId xmlns:a16="http://schemas.microsoft.com/office/drawing/2014/main" id="{D107118A-5753-0ACD-0674-797075261A1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420744" y="5126346"/>
                  <a:ext cx="2584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27724" name="Ink 27723">
                  <a:extLst>
                    <a:ext uri="{FF2B5EF4-FFF2-40B4-BE49-F238E27FC236}">
                      <a16:creationId xmlns:a16="http://schemas.microsoft.com/office/drawing/2014/main" id="{5FC8A9F2-AB32-493C-B643-5DE07BFB3125}"/>
                    </a:ext>
                  </a:extLst>
                </p14:cNvPr>
                <p14:cNvContentPartPr/>
                <p14:nvPr/>
              </p14:nvContentPartPr>
              <p14:xfrm>
                <a:off x="2636744" y="5048586"/>
                <a:ext cx="90000" cy="289080"/>
              </p14:xfrm>
            </p:contentPart>
          </mc:Choice>
          <mc:Fallback xmlns="">
            <p:pic>
              <p:nvPicPr>
                <p:cNvPr id="27724" name="Ink 27723">
                  <a:extLst>
                    <a:ext uri="{FF2B5EF4-FFF2-40B4-BE49-F238E27FC236}">
                      <a16:creationId xmlns:a16="http://schemas.microsoft.com/office/drawing/2014/main" id="{5FC8A9F2-AB32-493C-B643-5DE07BFB312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619104" y="5030586"/>
                  <a:ext cx="125640" cy="32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66" name="Group 27765">
            <a:extLst>
              <a:ext uri="{FF2B5EF4-FFF2-40B4-BE49-F238E27FC236}">
                <a16:creationId xmlns:a16="http://schemas.microsoft.com/office/drawing/2014/main" id="{6C5D9298-D686-842E-7A52-CA4809775BBB}"/>
              </a:ext>
            </a:extLst>
          </p:cNvPr>
          <p:cNvGrpSpPr/>
          <p:nvPr/>
        </p:nvGrpSpPr>
        <p:grpSpPr>
          <a:xfrm>
            <a:off x="2123384" y="2294226"/>
            <a:ext cx="727200" cy="408600"/>
            <a:chOff x="2123384" y="2294226"/>
            <a:chExt cx="727200" cy="40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27726" name="Ink 27725">
                  <a:extLst>
                    <a:ext uri="{FF2B5EF4-FFF2-40B4-BE49-F238E27FC236}">
                      <a16:creationId xmlns:a16="http://schemas.microsoft.com/office/drawing/2014/main" id="{42D058E9-0159-E76C-CCC7-A043BBD14F2F}"/>
                    </a:ext>
                  </a:extLst>
                </p14:cNvPr>
                <p14:cNvContentPartPr/>
                <p14:nvPr/>
              </p14:nvContentPartPr>
              <p14:xfrm>
                <a:off x="2123384" y="2526066"/>
                <a:ext cx="62640" cy="176760"/>
              </p14:xfrm>
            </p:contentPart>
          </mc:Choice>
          <mc:Fallback xmlns="">
            <p:pic>
              <p:nvPicPr>
                <p:cNvPr id="27726" name="Ink 27725">
                  <a:extLst>
                    <a:ext uri="{FF2B5EF4-FFF2-40B4-BE49-F238E27FC236}">
                      <a16:creationId xmlns:a16="http://schemas.microsoft.com/office/drawing/2014/main" id="{42D058E9-0159-E76C-CCC7-A043BBD14F2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105744" y="2508426"/>
                  <a:ext cx="982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27727" name="Ink 27726">
                  <a:extLst>
                    <a:ext uri="{FF2B5EF4-FFF2-40B4-BE49-F238E27FC236}">
                      <a16:creationId xmlns:a16="http://schemas.microsoft.com/office/drawing/2014/main" id="{9C2C2EE9-8A33-B6F5-B0C5-9C323D0EEC8B}"/>
                    </a:ext>
                  </a:extLst>
                </p14:cNvPr>
                <p14:cNvContentPartPr/>
                <p14:nvPr/>
              </p14:nvContentPartPr>
              <p14:xfrm>
                <a:off x="2129144" y="2468106"/>
                <a:ext cx="70560" cy="144000"/>
              </p14:xfrm>
            </p:contentPart>
          </mc:Choice>
          <mc:Fallback xmlns="">
            <p:pic>
              <p:nvPicPr>
                <p:cNvPr id="27727" name="Ink 27726">
                  <a:extLst>
                    <a:ext uri="{FF2B5EF4-FFF2-40B4-BE49-F238E27FC236}">
                      <a16:creationId xmlns:a16="http://schemas.microsoft.com/office/drawing/2014/main" id="{9C2C2EE9-8A33-B6F5-B0C5-9C323D0EEC8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111504" y="2450106"/>
                  <a:ext cx="1062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27728" name="Ink 27727">
                  <a:extLst>
                    <a:ext uri="{FF2B5EF4-FFF2-40B4-BE49-F238E27FC236}">
                      <a16:creationId xmlns:a16="http://schemas.microsoft.com/office/drawing/2014/main" id="{4CEE1C15-5122-2AC2-785F-B52DBC8A564C}"/>
                    </a:ext>
                  </a:extLst>
                </p14:cNvPr>
                <p14:cNvContentPartPr/>
                <p14:nvPr/>
              </p14:nvContentPartPr>
              <p14:xfrm>
                <a:off x="2294384" y="2439666"/>
                <a:ext cx="248760" cy="168120"/>
              </p14:xfrm>
            </p:contentPart>
          </mc:Choice>
          <mc:Fallback xmlns="">
            <p:pic>
              <p:nvPicPr>
                <p:cNvPr id="27728" name="Ink 27727">
                  <a:extLst>
                    <a:ext uri="{FF2B5EF4-FFF2-40B4-BE49-F238E27FC236}">
                      <a16:creationId xmlns:a16="http://schemas.microsoft.com/office/drawing/2014/main" id="{4CEE1C15-5122-2AC2-785F-B52DBC8A564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276384" y="2421666"/>
                  <a:ext cx="2844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7729" name="Ink 27728">
                  <a:extLst>
                    <a:ext uri="{FF2B5EF4-FFF2-40B4-BE49-F238E27FC236}">
                      <a16:creationId xmlns:a16="http://schemas.microsoft.com/office/drawing/2014/main" id="{9A354937-834A-7BBC-2F20-EFBB73C4BF5E}"/>
                    </a:ext>
                  </a:extLst>
                </p14:cNvPr>
                <p14:cNvContentPartPr/>
                <p14:nvPr/>
              </p14:nvContentPartPr>
              <p14:xfrm>
                <a:off x="2576264" y="2367306"/>
                <a:ext cx="129600" cy="164160"/>
              </p14:xfrm>
            </p:contentPart>
          </mc:Choice>
          <mc:Fallback xmlns="">
            <p:pic>
              <p:nvPicPr>
                <p:cNvPr id="27729" name="Ink 27728">
                  <a:extLst>
                    <a:ext uri="{FF2B5EF4-FFF2-40B4-BE49-F238E27FC236}">
                      <a16:creationId xmlns:a16="http://schemas.microsoft.com/office/drawing/2014/main" id="{9A354937-834A-7BBC-2F20-EFBB73C4BF5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558624" y="2349666"/>
                  <a:ext cx="1652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27731" name="Ink 27730">
                  <a:extLst>
                    <a:ext uri="{FF2B5EF4-FFF2-40B4-BE49-F238E27FC236}">
                      <a16:creationId xmlns:a16="http://schemas.microsoft.com/office/drawing/2014/main" id="{BBA554CA-5261-CC65-1DF9-D0AA91E042C4}"/>
                    </a:ext>
                  </a:extLst>
                </p14:cNvPr>
                <p14:cNvContentPartPr/>
                <p14:nvPr/>
              </p14:nvContentPartPr>
              <p14:xfrm>
                <a:off x="2734664" y="2294226"/>
                <a:ext cx="115920" cy="252720"/>
              </p14:xfrm>
            </p:contentPart>
          </mc:Choice>
          <mc:Fallback xmlns="">
            <p:pic>
              <p:nvPicPr>
                <p:cNvPr id="27731" name="Ink 27730">
                  <a:extLst>
                    <a:ext uri="{FF2B5EF4-FFF2-40B4-BE49-F238E27FC236}">
                      <a16:creationId xmlns:a16="http://schemas.microsoft.com/office/drawing/2014/main" id="{BBA554CA-5261-CC65-1DF9-D0AA91E042C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716664" y="2276586"/>
                  <a:ext cx="151560" cy="28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60" name="Group 27759">
            <a:extLst>
              <a:ext uri="{FF2B5EF4-FFF2-40B4-BE49-F238E27FC236}">
                <a16:creationId xmlns:a16="http://schemas.microsoft.com/office/drawing/2014/main" id="{FCFD0C9A-4BF1-FF65-EAAC-F8B9B0CD964A}"/>
              </a:ext>
            </a:extLst>
          </p:cNvPr>
          <p:cNvGrpSpPr/>
          <p:nvPr/>
        </p:nvGrpSpPr>
        <p:grpSpPr>
          <a:xfrm>
            <a:off x="2471504" y="3574026"/>
            <a:ext cx="768600" cy="343800"/>
            <a:chOff x="2471504" y="3574026"/>
            <a:chExt cx="768600" cy="34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27732" name="Ink 27731">
                  <a:extLst>
                    <a:ext uri="{FF2B5EF4-FFF2-40B4-BE49-F238E27FC236}">
                      <a16:creationId xmlns:a16="http://schemas.microsoft.com/office/drawing/2014/main" id="{FBC21407-FE82-1C59-38C3-17A9A25EEF9E}"/>
                    </a:ext>
                  </a:extLst>
                </p14:cNvPr>
                <p14:cNvContentPartPr/>
                <p14:nvPr/>
              </p14:nvContentPartPr>
              <p14:xfrm>
                <a:off x="2471504" y="3730266"/>
                <a:ext cx="39600" cy="187560"/>
              </p14:xfrm>
            </p:contentPart>
          </mc:Choice>
          <mc:Fallback xmlns="">
            <p:pic>
              <p:nvPicPr>
                <p:cNvPr id="27732" name="Ink 27731">
                  <a:extLst>
                    <a:ext uri="{FF2B5EF4-FFF2-40B4-BE49-F238E27FC236}">
                      <a16:creationId xmlns:a16="http://schemas.microsoft.com/office/drawing/2014/main" id="{FBC21407-FE82-1C59-38C3-17A9A25EEF9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453504" y="3712626"/>
                  <a:ext cx="752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27733" name="Ink 27732">
                  <a:extLst>
                    <a:ext uri="{FF2B5EF4-FFF2-40B4-BE49-F238E27FC236}">
                      <a16:creationId xmlns:a16="http://schemas.microsoft.com/office/drawing/2014/main" id="{62799C48-6F58-9830-0ADD-19D45070A214}"/>
                    </a:ext>
                  </a:extLst>
                </p14:cNvPr>
                <p14:cNvContentPartPr/>
                <p14:nvPr/>
              </p14:nvContentPartPr>
              <p14:xfrm>
                <a:off x="2490224" y="3695706"/>
                <a:ext cx="98640" cy="130680"/>
              </p14:xfrm>
            </p:contentPart>
          </mc:Choice>
          <mc:Fallback xmlns="">
            <p:pic>
              <p:nvPicPr>
                <p:cNvPr id="27733" name="Ink 27732">
                  <a:extLst>
                    <a:ext uri="{FF2B5EF4-FFF2-40B4-BE49-F238E27FC236}">
                      <a16:creationId xmlns:a16="http://schemas.microsoft.com/office/drawing/2014/main" id="{62799C48-6F58-9830-0ADD-19D45070A21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472584" y="3678066"/>
                  <a:ext cx="13428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27734" name="Ink 27733">
                  <a:extLst>
                    <a:ext uri="{FF2B5EF4-FFF2-40B4-BE49-F238E27FC236}">
                      <a16:creationId xmlns:a16="http://schemas.microsoft.com/office/drawing/2014/main" id="{F1DDBE6C-67C8-1429-9455-8D59B924864E}"/>
                    </a:ext>
                  </a:extLst>
                </p14:cNvPr>
                <p14:cNvContentPartPr/>
                <p14:nvPr/>
              </p14:nvContentPartPr>
              <p14:xfrm>
                <a:off x="2694344" y="3682386"/>
                <a:ext cx="35280" cy="143640"/>
              </p14:xfrm>
            </p:contentPart>
          </mc:Choice>
          <mc:Fallback xmlns="">
            <p:pic>
              <p:nvPicPr>
                <p:cNvPr id="27734" name="Ink 27733">
                  <a:extLst>
                    <a:ext uri="{FF2B5EF4-FFF2-40B4-BE49-F238E27FC236}">
                      <a16:creationId xmlns:a16="http://schemas.microsoft.com/office/drawing/2014/main" id="{F1DDBE6C-67C8-1429-9455-8D59B924864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676704" y="3664746"/>
                  <a:ext cx="709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27735" name="Ink 27734">
                  <a:extLst>
                    <a:ext uri="{FF2B5EF4-FFF2-40B4-BE49-F238E27FC236}">
                      <a16:creationId xmlns:a16="http://schemas.microsoft.com/office/drawing/2014/main" id="{3BD8C36B-EB1B-A1BE-33F3-934D8FAB7AA0}"/>
                    </a:ext>
                  </a:extLst>
                </p14:cNvPr>
                <p14:cNvContentPartPr/>
                <p14:nvPr/>
              </p14:nvContentPartPr>
              <p14:xfrm>
                <a:off x="2707304" y="3642426"/>
                <a:ext cx="188640" cy="140400"/>
              </p14:xfrm>
            </p:contentPart>
          </mc:Choice>
          <mc:Fallback xmlns="">
            <p:pic>
              <p:nvPicPr>
                <p:cNvPr id="27735" name="Ink 27734">
                  <a:extLst>
                    <a:ext uri="{FF2B5EF4-FFF2-40B4-BE49-F238E27FC236}">
                      <a16:creationId xmlns:a16="http://schemas.microsoft.com/office/drawing/2014/main" id="{3BD8C36B-EB1B-A1BE-33F3-934D8FAB7AA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689304" y="3624426"/>
                  <a:ext cx="2242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27736" name="Ink 27735">
                  <a:extLst>
                    <a:ext uri="{FF2B5EF4-FFF2-40B4-BE49-F238E27FC236}">
                      <a16:creationId xmlns:a16="http://schemas.microsoft.com/office/drawing/2014/main" id="{2AE50E8C-27BF-3CA8-12F3-B42C67E8EBE2}"/>
                    </a:ext>
                  </a:extLst>
                </p14:cNvPr>
                <p14:cNvContentPartPr/>
                <p14:nvPr/>
              </p14:nvContentPartPr>
              <p14:xfrm>
                <a:off x="2972624" y="3623346"/>
                <a:ext cx="86400" cy="160920"/>
              </p14:xfrm>
            </p:contentPart>
          </mc:Choice>
          <mc:Fallback xmlns="">
            <p:pic>
              <p:nvPicPr>
                <p:cNvPr id="27736" name="Ink 27735">
                  <a:extLst>
                    <a:ext uri="{FF2B5EF4-FFF2-40B4-BE49-F238E27FC236}">
                      <a16:creationId xmlns:a16="http://schemas.microsoft.com/office/drawing/2014/main" id="{2AE50E8C-27BF-3CA8-12F3-B42C67E8EBE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954984" y="3605346"/>
                  <a:ext cx="1220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27750" name="Ink 27749">
                  <a:extLst>
                    <a:ext uri="{FF2B5EF4-FFF2-40B4-BE49-F238E27FC236}">
                      <a16:creationId xmlns:a16="http://schemas.microsoft.com/office/drawing/2014/main" id="{1F3ABE3F-D8FD-33ED-7D54-94FDA5DA89EF}"/>
                    </a:ext>
                  </a:extLst>
                </p14:cNvPr>
                <p14:cNvContentPartPr/>
                <p14:nvPr/>
              </p14:nvContentPartPr>
              <p14:xfrm>
                <a:off x="3136064" y="3574026"/>
                <a:ext cx="104040" cy="243000"/>
              </p14:xfrm>
            </p:contentPart>
          </mc:Choice>
          <mc:Fallback xmlns="">
            <p:pic>
              <p:nvPicPr>
                <p:cNvPr id="27750" name="Ink 27749">
                  <a:extLst>
                    <a:ext uri="{FF2B5EF4-FFF2-40B4-BE49-F238E27FC236}">
                      <a16:creationId xmlns:a16="http://schemas.microsoft.com/office/drawing/2014/main" id="{1F3ABE3F-D8FD-33ED-7D54-94FDA5DA89E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118424" y="3556026"/>
                  <a:ext cx="139680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72" name="Group 27771">
            <a:extLst>
              <a:ext uri="{FF2B5EF4-FFF2-40B4-BE49-F238E27FC236}">
                <a16:creationId xmlns:a16="http://schemas.microsoft.com/office/drawing/2014/main" id="{B670C1CE-8DE5-C724-910D-668551C93760}"/>
              </a:ext>
            </a:extLst>
          </p:cNvPr>
          <p:cNvGrpSpPr/>
          <p:nvPr/>
        </p:nvGrpSpPr>
        <p:grpSpPr>
          <a:xfrm>
            <a:off x="356504" y="2197386"/>
            <a:ext cx="758880" cy="623160"/>
            <a:chOff x="356504" y="2197386"/>
            <a:chExt cx="758880" cy="62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27767" name="Ink 27766">
                  <a:extLst>
                    <a:ext uri="{FF2B5EF4-FFF2-40B4-BE49-F238E27FC236}">
                      <a16:creationId xmlns:a16="http://schemas.microsoft.com/office/drawing/2014/main" id="{8EC7A3A5-4BA3-8839-C97E-BAAC18C8A2B2}"/>
                    </a:ext>
                  </a:extLst>
                </p14:cNvPr>
                <p14:cNvContentPartPr/>
                <p14:nvPr/>
              </p14:nvContentPartPr>
              <p14:xfrm>
                <a:off x="554864" y="2468826"/>
                <a:ext cx="155520" cy="228960"/>
              </p14:xfrm>
            </p:contentPart>
          </mc:Choice>
          <mc:Fallback xmlns="">
            <p:pic>
              <p:nvPicPr>
                <p:cNvPr id="27767" name="Ink 27766">
                  <a:extLst>
                    <a:ext uri="{FF2B5EF4-FFF2-40B4-BE49-F238E27FC236}">
                      <a16:creationId xmlns:a16="http://schemas.microsoft.com/office/drawing/2014/main" id="{8EC7A3A5-4BA3-8839-C97E-BAAC18C8A2B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37224" y="2450826"/>
                  <a:ext cx="19116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27768" name="Ink 27767">
                  <a:extLst>
                    <a:ext uri="{FF2B5EF4-FFF2-40B4-BE49-F238E27FC236}">
                      <a16:creationId xmlns:a16="http://schemas.microsoft.com/office/drawing/2014/main" id="{50021967-9B38-3910-50B1-D2504F3FEB25}"/>
                    </a:ext>
                  </a:extLst>
                </p14:cNvPr>
                <p14:cNvContentPartPr/>
                <p14:nvPr/>
              </p14:nvContentPartPr>
              <p14:xfrm>
                <a:off x="755744" y="2335626"/>
                <a:ext cx="138600" cy="218880"/>
              </p14:xfrm>
            </p:contentPart>
          </mc:Choice>
          <mc:Fallback xmlns="">
            <p:pic>
              <p:nvPicPr>
                <p:cNvPr id="27768" name="Ink 27767">
                  <a:extLst>
                    <a:ext uri="{FF2B5EF4-FFF2-40B4-BE49-F238E27FC236}">
                      <a16:creationId xmlns:a16="http://schemas.microsoft.com/office/drawing/2014/main" id="{50021967-9B38-3910-50B1-D2504F3FEB2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37744" y="2317986"/>
                  <a:ext cx="17424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27769" name="Ink 27768">
                  <a:extLst>
                    <a:ext uri="{FF2B5EF4-FFF2-40B4-BE49-F238E27FC236}">
                      <a16:creationId xmlns:a16="http://schemas.microsoft.com/office/drawing/2014/main" id="{2839AB11-BF36-20AA-A99E-471C1A32048F}"/>
                    </a:ext>
                  </a:extLst>
                </p14:cNvPr>
                <p14:cNvContentPartPr/>
                <p14:nvPr/>
              </p14:nvContentPartPr>
              <p14:xfrm>
                <a:off x="539384" y="2198826"/>
                <a:ext cx="576000" cy="621720"/>
              </p14:xfrm>
            </p:contentPart>
          </mc:Choice>
          <mc:Fallback xmlns="">
            <p:pic>
              <p:nvPicPr>
                <p:cNvPr id="27769" name="Ink 27768">
                  <a:extLst>
                    <a:ext uri="{FF2B5EF4-FFF2-40B4-BE49-F238E27FC236}">
                      <a16:creationId xmlns:a16="http://schemas.microsoft.com/office/drawing/2014/main" id="{2839AB11-BF36-20AA-A99E-471C1A32048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21744" y="2180826"/>
                  <a:ext cx="611640" cy="65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27770" name="Ink 27769">
                  <a:extLst>
                    <a:ext uri="{FF2B5EF4-FFF2-40B4-BE49-F238E27FC236}">
                      <a16:creationId xmlns:a16="http://schemas.microsoft.com/office/drawing/2014/main" id="{E25EAA6E-7B82-99FA-2878-3E6498960838}"/>
                    </a:ext>
                  </a:extLst>
                </p14:cNvPr>
                <p14:cNvContentPartPr/>
                <p14:nvPr/>
              </p14:nvContentPartPr>
              <p14:xfrm>
                <a:off x="356504" y="2418786"/>
                <a:ext cx="174240" cy="337320"/>
              </p14:xfrm>
            </p:contentPart>
          </mc:Choice>
          <mc:Fallback xmlns="">
            <p:pic>
              <p:nvPicPr>
                <p:cNvPr id="27770" name="Ink 27769">
                  <a:extLst>
                    <a:ext uri="{FF2B5EF4-FFF2-40B4-BE49-F238E27FC236}">
                      <a16:creationId xmlns:a16="http://schemas.microsoft.com/office/drawing/2014/main" id="{E25EAA6E-7B82-99FA-2878-3E649896083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38864" y="2400786"/>
                  <a:ext cx="20988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27771" name="Ink 27770">
                  <a:extLst>
                    <a:ext uri="{FF2B5EF4-FFF2-40B4-BE49-F238E27FC236}">
                      <a16:creationId xmlns:a16="http://schemas.microsoft.com/office/drawing/2014/main" id="{7F8DADC5-673C-6D2F-BA20-3FCB9AD2CF2D}"/>
                    </a:ext>
                  </a:extLst>
                </p14:cNvPr>
                <p14:cNvContentPartPr/>
                <p14:nvPr/>
              </p14:nvContentPartPr>
              <p14:xfrm>
                <a:off x="363704" y="2197386"/>
                <a:ext cx="659160" cy="216720"/>
              </p14:xfrm>
            </p:contentPart>
          </mc:Choice>
          <mc:Fallback xmlns="">
            <p:pic>
              <p:nvPicPr>
                <p:cNvPr id="27771" name="Ink 27770">
                  <a:extLst>
                    <a:ext uri="{FF2B5EF4-FFF2-40B4-BE49-F238E27FC236}">
                      <a16:creationId xmlns:a16="http://schemas.microsoft.com/office/drawing/2014/main" id="{7F8DADC5-673C-6D2F-BA20-3FCB9AD2CF2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46064" y="2179746"/>
                  <a:ext cx="694800" cy="25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77" name="Group 27776">
            <a:extLst>
              <a:ext uri="{FF2B5EF4-FFF2-40B4-BE49-F238E27FC236}">
                <a16:creationId xmlns:a16="http://schemas.microsoft.com/office/drawing/2014/main" id="{E3F30AD3-B754-9A8E-DB4C-5E0FFC202427}"/>
              </a:ext>
            </a:extLst>
          </p:cNvPr>
          <p:cNvGrpSpPr/>
          <p:nvPr/>
        </p:nvGrpSpPr>
        <p:grpSpPr>
          <a:xfrm>
            <a:off x="2955704" y="1796346"/>
            <a:ext cx="573840" cy="482040"/>
            <a:chOff x="2955704" y="1796346"/>
            <a:chExt cx="573840" cy="48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27773" name="Ink 27772">
                  <a:extLst>
                    <a:ext uri="{FF2B5EF4-FFF2-40B4-BE49-F238E27FC236}">
                      <a16:creationId xmlns:a16="http://schemas.microsoft.com/office/drawing/2014/main" id="{1ED88621-E71C-E02D-7CB7-561C8F89FB05}"/>
                    </a:ext>
                  </a:extLst>
                </p14:cNvPr>
                <p14:cNvContentPartPr/>
                <p14:nvPr/>
              </p14:nvContentPartPr>
              <p14:xfrm>
                <a:off x="2955704" y="2184066"/>
                <a:ext cx="150480" cy="94320"/>
              </p14:xfrm>
            </p:contentPart>
          </mc:Choice>
          <mc:Fallback xmlns="">
            <p:pic>
              <p:nvPicPr>
                <p:cNvPr id="27773" name="Ink 27772">
                  <a:extLst>
                    <a:ext uri="{FF2B5EF4-FFF2-40B4-BE49-F238E27FC236}">
                      <a16:creationId xmlns:a16="http://schemas.microsoft.com/office/drawing/2014/main" id="{1ED88621-E71C-E02D-7CB7-561C8F89FB0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938064" y="2166426"/>
                  <a:ext cx="1861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27774" name="Ink 27773">
                  <a:extLst>
                    <a:ext uri="{FF2B5EF4-FFF2-40B4-BE49-F238E27FC236}">
                      <a16:creationId xmlns:a16="http://schemas.microsoft.com/office/drawing/2014/main" id="{C961B852-4C94-79EB-460D-2157085B83D2}"/>
                    </a:ext>
                  </a:extLst>
                </p14:cNvPr>
                <p14:cNvContentPartPr/>
                <p14:nvPr/>
              </p14:nvContentPartPr>
              <p14:xfrm>
                <a:off x="3223904" y="1985706"/>
                <a:ext cx="137880" cy="165240"/>
              </p14:xfrm>
            </p:contentPart>
          </mc:Choice>
          <mc:Fallback xmlns="">
            <p:pic>
              <p:nvPicPr>
                <p:cNvPr id="27774" name="Ink 27773">
                  <a:extLst>
                    <a:ext uri="{FF2B5EF4-FFF2-40B4-BE49-F238E27FC236}">
                      <a16:creationId xmlns:a16="http://schemas.microsoft.com/office/drawing/2014/main" id="{C961B852-4C94-79EB-460D-2157085B83D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206264" y="1968066"/>
                  <a:ext cx="1735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27775" name="Ink 27774">
                  <a:extLst>
                    <a:ext uri="{FF2B5EF4-FFF2-40B4-BE49-F238E27FC236}">
                      <a16:creationId xmlns:a16="http://schemas.microsoft.com/office/drawing/2014/main" id="{44F22E3B-4C34-6EE0-B2AD-847608149C15}"/>
                    </a:ext>
                  </a:extLst>
                </p14:cNvPr>
                <p14:cNvContentPartPr/>
                <p14:nvPr/>
              </p14:nvContentPartPr>
              <p14:xfrm>
                <a:off x="3378704" y="1917306"/>
                <a:ext cx="75960" cy="146160"/>
              </p14:xfrm>
            </p:contentPart>
          </mc:Choice>
          <mc:Fallback xmlns="">
            <p:pic>
              <p:nvPicPr>
                <p:cNvPr id="27775" name="Ink 27774">
                  <a:extLst>
                    <a:ext uri="{FF2B5EF4-FFF2-40B4-BE49-F238E27FC236}">
                      <a16:creationId xmlns:a16="http://schemas.microsoft.com/office/drawing/2014/main" id="{44F22E3B-4C34-6EE0-B2AD-847608149C1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361064" y="1899306"/>
                  <a:ext cx="1116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27776" name="Ink 27775">
                  <a:extLst>
                    <a:ext uri="{FF2B5EF4-FFF2-40B4-BE49-F238E27FC236}">
                      <a16:creationId xmlns:a16="http://schemas.microsoft.com/office/drawing/2014/main" id="{E7A77EB0-BEC2-4371-C49E-20831FBE0D61}"/>
                    </a:ext>
                  </a:extLst>
                </p14:cNvPr>
                <p14:cNvContentPartPr/>
                <p14:nvPr/>
              </p14:nvContentPartPr>
              <p14:xfrm>
                <a:off x="3402824" y="1796346"/>
                <a:ext cx="126720" cy="170280"/>
              </p14:xfrm>
            </p:contentPart>
          </mc:Choice>
          <mc:Fallback xmlns="">
            <p:pic>
              <p:nvPicPr>
                <p:cNvPr id="27776" name="Ink 27775">
                  <a:extLst>
                    <a:ext uri="{FF2B5EF4-FFF2-40B4-BE49-F238E27FC236}">
                      <a16:creationId xmlns:a16="http://schemas.microsoft.com/office/drawing/2014/main" id="{E7A77EB0-BEC2-4371-C49E-20831FBE0D6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385184" y="1778706"/>
                  <a:ext cx="162360" cy="20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87" name="Group 27786">
            <a:extLst>
              <a:ext uri="{FF2B5EF4-FFF2-40B4-BE49-F238E27FC236}">
                <a16:creationId xmlns:a16="http://schemas.microsoft.com/office/drawing/2014/main" id="{A1B803ED-F53B-8050-B30B-DF84161D32C5}"/>
              </a:ext>
            </a:extLst>
          </p:cNvPr>
          <p:cNvGrpSpPr/>
          <p:nvPr/>
        </p:nvGrpSpPr>
        <p:grpSpPr>
          <a:xfrm>
            <a:off x="3458264" y="3458466"/>
            <a:ext cx="470880" cy="363240"/>
            <a:chOff x="3458264" y="3458466"/>
            <a:chExt cx="470880" cy="36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27778" name="Ink 27777">
                  <a:extLst>
                    <a:ext uri="{FF2B5EF4-FFF2-40B4-BE49-F238E27FC236}">
                      <a16:creationId xmlns:a16="http://schemas.microsoft.com/office/drawing/2014/main" id="{A9E45D36-30F3-B98A-2ACE-EA2EDEB9B03A}"/>
                    </a:ext>
                  </a:extLst>
                </p14:cNvPr>
                <p14:cNvContentPartPr/>
                <p14:nvPr/>
              </p14:nvContentPartPr>
              <p14:xfrm>
                <a:off x="3458264" y="3667626"/>
                <a:ext cx="132480" cy="154080"/>
              </p14:xfrm>
            </p:contentPart>
          </mc:Choice>
          <mc:Fallback xmlns="">
            <p:pic>
              <p:nvPicPr>
                <p:cNvPr id="27778" name="Ink 27777">
                  <a:extLst>
                    <a:ext uri="{FF2B5EF4-FFF2-40B4-BE49-F238E27FC236}">
                      <a16:creationId xmlns:a16="http://schemas.microsoft.com/office/drawing/2014/main" id="{A9E45D36-30F3-B98A-2ACE-EA2EDEB9B03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440264" y="3649626"/>
                  <a:ext cx="1681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27779" name="Ink 27778">
                  <a:extLst>
                    <a:ext uri="{FF2B5EF4-FFF2-40B4-BE49-F238E27FC236}">
                      <a16:creationId xmlns:a16="http://schemas.microsoft.com/office/drawing/2014/main" id="{20857635-7EEE-88ED-6B4F-4DD0FDAF943B}"/>
                    </a:ext>
                  </a:extLst>
                </p14:cNvPr>
                <p14:cNvContentPartPr/>
                <p14:nvPr/>
              </p14:nvContentPartPr>
              <p14:xfrm>
                <a:off x="3618104" y="3615786"/>
                <a:ext cx="81720" cy="160920"/>
              </p14:xfrm>
            </p:contentPart>
          </mc:Choice>
          <mc:Fallback xmlns="">
            <p:pic>
              <p:nvPicPr>
                <p:cNvPr id="27779" name="Ink 27778">
                  <a:extLst>
                    <a:ext uri="{FF2B5EF4-FFF2-40B4-BE49-F238E27FC236}">
                      <a16:creationId xmlns:a16="http://schemas.microsoft.com/office/drawing/2014/main" id="{20857635-7EEE-88ED-6B4F-4DD0FDAF943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600464" y="3598146"/>
                  <a:ext cx="1173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27780" name="Ink 27779">
                  <a:extLst>
                    <a:ext uri="{FF2B5EF4-FFF2-40B4-BE49-F238E27FC236}">
                      <a16:creationId xmlns:a16="http://schemas.microsoft.com/office/drawing/2014/main" id="{9C51ADAF-9E7D-9D37-99F1-61B821F9FC8A}"/>
                    </a:ext>
                  </a:extLst>
                </p14:cNvPr>
                <p14:cNvContentPartPr/>
                <p14:nvPr/>
              </p14:nvContentPartPr>
              <p14:xfrm>
                <a:off x="3630704" y="3539466"/>
                <a:ext cx="51840" cy="78840"/>
              </p14:xfrm>
            </p:contentPart>
          </mc:Choice>
          <mc:Fallback xmlns="">
            <p:pic>
              <p:nvPicPr>
                <p:cNvPr id="27780" name="Ink 27779">
                  <a:extLst>
                    <a:ext uri="{FF2B5EF4-FFF2-40B4-BE49-F238E27FC236}">
                      <a16:creationId xmlns:a16="http://schemas.microsoft.com/office/drawing/2014/main" id="{9C51ADAF-9E7D-9D37-99F1-61B821F9FC8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612704" y="3521826"/>
                  <a:ext cx="874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27781" name="Ink 27780">
                  <a:extLst>
                    <a:ext uri="{FF2B5EF4-FFF2-40B4-BE49-F238E27FC236}">
                      <a16:creationId xmlns:a16="http://schemas.microsoft.com/office/drawing/2014/main" id="{AA9BEB3B-DFFC-4E33-FB76-3715FEB53FDD}"/>
                    </a:ext>
                  </a:extLst>
                </p14:cNvPr>
                <p14:cNvContentPartPr/>
                <p14:nvPr/>
              </p14:nvContentPartPr>
              <p14:xfrm>
                <a:off x="3654824" y="3636306"/>
                <a:ext cx="88920" cy="75960"/>
              </p14:xfrm>
            </p:contentPart>
          </mc:Choice>
          <mc:Fallback xmlns="">
            <p:pic>
              <p:nvPicPr>
                <p:cNvPr id="27781" name="Ink 27780">
                  <a:extLst>
                    <a:ext uri="{FF2B5EF4-FFF2-40B4-BE49-F238E27FC236}">
                      <a16:creationId xmlns:a16="http://schemas.microsoft.com/office/drawing/2014/main" id="{AA9BEB3B-DFFC-4E33-FB76-3715FEB53FD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636824" y="3618306"/>
                  <a:ext cx="1245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27782" name="Ink 27781">
                  <a:extLst>
                    <a:ext uri="{FF2B5EF4-FFF2-40B4-BE49-F238E27FC236}">
                      <a16:creationId xmlns:a16="http://schemas.microsoft.com/office/drawing/2014/main" id="{8DF8C26F-018D-6254-019A-07A61A4EFDE2}"/>
                    </a:ext>
                  </a:extLst>
                </p14:cNvPr>
                <p14:cNvContentPartPr/>
                <p14:nvPr/>
              </p14:nvContentPartPr>
              <p14:xfrm>
                <a:off x="3808544" y="3547746"/>
                <a:ext cx="65880" cy="144360"/>
              </p14:xfrm>
            </p:contentPart>
          </mc:Choice>
          <mc:Fallback xmlns="">
            <p:pic>
              <p:nvPicPr>
                <p:cNvPr id="27782" name="Ink 27781">
                  <a:extLst>
                    <a:ext uri="{FF2B5EF4-FFF2-40B4-BE49-F238E27FC236}">
                      <a16:creationId xmlns:a16="http://schemas.microsoft.com/office/drawing/2014/main" id="{8DF8C26F-018D-6254-019A-07A61A4EFDE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790544" y="3529746"/>
                  <a:ext cx="1015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27783" name="Ink 27782">
                  <a:extLst>
                    <a:ext uri="{FF2B5EF4-FFF2-40B4-BE49-F238E27FC236}">
                      <a16:creationId xmlns:a16="http://schemas.microsoft.com/office/drawing/2014/main" id="{512B3FB7-EE8C-061F-3E76-72F5EFF5B1E6}"/>
                    </a:ext>
                  </a:extLst>
                </p14:cNvPr>
                <p14:cNvContentPartPr/>
                <p14:nvPr/>
              </p14:nvContentPartPr>
              <p14:xfrm>
                <a:off x="3816824" y="3458466"/>
                <a:ext cx="39960" cy="53640"/>
              </p14:xfrm>
            </p:contentPart>
          </mc:Choice>
          <mc:Fallback xmlns="">
            <p:pic>
              <p:nvPicPr>
                <p:cNvPr id="27783" name="Ink 27782">
                  <a:extLst>
                    <a:ext uri="{FF2B5EF4-FFF2-40B4-BE49-F238E27FC236}">
                      <a16:creationId xmlns:a16="http://schemas.microsoft.com/office/drawing/2014/main" id="{512B3FB7-EE8C-061F-3E76-72F5EFF5B1E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799184" y="3440466"/>
                  <a:ext cx="756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27784" name="Ink 27783">
                  <a:extLst>
                    <a:ext uri="{FF2B5EF4-FFF2-40B4-BE49-F238E27FC236}">
                      <a16:creationId xmlns:a16="http://schemas.microsoft.com/office/drawing/2014/main" id="{DF0E278D-BDC8-DD98-60C1-351E26B1659F}"/>
                    </a:ext>
                  </a:extLst>
                </p14:cNvPr>
                <p14:cNvContentPartPr/>
                <p14:nvPr/>
              </p14:nvContentPartPr>
              <p14:xfrm>
                <a:off x="3872984" y="3611466"/>
                <a:ext cx="44280" cy="50400"/>
              </p14:xfrm>
            </p:contentPart>
          </mc:Choice>
          <mc:Fallback xmlns="">
            <p:pic>
              <p:nvPicPr>
                <p:cNvPr id="27784" name="Ink 27783">
                  <a:extLst>
                    <a:ext uri="{FF2B5EF4-FFF2-40B4-BE49-F238E27FC236}">
                      <a16:creationId xmlns:a16="http://schemas.microsoft.com/office/drawing/2014/main" id="{DF0E278D-BDC8-DD98-60C1-351E26B1659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855344" y="3593826"/>
                  <a:ext cx="799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27786" name="Ink 27785">
                  <a:extLst>
                    <a:ext uri="{FF2B5EF4-FFF2-40B4-BE49-F238E27FC236}">
                      <a16:creationId xmlns:a16="http://schemas.microsoft.com/office/drawing/2014/main" id="{44864939-8FE7-8B1E-C8A1-41B41397FBFB}"/>
                    </a:ext>
                  </a:extLst>
                </p14:cNvPr>
                <p14:cNvContentPartPr/>
                <p14:nvPr/>
              </p14:nvContentPartPr>
              <p14:xfrm>
                <a:off x="3880184" y="3679866"/>
                <a:ext cx="48960" cy="124560"/>
              </p14:xfrm>
            </p:contentPart>
          </mc:Choice>
          <mc:Fallback xmlns="">
            <p:pic>
              <p:nvPicPr>
                <p:cNvPr id="27786" name="Ink 27785">
                  <a:extLst>
                    <a:ext uri="{FF2B5EF4-FFF2-40B4-BE49-F238E27FC236}">
                      <a16:creationId xmlns:a16="http://schemas.microsoft.com/office/drawing/2014/main" id="{44864939-8FE7-8B1E-C8A1-41B41397FBF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862184" y="3662226"/>
                  <a:ext cx="84600" cy="16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27789" name="Ink 27788">
                <a:extLst>
                  <a:ext uri="{FF2B5EF4-FFF2-40B4-BE49-F238E27FC236}">
                    <a16:creationId xmlns:a16="http://schemas.microsoft.com/office/drawing/2014/main" id="{0791C9C3-7A11-78BA-8A5F-ECA3F2AB99CB}"/>
                  </a:ext>
                </a:extLst>
              </p14:cNvPr>
              <p14:cNvContentPartPr/>
              <p14:nvPr/>
            </p14:nvContentPartPr>
            <p14:xfrm>
              <a:off x="1698944" y="1492146"/>
              <a:ext cx="2266200" cy="3918960"/>
            </p14:xfrm>
          </p:contentPart>
        </mc:Choice>
        <mc:Fallback xmlns="">
          <p:pic>
            <p:nvPicPr>
              <p:cNvPr id="27789" name="Ink 27788">
                <a:extLst>
                  <a:ext uri="{FF2B5EF4-FFF2-40B4-BE49-F238E27FC236}">
                    <a16:creationId xmlns:a16="http://schemas.microsoft.com/office/drawing/2014/main" id="{0791C9C3-7A11-78BA-8A5F-ECA3F2AB99CB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1645304" y="1384506"/>
                <a:ext cx="2373840" cy="413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27790" name="Ink 27789">
                <a:extLst>
                  <a:ext uri="{FF2B5EF4-FFF2-40B4-BE49-F238E27FC236}">
                    <a16:creationId xmlns:a16="http://schemas.microsoft.com/office/drawing/2014/main" id="{197532D4-3440-633F-6146-575ECC92F8D6}"/>
                  </a:ext>
                </a:extLst>
              </p14:cNvPr>
              <p14:cNvContentPartPr/>
              <p14:nvPr/>
            </p14:nvContentPartPr>
            <p14:xfrm>
              <a:off x="5105264" y="1642266"/>
              <a:ext cx="241200" cy="55080"/>
            </p14:xfrm>
          </p:contentPart>
        </mc:Choice>
        <mc:Fallback xmlns="">
          <p:pic>
            <p:nvPicPr>
              <p:cNvPr id="27790" name="Ink 27789">
                <a:extLst>
                  <a:ext uri="{FF2B5EF4-FFF2-40B4-BE49-F238E27FC236}">
                    <a16:creationId xmlns:a16="http://schemas.microsoft.com/office/drawing/2014/main" id="{197532D4-3440-633F-6146-575ECC92F8D6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5087624" y="1624266"/>
                <a:ext cx="276840" cy="90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7796" name="Group 27795">
            <a:extLst>
              <a:ext uri="{FF2B5EF4-FFF2-40B4-BE49-F238E27FC236}">
                <a16:creationId xmlns:a16="http://schemas.microsoft.com/office/drawing/2014/main" id="{E99C3949-1065-0288-DC92-EE62CD137697}"/>
              </a:ext>
            </a:extLst>
          </p:cNvPr>
          <p:cNvGrpSpPr/>
          <p:nvPr/>
        </p:nvGrpSpPr>
        <p:grpSpPr>
          <a:xfrm>
            <a:off x="5091944" y="1273626"/>
            <a:ext cx="668880" cy="229320"/>
            <a:chOff x="5091944" y="1273626"/>
            <a:chExt cx="668880" cy="22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27791" name="Ink 27790">
                  <a:extLst>
                    <a:ext uri="{FF2B5EF4-FFF2-40B4-BE49-F238E27FC236}">
                      <a16:creationId xmlns:a16="http://schemas.microsoft.com/office/drawing/2014/main" id="{6591B07B-BE06-9A85-BD77-A4D8178C0BC5}"/>
                    </a:ext>
                  </a:extLst>
                </p14:cNvPr>
                <p14:cNvContentPartPr/>
                <p14:nvPr/>
              </p14:nvContentPartPr>
              <p14:xfrm>
                <a:off x="5091944" y="1273626"/>
                <a:ext cx="225360" cy="203400"/>
              </p14:xfrm>
            </p:contentPart>
          </mc:Choice>
          <mc:Fallback xmlns="">
            <p:pic>
              <p:nvPicPr>
                <p:cNvPr id="27791" name="Ink 27790">
                  <a:extLst>
                    <a:ext uri="{FF2B5EF4-FFF2-40B4-BE49-F238E27FC236}">
                      <a16:creationId xmlns:a16="http://schemas.microsoft.com/office/drawing/2014/main" id="{6591B07B-BE06-9A85-BD77-A4D8178C0BC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073944" y="1255626"/>
                  <a:ext cx="2610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27792" name="Ink 27791">
                  <a:extLst>
                    <a:ext uri="{FF2B5EF4-FFF2-40B4-BE49-F238E27FC236}">
                      <a16:creationId xmlns:a16="http://schemas.microsoft.com/office/drawing/2014/main" id="{BADA9FEF-E81B-C033-F3C0-36E44D14C085}"/>
                    </a:ext>
                  </a:extLst>
                </p14:cNvPr>
                <p14:cNvContentPartPr/>
                <p14:nvPr/>
              </p14:nvContentPartPr>
              <p14:xfrm>
                <a:off x="5456984" y="1355706"/>
                <a:ext cx="30600" cy="147240"/>
              </p14:xfrm>
            </p:contentPart>
          </mc:Choice>
          <mc:Fallback xmlns="">
            <p:pic>
              <p:nvPicPr>
                <p:cNvPr id="27792" name="Ink 27791">
                  <a:extLst>
                    <a:ext uri="{FF2B5EF4-FFF2-40B4-BE49-F238E27FC236}">
                      <a16:creationId xmlns:a16="http://schemas.microsoft.com/office/drawing/2014/main" id="{BADA9FEF-E81B-C033-F3C0-36E44D14C08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438984" y="1337706"/>
                  <a:ext cx="662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27793" name="Ink 27792">
                  <a:extLst>
                    <a:ext uri="{FF2B5EF4-FFF2-40B4-BE49-F238E27FC236}">
                      <a16:creationId xmlns:a16="http://schemas.microsoft.com/office/drawing/2014/main" id="{A4F58DBD-A6EC-BDBE-77A6-B2EA440895A2}"/>
                    </a:ext>
                  </a:extLst>
                </p14:cNvPr>
                <p14:cNvContentPartPr/>
                <p14:nvPr/>
              </p14:nvContentPartPr>
              <p14:xfrm>
                <a:off x="5460584" y="1348146"/>
                <a:ext cx="113760" cy="135360"/>
              </p14:xfrm>
            </p:contentPart>
          </mc:Choice>
          <mc:Fallback xmlns="">
            <p:pic>
              <p:nvPicPr>
                <p:cNvPr id="27793" name="Ink 27792">
                  <a:extLst>
                    <a:ext uri="{FF2B5EF4-FFF2-40B4-BE49-F238E27FC236}">
                      <a16:creationId xmlns:a16="http://schemas.microsoft.com/office/drawing/2014/main" id="{A4F58DBD-A6EC-BDBE-77A6-B2EA440895A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442584" y="1330506"/>
                  <a:ext cx="1494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27794" name="Ink 27793">
                  <a:extLst>
                    <a:ext uri="{FF2B5EF4-FFF2-40B4-BE49-F238E27FC236}">
                      <a16:creationId xmlns:a16="http://schemas.microsoft.com/office/drawing/2014/main" id="{FE2DC4D2-3F47-46A4-FE76-12F2A145DA6C}"/>
                    </a:ext>
                  </a:extLst>
                </p14:cNvPr>
                <p14:cNvContentPartPr/>
                <p14:nvPr/>
              </p14:nvContentPartPr>
              <p14:xfrm>
                <a:off x="5646344" y="1331226"/>
                <a:ext cx="31320" cy="150480"/>
              </p14:xfrm>
            </p:contentPart>
          </mc:Choice>
          <mc:Fallback xmlns="">
            <p:pic>
              <p:nvPicPr>
                <p:cNvPr id="27794" name="Ink 27793">
                  <a:extLst>
                    <a:ext uri="{FF2B5EF4-FFF2-40B4-BE49-F238E27FC236}">
                      <a16:creationId xmlns:a16="http://schemas.microsoft.com/office/drawing/2014/main" id="{FE2DC4D2-3F47-46A4-FE76-12F2A145DA6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628704" y="1313586"/>
                  <a:ext cx="669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27795" name="Ink 27794">
                  <a:extLst>
                    <a:ext uri="{FF2B5EF4-FFF2-40B4-BE49-F238E27FC236}">
                      <a16:creationId xmlns:a16="http://schemas.microsoft.com/office/drawing/2014/main" id="{C9D771AE-AE09-48BC-E976-BF2908FFEDE3}"/>
                    </a:ext>
                  </a:extLst>
                </p14:cNvPr>
                <p14:cNvContentPartPr/>
                <p14:nvPr/>
              </p14:nvContentPartPr>
              <p14:xfrm>
                <a:off x="5650664" y="1321146"/>
                <a:ext cx="110160" cy="151200"/>
              </p14:xfrm>
            </p:contentPart>
          </mc:Choice>
          <mc:Fallback xmlns="">
            <p:pic>
              <p:nvPicPr>
                <p:cNvPr id="27795" name="Ink 27794">
                  <a:extLst>
                    <a:ext uri="{FF2B5EF4-FFF2-40B4-BE49-F238E27FC236}">
                      <a16:creationId xmlns:a16="http://schemas.microsoft.com/office/drawing/2014/main" id="{C9D771AE-AE09-48BC-E976-BF2908FFEDE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633024" y="1303146"/>
                  <a:ext cx="145800" cy="18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810" name="Group 27809">
            <a:extLst>
              <a:ext uri="{FF2B5EF4-FFF2-40B4-BE49-F238E27FC236}">
                <a16:creationId xmlns:a16="http://schemas.microsoft.com/office/drawing/2014/main" id="{F6EDA228-933E-16F7-1B0D-2CC52D7C2B56}"/>
              </a:ext>
            </a:extLst>
          </p:cNvPr>
          <p:cNvGrpSpPr/>
          <p:nvPr/>
        </p:nvGrpSpPr>
        <p:grpSpPr>
          <a:xfrm>
            <a:off x="5266184" y="3898746"/>
            <a:ext cx="327960" cy="414000"/>
            <a:chOff x="5266184" y="3898746"/>
            <a:chExt cx="327960" cy="41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27804" name="Ink 27803">
                  <a:extLst>
                    <a:ext uri="{FF2B5EF4-FFF2-40B4-BE49-F238E27FC236}">
                      <a16:creationId xmlns:a16="http://schemas.microsoft.com/office/drawing/2014/main" id="{319511F1-8516-E604-F431-974614140435}"/>
                    </a:ext>
                  </a:extLst>
                </p14:cNvPr>
                <p14:cNvContentPartPr/>
                <p14:nvPr/>
              </p14:nvContentPartPr>
              <p14:xfrm>
                <a:off x="5410544" y="3964266"/>
                <a:ext cx="20520" cy="50400"/>
              </p14:xfrm>
            </p:contentPart>
          </mc:Choice>
          <mc:Fallback xmlns="">
            <p:pic>
              <p:nvPicPr>
                <p:cNvPr id="27804" name="Ink 27803">
                  <a:extLst>
                    <a:ext uri="{FF2B5EF4-FFF2-40B4-BE49-F238E27FC236}">
                      <a16:creationId xmlns:a16="http://schemas.microsoft.com/office/drawing/2014/main" id="{319511F1-8516-E604-F431-97461414043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392904" y="3946626"/>
                  <a:ext cx="561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27805" name="Ink 27804">
                  <a:extLst>
                    <a:ext uri="{FF2B5EF4-FFF2-40B4-BE49-F238E27FC236}">
                      <a16:creationId xmlns:a16="http://schemas.microsoft.com/office/drawing/2014/main" id="{4C6CD8B2-A438-4550-0D56-9EA154456DCB}"/>
                    </a:ext>
                  </a:extLst>
                </p14:cNvPr>
                <p14:cNvContentPartPr/>
                <p14:nvPr/>
              </p14:nvContentPartPr>
              <p14:xfrm>
                <a:off x="5266184" y="4049586"/>
                <a:ext cx="205200" cy="30960"/>
              </p14:xfrm>
            </p:contentPart>
          </mc:Choice>
          <mc:Fallback xmlns="">
            <p:pic>
              <p:nvPicPr>
                <p:cNvPr id="27805" name="Ink 27804">
                  <a:extLst>
                    <a:ext uri="{FF2B5EF4-FFF2-40B4-BE49-F238E27FC236}">
                      <a16:creationId xmlns:a16="http://schemas.microsoft.com/office/drawing/2014/main" id="{4C6CD8B2-A438-4550-0D56-9EA154456DC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248544" y="4031946"/>
                  <a:ext cx="2408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27806" name="Ink 27805">
                  <a:extLst>
                    <a:ext uri="{FF2B5EF4-FFF2-40B4-BE49-F238E27FC236}">
                      <a16:creationId xmlns:a16="http://schemas.microsoft.com/office/drawing/2014/main" id="{96C83AD5-D4AB-3855-7EC4-87B09366EC00}"/>
                    </a:ext>
                  </a:extLst>
                </p14:cNvPr>
                <p14:cNvContentPartPr/>
                <p14:nvPr/>
              </p14:nvContentPartPr>
              <p14:xfrm>
                <a:off x="5318024" y="4058226"/>
                <a:ext cx="237600" cy="221760"/>
              </p14:xfrm>
            </p:contentPart>
          </mc:Choice>
          <mc:Fallback xmlns="">
            <p:pic>
              <p:nvPicPr>
                <p:cNvPr id="27806" name="Ink 27805">
                  <a:extLst>
                    <a:ext uri="{FF2B5EF4-FFF2-40B4-BE49-F238E27FC236}">
                      <a16:creationId xmlns:a16="http://schemas.microsoft.com/office/drawing/2014/main" id="{96C83AD5-D4AB-3855-7EC4-87B09366EC00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300024" y="4040586"/>
                  <a:ext cx="2732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27807" name="Ink 27806">
                  <a:extLst>
                    <a:ext uri="{FF2B5EF4-FFF2-40B4-BE49-F238E27FC236}">
                      <a16:creationId xmlns:a16="http://schemas.microsoft.com/office/drawing/2014/main" id="{A54DC68C-4BCB-5A3C-A278-6A6587A92969}"/>
                    </a:ext>
                  </a:extLst>
                </p14:cNvPr>
                <p14:cNvContentPartPr/>
                <p14:nvPr/>
              </p14:nvContentPartPr>
              <p14:xfrm>
                <a:off x="5480744" y="4017906"/>
                <a:ext cx="113400" cy="294840"/>
              </p14:xfrm>
            </p:contentPart>
          </mc:Choice>
          <mc:Fallback xmlns="">
            <p:pic>
              <p:nvPicPr>
                <p:cNvPr id="27807" name="Ink 27806">
                  <a:extLst>
                    <a:ext uri="{FF2B5EF4-FFF2-40B4-BE49-F238E27FC236}">
                      <a16:creationId xmlns:a16="http://schemas.microsoft.com/office/drawing/2014/main" id="{A54DC68C-4BCB-5A3C-A278-6A6587A9296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463104" y="3999906"/>
                  <a:ext cx="14904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27808" name="Ink 27807">
                  <a:extLst>
                    <a:ext uri="{FF2B5EF4-FFF2-40B4-BE49-F238E27FC236}">
                      <a16:creationId xmlns:a16="http://schemas.microsoft.com/office/drawing/2014/main" id="{BA8DF9E1-ECE2-8405-30AA-31EE66DAF0CF}"/>
                    </a:ext>
                  </a:extLst>
                </p14:cNvPr>
                <p14:cNvContentPartPr/>
                <p14:nvPr/>
              </p14:nvContentPartPr>
              <p14:xfrm>
                <a:off x="5429264" y="4028346"/>
                <a:ext cx="125280" cy="18360"/>
              </p14:xfrm>
            </p:contentPart>
          </mc:Choice>
          <mc:Fallback xmlns="">
            <p:pic>
              <p:nvPicPr>
                <p:cNvPr id="27808" name="Ink 27807">
                  <a:extLst>
                    <a:ext uri="{FF2B5EF4-FFF2-40B4-BE49-F238E27FC236}">
                      <a16:creationId xmlns:a16="http://schemas.microsoft.com/office/drawing/2014/main" id="{BA8DF9E1-ECE2-8405-30AA-31EE66DAF0C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411624" y="4010346"/>
                  <a:ext cx="1609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27809" name="Ink 27808">
                  <a:extLst>
                    <a:ext uri="{FF2B5EF4-FFF2-40B4-BE49-F238E27FC236}">
                      <a16:creationId xmlns:a16="http://schemas.microsoft.com/office/drawing/2014/main" id="{256EA546-C66B-C037-5F97-74099495CDD7}"/>
                    </a:ext>
                  </a:extLst>
                </p14:cNvPr>
                <p14:cNvContentPartPr/>
                <p14:nvPr/>
              </p14:nvContentPartPr>
              <p14:xfrm>
                <a:off x="5416664" y="3898746"/>
                <a:ext cx="41400" cy="108000"/>
              </p14:xfrm>
            </p:contentPart>
          </mc:Choice>
          <mc:Fallback xmlns="">
            <p:pic>
              <p:nvPicPr>
                <p:cNvPr id="27809" name="Ink 27808">
                  <a:extLst>
                    <a:ext uri="{FF2B5EF4-FFF2-40B4-BE49-F238E27FC236}">
                      <a16:creationId xmlns:a16="http://schemas.microsoft.com/office/drawing/2014/main" id="{256EA546-C66B-C037-5F97-74099495CDD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398664" y="3881106"/>
                  <a:ext cx="77040" cy="14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813" name="Group 27812">
            <a:extLst>
              <a:ext uri="{FF2B5EF4-FFF2-40B4-BE49-F238E27FC236}">
                <a16:creationId xmlns:a16="http://schemas.microsoft.com/office/drawing/2014/main" id="{3591A934-1389-5F93-0236-9079FBBD2697}"/>
              </a:ext>
            </a:extLst>
          </p:cNvPr>
          <p:cNvGrpSpPr/>
          <p:nvPr/>
        </p:nvGrpSpPr>
        <p:grpSpPr>
          <a:xfrm>
            <a:off x="4937864" y="1668906"/>
            <a:ext cx="1173960" cy="1434960"/>
            <a:chOff x="4937864" y="1668906"/>
            <a:chExt cx="1173960" cy="143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27797" name="Ink 27796">
                  <a:extLst>
                    <a:ext uri="{FF2B5EF4-FFF2-40B4-BE49-F238E27FC236}">
                      <a16:creationId xmlns:a16="http://schemas.microsoft.com/office/drawing/2014/main" id="{DFEF9B91-E0C9-624F-6C33-912D4E37F340}"/>
                    </a:ext>
                  </a:extLst>
                </p14:cNvPr>
                <p14:cNvContentPartPr/>
                <p14:nvPr/>
              </p14:nvContentPartPr>
              <p14:xfrm>
                <a:off x="5228384" y="1668906"/>
                <a:ext cx="708120" cy="1117800"/>
              </p14:xfrm>
            </p:contentPart>
          </mc:Choice>
          <mc:Fallback xmlns="">
            <p:pic>
              <p:nvPicPr>
                <p:cNvPr id="27797" name="Ink 27796">
                  <a:extLst>
                    <a:ext uri="{FF2B5EF4-FFF2-40B4-BE49-F238E27FC236}">
                      <a16:creationId xmlns:a16="http://schemas.microsoft.com/office/drawing/2014/main" id="{DFEF9B91-E0C9-624F-6C33-912D4E37F34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210384" y="1651266"/>
                  <a:ext cx="743760" cy="11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27798" name="Ink 27797">
                  <a:extLst>
                    <a:ext uri="{FF2B5EF4-FFF2-40B4-BE49-F238E27FC236}">
                      <a16:creationId xmlns:a16="http://schemas.microsoft.com/office/drawing/2014/main" id="{AC13CB63-0AFC-CB6B-A92D-219253D74F9D}"/>
                    </a:ext>
                  </a:extLst>
                </p14:cNvPr>
                <p14:cNvContentPartPr/>
                <p14:nvPr/>
              </p14:nvContentPartPr>
              <p14:xfrm>
                <a:off x="5630144" y="2374506"/>
                <a:ext cx="92520" cy="137880"/>
              </p14:xfrm>
            </p:contentPart>
          </mc:Choice>
          <mc:Fallback xmlns="">
            <p:pic>
              <p:nvPicPr>
                <p:cNvPr id="27798" name="Ink 27797">
                  <a:extLst>
                    <a:ext uri="{FF2B5EF4-FFF2-40B4-BE49-F238E27FC236}">
                      <a16:creationId xmlns:a16="http://schemas.microsoft.com/office/drawing/2014/main" id="{AC13CB63-0AFC-CB6B-A92D-219253D74F9D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612144" y="2356506"/>
                  <a:ext cx="1281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27799" name="Ink 27798">
                  <a:extLst>
                    <a:ext uri="{FF2B5EF4-FFF2-40B4-BE49-F238E27FC236}">
                      <a16:creationId xmlns:a16="http://schemas.microsoft.com/office/drawing/2014/main" id="{43BA5A7B-8AD1-726D-9ABA-265042EE5051}"/>
                    </a:ext>
                  </a:extLst>
                </p14:cNvPr>
                <p14:cNvContentPartPr/>
                <p14:nvPr/>
              </p14:nvContentPartPr>
              <p14:xfrm>
                <a:off x="5788544" y="2378826"/>
                <a:ext cx="171720" cy="93240"/>
              </p14:xfrm>
            </p:contentPart>
          </mc:Choice>
          <mc:Fallback xmlns="">
            <p:pic>
              <p:nvPicPr>
                <p:cNvPr id="27799" name="Ink 27798">
                  <a:extLst>
                    <a:ext uri="{FF2B5EF4-FFF2-40B4-BE49-F238E27FC236}">
                      <a16:creationId xmlns:a16="http://schemas.microsoft.com/office/drawing/2014/main" id="{43BA5A7B-8AD1-726D-9ABA-265042EE505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770544" y="2361186"/>
                  <a:ext cx="2073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27800" name="Ink 27799">
                  <a:extLst>
                    <a:ext uri="{FF2B5EF4-FFF2-40B4-BE49-F238E27FC236}">
                      <a16:creationId xmlns:a16="http://schemas.microsoft.com/office/drawing/2014/main" id="{7DE7A0F4-0006-4BC1-E043-B677B72E4C52}"/>
                    </a:ext>
                  </a:extLst>
                </p14:cNvPr>
                <p14:cNvContentPartPr/>
                <p14:nvPr/>
              </p14:nvContentPartPr>
              <p14:xfrm>
                <a:off x="5999504" y="2247426"/>
                <a:ext cx="71280" cy="194040"/>
              </p14:xfrm>
            </p:contentPart>
          </mc:Choice>
          <mc:Fallback xmlns="">
            <p:pic>
              <p:nvPicPr>
                <p:cNvPr id="27800" name="Ink 27799">
                  <a:extLst>
                    <a:ext uri="{FF2B5EF4-FFF2-40B4-BE49-F238E27FC236}">
                      <a16:creationId xmlns:a16="http://schemas.microsoft.com/office/drawing/2014/main" id="{7DE7A0F4-0006-4BC1-E043-B677B72E4C5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981504" y="2229786"/>
                  <a:ext cx="1069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27801" name="Ink 27800">
                  <a:extLst>
                    <a:ext uri="{FF2B5EF4-FFF2-40B4-BE49-F238E27FC236}">
                      <a16:creationId xmlns:a16="http://schemas.microsoft.com/office/drawing/2014/main" id="{9A2FB6B1-30C4-653D-F7B6-D60F65097E29}"/>
                    </a:ext>
                  </a:extLst>
                </p14:cNvPr>
                <p14:cNvContentPartPr/>
                <p14:nvPr/>
              </p14:nvContentPartPr>
              <p14:xfrm>
                <a:off x="5981504" y="2292066"/>
                <a:ext cx="130320" cy="81000"/>
              </p14:xfrm>
            </p:contentPart>
          </mc:Choice>
          <mc:Fallback xmlns="">
            <p:pic>
              <p:nvPicPr>
                <p:cNvPr id="27801" name="Ink 27800">
                  <a:extLst>
                    <a:ext uri="{FF2B5EF4-FFF2-40B4-BE49-F238E27FC236}">
                      <a16:creationId xmlns:a16="http://schemas.microsoft.com/office/drawing/2014/main" id="{9A2FB6B1-30C4-653D-F7B6-D60F65097E2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963504" y="2274426"/>
                  <a:ext cx="1659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27803" name="Ink 27802">
                  <a:extLst>
                    <a:ext uri="{FF2B5EF4-FFF2-40B4-BE49-F238E27FC236}">
                      <a16:creationId xmlns:a16="http://schemas.microsoft.com/office/drawing/2014/main" id="{D594E129-4F72-8EDA-6DBE-AE15591D8FBA}"/>
                    </a:ext>
                  </a:extLst>
                </p14:cNvPr>
                <p14:cNvContentPartPr/>
                <p14:nvPr/>
              </p14:nvContentPartPr>
              <p14:xfrm>
                <a:off x="5267624" y="2774826"/>
                <a:ext cx="68400" cy="113040"/>
              </p14:xfrm>
            </p:contentPart>
          </mc:Choice>
          <mc:Fallback xmlns="">
            <p:pic>
              <p:nvPicPr>
                <p:cNvPr id="27803" name="Ink 27802">
                  <a:extLst>
                    <a:ext uri="{FF2B5EF4-FFF2-40B4-BE49-F238E27FC236}">
                      <a16:creationId xmlns:a16="http://schemas.microsoft.com/office/drawing/2014/main" id="{D594E129-4F72-8EDA-6DBE-AE15591D8FB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249984" y="2756826"/>
                  <a:ext cx="1040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27811" name="Ink 27810">
                  <a:extLst>
                    <a:ext uri="{FF2B5EF4-FFF2-40B4-BE49-F238E27FC236}">
                      <a16:creationId xmlns:a16="http://schemas.microsoft.com/office/drawing/2014/main" id="{93AE5A03-DC80-95E0-CB7E-8FB9F157FEF4}"/>
                    </a:ext>
                  </a:extLst>
                </p14:cNvPr>
                <p14:cNvContentPartPr/>
                <p14:nvPr/>
              </p14:nvContentPartPr>
              <p14:xfrm>
                <a:off x="4937864" y="1889226"/>
                <a:ext cx="795240" cy="1214640"/>
              </p14:xfrm>
            </p:contentPart>
          </mc:Choice>
          <mc:Fallback xmlns="">
            <p:pic>
              <p:nvPicPr>
                <p:cNvPr id="27811" name="Ink 27810">
                  <a:extLst>
                    <a:ext uri="{FF2B5EF4-FFF2-40B4-BE49-F238E27FC236}">
                      <a16:creationId xmlns:a16="http://schemas.microsoft.com/office/drawing/2014/main" id="{93AE5A03-DC80-95E0-CB7E-8FB9F157FEF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920224" y="1871586"/>
                  <a:ext cx="830880" cy="12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27812" name="Ink 27811">
                  <a:extLst>
                    <a:ext uri="{FF2B5EF4-FFF2-40B4-BE49-F238E27FC236}">
                      <a16:creationId xmlns:a16="http://schemas.microsoft.com/office/drawing/2014/main" id="{630082DA-9BF1-7787-6350-837A4951A68D}"/>
                    </a:ext>
                  </a:extLst>
                </p14:cNvPr>
                <p14:cNvContentPartPr/>
                <p14:nvPr/>
              </p14:nvContentPartPr>
              <p14:xfrm>
                <a:off x="5627984" y="2903346"/>
                <a:ext cx="112680" cy="194760"/>
              </p14:xfrm>
            </p:contentPart>
          </mc:Choice>
          <mc:Fallback xmlns="">
            <p:pic>
              <p:nvPicPr>
                <p:cNvPr id="27812" name="Ink 27811">
                  <a:extLst>
                    <a:ext uri="{FF2B5EF4-FFF2-40B4-BE49-F238E27FC236}">
                      <a16:creationId xmlns:a16="http://schemas.microsoft.com/office/drawing/2014/main" id="{630082DA-9BF1-7787-6350-837A4951A68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609984" y="2885706"/>
                  <a:ext cx="148320" cy="23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819" name="Group 27818">
            <a:extLst>
              <a:ext uri="{FF2B5EF4-FFF2-40B4-BE49-F238E27FC236}">
                <a16:creationId xmlns:a16="http://schemas.microsoft.com/office/drawing/2014/main" id="{3D51613E-8346-65EA-E199-F6B1A39D1F53}"/>
              </a:ext>
            </a:extLst>
          </p:cNvPr>
          <p:cNvGrpSpPr/>
          <p:nvPr/>
        </p:nvGrpSpPr>
        <p:grpSpPr>
          <a:xfrm>
            <a:off x="8957264" y="2598426"/>
            <a:ext cx="583560" cy="338760"/>
            <a:chOff x="8957264" y="2598426"/>
            <a:chExt cx="583560" cy="33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27814" name="Ink 27813">
                  <a:extLst>
                    <a:ext uri="{FF2B5EF4-FFF2-40B4-BE49-F238E27FC236}">
                      <a16:creationId xmlns:a16="http://schemas.microsoft.com/office/drawing/2014/main" id="{85FF972E-B979-1075-2904-5794A3C27E2C}"/>
                    </a:ext>
                  </a:extLst>
                </p14:cNvPr>
                <p14:cNvContentPartPr/>
                <p14:nvPr/>
              </p14:nvContentPartPr>
              <p14:xfrm>
                <a:off x="8957264" y="2598426"/>
                <a:ext cx="168120" cy="237960"/>
              </p14:xfrm>
            </p:contentPart>
          </mc:Choice>
          <mc:Fallback xmlns="">
            <p:pic>
              <p:nvPicPr>
                <p:cNvPr id="27814" name="Ink 27813">
                  <a:extLst>
                    <a:ext uri="{FF2B5EF4-FFF2-40B4-BE49-F238E27FC236}">
                      <a16:creationId xmlns:a16="http://schemas.microsoft.com/office/drawing/2014/main" id="{85FF972E-B979-1075-2904-5794A3C27E2C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939264" y="2580426"/>
                  <a:ext cx="20376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27815" name="Ink 27814">
                  <a:extLst>
                    <a:ext uri="{FF2B5EF4-FFF2-40B4-BE49-F238E27FC236}">
                      <a16:creationId xmlns:a16="http://schemas.microsoft.com/office/drawing/2014/main" id="{840DF764-8957-7CD2-0AB2-E0F0B2277C0F}"/>
                    </a:ext>
                  </a:extLst>
                </p14:cNvPr>
                <p14:cNvContentPartPr/>
                <p14:nvPr/>
              </p14:nvContentPartPr>
              <p14:xfrm>
                <a:off x="9186944" y="2775546"/>
                <a:ext cx="46800" cy="132480"/>
              </p14:xfrm>
            </p:contentPart>
          </mc:Choice>
          <mc:Fallback xmlns="">
            <p:pic>
              <p:nvPicPr>
                <p:cNvPr id="27815" name="Ink 27814">
                  <a:extLst>
                    <a:ext uri="{FF2B5EF4-FFF2-40B4-BE49-F238E27FC236}">
                      <a16:creationId xmlns:a16="http://schemas.microsoft.com/office/drawing/2014/main" id="{840DF764-8957-7CD2-0AB2-E0F0B2277C0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169304" y="2757906"/>
                  <a:ext cx="824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27816" name="Ink 27815">
                  <a:extLst>
                    <a:ext uri="{FF2B5EF4-FFF2-40B4-BE49-F238E27FC236}">
                      <a16:creationId xmlns:a16="http://schemas.microsoft.com/office/drawing/2014/main" id="{31F38679-8496-7BB6-9E66-3E42564982C4}"/>
                    </a:ext>
                  </a:extLst>
                </p14:cNvPr>
                <p14:cNvContentPartPr/>
                <p14:nvPr/>
              </p14:nvContentPartPr>
              <p14:xfrm>
                <a:off x="9219344" y="2771946"/>
                <a:ext cx="122400" cy="162720"/>
              </p14:xfrm>
            </p:contentPart>
          </mc:Choice>
          <mc:Fallback xmlns="">
            <p:pic>
              <p:nvPicPr>
                <p:cNvPr id="27816" name="Ink 27815">
                  <a:extLst>
                    <a:ext uri="{FF2B5EF4-FFF2-40B4-BE49-F238E27FC236}">
                      <a16:creationId xmlns:a16="http://schemas.microsoft.com/office/drawing/2014/main" id="{31F38679-8496-7BB6-9E66-3E42564982C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201344" y="2753946"/>
                  <a:ext cx="1580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27817" name="Ink 27816">
                  <a:extLst>
                    <a:ext uri="{FF2B5EF4-FFF2-40B4-BE49-F238E27FC236}">
                      <a16:creationId xmlns:a16="http://schemas.microsoft.com/office/drawing/2014/main" id="{0C61A7A5-ED2C-E873-AECC-5AA0E2B22A26}"/>
                    </a:ext>
                  </a:extLst>
                </p14:cNvPr>
                <p14:cNvContentPartPr/>
                <p14:nvPr/>
              </p14:nvContentPartPr>
              <p14:xfrm>
                <a:off x="9406184" y="2787066"/>
                <a:ext cx="53640" cy="150120"/>
              </p14:xfrm>
            </p:contentPart>
          </mc:Choice>
          <mc:Fallback xmlns="">
            <p:pic>
              <p:nvPicPr>
                <p:cNvPr id="27817" name="Ink 27816">
                  <a:extLst>
                    <a:ext uri="{FF2B5EF4-FFF2-40B4-BE49-F238E27FC236}">
                      <a16:creationId xmlns:a16="http://schemas.microsoft.com/office/drawing/2014/main" id="{0C61A7A5-ED2C-E873-AECC-5AA0E2B22A2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388184" y="2769066"/>
                  <a:ext cx="892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27818" name="Ink 27817">
                  <a:extLst>
                    <a:ext uri="{FF2B5EF4-FFF2-40B4-BE49-F238E27FC236}">
                      <a16:creationId xmlns:a16="http://schemas.microsoft.com/office/drawing/2014/main" id="{66503468-FF5F-5878-701B-8633B9EE974C}"/>
                    </a:ext>
                  </a:extLst>
                </p14:cNvPr>
                <p14:cNvContentPartPr/>
                <p14:nvPr/>
              </p14:nvContentPartPr>
              <p14:xfrm>
                <a:off x="9443624" y="2779506"/>
                <a:ext cx="97200" cy="156240"/>
              </p14:xfrm>
            </p:contentPart>
          </mc:Choice>
          <mc:Fallback xmlns="">
            <p:pic>
              <p:nvPicPr>
                <p:cNvPr id="27818" name="Ink 27817">
                  <a:extLst>
                    <a:ext uri="{FF2B5EF4-FFF2-40B4-BE49-F238E27FC236}">
                      <a16:creationId xmlns:a16="http://schemas.microsoft.com/office/drawing/2014/main" id="{66503468-FF5F-5878-701B-8633B9EE974C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425984" y="2761866"/>
                  <a:ext cx="132840" cy="191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45656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77B00A0D-2389-B5F5-B52D-41D2D3C79F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18" y="-4726"/>
            <a:ext cx="7772400" cy="723900"/>
          </a:xfrm>
        </p:spPr>
        <p:txBody>
          <a:bodyPr/>
          <a:lstStyle/>
          <a:p>
            <a:pPr eaLnBrk="1" hangingPunct="1"/>
            <a:r>
              <a:rPr lang="en-US" altLang="en-US" sz="4000" i="1" dirty="0"/>
              <a:t>Qualitative discussion: n-MOSFET</a:t>
            </a:r>
          </a:p>
        </p:txBody>
      </p:sp>
      <p:pic>
        <p:nvPicPr>
          <p:cNvPr id="28675" name="Picture 3">
            <a:extLst>
              <a:ext uri="{FF2B5EF4-FFF2-40B4-BE49-F238E27FC236}">
                <a16:creationId xmlns:a16="http://schemas.microsoft.com/office/drawing/2014/main" id="{6EEBA240-2A8B-DEA6-2003-66D07890D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76"/>
          <a:stretch>
            <a:fillRect/>
          </a:stretch>
        </p:blipFill>
        <p:spPr bwMode="auto">
          <a:xfrm>
            <a:off x="234950" y="856641"/>
            <a:ext cx="363855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Text Box 19">
            <a:extLst>
              <a:ext uri="{FF2B5EF4-FFF2-40B4-BE49-F238E27FC236}">
                <a16:creationId xmlns:a16="http://schemas.microsoft.com/office/drawing/2014/main" id="{43B977F2-9295-8D41-CB46-1B52B131DF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0175" y="1079501"/>
            <a:ext cx="2895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i="1" dirty="0">
                <a:solidFill>
                  <a:schemeClr val="accent2"/>
                </a:solidFill>
              </a:rPr>
              <a:t>V</a:t>
            </a:r>
            <a:r>
              <a:rPr lang="en-US" altLang="en-US" sz="2000" baseline="-25000" dirty="0">
                <a:solidFill>
                  <a:schemeClr val="accent2"/>
                </a:solidFill>
              </a:rPr>
              <a:t>G </a:t>
            </a:r>
            <a:r>
              <a:rPr lang="en-US" altLang="en-US" sz="2000" dirty="0">
                <a:solidFill>
                  <a:schemeClr val="accent2"/>
                </a:solidFill>
              </a:rPr>
              <a:t>&gt; </a:t>
            </a:r>
            <a:r>
              <a:rPr lang="en-US" altLang="en-US" sz="2000" i="1" dirty="0">
                <a:solidFill>
                  <a:schemeClr val="accent2"/>
                </a:solidFill>
              </a:rPr>
              <a:t>V</a:t>
            </a:r>
            <a:r>
              <a:rPr lang="en-US" altLang="en-US" sz="2000" baseline="-25000" dirty="0">
                <a:solidFill>
                  <a:schemeClr val="accent2"/>
                </a:solidFill>
              </a:rPr>
              <a:t>T </a:t>
            </a:r>
            <a:r>
              <a:rPr lang="en-US" altLang="en-US" sz="2000" dirty="0">
                <a:solidFill>
                  <a:schemeClr val="accent2"/>
                </a:solidFill>
              </a:rPr>
              <a:t>; </a:t>
            </a:r>
            <a:r>
              <a:rPr lang="en-US" altLang="en-US" sz="2000" i="1" dirty="0">
                <a:solidFill>
                  <a:schemeClr val="accent2"/>
                </a:solidFill>
              </a:rPr>
              <a:t>V</a:t>
            </a:r>
            <a:r>
              <a:rPr lang="en-US" altLang="en-US" sz="2000" baseline="-25000" dirty="0">
                <a:solidFill>
                  <a:schemeClr val="accent2"/>
                </a:solidFill>
              </a:rPr>
              <a:t>DS</a:t>
            </a:r>
            <a:r>
              <a:rPr lang="en-US" altLang="en-US" sz="2000" dirty="0">
                <a:solidFill>
                  <a:schemeClr val="accent2"/>
                </a:solidFill>
              </a:rPr>
              <a:t> </a:t>
            </a:r>
            <a:r>
              <a:rPr lang="en-US" altLang="en-US" sz="2000" dirty="0">
                <a:solidFill>
                  <a:schemeClr val="accent2"/>
                </a:solidFill>
                <a:sym typeface="Symbol" panose="05050102010706020507" pitchFamily="18" charset="2"/>
              </a:rPr>
              <a:t></a:t>
            </a:r>
            <a:r>
              <a:rPr lang="en-US" altLang="en-US" sz="2000" dirty="0">
                <a:solidFill>
                  <a:schemeClr val="accent2"/>
                </a:solidFill>
              </a:rPr>
              <a:t> 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i="1" dirty="0">
                <a:solidFill>
                  <a:schemeClr val="accent2"/>
                </a:solidFill>
              </a:rPr>
              <a:t>I</a:t>
            </a:r>
            <a:r>
              <a:rPr lang="en-US" altLang="en-US" sz="2000" baseline="-25000" dirty="0">
                <a:solidFill>
                  <a:schemeClr val="accent2"/>
                </a:solidFill>
              </a:rPr>
              <a:t>D</a:t>
            </a:r>
            <a:r>
              <a:rPr lang="en-US" altLang="en-US" sz="2000" dirty="0">
                <a:solidFill>
                  <a:schemeClr val="accent2"/>
                </a:solidFill>
              </a:rPr>
              <a:t> increases with </a:t>
            </a:r>
            <a:r>
              <a:rPr lang="en-US" altLang="en-US" sz="2000" i="1" dirty="0">
                <a:solidFill>
                  <a:schemeClr val="accent2"/>
                </a:solidFill>
              </a:rPr>
              <a:t>V</a:t>
            </a:r>
            <a:r>
              <a:rPr lang="en-US" altLang="en-US" sz="2000" baseline="-25000" dirty="0">
                <a:solidFill>
                  <a:schemeClr val="accent2"/>
                </a:solidFill>
              </a:rPr>
              <a:t>DS</a:t>
            </a:r>
            <a:endParaRPr lang="en-US" altLang="en-US" sz="2000" dirty="0"/>
          </a:p>
        </p:txBody>
      </p:sp>
      <p:sp>
        <p:nvSpPr>
          <p:cNvPr id="28677" name="Text Box 20">
            <a:extLst>
              <a:ext uri="{FF2B5EF4-FFF2-40B4-BE49-F238E27FC236}">
                <a16:creationId xmlns:a16="http://schemas.microsoft.com/office/drawing/2014/main" id="{FBCA5694-6C6E-C0DC-D7DC-A34277638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1" y="2298701"/>
            <a:ext cx="321627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</a:rPr>
              <a:t>G </a:t>
            </a:r>
            <a:r>
              <a:rPr lang="en-US" altLang="en-US" sz="2000">
                <a:solidFill>
                  <a:schemeClr val="accent2"/>
                </a:solidFill>
              </a:rPr>
              <a:t>&gt; </a:t>
            </a: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</a:rPr>
              <a:t>T</a:t>
            </a:r>
            <a:r>
              <a:rPr lang="en-US" altLang="en-US" sz="2000">
                <a:solidFill>
                  <a:schemeClr val="accent2"/>
                </a:solidFill>
              </a:rPr>
              <a:t>; </a:t>
            </a: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</a:rPr>
              <a:t>DS</a:t>
            </a:r>
            <a:r>
              <a:rPr lang="en-US" altLang="en-US" sz="2000">
                <a:solidFill>
                  <a:schemeClr val="accent2"/>
                </a:solidFill>
              </a:rPr>
              <a:t> small, &gt; 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i="1">
                <a:solidFill>
                  <a:schemeClr val="accent2"/>
                </a:solidFill>
              </a:rPr>
              <a:t>I</a:t>
            </a:r>
            <a:r>
              <a:rPr lang="en-US" altLang="en-US" sz="2000" baseline="-25000">
                <a:solidFill>
                  <a:schemeClr val="accent2"/>
                </a:solidFill>
              </a:rPr>
              <a:t>D</a:t>
            </a:r>
            <a:r>
              <a:rPr lang="en-US" altLang="en-US" sz="2000">
                <a:solidFill>
                  <a:schemeClr val="accent2"/>
                </a:solidFill>
              </a:rPr>
              <a:t> increases with </a:t>
            </a: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</a:rPr>
              <a:t>DS</a:t>
            </a:r>
            <a:r>
              <a:rPr lang="en-US" altLang="en-US" sz="2000">
                <a:solidFill>
                  <a:schemeClr val="accent2"/>
                </a:solidFill>
              </a:rPr>
              <a:t> , but rate of increase decreases.</a:t>
            </a:r>
          </a:p>
        </p:txBody>
      </p:sp>
      <p:sp>
        <p:nvSpPr>
          <p:cNvPr id="28678" name="Text Box 21">
            <a:extLst>
              <a:ext uri="{FF2B5EF4-FFF2-40B4-BE49-F238E27FC236}">
                <a16:creationId xmlns:a16="http://schemas.microsoft.com/office/drawing/2014/main" id="{6E080F32-741D-B058-3D56-46C4D6718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0175" y="3594101"/>
            <a:ext cx="36576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</a:rPr>
              <a:t>G</a:t>
            </a:r>
            <a:r>
              <a:rPr lang="en-US" altLang="en-US" sz="2000">
                <a:solidFill>
                  <a:schemeClr val="accent2"/>
                </a:solidFill>
              </a:rPr>
              <a:t> &gt; </a:t>
            </a: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</a:rPr>
              <a:t>T</a:t>
            </a:r>
            <a:r>
              <a:rPr lang="en-US" altLang="en-US" sz="2000">
                <a:solidFill>
                  <a:schemeClr val="accent2"/>
                </a:solidFill>
              </a:rPr>
              <a:t>; </a:t>
            </a: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</a:rPr>
              <a:t>DS</a:t>
            </a:r>
            <a:r>
              <a:rPr lang="en-US" altLang="en-US" sz="2000">
                <a:solidFill>
                  <a:schemeClr val="accent2"/>
                </a:solidFill>
              </a:rPr>
              <a:t> </a:t>
            </a:r>
            <a:r>
              <a:rPr lang="en-US" altLang="en-US" sz="2000">
                <a:solidFill>
                  <a:schemeClr val="accent2"/>
                </a:solidFill>
                <a:sym typeface="Symbol" panose="05050102010706020507" pitchFamily="18" charset="2"/>
              </a:rPr>
              <a:t> pinch-off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i="1">
                <a:solidFill>
                  <a:schemeClr val="accent2"/>
                </a:solidFill>
                <a:sym typeface="Symbol" panose="05050102010706020507" pitchFamily="18" charset="2"/>
              </a:rPr>
              <a:t>I</a:t>
            </a:r>
            <a:r>
              <a:rPr lang="en-US" altLang="en-US" sz="2000" baseline="-25000">
                <a:solidFill>
                  <a:schemeClr val="accent2"/>
                </a:solidFill>
                <a:sym typeface="Symbol" panose="05050102010706020507" pitchFamily="18" charset="2"/>
              </a:rPr>
              <a:t>D</a:t>
            </a:r>
            <a:r>
              <a:rPr lang="en-US" altLang="en-US" sz="2000">
                <a:solidFill>
                  <a:schemeClr val="accent2"/>
                </a:solidFill>
                <a:sym typeface="Symbol" panose="05050102010706020507" pitchFamily="18" charset="2"/>
              </a:rPr>
              <a:t> reaches a saturation value, </a:t>
            </a:r>
            <a:r>
              <a:rPr lang="en-US" altLang="en-US" sz="2000" i="1">
                <a:solidFill>
                  <a:schemeClr val="accent2"/>
                </a:solidFill>
                <a:sym typeface="Symbol" panose="05050102010706020507" pitchFamily="18" charset="2"/>
              </a:rPr>
              <a:t>I</a:t>
            </a:r>
            <a:r>
              <a:rPr lang="en-US" altLang="en-US" sz="2000" baseline="-25000">
                <a:solidFill>
                  <a:schemeClr val="accent2"/>
                </a:solidFill>
                <a:sym typeface="Symbol" panose="05050102010706020507" pitchFamily="18" charset="2"/>
              </a:rPr>
              <a:t>D,sat</a:t>
            </a:r>
            <a:r>
              <a:rPr lang="en-US" altLang="en-US" sz="2000">
                <a:solidFill>
                  <a:schemeClr val="accent2"/>
                </a:solidFill>
                <a:sym typeface="Symbol" panose="05050102010706020507" pitchFamily="18" charset="2"/>
              </a:rPr>
              <a:t> The </a:t>
            </a:r>
            <a:r>
              <a:rPr lang="en-US" altLang="en-US" sz="2000" i="1">
                <a:solidFill>
                  <a:schemeClr val="accent2"/>
                </a:solidFill>
                <a:sym typeface="Symbol" panose="05050102010706020507" pitchFamily="18" charset="2"/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  <a:sym typeface="Symbol" panose="05050102010706020507" pitchFamily="18" charset="2"/>
              </a:rPr>
              <a:t>DS</a:t>
            </a:r>
            <a:r>
              <a:rPr lang="en-US" altLang="en-US" sz="2000">
                <a:solidFill>
                  <a:schemeClr val="accent2"/>
                </a:solidFill>
                <a:sym typeface="Symbol" panose="05050102010706020507" pitchFamily="18" charset="2"/>
              </a:rPr>
              <a:t> value is called </a:t>
            </a:r>
            <a:r>
              <a:rPr lang="en-US" altLang="en-US" sz="2000" i="1">
                <a:solidFill>
                  <a:schemeClr val="accent2"/>
                </a:solidFill>
                <a:sym typeface="Symbol" panose="05050102010706020507" pitchFamily="18" charset="2"/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  <a:sym typeface="Symbol" panose="05050102010706020507" pitchFamily="18" charset="2"/>
              </a:rPr>
              <a:t>DS,sat</a:t>
            </a:r>
            <a:endParaRPr lang="en-US" altLang="en-US" sz="2000">
              <a:solidFill>
                <a:schemeClr val="accent2"/>
              </a:solidFill>
            </a:endParaRPr>
          </a:p>
        </p:txBody>
      </p:sp>
      <p:sp>
        <p:nvSpPr>
          <p:cNvPr id="28679" name="Text Box 22">
            <a:extLst>
              <a:ext uri="{FF2B5EF4-FFF2-40B4-BE49-F238E27FC236}">
                <a16:creationId xmlns:a16="http://schemas.microsoft.com/office/drawing/2014/main" id="{DEB26D5B-FD93-DE64-CE3D-C74A280FFE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8275" y="4860926"/>
            <a:ext cx="38100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</a:rPr>
              <a:t>G </a:t>
            </a:r>
            <a:r>
              <a:rPr lang="en-US" altLang="en-US" sz="2000">
                <a:solidFill>
                  <a:schemeClr val="accent2"/>
                </a:solidFill>
              </a:rPr>
              <a:t>&gt; </a:t>
            </a: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i="1" baseline="-25000">
                <a:solidFill>
                  <a:schemeClr val="accent2"/>
                </a:solidFill>
              </a:rPr>
              <a:t>T</a:t>
            </a:r>
            <a:r>
              <a:rPr lang="en-US" altLang="en-US" sz="2000">
                <a:solidFill>
                  <a:schemeClr val="accent2"/>
                </a:solidFill>
              </a:rPr>
              <a:t>; </a:t>
            </a: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</a:rPr>
              <a:t>DS </a:t>
            </a:r>
            <a:r>
              <a:rPr lang="en-US" altLang="en-US" sz="2000">
                <a:solidFill>
                  <a:schemeClr val="accent2"/>
                </a:solidFill>
              </a:rPr>
              <a:t>&gt; </a:t>
            </a: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</a:rPr>
              <a:t>DS,sat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i="1">
                <a:solidFill>
                  <a:schemeClr val="accent2"/>
                </a:solidFill>
              </a:rPr>
              <a:t>I</a:t>
            </a:r>
            <a:r>
              <a:rPr lang="en-US" altLang="en-US" sz="2000" baseline="-25000">
                <a:solidFill>
                  <a:schemeClr val="accent2"/>
                </a:solidFill>
              </a:rPr>
              <a:t>D</a:t>
            </a:r>
            <a:r>
              <a:rPr lang="en-US" altLang="en-US" sz="2000">
                <a:solidFill>
                  <a:schemeClr val="accent2"/>
                </a:solidFill>
              </a:rPr>
              <a:t> does not increase further, saturation region.</a:t>
            </a:r>
          </a:p>
        </p:txBody>
      </p:sp>
      <p:grpSp>
        <p:nvGrpSpPr>
          <p:cNvPr id="28689" name="Group 28688">
            <a:extLst>
              <a:ext uri="{FF2B5EF4-FFF2-40B4-BE49-F238E27FC236}">
                <a16:creationId xmlns:a16="http://schemas.microsoft.com/office/drawing/2014/main" id="{EEB4B630-1D74-6B0D-E288-DF0D9C497164}"/>
              </a:ext>
            </a:extLst>
          </p:cNvPr>
          <p:cNvGrpSpPr/>
          <p:nvPr/>
        </p:nvGrpSpPr>
        <p:grpSpPr>
          <a:xfrm>
            <a:off x="7725344" y="1944883"/>
            <a:ext cx="4246920" cy="660960"/>
            <a:chOff x="7725344" y="1944883"/>
            <a:chExt cx="4246920" cy="66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46345E6-26B4-491A-BC2B-040EABAE7D71}"/>
                    </a:ext>
                  </a:extLst>
                </p14:cNvPr>
                <p14:cNvContentPartPr/>
                <p14:nvPr/>
              </p14:nvContentPartPr>
              <p14:xfrm>
                <a:off x="7725344" y="2157283"/>
                <a:ext cx="282240" cy="216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46345E6-26B4-491A-BC2B-040EABAE7D7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707704" y="2139643"/>
                  <a:ext cx="3178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FA611F6-8623-209D-A5C5-D1998B4710B1}"/>
                    </a:ext>
                  </a:extLst>
                </p14:cNvPr>
                <p14:cNvContentPartPr/>
                <p14:nvPr/>
              </p14:nvContentPartPr>
              <p14:xfrm>
                <a:off x="7921184" y="2104003"/>
                <a:ext cx="107640" cy="1501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FA611F6-8623-209D-A5C5-D1998B4710B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903184" y="2086003"/>
                  <a:ext cx="1432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65EE36E-472A-1A62-E4AB-B91F97BAAC8D}"/>
                    </a:ext>
                  </a:extLst>
                </p14:cNvPr>
                <p14:cNvContentPartPr/>
                <p14:nvPr/>
              </p14:nvContentPartPr>
              <p14:xfrm>
                <a:off x="8138984" y="2090323"/>
                <a:ext cx="251280" cy="1022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65EE36E-472A-1A62-E4AB-B91F97BAAC8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121344" y="2072323"/>
                  <a:ext cx="2869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C90B7C1-CD10-FF44-5C8A-667104A94242}"/>
                    </a:ext>
                  </a:extLst>
                </p14:cNvPr>
                <p14:cNvContentPartPr/>
                <p14:nvPr/>
              </p14:nvContentPartPr>
              <p14:xfrm>
                <a:off x="8473784" y="2077363"/>
                <a:ext cx="73800" cy="140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C90B7C1-CD10-FF44-5C8A-667104A9424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455784" y="2059723"/>
                  <a:ext cx="1094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11EEAD5-78BB-DF78-31CB-483AFB3A1256}"/>
                    </a:ext>
                  </a:extLst>
                </p14:cNvPr>
                <p14:cNvContentPartPr/>
                <p14:nvPr/>
              </p14:nvContentPartPr>
              <p14:xfrm>
                <a:off x="8560904" y="2134603"/>
                <a:ext cx="5760" cy="126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11EEAD5-78BB-DF78-31CB-483AFB3A125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543264" y="2116963"/>
                  <a:ext cx="414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32BEF8E-FBB7-C115-DD2E-122398C567A7}"/>
                    </a:ext>
                  </a:extLst>
                </p14:cNvPr>
                <p14:cNvContentPartPr/>
                <p14:nvPr/>
              </p14:nvContentPartPr>
              <p14:xfrm>
                <a:off x="8548304" y="2124883"/>
                <a:ext cx="50400" cy="943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32BEF8E-FBB7-C115-DD2E-122398C567A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530304" y="2106883"/>
                  <a:ext cx="860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4967BF6-F07C-5FF4-9D87-2FEC059057A8}"/>
                    </a:ext>
                  </a:extLst>
                </p14:cNvPr>
                <p14:cNvContentPartPr/>
                <p14:nvPr/>
              </p14:nvContentPartPr>
              <p14:xfrm>
                <a:off x="8640104" y="2121283"/>
                <a:ext cx="90360" cy="1987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4967BF6-F07C-5FF4-9D87-2FEC059057A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622104" y="2103283"/>
                  <a:ext cx="1260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63585AA-218D-A141-D14E-2D1F84231216}"/>
                    </a:ext>
                  </a:extLst>
                </p14:cNvPr>
                <p14:cNvContentPartPr/>
                <p14:nvPr/>
              </p14:nvContentPartPr>
              <p14:xfrm>
                <a:off x="8648744" y="1983043"/>
                <a:ext cx="11880" cy="172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63585AA-218D-A141-D14E-2D1F8423121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630744" y="1965403"/>
                  <a:ext cx="475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4F5304A-D831-C7E1-46B4-D36670A7646B}"/>
                    </a:ext>
                  </a:extLst>
                </p14:cNvPr>
                <p14:cNvContentPartPr/>
                <p14:nvPr/>
              </p14:nvContentPartPr>
              <p14:xfrm>
                <a:off x="8795264" y="2116243"/>
                <a:ext cx="79920" cy="867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4F5304A-D831-C7E1-46B4-D36670A7646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777264" y="2098243"/>
                  <a:ext cx="1155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0547482-C41A-1A04-05B9-6F6B55F4E3A5}"/>
                    </a:ext>
                  </a:extLst>
                </p14:cNvPr>
                <p14:cNvContentPartPr/>
                <p14:nvPr/>
              </p14:nvContentPartPr>
              <p14:xfrm>
                <a:off x="8941784" y="2075203"/>
                <a:ext cx="52920" cy="1162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0547482-C41A-1A04-05B9-6F6B55F4E3A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924144" y="2057563"/>
                  <a:ext cx="885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A3FD2CD-19BA-B501-8763-BC54D9E4B0CA}"/>
                    </a:ext>
                  </a:extLst>
                </p14:cNvPr>
                <p14:cNvContentPartPr/>
                <p14:nvPr/>
              </p14:nvContentPartPr>
              <p14:xfrm>
                <a:off x="9133664" y="2111923"/>
                <a:ext cx="38160" cy="856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A3FD2CD-19BA-B501-8763-BC54D9E4B0C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115664" y="2093923"/>
                  <a:ext cx="738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1FE786A-D4EE-BEF9-1E3D-F6B10E3BE6C9}"/>
                    </a:ext>
                  </a:extLst>
                </p14:cNvPr>
                <p14:cNvContentPartPr/>
                <p14:nvPr/>
              </p14:nvContentPartPr>
              <p14:xfrm>
                <a:off x="9163184" y="1944883"/>
                <a:ext cx="34200" cy="514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1FE786A-D4EE-BEF9-1E3D-F6B10E3BE6C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145184" y="1927243"/>
                  <a:ext cx="698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2E9CE59-7F10-B67F-17B7-A19FEAFF43F9}"/>
                    </a:ext>
                  </a:extLst>
                </p14:cNvPr>
                <p14:cNvContentPartPr/>
                <p14:nvPr/>
              </p14:nvContentPartPr>
              <p14:xfrm>
                <a:off x="9340304" y="1983043"/>
                <a:ext cx="49320" cy="2016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2E9CE59-7F10-B67F-17B7-A19FEAFF43F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322304" y="1965403"/>
                  <a:ext cx="849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FFDB527-62B1-6EA0-EBF8-38382EC1FA96}"/>
                    </a:ext>
                  </a:extLst>
                </p14:cNvPr>
                <p14:cNvContentPartPr/>
                <p14:nvPr/>
              </p14:nvContentPartPr>
              <p14:xfrm>
                <a:off x="9326624" y="2119843"/>
                <a:ext cx="68040" cy="162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FFDB527-62B1-6EA0-EBF8-38382EC1FA9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308624" y="2101843"/>
                  <a:ext cx="1036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ABFE15C-B489-C29F-F7FC-1471C8F89E5A}"/>
                    </a:ext>
                  </a:extLst>
                </p14:cNvPr>
                <p14:cNvContentPartPr/>
                <p14:nvPr/>
              </p14:nvContentPartPr>
              <p14:xfrm>
                <a:off x="9547664" y="2092123"/>
                <a:ext cx="107280" cy="1936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ABFE15C-B489-C29F-F7FC-1471C8F89E5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529664" y="2074123"/>
                  <a:ext cx="14292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AD208FC-C22D-B769-6859-64E9C016B843}"/>
                    </a:ext>
                  </a:extLst>
                </p14:cNvPr>
                <p14:cNvContentPartPr/>
                <p14:nvPr/>
              </p14:nvContentPartPr>
              <p14:xfrm>
                <a:off x="9788504" y="2174203"/>
                <a:ext cx="56880" cy="1206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AD208FC-C22D-B769-6859-64E9C016B84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770504" y="2156563"/>
                  <a:ext cx="925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DE939DD-C3B1-E3CD-449C-CBE78F3FBD76}"/>
                    </a:ext>
                  </a:extLst>
                </p14:cNvPr>
                <p14:cNvContentPartPr/>
                <p14:nvPr/>
              </p14:nvContentPartPr>
              <p14:xfrm>
                <a:off x="9963824" y="2078083"/>
                <a:ext cx="102960" cy="1195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DE939DD-C3B1-E3CD-449C-CBE78F3FBD7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945824" y="2060083"/>
                  <a:ext cx="1386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9327DD9-9F39-9792-90A2-D903E6AECEE4}"/>
                    </a:ext>
                  </a:extLst>
                </p14:cNvPr>
                <p14:cNvContentPartPr/>
                <p14:nvPr/>
              </p14:nvContentPartPr>
              <p14:xfrm>
                <a:off x="10150304" y="1994563"/>
                <a:ext cx="40320" cy="1526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9327DD9-9F39-9792-90A2-D903E6AECEE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132304" y="1976923"/>
                  <a:ext cx="759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1794766-8D2E-E1FB-E227-4B1D0C30A608}"/>
                    </a:ext>
                  </a:extLst>
                </p14:cNvPr>
                <p14:cNvContentPartPr/>
                <p14:nvPr/>
              </p14:nvContentPartPr>
              <p14:xfrm>
                <a:off x="10256504" y="2085283"/>
                <a:ext cx="50040" cy="885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1794766-8D2E-E1FB-E227-4B1D0C30A60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238504" y="2067283"/>
                  <a:ext cx="856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5B032E9-387A-769B-EA4B-C1E3123BA443}"/>
                    </a:ext>
                  </a:extLst>
                </p14:cNvPr>
                <p14:cNvContentPartPr/>
                <p14:nvPr/>
              </p14:nvContentPartPr>
              <p14:xfrm>
                <a:off x="10450544" y="2098603"/>
                <a:ext cx="46440" cy="824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5B032E9-387A-769B-EA4B-C1E3123BA44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432544" y="2080603"/>
                  <a:ext cx="820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7056ECD-0092-3BC8-BB34-1F7B5DD6513F}"/>
                    </a:ext>
                  </a:extLst>
                </p14:cNvPr>
                <p14:cNvContentPartPr/>
                <p14:nvPr/>
              </p14:nvContentPartPr>
              <p14:xfrm>
                <a:off x="10608944" y="2037403"/>
                <a:ext cx="26280" cy="1252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7056ECD-0092-3BC8-BB34-1F7B5DD6513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591304" y="2019763"/>
                  <a:ext cx="6192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50791DD-CF54-FA35-0158-7D9948F4D46B}"/>
                    </a:ext>
                  </a:extLst>
                </p14:cNvPr>
                <p14:cNvContentPartPr/>
                <p14:nvPr/>
              </p14:nvContentPartPr>
              <p14:xfrm>
                <a:off x="10574744" y="2066203"/>
                <a:ext cx="281520" cy="1058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50791DD-CF54-FA35-0158-7D9948F4D46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557104" y="2048563"/>
                  <a:ext cx="3171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060EC06-8E82-6F92-6581-D05BECC25391}"/>
                    </a:ext>
                  </a:extLst>
                </p14:cNvPr>
                <p14:cNvContentPartPr/>
                <p14:nvPr/>
              </p14:nvContentPartPr>
              <p14:xfrm>
                <a:off x="10880024" y="2068723"/>
                <a:ext cx="60120" cy="745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060EC06-8E82-6F92-6581-D05BECC2539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862024" y="2051083"/>
                  <a:ext cx="957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1CBCECE-6FDC-454B-AA5B-A890B7DED851}"/>
                    </a:ext>
                  </a:extLst>
                </p14:cNvPr>
                <p14:cNvContentPartPr/>
                <p14:nvPr/>
              </p14:nvContentPartPr>
              <p14:xfrm>
                <a:off x="10966784" y="2074843"/>
                <a:ext cx="169920" cy="90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1CBCECE-6FDC-454B-AA5B-A890B7DED85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948784" y="2056843"/>
                  <a:ext cx="2055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571768A-7205-FAD0-44B0-AD0D84FDD5FF}"/>
                    </a:ext>
                  </a:extLst>
                </p14:cNvPr>
                <p14:cNvContentPartPr/>
                <p14:nvPr/>
              </p14:nvContentPartPr>
              <p14:xfrm>
                <a:off x="11179184" y="2077363"/>
                <a:ext cx="113760" cy="1238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571768A-7205-FAD0-44B0-AD0D84FDD5F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1161184" y="2059363"/>
                  <a:ext cx="1494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5B22218-AC63-D62C-1D3D-48709079B9D6}"/>
                    </a:ext>
                  </a:extLst>
                </p14:cNvPr>
                <p14:cNvContentPartPr/>
                <p14:nvPr/>
              </p14:nvContentPartPr>
              <p14:xfrm>
                <a:off x="10295024" y="2458603"/>
                <a:ext cx="132840" cy="136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5B22218-AC63-D62C-1D3D-48709079B9D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277384" y="2440963"/>
                  <a:ext cx="1684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5D50925-88ED-13D1-8621-7068592174B2}"/>
                    </a:ext>
                  </a:extLst>
                </p14:cNvPr>
                <p14:cNvContentPartPr/>
                <p14:nvPr/>
              </p14:nvContentPartPr>
              <p14:xfrm>
                <a:off x="10552064" y="2395963"/>
                <a:ext cx="215280" cy="1054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5D50925-88ED-13D1-8621-7068592174B2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534424" y="2377963"/>
                  <a:ext cx="2509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28672" name="Ink 28671">
                  <a:extLst>
                    <a:ext uri="{FF2B5EF4-FFF2-40B4-BE49-F238E27FC236}">
                      <a16:creationId xmlns:a16="http://schemas.microsoft.com/office/drawing/2014/main" id="{F6DCFFE2-B9B9-C1A4-5782-21656CF2940D}"/>
                    </a:ext>
                  </a:extLst>
                </p14:cNvPr>
                <p14:cNvContentPartPr/>
                <p14:nvPr/>
              </p14:nvContentPartPr>
              <p14:xfrm>
                <a:off x="10759064" y="2395243"/>
                <a:ext cx="117720" cy="103680"/>
              </p14:xfrm>
            </p:contentPart>
          </mc:Choice>
          <mc:Fallback xmlns="">
            <p:pic>
              <p:nvPicPr>
                <p:cNvPr id="28672" name="Ink 28671">
                  <a:extLst>
                    <a:ext uri="{FF2B5EF4-FFF2-40B4-BE49-F238E27FC236}">
                      <a16:creationId xmlns:a16="http://schemas.microsoft.com/office/drawing/2014/main" id="{F6DCFFE2-B9B9-C1A4-5782-21656CF2940D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741424" y="2377603"/>
                  <a:ext cx="1533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28673" name="Ink 28672">
                  <a:extLst>
                    <a:ext uri="{FF2B5EF4-FFF2-40B4-BE49-F238E27FC236}">
                      <a16:creationId xmlns:a16="http://schemas.microsoft.com/office/drawing/2014/main" id="{C6FB41D3-47C4-1F80-67C9-603F0F3E894D}"/>
                    </a:ext>
                  </a:extLst>
                </p14:cNvPr>
                <p14:cNvContentPartPr/>
                <p14:nvPr/>
              </p14:nvContentPartPr>
              <p14:xfrm>
                <a:off x="10961744" y="2399563"/>
                <a:ext cx="38880" cy="99000"/>
              </p14:xfrm>
            </p:contentPart>
          </mc:Choice>
          <mc:Fallback xmlns="">
            <p:pic>
              <p:nvPicPr>
                <p:cNvPr id="28673" name="Ink 28672">
                  <a:extLst>
                    <a:ext uri="{FF2B5EF4-FFF2-40B4-BE49-F238E27FC236}">
                      <a16:creationId xmlns:a16="http://schemas.microsoft.com/office/drawing/2014/main" id="{C6FB41D3-47C4-1F80-67C9-603F0F3E894D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944104" y="2381923"/>
                  <a:ext cx="745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28680" name="Ink 28679">
                  <a:extLst>
                    <a:ext uri="{FF2B5EF4-FFF2-40B4-BE49-F238E27FC236}">
                      <a16:creationId xmlns:a16="http://schemas.microsoft.com/office/drawing/2014/main" id="{B22709A4-6C52-AFFE-7E9D-B59B6CFE8559}"/>
                    </a:ext>
                  </a:extLst>
                </p14:cNvPr>
                <p14:cNvContentPartPr/>
                <p14:nvPr/>
              </p14:nvContentPartPr>
              <p14:xfrm>
                <a:off x="10976144" y="2305603"/>
                <a:ext cx="2520" cy="30240"/>
              </p14:xfrm>
            </p:contentPart>
          </mc:Choice>
          <mc:Fallback xmlns="">
            <p:pic>
              <p:nvPicPr>
                <p:cNvPr id="28680" name="Ink 28679">
                  <a:extLst>
                    <a:ext uri="{FF2B5EF4-FFF2-40B4-BE49-F238E27FC236}">
                      <a16:creationId xmlns:a16="http://schemas.microsoft.com/office/drawing/2014/main" id="{B22709A4-6C52-AFFE-7E9D-B59B6CFE855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958144" y="2287603"/>
                  <a:ext cx="381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28681" name="Ink 28680">
                  <a:extLst>
                    <a:ext uri="{FF2B5EF4-FFF2-40B4-BE49-F238E27FC236}">
                      <a16:creationId xmlns:a16="http://schemas.microsoft.com/office/drawing/2014/main" id="{30265311-3DAD-181C-C884-2887805B1B43}"/>
                    </a:ext>
                  </a:extLst>
                </p14:cNvPr>
                <p14:cNvContentPartPr/>
                <p14:nvPr/>
              </p14:nvContentPartPr>
              <p14:xfrm>
                <a:off x="11062904" y="2406043"/>
                <a:ext cx="123480" cy="64440"/>
              </p14:xfrm>
            </p:contentPart>
          </mc:Choice>
          <mc:Fallback xmlns="">
            <p:pic>
              <p:nvPicPr>
                <p:cNvPr id="28681" name="Ink 28680">
                  <a:extLst>
                    <a:ext uri="{FF2B5EF4-FFF2-40B4-BE49-F238E27FC236}">
                      <a16:creationId xmlns:a16="http://schemas.microsoft.com/office/drawing/2014/main" id="{30265311-3DAD-181C-C884-2887805B1B43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1044904" y="2388043"/>
                  <a:ext cx="1591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28682" name="Ink 28681">
                  <a:extLst>
                    <a:ext uri="{FF2B5EF4-FFF2-40B4-BE49-F238E27FC236}">
                      <a16:creationId xmlns:a16="http://schemas.microsoft.com/office/drawing/2014/main" id="{0CE286AF-00DF-4BF8-C1AD-38F7E6BD66EB}"/>
                    </a:ext>
                  </a:extLst>
                </p14:cNvPr>
                <p14:cNvContentPartPr/>
                <p14:nvPr/>
              </p14:nvContentPartPr>
              <p14:xfrm>
                <a:off x="11263064" y="2424043"/>
                <a:ext cx="77400" cy="59760"/>
              </p14:xfrm>
            </p:contentPart>
          </mc:Choice>
          <mc:Fallback xmlns="">
            <p:pic>
              <p:nvPicPr>
                <p:cNvPr id="28682" name="Ink 28681">
                  <a:extLst>
                    <a:ext uri="{FF2B5EF4-FFF2-40B4-BE49-F238E27FC236}">
                      <a16:creationId xmlns:a16="http://schemas.microsoft.com/office/drawing/2014/main" id="{0CE286AF-00DF-4BF8-C1AD-38F7E6BD66E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1245064" y="2406043"/>
                  <a:ext cx="1130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28683" name="Ink 28682">
                  <a:extLst>
                    <a:ext uri="{FF2B5EF4-FFF2-40B4-BE49-F238E27FC236}">
                      <a16:creationId xmlns:a16="http://schemas.microsoft.com/office/drawing/2014/main" id="{D56EBE2B-8B1E-1DB0-0961-256972BAD5C6}"/>
                    </a:ext>
                  </a:extLst>
                </p14:cNvPr>
                <p14:cNvContentPartPr/>
                <p14:nvPr/>
              </p14:nvContentPartPr>
              <p14:xfrm>
                <a:off x="11384384" y="2413963"/>
                <a:ext cx="80640" cy="70200"/>
              </p14:xfrm>
            </p:contentPart>
          </mc:Choice>
          <mc:Fallback xmlns="">
            <p:pic>
              <p:nvPicPr>
                <p:cNvPr id="28683" name="Ink 28682">
                  <a:extLst>
                    <a:ext uri="{FF2B5EF4-FFF2-40B4-BE49-F238E27FC236}">
                      <a16:creationId xmlns:a16="http://schemas.microsoft.com/office/drawing/2014/main" id="{D56EBE2B-8B1E-1DB0-0961-256972BAD5C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1366384" y="2396323"/>
                  <a:ext cx="1162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28684" name="Ink 28683">
                  <a:extLst>
                    <a:ext uri="{FF2B5EF4-FFF2-40B4-BE49-F238E27FC236}">
                      <a16:creationId xmlns:a16="http://schemas.microsoft.com/office/drawing/2014/main" id="{90BECB3E-1F2D-1D34-A304-01125B9B45A0}"/>
                    </a:ext>
                  </a:extLst>
                </p14:cNvPr>
                <p14:cNvContentPartPr/>
                <p14:nvPr/>
              </p14:nvContentPartPr>
              <p14:xfrm>
                <a:off x="11549264" y="2387323"/>
                <a:ext cx="6480" cy="73080"/>
              </p14:xfrm>
            </p:contentPart>
          </mc:Choice>
          <mc:Fallback xmlns="">
            <p:pic>
              <p:nvPicPr>
                <p:cNvPr id="28684" name="Ink 28683">
                  <a:extLst>
                    <a:ext uri="{FF2B5EF4-FFF2-40B4-BE49-F238E27FC236}">
                      <a16:creationId xmlns:a16="http://schemas.microsoft.com/office/drawing/2014/main" id="{90BECB3E-1F2D-1D34-A304-01125B9B45A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1531624" y="2369323"/>
                  <a:ext cx="421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28685" name="Ink 28684">
                  <a:extLst>
                    <a:ext uri="{FF2B5EF4-FFF2-40B4-BE49-F238E27FC236}">
                      <a16:creationId xmlns:a16="http://schemas.microsoft.com/office/drawing/2014/main" id="{2C42E13A-8DCC-328F-2013-64B6C11CDD68}"/>
                    </a:ext>
                  </a:extLst>
                </p14:cNvPr>
                <p14:cNvContentPartPr/>
                <p14:nvPr/>
              </p14:nvContentPartPr>
              <p14:xfrm>
                <a:off x="11563664" y="2260603"/>
                <a:ext cx="13320" cy="31680"/>
              </p14:xfrm>
            </p:contentPart>
          </mc:Choice>
          <mc:Fallback xmlns="">
            <p:pic>
              <p:nvPicPr>
                <p:cNvPr id="28685" name="Ink 28684">
                  <a:extLst>
                    <a:ext uri="{FF2B5EF4-FFF2-40B4-BE49-F238E27FC236}">
                      <a16:creationId xmlns:a16="http://schemas.microsoft.com/office/drawing/2014/main" id="{2C42E13A-8DCC-328F-2013-64B6C11CDD6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1545664" y="2242603"/>
                  <a:ext cx="4896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28686" name="Ink 28685">
                  <a:extLst>
                    <a:ext uri="{FF2B5EF4-FFF2-40B4-BE49-F238E27FC236}">
                      <a16:creationId xmlns:a16="http://schemas.microsoft.com/office/drawing/2014/main" id="{E818AFD7-7A5D-DD2C-3E56-170D49066179}"/>
                    </a:ext>
                  </a:extLst>
                </p14:cNvPr>
                <p14:cNvContentPartPr/>
                <p14:nvPr/>
              </p14:nvContentPartPr>
              <p14:xfrm>
                <a:off x="11679224" y="2294443"/>
                <a:ext cx="54360" cy="161640"/>
              </p14:xfrm>
            </p:contentPart>
          </mc:Choice>
          <mc:Fallback xmlns="">
            <p:pic>
              <p:nvPicPr>
                <p:cNvPr id="28686" name="Ink 28685">
                  <a:extLst>
                    <a:ext uri="{FF2B5EF4-FFF2-40B4-BE49-F238E27FC236}">
                      <a16:creationId xmlns:a16="http://schemas.microsoft.com/office/drawing/2014/main" id="{E818AFD7-7A5D-DD2C-3E56-170D4906617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1661584" y="2276443"/>
                  <a:ext cx="900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28687" name="Ink 28686">
                  <a:extLst>
                    <a:ext uri="{FF2B5EF4-FFF2-40B4-BE49-F238E27FC236}">
                      <a16:creationId xmlns:a16="http://schemas.microsoft.com/office/drawing/2014/main" id="{E5DC13A0-2375-195C-263A-FAFE17FAACB3}"/>
                    </a:ext>
                  </a:extLst>
                </p14:cNvPr>
                <p14:cNvContentPartPr/>
                <p14:nvPr/>
              </p14:nvContentPartPr>
              <p14:xfrm>
                <a:off x="11645024" y="2386963"/>
                <a:ext cx="327240" cy="218880"/>
              </p14:xfrm>
            </p:contentPart>
          </mc:Choice>
          <mc:Fallback xmlns="">
            <p:pic>
              <p:nvPicPr>
                <p:cNvPr id="28687" name="Ink 28686">
                  <a:extLst>
                    <a:ext uri="{FF2B5EF4-FFF2-40B4-BE49-F238E27FC236}">
                      <a16:creationId xmlns:a16="http://schemas.microsoft.com/office/drawing/2014/main" id="{E5DC13A0-2375-195C-263A-FAFE17FAACB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1627024" y="2369323"/>
                  <a:ext cx="362880" cy="25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18" name="Group 28717">
            <a:extLst>
              <a:ext uri="{FF2B5EF4-FFF2-40B4-BE49-F238E27FC236}">
                <a16:creationId xmlns:a16="http://schemas.microsoft.com/office/drawing/2014/main" id="{11B7074C-30C1-B949-97F5-332BBF8830A1}"/>
              </a:ext>
            </a:extLst>
          </p:cNvPr>
          <p:cNvGrpSpPr/>
          <p:nvPr/>
        </p:nvGrpSpPr>
        <p:grpSpPr>
          <a:xfrm>
            <a:off x="4167824" y="688483"/>
            <a:ext cx="3315240" cy="1793160"/>
            <a:chOff x="4167824" y="688483"/>
            <a:chExt cx="3315240" cy="179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1965881-6851-D80B-9769-C10B70C0378B}"/>
                    </a:ext>
                  </a:extLst>
                </p14:cNvPr>
                <p14:cNvContentPartPr/>
                <p14:nvPr/>
              </p14:nvContentPartPr>
              <p14:xfrm>
                <a:off x="6084824" y="2107963"/>
                <a:ext cx="473040" cy="176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1965881-6851-D80B-9769-C10B70C0378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066824" y="2089963"/>
                  <a:ext cx="5086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891857A-7B66-C386-23CA-8D74A8A8CC39}"/>
                    </a:ext>
                  </a:extLst>
                </p14:cNvPr>
                <p14:cNvContentPartPr/>
                <p14:nvPr/>
              </p14:nvContentPartPr>
              <p14:xfrm>
                <a:off x="6716624" y="2046763"/>
                <a:ext cx="56160" cy="1861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891857A-7B66-C386-23CA-8D74A8A8CC39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698624" y="2028763"/>
                  <a:ext cx="918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05C59AE-5904-7588-306C-9F09DA759763}"/>
                    </a:ext>
                  </a:extLst>
                </p14:cNvPr>
                <p14:cNvContentPartPr/>
                <p14:nvPr/>
              </p14:nvContentPartPr>
              <p14:xfrm>
                <a:off x="6827864" y="2043883"/>
                <a:ext cx="57600" cy="2484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05C59AE-5904-7588-306C-9F09DA759763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810224" y="2026243"/>
                  <a:ext cx="9324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7749845-3255-7BAE-30AD-2AF6E7ACCB38}"/>
                    </a:ext>
                  </a:extLst>
                </p14:cNvPr>
                <p14:cNvContentPartPr/>
                <p14:nvPr/>
              </p14:nvContentPartPr>
              <p14:xfrm>
                <a:off x="6714464" y="2161243"/>
                <a:ext cx="110160" cy="16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7749845-3255-7BAE-30AD-2AF6E7ACCB38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696824" y="2143603"/>
                  <a:ext cx="1458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1C9F7D4-4464-E71A-99C5-FC6326432671}"/>
                    </a:ext>
                  </a:extLst>
                </p14:cNvPr>
                <p14:cNvContentPartPr/>
                <p14:nvPr/>
              </p14:nvContentPartPr>
              <p14:xfrm>
                <a:off x="6965384" y="2134603"/>
                <a:ext cx="85680" cy="712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1C9F7D4-4464-E71A-99C5-FC632643267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947384" y="2116963"/>
                  <a:ext cx="1213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D511B1E-E0E0-3E07-CD12-E97EB4DBF7DD}"/>
                    </a:ext>
                  </a:extLst>
                </p14:cNvPr>
                <p14:cNvContentPartPr/>
                <p14:nvPr/>
              </p14:nvContentPartPr>
              <p14:xfrm>
                <a:off x="7151144" y="2045683"/>
                <a:ext cx="12240" cy="1904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D511B1E-E0E0-3E07-CD12-E97EB4DBF7D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133504" y="2027683"/>
                  <a:ext cx="478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30A45AB-C8F2-2C82-2100-54220256CF45}"/>
                    </a:ext>
                  </a:extLst>
                </p14:cNvPr>
                <p14:cNvContentPartPr/>
                <p14:nvPr/>
              </p14:nvContentPartPr>
              <p14:xfrm>
                <a:off x="7213064" y="2111563"/>
                <a:ext cx="84240" cy="1346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30A45AB-C8F2-2C82-2100-54220256CF45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195424" y="2093923"/>
                  <a:ext cx="1198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14B266C-0039-4CA8-B6FD-33D3226D6072}"/>
                    </a:ext>
                  </a:extLst>
                </p14:cNvPr>
                <p14:cNvContentPartPr/>
                <p14:nvPr/>
              </p14:nvContentPartPr>
              <p14:xfrm>
                <a:off x="7403504" y="2118403"/>
                <a:ext cx="79560" cy="1450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14B266C-0039-4CA8-B6FD-33D3226D607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385864" y="2100403"/>
                  <a:ext cx="1152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9C46865-5F73-C113-4392-36265D1699DF}"/>
                    </a:ext>
                  </a:extLst>
                </p14:cNvPr>
                <p14:cNvContentPartPr/>
                <p14:nvPr/>
              </p14:nvContentPartPr>
              <p14:xfrm>
                <a:off x="4175024" y="1253323"/>
                <a:ext cx="66960" cy="10652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9C46865-5F73-C113-4392-36265D1699DF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157024" y="1235323"/>
                  <a:ext cx="102600" cy="11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13F1AF9-E430-66A9-4947-32D101D5184D}"/>
                    </a:ext>
                  </a:extLst>
                </p14:cNvPr>
                <p14:cNvContentPartPr/>
                <p14:nvPr/>
              </p14:nvContentPartPr>
              <p14:xfrm>
                <a:off x="4167824" y="1191403"/>
                <a:ext cx="1760400" cy="381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13F1AF9-E430-66A9-4947-32D101D5184D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149824" y="1173403"/>
                  <a:ext cx="17960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EB8E74D-8EEE-03F9-5295-A765660DBFC3}"/>
                    </a:ext>
                  </a:extLst>
                </p14:cNvPr>
                <p14:cNvContentPartPr/>
                <p14:nvPr/>
              </p14:nvContentPartPr>
              <p14:xfrm>
                <a:off x="6112184" y="1162243"/>
                <a:ext cx="7200" cy="18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EB8E74D-8EEE-03F9-5295-A765660DBFC3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094544" y="1144603"/>
                  <a:ext cx="428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5785797-9781-5299-A017-7AFEB8491823}"/>
                    </a:ext>
                  </a:extLst>
                </p14:cNvPr>
                <p14:cNvContentPartPr/>
                <p14:nvPr/>
              </p14:nvContentPartPr>
              <p14:xfrm>
                <a:off x="4268624" y="1159363"/>
                <a:ext cx="1953360" cy="11635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5785797-9781-5299-A017-7AFEB8491823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250624" y="1141363"/>
                  <a:ext cx="1989000" cy="11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AD2F06D-9722-BB20-00D3-ADB413FFE4CE}"/>
                    </a:ext>
                  </a:extLst>
                </p14:cNvPr>
                <p14:cNvContentPartPr/>
                <p14:nvPr/>
              </p14:nvContentPartPr>
              <p14:xfrm>
                <a:off x="4204544" y="1255483"/>
                <a:ext cx="490320" cy="382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AD2F06D-9722-BB20-00D3-ADB413FFE4CE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186544" y="1237843"/>
                  <a:ext cx="52596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FB243BD-6CBA-7182-0FE1-5720E0185F52}"/>
                    </a:ext>
                  </a:extLst>
                </p14:cNvPr>
                <p14:cNvContentPartPr/>
                <p14:nvPr/>
              </p14:nvContentPartPr>
              <p14:xfrm>
                <a:off x="5456264" y="1210843"/>
                <a:ext cx="616320" cy="3859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FB243BD-6CBA-7182-0FE1-5720E0185F52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438624" y="1192843"/>
                  <a:ext cx="65196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C9C2692-480F-1120-E062-9622CCF6C8B7}"/>
                    </a:ext>
                  </a:extLst>
                </p14:cNvPr>
                <p14:cNvContentPartPr/>
                <p14:nvPr/>
              </p14:nvContentPartPr>
              <p14:xfrm>
                <a:off x="5713664" y="1331443"/>
                <a:ext cx="18720" cy="1710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C9C2692-480F-1120-E062-9622CCF6C8B7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695664" y="1313443"/>
                  <a:ext cx="5436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87455AE-1B33-E523-2362-96C282533E46}"/>
                    </a:ext>
                  </a:extLst>
                </p14:cNvPr>
                <p14:cNvContentPartPr/>
                <p14:nvPr/>
              </p14:nvContentPartPr>
              <p14:xfrm>
                <a:off x="5687744" y="1332163"/>
                <a:ext cx="194040" cy="1342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87455AE-1B33-E523-2362-96C282533E46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670104" y="1314523"/>
                  <a:ext cx="22968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69ACD0E-E100-E520-5275-4683032FBC1A}"/>
                    </a:ext>
                  </a:extLst>
                </p14:cNvPr>
                <p14:cNvContentPartPr/>
                <p14:nvPr/>
              </p14:nvContentPartPr>
              <p14:xfrm>
                <a:off x="5977544" y="1392283"/>
                <a:ext cx="96480" cy="241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69ACD0E-E100-E520-5275-4683032FBC1A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959904" y="1374283"/>
                  <a:ext cx="1321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88090DD-2819-77A8-35A1-60CB3A14CD83}"/>
                    </a:ext>
                  </a:extLst>
                </p14:cNvPr>
                <p14:cNvContentPartPr/>
                <p14:nvPr/>
              </p14:nvContentPartPr>
              <p14:xfrm>
                <a:off x="6000584" y="1347283"/>
                <a:ext cx="20880" cy="183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88090DD-2819-77A8-35A1-60CB3A14CD83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982944" y="1329283"/>
                  <a:ext cx="565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8532361-E3A5-F630-50BA-C96D83940712}"/>
                    </a:ext>
                  </a:extLst>
                </p14:cNvPr>
                <p14:cNvContentPartPr/>
                <p14:nvPr/>
              </p14:nvContentPartPr>
              <p14:xfrm>
                <a:off x="4299944" y="1364563"/>
                <a:ext cx="16200" cy="2170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8532361-E3A5-F630-50BA-C96D83940712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282304" y="1346563"/>
                  <a:ext cx="5184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2E20A09-8513-77D9-48A7-5910FA932D74}"/>
                    </a:ext>
                  </a:extLst>
                </p14:cNvPr>
                <p14:cNvContentPartPr/>
                <p14:nvPr/>
              </p14:nvContentPartPr>
              <p14:xfrm>
                <a:off x="4283024" y="1315963"/>
                <a:ext cx="147600" cy="1933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2E20A09-8513-77D9-48A7-5910FA932D74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265024" y="1298323"/>
                  <a:ext cx="18324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DA8D3D3-1BA9-E7BE-6960-C164BD3818AF}"/>
                    </a:ext>
                  </a:extLst>
                </p14:cNvPr>
                <p14:cNvContentPartPr/>
                <p14:nvPr/>
              </p14:nvContentPartPr>
              <p14:xfrm>
                <a:off x="4520624" y="1395523"/>
                <a:ext cx="72000" cy="17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DA8D3D3-1BA9-E7BE-6960-C164BD3818AF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502624" y="1377523"/>
                  <a:ext cx="1076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2F1BAD8-3B09-1143-F174-2FAA39131578}"/>
                    </a:ext>
                  </a:extLst>
                </p14:cNvPr>
                <p14:cNvContentPartPr/>
                <p14:nvPr/>
              </p14:nvContentPartPr>
              <p14:xfrm>
                <a:off x="4529264" y="1324243"/>
                <a:ext cx="25200" cy="100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2F1BAD8-3B09-1143-F174-2FAA39131578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511624" y="1306603"/>
                  <a:ext cx="608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DBBD939-32AD-1FF5-2486-24DF18EBC98C}"/>
                    </a:ext>
                  </a:extLst>
                </p14:cNvPr>
                <p14:cNvContentPartPr/>
                <p14:nvPr/>
              </p14:nvContentPartPr>
              <p14:xfrm>
                <a:off x="4767584" y="2080243"/>
                <a:ext cx="30960" cy="233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DBBD939-32AD-1FF5-2486-24DF18EBC98C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749584" y="2062243"/>
                  <a:ext cx="6660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4FBFBF2-06B9-9C28-16CF-FDB16BF3C8A1}"/>
                    </a:ext>
                  </a:extLst>
                </p14:cNvPr>
                <p14:cNvContentPartPr/>
                <p14:nvPr/>
              </p14:nvContentPartPr>
              <p14:xfrm>
                <a:off x="4754264" y="2072683"/>
                <a:ext cx="136800" cy="1141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4FBFBF2-06B9-9C28-16CF-FDB16BF3C8A1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4736264" y="2055043"/>
                  <a:ext cx="1724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00AF107-1A3D-D1F0-4DC2-AD1411C60B3C}"/>
                    </a:ext>
                  </a:extLst>
                </p14:cNvPr>
                <p14:cNvContentPartPr/>
                <p14:nvPr/>
              </p14:nvContentPartPr>
              <p14:xfrm>
                <a:off x="4931384" y="2159443"/>
                <a:ext cx="110160" cy="14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00AF107-1A3D-D1F0-4DC2-AD1411C60B3C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913744" y="2141803"/>
                  <a:ext cx="1458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AE08280-AC11-1003-1AD1-CB3DDA019764}"/>
                    </a:ext>
                  </a:extLst>
                </p14:cNvPr>
                <p14:cNvContentPartPr/>
                <p14:nvPr/>
              </p14:nvContentPartPr>
              <p14:xfrm>
                <a:off x="5163224" y="2068363"/>
                <a:ext cx="83880" cy="1753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AE08280-AC11-1003-1AD1-CB3DDA019764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5145224" y="2050363"/>
                  <a:ext cx="11952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449A067-F404-EE99-6D9C-B2D35D20C5E8}"/>
                    </a:ext>
                  </a:extLst>
                </p14:cNvPr>
                <p14:cNvContentPartPr/>
                <p14:nvPr/>
              </p14:nvContentPartPr>
              <p14:xfrm>
                <a:off x="5324144" y="2151883"/>
                <a:ext cx="76680" cy="1130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449A067-F404-EE99-6D9C-B2D35D20C5E8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5306144" y="2133883"/>
                  <a:ext cx="1123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D1E3C38-9C07-ED7A-A394-9CC28D28D8EE}"/>
                    </a:ext>
                  </a:extLst>
                </p14:cNvPr>
                <p14:cNvContentPartPr/>
                <p14:nvPr/>
              </p14:nvContentPartPr>
              <p14:xfrm>
                <a:off x="5369504" y="2174923"/>
                <a:ext cx="40680" cy="1008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D1E3C38-9C07-ED7A-A394-9CC28D28D8EE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5351504" y="2156923"/>
                  <a:ext cx="763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5DF1038-29CD-96CA-AED8-3EEF3C542AB0}"/>
                    </a:ext>
                  </a:extLst>
                </p14:cNvPr>
                <p14:cNvContentPartPr/>
                <p14:nvPr/>
              </p14:nvContentPartPr>
              <p14:xfrm>
                <a:off x="5464904" y="2048203"/>
                <a:ext cx="161640" cy="1962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5DF1038-29CD-96CA-AED8-3EEF3C542AB0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447264" y="2030203"/>
                  <a:ext cx="1972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8C2D78F-D95F-8A7B-2C48-CF91E3A3BA45}"/>
                    </a:ext>
                  </a:extLst>
                </p14:cNvPr>
                <p14:cNvContentPartPr/>
                <p14:nvPr/>
              </p14:nvContentPartPr>
              <p14:xfrm>
                <a:off x="5691344" y="2129563"/>
                <a:ext cx="143640" cy="3520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8C2D78F-D95F-8A7B-2C48-CF91E3A3BA45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673344" y="2111563"/>
                  <a:ext cx="17928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28690" name="Ink 28689">
                  <a:extLst>
                    <a:ext uri="{FF2B5EF4-FFF2-40B4-BE49-F238E27FC236}">
                      <a16:creationId xmlns:a16="http://schemas.microsoft.com/office/drawing/2014/main" id="{1D6A0D8B-FE31-64B1-D9C8-CB86FA87A6DE}"/>
                    </a:ext>
                  </a:extLst>
                </p14:cNvPr>
                <p14:cNvContentPartPr/>
                <p14:nvPr/>
              </p14:nvContentPartPr>
              <p14:xfrm>
                <a:off x="4770464" y="1331443"/>
                <a:ext cx="63000" cy="7200"/>
              </p14:xfrm>
            </p:contentPart>
          </mc:Choice>
          <mc:Fallback xmlns="">
            <p:pic>
              <p:nvPicPr>
                <p:cNvPr id="28690" name="Ink 28689">
                  <a:extLst>
                    <a:ext uri="{FF2B5EF4-FFF2-40B4-BE49-F238E27FC236}">
                      <a16:creationId xmlns:a16="http://schemas.microsoft.com/office/drawing/2014/main" id="{1D6A0D8B-FE31-64B1-D9C8-CB86FA87A6DE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752464" y="1313443"/>
                  <a:ext cx="986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28691" name="Ink 28690">
                  <a:extLst>
                    <a:ext uri="{FF2B5EF4-FFF2-40B4-BE49-F238E27FC236}">
                      <a16:creationId xmlns:a16="http://schemas.microsoft.com/office/drawing/2014/main" id="{D3DB112D-CCE6-53BD-5FE7-664068269503}"/>
                    </a:ext>
                  </a:extLst>
                </p14:cNvPr>
                <p14:cNvContentPartPr/>
                <p14:nvPr/>
              </p14:nvContentPartPr>
              <p14:xfrm>
                <a:off x="4937504" y="1335403"/>
                <a:ext cx="41400" cy="10440"/>
              </p14:xfrm>
            </p:contentPart>
          </mc:Choice>
          <mc:Fallback xmlns="">
            <p:pic>
              <p:nvPicPr>
                <p:cNvPr id="28691" name="Ink 28690">
                  <a:extLst>
                    <a:ext uri="{FF2B5EF4-FFF2-40B4-BE49-F238E27FC236}">
                      <a16:creationId xmlns:a16="http://schemas.microsoft.com/office/drawing/2014/main" id="{D3DB112D-CCE6-53BD-5FE7-664068269503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919864" y="1317403"/>
                  <a:ext cx="770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28692" name="Ink 28691">
                  <a:extLst>
                    <a:ext uri="{FF2B5EF4-FFF2-40B4-BE49-F238E27FC236}">
                      <a16:creationId xmlns:a16="http://schemas.microsoft.com/office/drawing/2014/main" id="{02FE84F0-0ECE-2A17-4A76-14F6EE4C670C}"/>
                    </a:ext>
                  </a:extLst>
                </p14:cNvPr>
                <p14:cNvContentPartPr/>
                <p14:nvPr/>
              </p14:nvContentPartPr>
              <p14:xfrm>
                <a:off x="5086184" y="1311283"/>
                <a:ext cx="79200" cy="2520"/>
              </p14:xfrm>
            </p:contentPart>
          </mc:Choice>
          <mc:Fallback xmlns="">
            <p:pic>
              <p:nvPicPr>
                <p:cNvPr id="28692" name="Ink 28691">
                  <a:extLst>
                    <a:ext uri="{FF2B5EF4-FFF2-40B4-BE49-F238E27FC236}">
                      <a16:creationId xmlns:a16="http://schemas.microsoft.com/office/drawing/2014/main" id="{02FE84F0-0ECE-2A17-4A76-14F6EE4C670C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068184" y="1293643"/>
                  <a:ext cx="1148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28693" name="Ink 28692">
                  <a:extLst>
                    <a:ext uri="{FF2B5EF4-FFF2-40B4-BE49-F238E27FC236}">
                      <a16:creationId xmlns:a16="http://schemas.microsoft.com/office/drawing/2014/main" id="{1DF82796-A4F9-B1A2-CAC9-5F2F41CBEB7A}"/>
                    </a:ext>
                  </a:extLst>
                </p14:cNvPr>
                <p14:cNvContentPartPr/>
                <p14:nvPr/>
              </p14:nvContentPartPr>
              <p14:xfrm>
                <a:off x="5287064" y="1311283"/>
                <a:ext cx="86040" cy="2520"/>
              </p14:xfrm>
            </p:contentPart>
          </mc:Choice>
          <mc:Fallback xmlns="">
            <p:pic>
              <p:nvPicPr>
                <p:cNvPr id="28693" name="Ink 28692">
                  <a:extLst>
                    <a:ext uri="{FF2B5EF4-FFF2-40B4-BE49-F238E27FC236}">
                      <a16:creationId xmlns:a16="http://schemas.microsoft.com/office/drawing/2014/main" id="{1DF82796-A4F9-B1A2-CAC9-5F2F41CBEB7A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269424" y="1293643"/>
                  <a:ext cx="1216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28695" name="Ink 28694">
                  <a:extLst>
                    <a:ext uri="{FF2B5EF4-FFF2-40B4-BE49-F238E27FC236}">
                      <a16:creationId xmlns:a16="http://schemas.microsoft.com/office/drawing/2014/main" id="{D69156D3-CA39-FBE6-9AC6-B1D7CFA0B99F}"/>
                    </a:ext>
                  </a:extLst>
                </p14:cNvPr>
                <p14:cNvContentPartPr/>
                <p14:nvPr/>
              </p14:nvContentPartPr>
              <p14:xfrm>
                <a:off x="4647704" y="1075123"/>
                <a:ext cx="21600" cy="138600"/>
              </p14:xfrm>
            </p:contentPart>
          </mc:Choice>
          <mc:Fallback xmlns="">
            <p:pic>
              <p:nvPicPr>
                <p:cNvPr id="28695" name="Ink 28694">
                  <a:extLst>
                    <a:ext uri="{FF2B5EF4-FFF2-40B4-BE49-F238E27FC236}">
                      <a16:creationId xmlns:a16="http://schemas.microsoft.com/office/drawing/2014/main" id="{D69156D3-CA39-FBE6-9AC6-B1D7CFA0B99F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630064" y="1057483"/>
                  <a:ext cx="572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28696" name="Ink 28695">
                  <a:extLst>
                    <a:ext uri="{FF2B5EF4-FFF2-40B4-BE49-F238E27FC236}">
                      <a16:creationId xmlns:a16="http://schemas.microsoft.com/office/drawing/2014/main" id="{F3CBA685-C55C-9CBE-002D-E879461FCCE6}"/>
                    </a:ext>
                  </a:extLst>
                </p14:cNvPr>
                <p14:cNvContentPartPr/>
                <p14:nvPr/>
              </p14:nvContentPartPr>
              <p14:xfrm>
                <a:off x="4640144" y="968923"/>
                <a:ext cx="889920" cy="101880"/>
              </p14:xfrm>
            </p:contentPart>
          </mc:Choice>
          <mc:Fallback xmlns="">
            <p:pic>
              <p:nvPicPr>
                <p:cNvPr id="28696" name="Ink 28695">
                  <a:extLst>
                    <a:ext uri="{FF2B5EF4-FFF2-40B4-BE49-F238E27FC236}">
                      <a16:creationId xmlns:a16="http://schemas.microsoft.com/office/drawing/2014/main" id="{F3CBA685-C55C-9CBE-002D-E879461FCCE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622504" y="950923"/>
                  <a:ext cx="9255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28697" name="Ink 28696">
                  <a:extLst>
                    <a:ext uri="{FF2B5EF4-FFF2-40B4-BE49-F238E27FC236}">
                      <a16:creationId xmlns:a16="http://schemas.microsoft.com/office/drawing/2014/main" id="{F3D82CD2-9497-7F9B-B805-AE7A7D4B2356}"/>
                    </a:ext>
                  </a:extLst>
                </p14:cNvPr>
                <p14:cNvContentPartPr/>
                <p14:nvPr/>
              </p14:nvContentPartPr>
              <p14:xfrm>
                <a:off x="5494784" y="1020403"/>
                <a:ext cx="17640" cy="167040"/>
              </p14:xfrm>
            </p:contentPart>
          </mc:Choice>
          <mc:Fallback xmlns="">
            <p:pic>
              <p:nvPicPr>
                <p:cNvPr id="28697" name="Ink 28696">
                  <a:extLst>
                    <a:ext uri="{FF2B5EF4-FFF2-40B4-BE49-F238E27FC236}">
                      <a16:creationId xmlns:a16="http://schemas.microsoft.com/office/drawing/2014/main" id="{F3D82CD2-9497-7F9B-B805-AE7A7D4B2356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5476784" y="1002763"/>
                  <a:ext cx="532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28699" name="Ink 28698">
                  <a:extLst>
                    <a:ext uri="{FF2B5EF4-FFF2-40B4-BE49-F238E27FC236}">
                      <a16:creationId xmlns:a16="http://schemas.microsoft.com/office/drawing/2014/main" id="{A2445882-083A-53BE-42B7-F42727479BEE}"/>
                    </a:ext>
                  </a:extLst>
                </p14:cNvPr>
                <p14:cNvContentPartPr/>
                <p14:nvPr/>
              </p14:nvContentPartPr>
              <p14:xfrm>
                <a:off x="5433584" y="896923"/>
                <a:ext cx="510840" cy="176760"/>
              </p14:xfrm>
            </p:contentPart>
          </mc:Choice>
          <mc:Fallback xmlns="">
            <p:pic>
              <p:nvPicPr>
                <p:cNvPr id="28699" name="Ink 28698">
                  <a:extLst>
                    <a:ext uri="{FF2B5EF4-FFF2-40B4-BE49-F238E27FC236}">
                      <a16:creationId xmlns:a16="http://schemas.microsoft.com/office/drawing/2014/main" id="{A2445882-083A-53BE-42B7-F42727479BEE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415584" y="879283"/>
                  <a:ext cx="5464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28700" name="Ink 28699">
                  <a:extLst>
                    <a:ext uri="{FF2B5EF4-FFF2-40B4-BE49-F238E27FC236}">
                      <a16:creationId xmlns:a16="http://schemas.microsoft.com/office/drawing/2014/main" id="{8BB91645-5038-A345-E55C-396A23CA3F27}"/>
                    </a:ext>
                  </a:extLst>
                </p14:cNvPr>
                <p14:cNvContentPartPr/>
                <p14:nvPr/>
              </p14:nvContentPartPr>
              <p14:xfrm>
                <a:off x="5357624" y="1013923"/>
                <a:ext cx="84600" cy="134640"/>
              </p14:xfrm>
            </p:contentPart>
          </mc:Choice>
          <mc:Fallback xmlns="">
            <p:pic>
              <p:nvPicPr>
                <p:cNvPr id="28700" name="Ink 28699">
                  <a:extLst>
                    <a:ext uri="{FF2B5EF4-FFF2-40B4-BE49-F238E27FC236}">
                      <a16:creationId xmlns:a16="http://schemas.microsoft.com/office/drawing/2014/main" id="{8BB91645-5038-A345-E55C-396A23CA3F27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339984" y="996283"/>
                  <a:ext cx="1202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28701" name="Ink 28700">
                  <a:extLst>
                    <a:ext uri="{FF2B5EF4-FFF2-40B4-BE49-F238E27FC236}">
                      <a16:creationId xmlns:a16="http://schemas.microsoft.com/office/drawing/2014/main" id="{7A3CA01E-77ED-4202-E833-E975DEE01929}"/>
                    </a:ext>
                  </a:extLst>
                </p14:cNvPr>
                <p14:cNvContentPartPr/>
                <p14:nvPr/>
              </p14:nvContentPartPr>
              <p14:xfrm>
                <a:off x="5993744" y="889363"/>
                <a:ext cx="103320" cy="115200"/>
              </p14:xfrm>
            </p:contentPart>
          </mc:Choice>
          <mc:Fallback xmlns="">
            <p:pic>
              <p:nvPicPr>
                <p:cNvPr id="28701" name="Ink 28700">
                  <a:extLst>
                    <a:ext uri="{FF2B5EF4-FFF2-40B4-BE49-F238E27FC236}">
                      <a16:creationId xmlns:a16="http://schemas.microsoft.com/office/drawing/2014/main" id="{7A3CA01E-77ED-4202-E833-E975DEE01929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5976104" y="871723"/>
                  <a:ext cx="1389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28702" name="Ink 28701">
                  <a:extLst>
                    <a:ext uri="{FF2B5EF4-FFF2-40B4-BE49-F238E27FC236}">
                      <a16:creationId xmlns:a16="http://schemas.microsoft.com/office/drawing/2014/main" id="{21183FEC-6DDF-B233-085F-961E5C87FDFC}"/>
                    </a:ext>
                  </a:extLst>
                </p14:cNvPr>
                <p14:cNvContentPartPr/>
                <p14:nvPr/>
              </p14:nvContentPartPr>
              <p14:xfrm>
                <a:off x="6119384" y="868843"/>
                <a:ext cx="141120" cy="81000"/>
              </p14:xfrm>
            </p:contentPart>
          </mc:Choice>
          <mc:Fallback xmlns="">
            <p:pic>
              <p:nvPicPr>
                <p:cNvPr id="28702" name="Ink 28701">
                  <a:extLst>
                    <a:ext uri="{FF2B5EF4-FFF2-40B4-BE49-F238E27FC236}">
                      <a16:creationId xmlns:a16="http://schemas.microsoft.com/office/drawing/2014/main" id="{21183FEC-6DDF-B233-085F-961E5C87FDFC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101384" y="850843"/>
                  <a:ext cx="1767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28703" name="Ink 28702">
                  <a:extLst>
                    <a:ext uri="{FF2B5EF4-FFF2-40B4-BE49-F238E27FC236}">
                      <a16:creationId xmlns:a16="http://schemas.microsoft.com/office/drawing/2014/main" id="{D1486E47-5A7E-716B-0C30-3B96F30B250C}"/>
                    </a:ext>
                  </a:extLst>
                </p14:cNvPr>
                <p14:cNvContentPartPr/>
                <p14:nvPr/>
              </p14:nvContentPartPr>
              <p14:xfrm>
                <a:off x="6181664" y="799723"/>
                <a:ext cx="88200" cy="204480"/>
              </p14:xfrm>
            </p:contentPart>
          </mc:Choice>
          <mc:Fallback xmlns="">
            <p:pic>
              <p:nvPicPr>
                <p:cNvPr id="28703" name="Ink 28702">
                  <a:extLst>
                    <a:ext uri="{FF2B5EF4-FFF2-40B4-BE49-F238E27FC236}">
                      <a16:creationId xmlns:a16="http://schemas.microsoft.com/office/drawing/2014/main" id="{D1486E47-5A7E-716B-0C30-3B96F30B250C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163664" y="782083"/>
                  <a:ext cx="12384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28704" name="Ink 28703">
                  <a:extLst>
                    <a:ext uri="{FF2B5EF4-FFF2-40B4-BE49-F238E27FC236}">
                      <a16:creationId xmlns:a16="http://schemas.microsoft.com/office/drawing/2014/main" id="{B951C9A7-4E17-09AA-5794-19664231BCE1}"/>
                    </a:ext>
                  </a:extLst>
                </p14:cNvPr>
                <p14:cNvContentPartPr/>
                <p14:nvPr/>
              </p14:nvContentPartPr>
              <p14:xfrm>
                <a:off x="6326384" y="854443"/>
                <a:ext cx="32400" cy="101520"/>
              </p14:xfrm>
            </p:contentPart>
          </mc:Choice>
          <mc:Fallback xmlns="">
            <p:pic>
              <p:nvPicPr>
                <p:cNvPr id="28704" name="Ink 28703">
                  <a:extLst>
                    <a:ext uri="{FF2B5EF4-FFF2-40B4-BE49-F238E27FC236}">
                      <a16:creationId xmlns:a16="http://schemas.microsoft.com/office/drawing/2014/main" id="{B951C9A7-4E17-09AA-5794-19664231BCE1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308744" y="836443"/>
                  <a:ext cx="680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28705" name="Ink 28704">
                  <a:extLst>
                    <a:ext uri="{FF2B5EF4-FFF2-40B4-BE49-F238E27FC236}">
                      <a16:creationId xmlns:a16="http://schemas.microsoft.com/office/drawing/2014/main" id="{6626F6C5-7F6E-FA55-85E4-50D2CCAE67EB}"/>
                    </a:ext>
                  </a:extLst>
                </p14:cNvPr>
                <p14:cNvContentPartPr/>
                <p14:nvPr/>
              </p14:nvContentPartPr>
              <p14:xfrm>
                <a:off x="6333584" y="752923"/>
                <a:ext cx="32040" cy="47520"/>
              </p14:xfrm>
            </p:contentPart>
          </mc:Choice>
          <mc:Fallback xmlns="">
            <p:pic>
              <p:nvPicPr>
                <p:cNvPr id="28705" name="Ink 28704">
                  <a:extLst>
                    <a:ext uri="{FF2B5EF4-FFF2-40B4-BE49-F238E27FC236}">
                      <a16:creationId xmlns:a16="http://schemas.microsoft.com/office/drawing/2014/main" id="{6626F6C5-7F6E-FA55-85E4-50D2CCAE67EB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315944" y="735283"/>
                  <a:ext cx="6768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28706" name="Ink 28705">
                  <a:extLst>
                    <a:ext uri="{FF2B5EF4-FFF2-40B4-BE49-F238E27FC236}">
                      <a16:creationId xmlns:a16="http://schemas.microsoft.com/office/drawing/2014/main" id="{15806CF8-CBD9-258D-46E2-C8BB6D4AF1CD}"/>
                    </a:ext>
                  </a:extLst>
                </p14:cNvPr>
                <p14:cNvContentPartPr/>
                <p14:nvPr/>
              </p14:nvContentPartPr>
              <p14:xfrm>
                <a:off x="6422864" y="802603"/>
                <a:ext cx="155880" cy="109440"/>
              </p14:xfrm>
            </p:contentPart>
          </mc:Choice>
          <mc:Fallback xmlns="">
            <p:pic>
              <p:nvPicPr>
                <p:cNvPr id="28706" name="Ink 28705">
                  <a:extLst>
                    <a:ext uri="{FF2B5EF4-FFF2-40B4-BE49-F238E27FC236}">
                      <a16:creationId xmlns:a16="http://schemas.microsoft.com/office/drawing/2014/main" id="{15806CF8-CBD9-258D-46E2-C8BB6D4AF1CD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6405224" y="784603"/>
                  <a:ext cx="1915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28707" name="Ink 28706">
                  <a:extLst>
                    <a:ext uri="{FF2B5EF4-FFF2-40B4-BE49-F238E27FC236}">
                      <a16:creationId xmlns:a16="http://schemas.microsoft.com/office/drawing/2014/main" id="{257FA64E-4CDB-752E-0DF6-36E75DA711BB}"/>
                    </a:ext>
                  </a:extLst>
                </p14:cNvPr>
                <p14:cNvContentPartPr/>
                <p14:nvPr/>
              </p14:nvContentPartPr>
              <p14:xfrm>
                <a:off x="6477224" y="688483"/>
                <a:ext cx="110160" cy="231480"/>
              </p14:xfrm>
            </p:contentPart>
          </mc:Choice>
          <mc:Fallback xmlns="">
            <p:pic>
              <p:nvPicPr>
                <p:cNvPr id="28707" name="Ink 28706">
                  <a:extLst>
                    <a:ext uri="{FF2B5EF4-FFF2-40B4-BE49-F238E27FC236}">
                      <a16:creationId xmlns:a16="http://schemas.microsoft.com/office/drawing/2014/main" id="{257FA64E-4CDB-752E-0DF6-36E75DA711BB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6459224" y="670843"/>
                  <a:ext cx="14580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28708" name="Ink 28707">
                  <a:extLst>
                    <a:ext uri="{FF2B5EF4-FFF2-40B4-BE49-F238E27FC236}">
                      <a16:creationId xmlns:a16="http://schemas.microsoft.com/office/drawing/2014/main" id="{8D5185DF-CA7E-054E-4513-FB46F5E4D98E}"/>
                    </a:ext>
                  </a:extLst>
                </p14:cNvPr>
                <p14:cNvContentPartPr/>
                <p14:nvPr/>
              </p14:nvContentPartPr>
              <p14:xfrm>
                <a:off x="6677384" y="755443"/>
                <a:ext cx="142200" cy="136440"/>
              </p14:xfrm>
            </p:contentPart>
          </mc:Choice>
          <mc:Fallback xmlns="">
            <p:pic>
              <p:nvPicPr>
                <p:cNvPr id="28708" name="Ink 28707">
                  <a:extLst>
                    <a:ext uri="{FF2B5EF4-FFF2-40B4-BE49-F238E27FC236}">
                      <a16:creationId xmlns:a16="http://schemas.microsoft.com/office/drawing/2014/main" id="{8D5185DF-CA7E-054E-4513-FB46F5E4D98E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6659384" y="737803"/>
                  <a:ext cx="1778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28709" name="Ink 28708">
                  <a:extLst>
                    <a:ext uri="{FF2B5EF4-FFF2-40B4-BE49-F238E27FC236}">
                      <a16:creationId xmlns:a16="http://schemas.microsoft.com/office/drawing/2014/main" id="{D473FD97-706C-BE58-3DFC-AFA3F6FCE548}"/>
                    </a:ext>
                  </a:extLst>
                </p14:cNvPr>
                <p14:cNvContentPartPr/>
                <p14:nvPr/>
              </p14:nvContentPartPr>
              <p14:xfrm>
                <a:off x="4709624" y="1045963"/>
                <a:ext cx="9000" cy="10800"/>
              </p14:xfrm>
            </p:contentPart>
          </mc:Choice>
          <mc:Fallback xmlns="">
            <p:pic>
              <p:nvPicPr>
                <p:cNvPr id="28709" name="Ink 28708">
                  <a:extLst>
                    <a:ext uri="{FF2B5EF4-FFF2-40B4-BE49-F238E27FC236}">
                      <a16:creationId xmlns:a16="http://schemas.microsoft.com/office/drawing/2014/main" id="{D473FD97-706C-BE58-3DFC-AFA3F6FCE548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4691984" y="1028323"/>
                  <a:ext cx="446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28710" name="Ink 28709">
                  <a:extLst>
                    <a:ext uri="{FF2B5EF4-FFF2-40B4-BE49-F238E27FC236}">
                      <a16:creationId xmlns:a16="http://schemas.microsoft.com/office/drawing/2014/main" id="{C453FB0C-2466-0AC2-A2DC-27BF216F005F}"/>
                    </a:ext>
                  </a:extLst>
                </p14:cNvPr>
                <p14:cNvContentPartPr/>
                <p14:nvPr/>
              </p14:nvContentPartPr>
              <p14:xfrm>
                <a:off x="4617464" y="766243"/>
                <a:ext cx="110880" cy="274680"/>
              </p14:xfrm>
            </p:contentPart>
          </mc:Choice>
          <mc:Fallback xmlns="">
            <p:pic>
              <p:nvPicPr>
                <p:cNvPr id="28710" name="Ink 28709">
                  <a:extLst>
                    <a:ext uri="{FF2B5EF4-FFF2-40B4-BE49-F238E27FC236}">
                      <a16:creationId xmlns:a16="http://schemas.microsoft.com/office/drawing/2014/main" id="{C453FB0C-2466-0AC2-A2DC-27BF216F005F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4599464" y="748603"/>
                  <a:ext cx="14652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28711" name="Ink 28710">
                  <a:extLst>
                    <a:ext uri="{FF2B5EF4-FFF2-40B4-BE49-F238E27FC236}">
                      <a16:creationId xmlns:a16="http://schemas.microsoft.com/office/drawing/2014/main" id="{A6B5669B-3350-1BB2-C231-9E4550DE9419}"/>
                    </a:ext>
                  </a:extLst>
                </p14:cNvPr>
                <p14:cNvContentPartPr/>
                <p14:nvPr/>
              </p14:nvContentPartPr>
              <p14:xfrm>
                <a:off x="4613504" y="691723"/>
                <a:ext cx="763200" cy="66960"/>
              </p14:xfrm>
            </p:contentPart>
          </mc:Choice>
          <mc:Fallback xmlns="">
            <p:pic>
              <p:nvPicPr>
                <p:cNvPr id="28711" name="Ink 28710">
                  <a:extLst>
                    <a:ext uri="{FF2B5EF4-FFF2-40B4-BE49-F238E27FC236}">
                      <a16:creationId xmlns:a16="http://schemas.microsoft.com/office/drawing/2014/main" id="{A6B5669B-3350-1BB2-C231-9E4550DE9419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4595864" y="673723"/>
                  <a:ext cx="7988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28712" name="Ink 28711">
                  <a:extLst>
                    <a:ext uri="{FF2B5EF4-FFF2-40B4-BE49-F238E27FC236}">
                      <a16:creationId xmlns:a16="http://schemas.microsoft.com/office/drawing/2014/main" id="{508D8D2F-B5B5-5613-18C4-CDE12E3D3E2C}"/>
                    </a:ext>
                  </a:extLst>
                </p14:cNvPr>
                <p14:cNvContentPartPr/>
                <p14:nvPr/>
              </p14:nvContentPartPr>
              <p14:xfrm>
                <a:off x="5406944" y="700723"/>
                <a:ext cx="112320" cy="257760"/>
              </p14:xfrm>
            </p:contentPart>
          </mc:Choice>
          <mc:Fallback xmlns="">
            <p:pic>
              <p:nvPicPr>
                <p:cNvPr id="28712" name="Ink 28711">
                  <a:extLst>
                    <a:ext uri="{FF2B5EF4-FFF2-40B4-BE49-F238E27FC236}">
                      <a16:creationId xmlns:a16="http://schemas.microsoft.com/office/drawing/2014/main" id="{508D8D2F-B5B5-5613-18C4-CDE12E3D3E2C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389304" y="683083"/>
                  <a:ext cx="1479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28713" name="Ink 28712">
                  <a:extLst>
                    <a:ext uri="{FF2B5EF4-FFF2-40B4-BE49-F238E27FC236}">
                      <a16:creationId xmlns:a16="http://schemas.microsoft.com/office/drawing/2014/main" id="{154F9695-D976-277B-1343-CA6C1F40BED3}"/>
                    </a:ext>
                  </a:extLst>
                </p14:cNvPr>
                <p14:cNvContentPartPr/>
                <p14:nvPr/>
              </p14:nvContentPartPr>
              <p14:xfrm>
                <a:off x="4795304" y="791083"/>
                <a:ext cx="164880" cy="141120"/>
              </p14:xfrm>
            </p:contentPart>
          </mc:Choice>
          <mc:Fallback xmlns="">
            <p:pic>
              <p:nvPicPr>
                <p:cNvPr id="28713" name="Ink 28712">
                  <a:extLst>
                    <a:ext uri="{FF2B5EF4-FFF2-40B4-BE49-F238E27FC236}">
                      <a16:creationId xmlns:a16="http://schemas.microsoft.com/office/drawing/2014/main" id="{154F9695-D976-277B-1343-CA6C1F40BED3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4777664" y="773083"/>
                  <a:ext cx="20052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28714" name="Ink 28713">
                  <a:extLst>
                    <a:ext uri="{FF2B5EF4-FFF2-40B4-BE49-F238E27FC236}">
                      <a16:creationId xmlns:a16="http://schemas.microsoft.com/office/drawing/2014/main" id="{06251FA4-C4FA-D293-EE7E-F459D251AEFA}"/>
                    </a:ext>
                  </a:extLst>
                </p14:cNvPr>
                <p14:cNvContentPartPr/>
                <p14:nvPr/>
              </p14:nvContentPartPr>
              <p14:xfrm>
                <a:off x="5023544" y="840763"/>
                <a:ext cx="97200" cy="91440"/>
              </p14:xfrm>
            </p:contentPart>
          </mc:Choice>
          <mc:Fallback xmlns="">
            <p:pic>
              <p:nvPicPr>
                <p:cNvPr id="28714" name="Ink 28713">
                  <a:extLst>
                    <a:ext uri="{FF2B5EF4-FFF2-40B4-BE49-F238E27FC236}">
                      <a16:creationId xmlns:a16="http://schemas.microsoft.com/office/drawing/2014/main" id="{06251FA4-C4FA-D293-EE7E-F459D251AEFA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5005544" y="822763"/>
                  <a:ext cx="1328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28715" name="Ink 28714">
                  <a:extLst>
                    <a:ext uri="{FF2B5EF4-FFF2-40B4-BE49-F238E27FC236}">
                      <a16:creationId xmlns:a16="http://schemas.microsoft.com/office/drawing/2014/main" id="{26F332C8-89D2-6619-7BAF-44733EC02DDE}"/>
                    </a:ext>
                  </a:extLst>
                </p14:cNvPr>
                <p14:cNvContentPartPr/>
                <p14:nvPr/>
              </p14:nvContentPartPr>
              <p14:xfrm>
                <a:off x="5185904" y="765523"/>
                <a:ext cx="39240" cy="173520"/>
              </p14:xfrm>
            </p:contentPart>
          </mc:Choice>
          <mc:Fallback xmlns="">
            <p:pic>
              <p:nvPicPr>
                <p:cNvPr id="28715" name="Ink 28714">
                  <a:extLst>
                    <a:ext uri="{FF2B5EF4-FFF2-40B4-BE49-F238E27FC236}">
                      <a16:creationId xmlns:a16="http://schemas.microsoft.com/office/drawing/2014/main" id="{26F332C8-89D2-6619-7BAF-44733EC02DDE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5167904" y="747883"/>
                  <a:ext cx="748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28716" name="Ink 28715">
                  <a:extLst>
                    <a:ext uri="{FF2B5EF4-FFF2-40B4-BE49-F238E27FC236}">
                      <a16:creationId xmlns:a16="http://schemas.microsoft.com/office/drawing/2014/main" id="{EDF3795F-BA8B-DD83-89C6-80D59C0CB8B3}"/>
                    </a:ext>
                  </a:extLst>
                </p14:cNvPr>
                <p14:cNvContentPartPr/>
                <p14:nvPr/>
              </p14:nvContentPartPr>
              <p14:xfrm>
                <a:off x="5159264" y="856243"/>
                <a:ext cx="50400" cy="30240"/>
              </p14:xfrm>
            </p:contentPart>
          </mc:Choice>
          <mc:Fallback xmlns="">
            <p:pic>
              <p:nvPicPr>
                <p:cNvPr id="28716" name="Ink 28715">
                  <a:extLst>
                    <a:ext uri="{FF2B5EF4-FFF2-40B4-BE49-F238E27FC236}">
                      <a16:creationId xmlns:a16="http://schemas.microsoft.com/office/drawing/2014/main" id="{EDF3795F-BA8B-DD83-89C6-80D59C0CB8B3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5141624" y="838603"/>
                  <a:ext cx="860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28717" name="Ink 28716">
                  <a:extLst>
                    <a:ext uri="{FF2B5EF4-FFF2-40B4-BE49-F238E27FC236}">
                      <a16:creationId xmlns:a16="http://schemas.microsoft.com/office/drawing/2014/main" id="{B521ACA4-A573-8151-E48A-C61A79ADB2EE}"/>
                    </a:ext>
                  </a:extLst>
                </p14:cNvPr>
                <p14:cNvContentPartPr/>
                <p14:nvPr/>
              </p14:nvContentPartPr>
              <p14:xfrm>
                <a:off x="5291744" y="817723"/>
                <a:ext cx="91080" cy="96120"/>
              </p14:xfrm>
            </p:contentPart>
          </mc:Choice>
          <mc:Fallback xmlns="">
            <p:pic>
              <p:nvPicPr>
                <p:cNvPr id="28717" name="Ink 28716">
                  <a:extLst>
                    <a:ext uri="{FF2B5EF4-FFF2-40B4-BE49-F238E27FC236}">
                      <a16:creationId xmlns:a16="http://schemas.microsoft.com/office/drawing/2014/main" id="{B521ACA4-A573-8151-E48A-C61A79ADB2EE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273744" y="799723"/>
                  <a:ext cx="126720" cy="13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24" name="Group 28723">
            <a:extLst>
              <a:ext uri="{FF2B5EF4-FFF2-40B4-BE49-F238E27FC236}">
                <a16:creationId xmlns:a16="http://schemas.microsoft.com/office/drawing/2014/main" id="{A1D922CF-9C3D-11F8-2545-AF8F43F1B354}"/>
              </a:ext>
            </a:extLst>
          </p:cNvPr>
          <p:cNvGrpSpPr/>
          <p:nvPr/>
        </p:nvGrpSpPr>
        <p:grpSpPr>
          <a:xfrm>
            <a:off x="3798104" y="701443"/>
            <a:ext cx="605520" cy="559080"/>
            <a:chOff x="3798104" y="701443"/>
            <a:chExt cx="605520" cy="55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28719" name="Ink 28718">
                  <a:extLst>
                    <a:ext uri="{FF2B5EF4-FFF2-40B4-BE49-F238E27FC236}">
                      <a16:creationId xmlns:a16="http://schemas.microsoft.com/office/drawing/2014/main" id="{FE3A552A-AEC0-F819-8D2F-A233B7CC2372}"/>
                    </a:ext>
                  </a:extLst>
                </p14:cNvPr>
                <p14:cNvContentPartPr/>
                <p14:nvPr/>
              </p14:nvContentPartPr>
              <p14:xfrm>
                <a:off x="4017704" y="860923"/>
                <a:ext cx="385920" cy="399600"/>
              </p14:xfrm>
            </p:contentPart>
          </mc:Choice>
          <mc:Fallback xmlns="">
            <p:pic>
              <p:nvPicPr>
                <p:cNvPr id="28719" name="Ink 28718">
                  <a:extLst>
                    <a:ext uri="{FF2B5EF4-FFF2-40B4-BE49-F238E27FC236}">
                      <a16:creationId xmlns:a16="http://schemas.microsoft.com/office/drawing/2014/main" id="{FE3A552A-AEC0-F819-8D2F-A233B7CC2372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4000064" y="842923"/>
                  <a:ext cx="421560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28720" name="Ink 28719">
                  <a:extLst>
                    <a:ext uri="{FF2B5EF4-FFF2-40B4-BE49-F238E27FC236}">
                      <a16:creationId xmlns:a16="http://schemas.microsoft.com/office/drawing/2014/main" id="{6328C755-BB58-30FB-CEBC-0E365D32483F}"/>
                    </a:ext>
                  </a:extLst>
                </p14:cNvPr>
                <p14:cNvContentPartPr/>
                <p14:nvPr/>
              </p14:nvContentPartPr>
              <p14:xfrm>
                <a:off x="3990704" y="767683"/>
                <a:ext cx="89640" cy="155880"/>
              </p14:xfrm>
            </p:contentPart>
          </mc:Choice>
          <mc:Fallback xmlns="">
            <p:pic>
              <p:nvPicPr>
                <p:cNvPr id="28720" name="Ink 28719">
                  <a:extLst>
                    <a:ext uri="{FF2B5EF4-FFF2-40B4-BE49-F238E27FC236}">
                      <a16:creationId xmlns:a16="http://schemas.microsoft.com/office/drawing/2014/main" id="{6328C755-BB58-30FB-CEBC-0E365D32483F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3973064" y="750043"/>
                  <a:ext cx="1252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28722" name="Ink 28721">
                  <a:extLst>
                    <a:ext uri="{FF2B5EF4-FFF2-40B4-BE49-F238E27FC236}">
                      <a16:creationId xmlns:a16="http://schemas.microsoft.com/office/drawing/2014/main" id="{1A0F987B-2258-97CD-5B1E-B9C1D94DF520}"/>
                    </a:ext>
                  </a:extLst>
                </p14:cNvPr>
                <p14:cNvContentPartPr/>
                <p14:nvPr/>
              </p14:nvContentPartPr>
              <p14:xfrm>
                <a:off x="3902144" y="795403"/>
                <a:ext cx="195120" cy="228600"/>
              </p14:xfrm>
            </p:contentPart>
          </mc:Choice>
          <mc:Fallback xmlns="">
            <p:pic>
              <p:nvPicPr>
                <p:cNvPr id="28722" name="Ink 28721">
                  <a:extLst>
                    <a:ext uri="{FF2B5EF4-FFF2-40B4-BE49-F238E27FC236}">
                      <a16:creationId xmlns:a16="http://schemas.microsoft.com/office/drawing/2014/main" id="{1A0F987B-2258-97CD-5B1E-B9C1D94DF520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3884504" y="777763"/>
                  <a:ext cx="23076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28723" name="Ink 28722">
                  <a:extLst>
                    <a:ext uri="{FF2B5EF4-FFF2-40B4-BE49-F238E27FC236}">
                      <a16:creationId xmlns:a16="http://schemas.microsoft.com/office/drawing/2014/main" id="{8CC0F419-AE3C-1835-26F5-FED48A77226A}"/>
                    </a:ext>
                  </a:extLst>
                </p14:cNvPr>
                <p14:cNvContentPartPr/>
                <p14:nvPr/>
              </p14:nvContentPartPr>
              <p14:xfrm>
                <a:off x="3798104" y="701443"/>
                <a:ext cx="438480" cy="465120"/>
              </p14:xfrm>
            </p:contentPart>
          </mc:Choice>
          <mc:Fallback xmlns="">
            <p:pic>
              <p:nvPicPr>
                <p:cNvPr id="28723" name="Ink 28722">
                  <a:extLst>
                    <a:ext uri="{FF2B5EF4-FFF2-40B4-BE49-F238E27FC236}">
                      <a16:creationId xmlns:a16="http://schemas.microsoft.com/office/drawing/2014/main" id="{8CC0F419-AE3C-1835-26F5-FED48A77226A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3780104" y="683803"/>
                  <a:ext cx="474120" cy="50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33" name="Group 28732">
            <a:extLst>
              <a:ext uri="{FF2B5EF4-FFF2-40B4-BE49-F238E27FC236}">
                <a16:creationId xmlns:a16="http://schemas.microsoft.com/office/drawing/2014/main" id="{4FE57167-4691-02B3-A9D9-BED26C2792D5}"/>
              </a:ext>
            </a:extLst>
          </p:cNvPr>
          <p:cNvGrpSpPr/>
          <p:nvPr/>
        </p:nvGrpSpPr>
        <p:grpSpPr>
          <a:xfrm>
            <a:off x="5799344" y="410203"/>
            <a:ext cx="1632240" cy="828360"/>
            <a:chOff x="5799344" y="410203"/>
            <a:chExt cx="1632240" cy="82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28725" name="Ink 28724">
                  <a:extLst>
                    <a:ext uri="{FF2B5EF4-FFF2-40B4-BE49-F238E27FC236}">
                      <a16:creationId xmlns:a16="http://schemas.microsoft.com/office/drawing/2014/main" id="{78079F98-00EC-1D41-A116-183134C6E5D6}"/>
                    </a:ext>
                  </a:extLst>
                </p14:cNvPr>
                <p14:cNvContentPartPr/>
                <p14:nvPr/>
              </p14:nvContentPartPr>
              <p14:xfrm>
                <a:off x="5818424" y="849403"/>
                <a:ext cx="79920" cy="389160"/>
              </p14:xfrm>
            </p:contentPart>
          </mc:Choice>
          <mc:Fallback xmlns="">
            <p:pic>
              <p:nvPicPr>
                <p:cNvPr id="28725" name="Ink 28724">
                  <a:extLst>
                    <a:ext uri="{FF2B5EF4-FFF2-40B4-BE49-F238E27FC236}">
                      <a16:creationId xmlns:a16="http://schemas.microsoft.com/office/drawing/2014/main" id="{78079F98-00EC-1D41-A116-183134C6E5D6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800784" y="831403"/>
                  <a:ext cx="11556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28726" name="Ink 28725">
                  <a:extLst>
                    <a:ext uri="{FF2B5EF4-FFF2-40B4-BE49-F238E27FC236}">
                      <a16:creationId xmlns:a16="http://schemas.microsoft.com/office/drawing/2014/main" id="{F958B228-F2C1-5576-ADEA-4D511CDFC808}"/>
                    </a:ext>
                  </a:extLst>
                </p14:cNvPr>
                <p14:cNvContentPartPr/>
                <p14:nvPr/>
              </p14:nvContentPartPr>
              <p14:xfrm>
                <a:off x="5799344" y="610723"/>
                <a:ext cx="1164240" cy="189000"/>
              </p14:xfrm>
            </p:contentPart>
          </mc:Choice>
          <mc:Fallback xmlns="">
            <p:pic>
              <p:nvPicPr>
                <p:cNvPr id="28726" name="Ink 28725">
                  <a:extLst>
                    <a:ext uri="{FF2B5EF4-FFF2-40B4-BE49-F238E27FC236}">
                      <a16:creationId xmlns:a16="http://schemas.microsoft.com/office/drawing/2014/main" id="{F958B228-F2C1-5576-ADEA-4D511CDFC808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5781344" y="592723"/>
                  <a:ext cx="11998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28727" name="Ink 28726">
                  <a:extLst>
                    <a:ext uri="{FF2B5EF4-FFF2-40B4-BE49-F238E27FC236}">
                      <a16:creationId xmlns:a16="http://schemas.microsoft.com/office/drawing/2014/main" id="{EF080DD9-ADB5-AB1D-3997-504B09FF049A}"/>
                    </a:ext>
                  </a:extLst>
                </p14:cNvPr>
                <p14:cNvContentPartPr/>
                <p14:nvPr/>
              </p14:nvContentPartPr>
              <p14:xfrm>
                <a:off x="6974744" y="538363"/>
                <a:ext cx="5400" cy="9720"/>
              </p14:xfrm>
            </p:contentPart>
          </mc:Choice>
          <mc:Fallback xmlns="">
            <p:pic>
              <p:nvPicPr>
                <p:cNvPr id="28727" name="Ink 28726">
                  <a:extLst>
                    <a:ext uri="{FF2B5EF4-FFF2-40B4-BE49-F238E27FC236}">
                      <a16:creationId xmlns:a16="http://schemas.microsoft.com/office/drawing/2014/main" id="{EF080DD9-ADB5-AB1D-3997-504B09FF049A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6956744" y="520363"/>
                  <a:ext cx="410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28729" name="Ink 28728">
                  <a:extLst>
                    <a:ext uri="{FF2B5EF4-FFF2-40B4-BE49-F238E27FC236}">
                      <a16:creationId xmlns:a16="http://schemas.microsoft.com/office/drawing/2014/main" id="{62C6F565-0241-6C88-711C-FA40FEFC9088}"/>
                    </a:ext>
                  </a:extLst>
                </p14:cNvPr>
                <p14:cNvContentPartPr/>
                <p14:nvPr/>
              </p14:nvContentPartPr>
              <p14:xfrm>
                <a:off x="7090304" y="598483"/>
                <a:ext cx="72720" cy="167040"/>
              </p14:xfrm>
            </p:contentPart>
          </mc:Choice>
          <mc:Fallback xmlns="">
            <p:pic>
              <p:nvPicPr>
                <p:cNvPr id="28729" name="Ink 28728">
                  <a:extLst>
                    <a:ext uri="{FF2B5EF4-FFF2-40B4-BE49-F238E27FC236}">
                      <a16:creationId xmlns:a16="http://schemas.microsoft.com/office/drawing/2014/main" id="{62C6F565-0241-6C88-711C-FA40FEFC9088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7072304" y="580483"/>
                  <a:ext cx="1083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28730" name="Ink 28729">
                  <a:extLst>
                    <a:ext uri="{FF2B5EF4-FFF2-40B4-BE49-F238E27FC236}">
                      <a16:creationId xmlns:a16="http://schemas.microsoft.com/office/drawing/2014/main" id="{5579B8AD-539E-D394-7E19-20F1B254AD37}"/>
                    </a:ext>
                  </a:extLst>
                </p14:cNvPr>
                <p14:cNvContentPartPr/>
                <p14:nvPr/>
              </p14:nvContentPartPr>
              <p14:xfrm>
                <a:off x="7112264" y="565363"/>
                <a:ext cx="152280" cy="198720"/>
              </p14:xfrm>
            </p:contentPart>
          </mc:Choice>
          <mc:Fallback xmlns="">
            <p:pic>
              <p:nvPicPr>
                <p:cNvPr id="28730" name="Ink 28729">
                  <a:extLst>
                    <a:ext uri="{FF2B5EF4-FFF2-40B4-BE49-F238E27FC236}">
                      <a16:creationId xmlns:a16="http://schemas.microsoft.com/office/drawing/2014/main" id="{5579B8AD-539E-D394-7E19-20F1B254AD37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7094264" y="547363"/>
                  <a:ext cx="18792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28732" name="Ink 28731">
                  <a:extLst>
                    <a:ext uri="{FF2B5EF4-FFF2-40B4-BE49-F238E27FC236}">
                      <a16:creationId xmlns:a16="http://schemas.microsoft.com/office/drawing/2014/main" id="{547DC332-7DE7-B455-C0AE-2E7CB8D63E12}"/>
                    </a:ext>
                  </a:extLst>
                </p14:cNvPr>
                <p14:cNvContentPartPr/>
                <p14:nvPr/>
              </p14:nvContentPartPr>
              <p14:xfrm>
                <a:off x="6916784" y="410203"/>
                <a:ext cx="514800" cy="464400"/>
              </p14:xfrm>
            </p:contentPart>
          </mc:Choice>
          <mc:Fallback xmlns="">
            <p:pic>
              <p:nvPicPr>
                <p:cNvPr id="28732" name="Ink 28731">
                  <a:extLst>
                    <a:ext uri="{FF2B5EF4-FFF2-40B4-BE49-F238E27FC236}">
                      <a16:creationId xmlns:a16="http://schemas.microsoft.com/office/drawing/2014/main" id="{547DC332-7DE7-B455-C0AE-2E7CB8D63E12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6898784" y="392203"/>
                  <a:ext cx="550440" cy="50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38" name="Group 28737">
            <a:extLst>
              <a:ext uri="{FF2B5EF4-FFF2-40B4-BE49-F238E27FC236}">
                <a16:creationId xmlns:a16="http://schemas.microsoft.com/office/drawing/2014/main" id="{C0AF85EF-BB3F-A9D3-F977-3BAB56909A32}"/>
              </a:ext>
            </a:extLst>
          </p:cNvPr>
          <p:cNvGrpSpPr/>
          <p:nvPr/>
        </p:nvGrpSpPr>
        <p:grpSpPr>
          <a:xfrm>
            <a:off x="7826864" y="206443"/>
            <a:ext cx="663120" cy="378720"/>
            <a:chOff x="7826864" y="206443"/>
            <a:chExt cx="663120" cy="37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28734" name="Ink 28733">
                  <a:extLst>
                    <a:ext uri="{FF2B5EF4-FFF2-40B4-BE49-F238E27FC236}">
                      <a16:creationId xmlns:a16="http://schemas.microsoft.com/office/drawing/2014/main" id="{C48B4EFE-BA74-AC26-0674-C96E3C59A8C0}"/>
                    </a:ext>
                  </a:extLst>
                </p14:cNvPr>
                <p14:cNvContentPartPr/>
                <p14:nvPr/>
              </p14:nvContentPartPr>
              <p14:xfrm>
                <a:off x="7826864" y="206443"/>
                <a:ext cx="214200" cy="257040"/>
              </p14:xfrm>
            </p:contentPart>
          </mc:Choice>
          <mc:Fallback xmlns="">
            <p:pic>
              <p:nvPicPr>
                <p:cNvPr id="28734" name="Ink 28733">
                  <a:extLst>
                    <a:ext uri="{FF2B5EF4-FFF2-40B4-BE49-F238E27FC236}">
                      <a16:creationId xmlns:a16="http://schemas.microsoft.com/office/drawing/2014/main" id="{C48B4EFE-BA74-AC26-0674-C96E3C59A8C0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7808864" y="188803"/>
                  <a:ext cx="24984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28735" name="Ink 28734">
                  <a:extLst>
                    <a:ext uri="{FF2B5EF4-FFF2-40B4-BE49-F238E27FC236}">
                      <a16:creationId xmlns:a16="http://schemas.microsoft.com/office/drawing/2014/main" id="{5F9D4E3A-930E-4566-0E25-B7233D0CF5F7}"/>
                    </a:ext>
                  </a:extLst>
                </p14:cNvPr>
                <p14:cNvContentPartPr/>
                <p14:nvPr/>
              </p14:nvContentPartPr>
              <p14:xfrm>
                <a:off x="8125304" y="412003"/>
                <a:ext cx="95400" cy="173160"/>
              </p14:xfrm>
            </p:contentPart>
          </mc:Choice>
          <mc:Fallback xmlns="">
            <p:pic>
              <p:nvPicPr>
                <p:cNvPr id="28735" name="Ink 28734">
                  <a:extLst>
                    <a:ext uri="{FF2B5EF4-FFF2-40B4-BE49-F238E27FC236}">
                      <a16:creationId xmlns:a16="http://schemas.microsoft.com/office/drawing/2014/main" id="{5F9D4E3A-930E-4566-0E25-B7233D0CF5F7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8107664" y="394363"/>
                  <a:ext cx="13104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28736" name="Ink 28735">
                  <a:extLst>
                    <a:ext uri="{FF2B5EF4-FFF2-40B4-BE49-F238E27FC236}">
                      <a16:creationId xmlns:a16="http://schemas.microsoft.com/office/drawing/2014/main" id="{0242BB05-0708-2A4A-9691-AA83B1CD0931}"/>
                    </a:ext>
                  </a:extLst>
                </p14:cNvPr>
                <p14:cNvContentPartPr/>
                <p14:nvPr/>
              </p14:nvContentPartPr>
              <p14:xfrm>
                <a:off x="8154464" y="412363"/>
                <a:ext cx="104400" cy="125280"/>
              </p14:xfrm>
            </p:contentPart>
          </mc:Choice>
          <mc:Fallback xmlns="">
            <p:pic>
              <p:nvPicPr>
                <p:cNvPr id="28736" name="Ink 28735">
                  <a:extLst>
                    <a:ext uri="{FF2B5EF4-FFF2-40B4-BE49-F238E27FC236}">
                      <a16:creationId xmlns:a16="http://schemas.microsoft.com/office/drawing/2014/main" id="{0242BB05-0708-2A4A-9691-AA83B1CD0931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8136464" y="394723"/>
                  <a:ext cx="1400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28737" name="Ink 28736">
                  <a:extLst>
                    <a:ext uri="{FF2B5EF4-FFF2-40B4-BE49-F238E27FC236}">
                      <a16:creationId xmlns:a16="http://schemas.microsoft.com/office/drawing/2014/main" id="{C306EA25-3A21-2438-8113-6FAEC1465B94}"/>
                    </a:ext>
                  </a:extLst>
                </p14:cNvPr>
                <p14:cNvContentPartPr/>
                <p14:nvPr/>
              </p14:nvContentPartPr>
              <p14:xfrm>
                <a:off x="8383784" y="388243"/>
                <a:ext cx="106200" cy="182160"/>
              </p14:xfrm>
            </p:contentPart>
          </mc:Choice>
          <mc:Fallback xmlns="">
            <p:pic>
              <p:nvPicPr>
                <p:cNvPr id="28737" name="Ink 28736">
                  <a:extLst>
                    <a:ext uri="{FF2B5EF4-FFF2-40B4-BE49-F238E27FC236}">
                      <a16:creationId xmlns:a16="http://schemas.microsoft.com/office/drawing/2014/main" id="{C306EA25-3A21-2438-8113-6FAEC1465B94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8366144" y="370603"/>
                  <a:ext cx="141840" cy="21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49" name="Group 28748">
            <a:extLst>
              <a:ext uri="{FF2B5EF4-FFF2-40B4-BE49-F238E27FC236}">
                <a16:creationId xmlns:a16="http://schemas.microsoft.com/office/drawing/2014/main" id="{11A491C4-8B61-4239-C4B3-C7594AF47808}"/>
              </a:ext>
            </a:extLst>
          </p:cNvPr>
          <p:cNvGrpSpPr/>
          <p:nvPr/>
        </p:nvGrpSpPr>
        <p:grpSpPr>
          <a:xfrm>
            <a:off x="7410344" y="1022563"/>
            <a:ext cx="1070640" cy="511560"/>
            <a:chOff x="7410344" y="1022563"/>
            <a:chExt cx="1070640" cy="51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28739" name="Ink 28738">
                  <a:extLst>
                    <a:ext uri="{FF2B5EF4-FFF2-40B4-BE49-F238E27FC236}">
                      <a16:creationId xmlns:a16="http://schemas.microsoft.com/office/drawing/2014/main" id="{6EBDF32C-FCCC-863A-E883-438DD5214FF7}"/>
                    </a:ext>
                  </a:extLst>
                </p14:cNvPr>
                <p14:cNvContentPartPr/>
                <p14:nvPr/>
              </p14:nvContentPartPr>
              <p14:xfrm>
                <a:off x="7504664" y="1067563"/>
                <a:ext cx="59040" cy="328320"/>
              </p14:xfrm>
            </p:contentPart>
          </mc:Choice>
          <mc:Fallback xmlns="">
            <p:pic>
              <p:nvPicPr>
                <p:cNvPr id="28739" name="Ink 28738">
                  <a:extLst>
                    <a:ext uri="{FF2B5EF4-FFF2-40B4-BE49-F238E27FC236}">
                      <a16:creationId xmlns:a16="http://schemas.microsoft.com/office/drawing/2014/main" id="{6EBDF32C-FCCC-863A-E883-438DD5214FF7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7486664" y="1049563"/>
                  <a:ext cx="9468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28740" name="Ink 28739">
                  <a:extLst>
                    <a:ext uri="{FF2B5EF4-FFF2-40B4-BE49-F238E27FC236}">
                      <a16:creationId xmlns:a16="http://schemas.microsoft.com/office/drawing/2014/main" id="{0DBED824-BD46-F749-60B0-AE98AB70FFC5}"/>
                    </a:ext>
                  </a:extLst>
                </p14:cNvPr>
                <p14:cNvContentPartPr/>
                <p14:nvPr/>
              </p14:nvContentPartPr>
              <p14:xfrm>
                <a:off x="7410344" y="1022563"/>
                <a:ext cx="1070640" cy="511560"/>
              </p14:xfrm>
            </p:contentPart>
          </mc:Choice>
          <mc:Fallback xmlns="">
            <p:pic>
              <p:nvPicPr>
                <p:cNvPr id="28740" name="Ink 28739">
                  <a:extLst>
                    <a:ext uri="{FF2B5EF4-FFF2-40B4-BE49-F238E27FC236}">
                      <a16:creationId xmlns:a16="http://schemas.microsoft.com/office/drawing/2014/main" id="{0DBED824-BD46-F749-60B0-AE98AB70FFC5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7392704" y="1004923"/>
                  <a:ext cx="1106280" cy="54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48" name="Group 28747">
            <a:extLst>
              <a:ext uri="{FF2B5EF4-FFF2-40B4-BE49-F238E27FC236}">
                <a16:creationId xmlns:a16="http://schemas.microsoft.com/office/drawing/2014/main" id="{DE4387E0-4A76-66AD-57DC-A99846735FE9}"/>
              </a:ext>
            </a:extLst>
          </p:cNvPr>
          <p:cNvGrpSpPr/>
          <p:nvPr/>
        </p:nvGrpSpPr>
        <p:grpSpPr>
          <a:xfrm>
            <a:off x="8951864" y="1186363"/>
            <a:ext cx="1288440" cy="422280"/>
            <a:chOff x="8951864" y="1186363"/>
            <a:chExt cx="1288440" cy="42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28741" name="Ink 28740">
                  <a:extLst>
                    <a:ext uri="{FF2B5EF4-FFF2-40B4-BE49-F238E27FC236}">
                      <a16:creationId xmlns:a16="http://schemas.microsoft.com/office/drawing/2014/main" id="{9B2FB28B-BD46-45AD-2C74-BEDEF8425F99}"/>
                    </a:ext>
                  </a:extLst>
                </p14:cNvPr>
                <p14:cNvContentPartPr/>
                <p14:nvPr/>
              </p14:nvContentPartPr>
              <p14:xfrm>
                <a:off x="8951864" y="1186363"/>
                <a:ext cx="236160" cy="318600"/>
              </p14:xfrm>
            </p:contentPart>
          </mc:Choice>
          <mc:Fallback xmlns="">
            <p:pic>
              <p:nvPicPr>
                <p:cNvPr id="28741" name="Ink 28740">
                  <a:extLst>
                    <a:ext uri="{FF2B5EF4-FFF2-40B4-BE49-F238E27FC236}">
                      <a16:creationId xmlns:a16="http://schemas.microsoft.com/office/drawing/2014/main" id="{9B2FB28B-BD46-45AD-2C74-BEDEF8425F99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8933864" y="1168723"/>
                  <a:ext cx="27180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28742" name="Ink 28741">
                  <a:extLst>
                    <a:ext uri="{FF2B5EF4-FFF2-40B4-BE49-F238E27FC236}">
                      <a16:creationId xmlns:a16="http://schemas.microsoft.com/office/drawing/2014/main" id="{7ED4CCED-34DB-F0D6-7930-C195E1B8B8DB}"/>
                    </a:ext>
                  </a:extLst>
                </p14:cNvPr>
                <p14:cNvContentPartPr/>
                <p14:nvPr/>
              </p14:nvContentPartPr>
              <p14:xfrm>
                <a:off x="9297824" y="1409923"/>
                <a:ext cx="84600" cy="198720"/>
              </p14:xfrm>
            </p:contentPart>
          </mc:Choice>
          <mc:Fallback xmlns="">
            <p:pic>
              <p:nvPicPr>
                <p:cNvPr id="28742" name="Ink 28741">
                  <a:extLst>
                    <a:ext uri="{FF2B5EF4-FFF2-40B4-BE49-F238E27FC236}">
                      <a16:creationId xmlns:a16="http://schemas.microsoft.com/office/drawing/2014/main" id="{7ED4CCED-34DB-F0D6-7930-C195E1B8B8DB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9280184" y="1391923"/>
                  <a:ext cx="12024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28743" name="Ink 28742">
                  <a:extLst>
                    <a:ext uri="{FF2B5EF4-FFF2-40B4-BE49-F238E27FC236}">
                      <a16:creationId xmlns:a16="http://schemas.microsoft.com/office/drawing/2014/main" id="{9335A971-08E2-C8A2-F9F5-B302C3072299}"/>
                    </a:ext>
                  </a:extLst>
                </p14:cNvPr>
                <p14:cNvContentPartPr/>
                <p14:nvPr/>
              </p14:nvContentPartPr>
              <p14:xfrm>
                <a:off x="9310424" y="1417123"/>
                <a:ext cx="136080" cy="123840"/>
              </p14:xfrm>
            </p:contentPart>
          </mc:Choice>
          <mc:Fallback xmlns="">
            <p:pic>
              <p:nvPicPr>
                <p:cNvPr id="28743" name="Ink 28742">
                  <a:extLst>
                    <a:ext uri="{FF2B5EF4-FFF2-40B4-BE49-F238E27FC236}">
                      <a16:creationId xmlns:a16="http://schemas.microsoft.com/office/drawing/2014/main" id="{9335A971-08E2-C8A2-F9F5-B302C3072299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9292424" y="1399483"/>
                  <a:ext cx="1717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28744" name="Ink 28743">
                  <a:extLst>
                    <a:ext uri="{FF2B5EF4-FFF2-40B4-BE49-F238E27FC236}">
                      <a16:creationId xmlns:a16="http://schemas.microsoft.com/office/drawing/2014/main" id="{BBF836F1-9786-9728-06CE-785350FF7CC1}"/>
                    </a:ext>
                  </a:extLst>
                </p14:cNvPr>
                <p14:cNvContentPartPr/>
                <p14:nvPr/>
              </p14:nvContentPartPr>
              <p14:xfrm>
                <a:off x="9564224" y="1382923"/>
                <a:ext cx="140040" cy="179640"/>
              </p14:xfrm>
            </p:contentPart>
          </mc:Choice>
          <mc:Fallback xmlns="">
            <p:pic>
              <p:nvPicPr>
                <p:cNvPr id="28744" name="Ink 28743">
                  <a:extLst>
                    <a:ext uri="{FF2B5EF4-FFF2-40B4-BE49-F238E27FC236}">
                      <a16:creationId xmlns:a16="http://schemas.microsoft.com/office/drawing/2014/main" id="{BBF836F1-9786-9728-06CE-785350FF7CC1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9546224" y="1364923"/>
                  <a:ext cx="1756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28745" name="Ink 28744">
                  <a:extLst>
                    <a:ext uri="{FF2B5EF4-FFF2-40B4-BE49-F238E27FC236}">
                      <a16:creationId xmlns:a16="http://schemas.microsoft.com/office/drawing/2014/main" id="{06E4B4C1-6396-927C-8E1D-DCCFA8001EB5}"/>
                    </a:ext>
                  </a:extLst>
                </p14:cNvPr>
                <p14:cNvContentPartPr/>
                <p14:nvPr/>
              </p14:nvContentPartPr>
              <p14:xfrm>
                <a:off x="9808304" y="1391563"/>
                <a:ext cx="95400" cy="21240"/>
              </p14:xfrm>
            </p:contentPart>
          </mc:Choice>
          <mc:Fallback xmlns="">
            <p:pic>
              <p:nvPicPr>
                <p:cNvPr id="28745" name="Ink 28744">
                  <a:extLst>
                    <a:ext uri="{FF2B5EF4-FFF2-40B4-BE49-F238E27FC236}">
                      <a16:creationId xmlns:a16="http://schemas.microsoft.com/office/drawing/2014/main" id="{06E4B4C1-6396-927C-8E1D-DCCFA8001EB5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9790304" y="1373563"/>
                  <a:ext cx="1310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28746" name="Ink 28745">
                  <a:extLst>
                    <a:ext uri="{FF2B5EF4-FFF2-40B4-BE49-F238E27FC236}">
                      <a16:creationId xmlns:a16="http://schemas.microsoft.com/office/drawing/2014/main" id="{A14E44D8-E06D-D08C-D08E-88EC9A9783F6}"/>
                    </a:ext>
                  </a:extLst>
                </p14:cNvPr>
                <p14:cNvContentPartPr/>
                <p14:nvPr/>
              </p14:nvContentPartPr>
              <p14:xfrm>
                <a:off x="9847184" y="1449163"/>
                <a:ext cx="90360" cy="36360"/>
              </p14:xfrm>
            </p:contentPart>
          </mc:Choice>
          <mc:Fallback xmlns="">
            <p:pic>
              <p:nvPicPr>
                <p:cNvPr id="28746" name="Ink 28745">
                  <a:extLst>
                    <a:ext uri="{FF2B5EF4-FFF2-40B4-BE49-F238E27FC236}">
                      <a16:creationId xmlns:a16="http://schemas.microsoft.com/office/drawing/2014/main" id="{A14E44D8-E06D-D08C-D08E-88EC9A9783F6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9829544" y="1431163"/>
                  <a:ext cx="126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28747" name="Ink 28746">
                  <a:extLst>
                    <a:ext uri="{FF2B5EF4-FFF2-40B4-BE49-F238E27FC236}">
                      <a16:creationId xmlns:a16="http://schemas.microsoft.com/office/drawing/2014/main" id="{1F4BBD12-234F-7EC0-039E-704E7541F3F7}"/>
                    </a:ext>
                  </a:extLst>
                </p14:cNvPr>
                <p14:cNvContentPartPr/>
                <p14:nvPr/>
              </p14:nvContentPartPr>
              <p14:xfrm>
                <a:off x="10087304" y="1262683"/>
                <a:ext cx="153000" cy="225720"/>
              </p14:xfrm>
            </p:contentPart>
          </mc:Choice>
          <mc:Fallback xmlns="">
            <p:pic>
              <p:nvPicPr>
                <p:cNvPr id="28747" name="Ink 28746">
                  <a:extLst>
                    <a:ext uri="{FF2B5EF4-FFF2-40B4-BE49-F238E27FC236}">
                      <a16:creationId xmlns:a16="http://schemas.microsoft.com/office/drawing/2014/main" id="{1F4BBD12-234F-7EC0-039E-704E7541F3F7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0069664" y="1245043"/>
                  <a:ext cx="188640" cy="26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61" name="Group 28760">
            <a:extLst>
              <a:ext uri="{FF2B5EF4-FFF2-40B4-BE49-F238E27FC236}">
                <a16:creationId xmlns:a16="http://schemas.microsoft.com/office/drawing/2014/main" id="{A3D50B14-BD7D-7988-31AA-EA6D2BBE144B}"/>
              </a:ext>
            </a:extLst>
          </p:cNvPr>
          <p:cNvGrpSpPr/>
          <p:nvPr/>
        </p:nvGrpSpPr>
        <p:grpSpPr>
          <a:xfrm>
            <a:off x="9539384" y="2821123"/>
            <a:ext cx="749160" cy="447840"/>
            <a:chOff x="9539384" y="2821123"/>
            <a:chExt cx="749160" cy="44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28750" name="Ink 28749">
                  <a:extLst>
                    <a:ext uri="{FF2B5EF4-FFF2-40B4-BE49-F238E27FC236}">
                      <a16:creationId xmlns:a16="http://schemas.microsoft.com/office/drawing/2014/main" id="{3E317711-A0F9-8284-750C-91411B9CB883}"/>
                    </a:ext>
                  </a:extLst>
                </p14:cNvPr>
                <p14:cNvContentPartPr/>
                <p14:nvPr/>
              </p14:nvContentPartPr>
              <p14:xfrm>
                <a:off x="9539384" y="2821123"/>
                <a:ext cx="229680" cy="283320"/>
              </p14:xfrm>
            </p:contentPart>
          </mc:Choice>
          <mc:Fallback xmlns="">
            <p:pic>
              <p:nvPicPr>
                <p:cNvPr id="28750" name="Ink 28749">
                  <a:extLst>
                    <a:ext uri="{FF2B5EF4-FFF2-40B4-BE49-F238E27FC236}">
                      <a16:creationId xmlns:a16="http://schemas.microsoft.com/office/drawing/2014/main" id="{3E317711-A0F9-8284-750C-91411B9CB883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9521384" y="2803483"/>
                  <a:ext cx="26532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28751" name="Ink 28750">
                  <a:extLst>
                    <a:ext uri="{FF2B5EF4-FFF2-40B4-BE49-F238E27FC236}">
                      <a16:creationId xmlns:a16="http://schemas.microsoft.com/office/drawing/2014/main" id="{3116D260-F9B5-FE13-B886-7C81DFFBBE23}"/>
                    </a:ext>
                  </a:extLst>
                </p14:cNvPr>
                <p14:cNvContentPartPr/>
                <p14:nvPr/>
              </p14:nvContentPartPr>
              <p14:xfrm>
                <a:off x="9886784" y="3005443"/>
                <a:ext cx="81720" cy="203400"/>
              </p14:xfrm>
            </p:contentPart>
          </mc:Choice>
          <mc:Fallback xmlns="">
            <p:pic>
              <p:nvPicPr>
                <p:cNvPr id="28751" name="Ink 28750">
                  <a:extLst>
                    <a:ext uri="{FF2B5EF4-FFF2-40B4-BE49-F238E27FC236}">
                      <a16:creationId xmlns:a16="http://schemas.microsoft.com/office/drawing/2014/main" id="{3116D260-F9B5-FE13-B886-7C81DFFBBE23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9869144" y="2987803"/>
                  <a:ext cx="1173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28752" name="Ink 28751">
                  <a:extLst>
                    <a:ext uri="{FF2B5EF4-FFF2-40B4-BE49-F238E27FC236}">
                      <a16:creationId xmlns:a16="http://schemas.microsoft.com/office/drawing/2014/main" id="{232E2156-C6E6-636A-E8A1-E55F3B149028}"/>
                    </a:ext>
                  </a:extLst>
                </p14:cNvPr>
                <p14:cNvContentPartPr/>
                <p14:nvPr/>
              </p14:nvContentPartPr>
              <p14:xfrm>
                <a:off x="9903344" y="3045043"/>
                <a:ext cx="70200" cy="223920"/>
              </p14:xfrm>
            </p:contentPart>
          </mc:Choice>
          <mc:Fallback xmlns="">
            <p:pic>
              <p:nvPicPr>
                <p:cNvPr id="28752" name="Ink 28751">
                  <a:extLst>
                    <a:ext uri="{FF2B5EF4-FFF2-40B4-BE49-F238E27FC236}">
                      <a16:creationId xmlns:a16="http://schemas.microsoft.com/office/drawing/2014/main" id="{232E2156-C6E6-636A-E8A1-E55F3B149028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9885704" y="3027043"/>
                  <a:ext cx="10584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28753" name="Ink 28752">
                  <a:extLst>
                    <a:ext uri="{FF2B5EF4-FFF2-40B4-BE49-F238E27FC236}">
                      <a16:creationId xmlns:a16="http://schemas.microsoft.com/office/drawing/2014/main" id="{E0D83B47-7365-14CE-8B81-B66ED2E75F6D}"/>
                    </a:ext>
                  </a:extLst>
                </p14:cNvPr>
                <p14:cNvContentPartPr/>
                <p14:nvPr/>
              </p14:nvContentPartPr>
              <p14:xfrm>
                <a:off x="9940424" y="3029203"/>
                <a:ext cx="152640" cy="193320"/>
              </p14:xfrm>
            </p:contentPart>
          </mc:Choice>
          <mc:Fallback xmlns="">
            <p:pic>
              <p:nvPicPr>
                <p:cNvPr id="28753" name="Ink 28752">
                  <a:extLst>
                    <a:ext uri="{FF2B5EF4-FFF2-40B4-BE49-F238E27FC236}">
                      <a16:creationId xmlns:a16="http://schemas.microsoft.com/office/drawing/2014/main" id="{E0D83B47-7365-14CE-8B81-B66ED2E75F6D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9922424" y="3011203"/>
                  <a:ext cx="1882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28754" name="Ink 28753">
                  <a:extLst>
                    <a:ext uri="{FF2B5EF4-FFF2-40B4-BE49-F238E27FC236}">
                      <a16:creationId xmlns:a16="http://schemas.microsoft.com/office/drawing/2014/main" id="{C0B3808C-CCE9-23DC-A30C-5F34AEA2AD13}"/>
                    </a:ext>
                  </a:extLst>
                </p14:cNvPr>
                <p14:cNvContentPartPr/>
                <p14:nvPr/>
              </p14:nvContentPartPr>
              <p14:xfrm>
                <a:off x="10193144" y="3045403"/>
                <a:ext cx="95400" cy="208080"/>
              </p14:xfrm>
            </p:contentPart>
          </mc:Choice>
          <mc:Fallback xmlns="">
            <p:pic>
              <p:nvPicPr>
                <p:cNvPr id="28754" name="Ink 28753">
                  <a:extLst>
                    <a:ext uri="{FF2B5EF4-FFF2-40B4-BE49-F238E27FC236}">
                      <a16:creationId xmlns:a16="http://schemas.microsoft.com/office/drawing/2014/main" id="{C0B3808C-CCE9-23DC-A30C-5F34AEA2AD13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0175144" y="3027403"/>
                  <a:ext cx="131040" cy="24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60" name="Group 28759">
            <a:extLst>
              <a:ext uri="{FF2B5EF4-FFF2-40B4-BE49-F238E27FC236}">
                <a16:creationId xmlns:a16="http://schemas.microsoft.com/office/drawing/2014/main" id="{6560FD41-CA9E-9978-CD44-55E73457DB07}"/>
              </a:ext>
            </a:extLst>
          </p:cNvPr>
          <p:cNvGrpSpPr/>
          <p:nvPr/>
        </p:nvGrpSpPr>
        <p:grpSpPr>
          <a:xfrm>
            <a:off x="10727384" y="2874763"/>
            <a:ext cx="981720" cy="284040"/>
            <a:chOff x="10727384" y="2874763"/>
            <a:chExt cx="981720" cy="28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28755" name="Ink 28754">
                  <a:extLst>
                    <a:ext uri="{FF2B5EF4-FFF2-40B4-BE49-F238E27FC236}">
                      <a16:creationId xmlns:a16="http://schemas.microsoft.com/office/drawing/2014/main" id="{61008437-D1FC-8524-5CCE-53C26FE01B0B}"/>
                    </a:ext>
                  </a:extLst>
                </p14:cNvPr>
                <p14:cNvContentPartPr/>
                <p14:nvPr/>
              </p14:nvContentPartPr>
              <p14:xfrm>
                <a:off x="10727384" y="2914363"/>
                <a:ext cx="117360" cy="190800"/>
              </p14:xfrm>
            </p:contentPart>
          </mc:Choice>
          <mc:Fallback xmlns="">
            <p:pic>
              <p:nvPicPr>
                <p:cNvPr id="28755" name="Ink 28754">
                  <a:extLst>
                    <a:ext uri="{FF2B5EF4-FFF2-40B4-BE49-F238E27FC236}">
                      <a16:creationId xmlns:a16="http://schemas.microsoft.com/office/drawing/2014/main" id="{61008437-D1FC-8524-5CCE-53C26FE01B0B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0709744" y="2896363"/>
                  <a:ext cx="1530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28756" name="Ink 28755">
                  <a:extLst>
                    <a:ext uri="{FF2B5EF4-FFF2-40B4-BE49-F238E27FC236}">
                      <a16:creationId xmlns:a16="http://schemas.microsoft.com/office/drawing/2014/main" id="{48F026E5-128A-3B15-FCE9-6F244812C609}"/>
                    </a:ext>
                  </a:extLst>
                </p14:cNvPr>
                <p14:cNvContentPartPr/>
                <p14:nvPr/>
              </p14:nvContentPartPr>
              <p14:xfrm>
                <a:off x="10923944" y="2971603"/>
                <a:ext cx="275400" cy="117360"/>
              </p14:xfrm>
            </p:contentPart>
          </mc:Choice>
          <mc:Fallback xmlns="">
            <p:pic>
              <p:nvPicPr>
                <p:cNvPr id="28756" name="Ink 28755">
                  <a:extLst>
                    <a:ext uri="{FF2B5EF4-FFF2-40B4-BE49-F238E27FC236}">
                      <a16:creationId xmlns:a16="http://schemas.microsoft.com/office/drawing/2014/main" id="{48F026E5-128A-3B15-FCE9-6F244812C609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0906304" y="2953963"/>
                  <a:ext cx="3110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28757" name="Ink 28756">
                  <a:extLst>
                    <a:ext uri="{FF2B5EF4-FFF2-40B4-BE49-F238E27FC236}">
                      <a16:creationId xmlns:a16="http://schemas.microsoft.com/office/drawing/2014/main" id="{B285D346-83F9-3273-AC47-38F9F521391C}"/>
                    </a:ext>
                  </a:extLst>
                </p14:cNvPr>
                <p14:cNvContentPartPr/>
                <p14:nvPr/>
              </p14:nvContentPartPr>
              <p14:xfrm>
                <a:off x="11254424" y="3000763"/>
                <a:ext cx="129600" cy="140400"/>
              </p14:xfrm>
            </p:contentPart>
          </mc:Choice>
          <mc:Fallback xmlns="">
            <p:pic>
              <p:nvPicPr>
                <p:cNvPr id="28757" name="Ink 28756">
                  <a:extLst>
                    <a:ext uri="{FF2B5EF4-FFF2-40B4-BE49-F238E27FC236}">
                      <a16:creationId xmlns:a16="http://schemas.microsoft.com/office/drawing/2014/main" id="{B285D346-83F9-3273-AC47-38F9F521391C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1236784" y="2982763"/>
                  <a:ext cx="1652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28758" name="Ink 28757">
                  <a:extLst>
                    <a:ext uri="{FF2B5EF4-FFF2-40B4-BE49-F238E27FC236}">
                      <a16:creationId xmlns:a16="http://schemas.microsoft.com/office/drawing/2014/main" id="{53FA77C5-9D74-9281-0AAA-B7ECE887D53C}"/>
                    </a:ext>
                  </a:extLst>
                </p14:cNvPr>
                <p14:cNvContentPartPr/>
                <p14:nvPr/>
              </p14:nvContentPartPr>
              <p14:xfrm>
                <a:off x="11486264" y="2905363"/>
                <a:ext cx="61200" cy="253440"/>
              </p14:xfrm>
            </p:contentPart>
          </mc:Choice>
          <mc:Fallback xmlns="">
            <p:pic>
              <p:nvPicPr>
                <p:cNvPr id="28758" name="Ink 28757">
                  <a:extLst>
                    <a:ext uri="{FF2B5EF4-FFF2-40B4-BE49-F238E27FC236}">
                      <a16:creationId xmlns:a16="http://schemas.microsoft.com/office/drawing/2014/main" id="{53FA77C5-9D74-9281-0AAA-B7ECE887D53C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1468264" y="2887363"/>
                  <a:ext cx="9684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28759" name="Ink 28758">
                  <a:extLst>
                    <a:ext uri="{FF2B5EF4-FFF2-40B4-BE49-F238E27FC236}">
                      <a16:creationId xmlns:a16="http://schemas.microsoft.com/office/drawing/2014/main" id="{BC85BFF0-1DBD-FA11-2789-AC870BDDE549}"/>
                    </a:ext>
                  </a:extLst>
                </p14:cNvPr>
                <p14:cNvContentPartPr/>
                <p14:nvPr/>
              </p14:nvContentPartPr>
              <p14:xfrm>
                <a:off x="11648624" y="2874763"/>
                <a:ext cx="60480" cy="264960"/>
              </p14:xfrm>
            </p:contentPart>
          </mc:Choice>
          <mc:Fallback xmlns="">
            <p:pic>
              <p:nvPicPr>
                <p:cNvPr id="28759" name="Ink 28758">
                  <a:extLst>
                    <a:ext uri="{FF2B5EF4-FFF2-40B4-BE49-F238E27FC236}">
                      <a16:creationId xmlns:a16="http://schemas.microsoft.com/office/drawing/2014/main" id="{BC85BFF0-1DBD-FA11-2789-AC870BDDE549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1630624" y="2856763"/>
                  <a:ext cx="96120" cy="30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80" name="Group 28779">
            <a:extLst>
              <a:ext uri="{FF2B5EF4-FFF2-40B4-BE49-F238E27FC236}">
                <a16:creationId xmlns:a16="http://schemas.microsoft.com/office/drawing/2014/main" id="{80EAA4F4-00BB-5E15-1ACE-7A21DC2113A7}"/>
              </a:ext>
            </a:extLst>
          </p:cNvPr>
          <p:cNvGrpSpPr/>
          <p:nvPr/>
        </p:nvGrpSpPr>
        <p:grpSpPr>
          <a:xfrm>
            <a:off x="10232024" y="3948283"/>
            <a:ext cx="636840" cy="450360"/>
            <a:chOff x="10232024" y="3948283"/>
            <a:chExt cx="636840" cy="45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28762" name="Ink 28761">
                  <a:extLst>
                    <a:ext uri="{FF2B5EF4-FFF2-40B4-BE49-F238E27FC236}">
                      <a16:creationId xmlns:a16="http://schemas.microsoft.com/office/drawing/2014/main" id="{1A576F04-1231-36CF-A826-581173DED851}"/>
                    </a:ext>
                  </a:extLst>
                </p14:cNvPr>
                <p14:cNvContentPartPr/>
                <p14:nvPr/>
              </p14:nvContentPartPr>
              <p14:xfrm>
                <a:off x="10232024" y="3948283"/>
                <a:ext cx="228960" cy="272520"/>
              </p14:xfrm>
            </p:contentPart>
          </mc:Choice>
          <mc:Fallback xmlns="">
            <p:pic>
              <p:nvPicPr>
                <p:cNvPr id="28762" name="Ink 28761">
                  <a:extLst>
                    <a:ext uri="{FF2B5EF4-FFF2-40B4-BE49-F238E27FC236}">
                      <a16:creationId xmlns:a16="http://schemas.microsoft.com/office/drawing/2014/main" id="{1A576F04-1231-36CF-A826-581173DED851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0214384" y="3930283"/>
                  <a:ext cx="26460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28763" name="Ink 28762">
                  <a:extLst>
                    <a:ext uri="{FF2B5EF4-FFF2-40B4-BE49-F238E27FC236}">
                      <a16:creationId xmlns:a16="http://schemas.microsoft.com/office/drawing/2014/main" id="{CA96C6CE-E909-DE5D-0BDC-977A11E101FF}"/>
                    </a:ext>
                  </a:extLst>
                </p14:cNvPr>
                <p14:cNvContentPartPr/>
                <p14:nvPr/>
              </p14:nvContentPartPr>
              <p14:xfrm>
                <a:off x="10530824" y="4212163"/>
                <a:ext cx="82440" cy="186480"/>
              </p14:xfrm>
            </p:contentPart>
          </mc:Choice>
          <mc:Fallback xmlns="">
            <p:pic>
              <p:nvPicPr>
                <p:cNvPr id="28763" name="Ink 28762">
                  <a:extLst>
                    <a:ext uri="{FF2B5EF4-FFF2-40B4-BE49-F238E27FC236}">
                      <a16:creationId xmlns:a16="http://schemas.microsoft.com/office/drawing/2014/main" id="{CA96C6CE-E909-DE5D-0BDC-977A11E101FF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0513184" y="4194523"/>
                  <a:ext cx="1180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28764" name="Ink 28763">
                  <a:extLst>
                    <a:ext uri="{FF2B5EF4-FFF2-40B4-BE49-F238E27FC236}">
                      <a16:creationId xmlns:a16="http://schemas.microsoft.com/office/drawing/2014/main" id="{9618925E-E729-EACC-2429-AA9D3B1EE51E}"/>
                    </a:ext>
                  </a:extLst>
                </p14:cNvPr>
                <p14:cNvContentPartPr/>
                <p14:nvPr/>
              </p14:nvContentPartPr>
              <p14:xfrm>
                <a:off x="10536584" y="4202443"/>
                <a:ext cx="163440" cy="177480"/>
              </p14:xfrm>
            </p:contentPart>
          </mc:Choice>
          <mc:Fallback xmlns="">
            <p:pic>
              <p:nvPicPr>
                <p:cNvPr id="28764" name="Ink 28763">
                  <a:extLst>
                    <a:ext uri="{FF2B5EF4-FFF2-40B4-BE49-F238E27FC236}">
                      <a16:creationId xmlns:a16="http://schemas.microsoft.com/office/drawing/2014/main" id="{9618925E-E729-EACC-2429-AA9D3B1EE51E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0518944" y="4184443"/>
                  <a:ext cx="1990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28765" name="Ink 28764">
                  <a:extLst>
                    <a:ext uri="{FF2B5EF4-FFF2-40B4-BE49-F238E27FC236}">
                      <a16:creationId xmlns:a16="http://schemas.microsoft.com/office/drawing/2014/main" id="{9505E357-C3C4-F225-331A-E87C5DC1BD77}"/>
                    </a:ext>
                  </a:extLst>
                </p14:cNvPr>
                <p14:cNvContentPartPr/>
                <p14:nvPr/>
              </p14:nvContentPartPr>
              <p14:xfrm>
                <a:off x="10758704" y="4173643"/>
                <a:ext cx="110160" cy="192240"/>
              </p14:xfrm>
            </p:contentPart>
          </mc:Choice>
          <mc:Fallback xmlns="">
            <p:pic>
              <p:nvPicPr>
                <p:cNvPr id="28765" name="Ink 28764">
                  <a:extLst>
                    <a:ext uri="{FF2B5EF4-FFF2-40B4-BE49-F238E27FC236}">
                      <a16:creationId xmlns:a16="http://schemas.microsoft.com/office/drawing/2014/main" id="{9505E357-C3C4-F225-331A-E87C5DC1BD77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0740704" y="4155643"/>
                  <a:ext cx="145800" cy="22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79" name="Group 28778">
            <a:extLst>
              <a:ext uri="{FF2B5EF4-FFF2-40B4-BE49-F238E27FC236}">
                <a16:creationId xmlns:a16="http://schemas.microsoft.com/office/drawing/2014/main" id="{97DF1733-AD1B-86B3-5CAF-B943BF7DB638}"/>
              </a:ext>
            </a:extLst>
          </p:cNvPr>
          <p:cNvGrpSpPr/>
          <p:nvPr/>
        </p:nvGrpSpPr>
        <p:grpSpPr>
          <a:xfrm>
            <a:off x="11303024" y="3886003"/>
            <a:ext cx="818280" cy="754920"/>
            <a:chOff x="11303024" y="3886003"/>
            <a:chExt cx="818280" cy="75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28766" name="Ink 28765">
                  <a:extLst>
                    <a:ext uri="{FF2B5EF4-FFF2-40B4-BE49-F238E27FC236}">
                      <a16:creationId xmlns:a16="http://schemas.microsoft.com/office/drawing/2014/main" id="{6FF556E6-D8F5-EBC8-C96A-84ABED184162}"/>
                    </a:ext>
                  </a:extLst>
                </p14:cNvPr>
                <p14:cNvContentPartPr/>
                <p14:nvPr/>
              </p14:nvContentPartPr>
              <p14:xfrm>
                <a:off x="11316704" y="4113883"/>
                <a:ext cx="45360" cy="260640"/>
              </p14:xfrm>
            </p:contentPart>
          </mc:Choice>
          <mc:Fallback xmlns="">
            <p:pic>
              <p:nvPicPr>
                <p:cNvPr id="28766" name="Ink 28765">
                  <a:extLst>
                    <a:ext uri="{FF2B5EF4-FFF2-40B4-BE49-F238E27FC236}">
                      <a16:creationId xmlns:a16="http://schemas.microsoft.com/office/drawing/2014/main" id="{6FF556E6-D8F5-EBC8-C96A-84ABED184162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1299064" y="4095883"/>
                  <a:ext cx="8100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28767" name="Ink 28766">
                  <a:extLst>
                    <a:ext uri="{FF2B5EF4-FFF2-40B4-BE49-F238E27FC236}">
                      <a16:creationId xmlns:a16="http://schemas.microsoft.com/office/drawing/2014/main" id="{97BAB85A-55EA-B010-0AC4-385416470BE1}"/>
                    </a:ext>
                  </a:extLst>
                </p14:cNvPr>
                <p14:cNvContentPartPr/>
                <p14:nvPr/>
              </p14:nvContentPartPr>
              <p14:xfrm>
                <a:off x="11364944" y="4352563"/>
                <a:ext cx="360" cy="360"/>
              </p14:xfrm>
            </p:contentPart>
          </mc:Choice>
          <mc:Fallback xmlns="">
            <p:pic>
              <p:nvPicPr>
                <p:cNvPr id="28767" name="Ink 28766">
                  <a:extLst>
                    <a:ext uri="{FF2B5EF4-FFF2-40B4-BE49-F238E27FC236}">
                      <a16:creationId xmlns:a16="http://schemas.microsoft.com/office/drawing/2014/main" id="{97BAB85A-55EA-B010-0AC4-385416470BE1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1346944" y="433492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28768" name="Ink 28767">
                  <a:extLst>
                    <a:ext uri="{FF2B5EF4-FFF2-40B4-BE49-F238E27FC236}">
                      <a16:creationId xmlns:a16="http://schemas.microsoft.com/office/drawing/2014/main" id="{D4F3B759-D472-0933-AD59-6D65F812CC84}"/>
                    </a:ext>
                  </a:extLst>
                </p14:cNvPr>
                <p14:cNvContentPartPr/>
                <p14:nvPr/>
              </p14:nvContentPartPr>
              <p14:xfrm>
                <a:off x="11303024" y="4082923"/>
                <a:ext cx="161280" cy="94320"/>
              </p14:xfrm>
            </p:contentPart>
          </mc:Choice>
          <mc:Fallback xmlns="">
            <p:pic>
              <p:nvPicPr>
                <p:cNvPr id="28768" name="Ink 28767">
                  <a:extLst>
                    <a:ext uri="{FF2B5EF4-FFF2-40B4-BE49-F238E27FC236}">
                      <a16:creationId xmlns:a16="http://schemas.microsoft.com/office/drawing/2014/main" id="{D4F3B759-D472-0933-AD59-6D65F812CC84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1285024" y="4064923"/>
                  <a:ext cx="1969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28769" name="Ink 28768">
                  <a:extLst>
                    <a:ext uri="{FF2B5EF4-FFF2-40B4-BE49-F238E27FC236}">
                      <a16:creationId xmlns:a16="http://schemas.microsoft.com/office/drawing/2014/main" id="{27D323C0-5501-F1E3-AF15-EB2AD2FF41EA}"/>
                    </a:ext>
                  </a:extLst>
                </p14:cNvPr>
                <p14:cNvContentPartPr/>
                <p14:nvPr/>
              </p14:nvContentPartPr>
              <p14:xfrm>
                <a:off x="11504264" y="4090483"/>
                <a:ext cx="38160" cy="104760"/>
              </p14:xfrm>
            </p:contentPart>
          </mc:Choice>
          <mc:Fallback xmlns="">
            <p:pic>
              <p:nvPicPr>
                <p:cNvPr id="28769" name="Ink 28768">
                  <a:extLst>
                    <a:ext uri="{FF2B5EF4-FFF2-40B4-BE49-F238E27FC236}">
                      <a16:creationId xmlns:a16="http://schemas.microsoft.com/office/drawing/2014/main" id="{27D323C0-5501-F1E3-AF15-EB2AD2FF41EA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1486264" y="4072843"/>
                  <a:ext cx="738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28770" name="Ink 28769">
                  <a:extLst>
                    <a:ext uri="{FF2B5EF4-FFF2-40B4-BE49-F238E27FC236}">
                      <a16:creationId xmlns:a16="http://schemas.microsoft.com/office/drawing/2014/main" id="{E90913CB-98B3-53FD-BCE2-6FB7B03216E7}"/>
                    </a:ext>
                  </a:extLst>
                </p14:cNvPr>
                <p14:cNvContentPartPr/>
                <p14:nvPr/>
              </p14:nvContentPartPr>
              <p14:xfrm>
                <a:off x="11548544" y="3990043"/>
                <a:ext cx="4680" cy="16560"/>
              </p14:xfrm>
            </p:contentPart>
          </mc:Choice>
          <mc:Fallback xmlns="">
            <p:pic>
              <p:nvPicPr>
                <p:cNvPr id="28770" name="Ink 28769">
                  <a:extLst>
                    <a:ext uri="{FF2B5EF4-FFF2-40B4-BE49-F238E27FC236}">
                      <a16:creationId xmlns:a16="http://schemas.microsoft.com/office/drawing/2014/main" id="{E90913CB-98B3-53FD-BCE2-6FB7B03216E7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1530904" y="3972043"/>
                  <a:ext cx="403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28771" name="Ink 28770">
                  <a:extLst>
                    <a:ext uri="{FF2B5EF4-FFF2-40B4-BE49-F238E27FC236}">
                      <a16:creationId xmlns:a16="http://schemas.microsoft.com/office/drawing/2014/main" id="{8432B1E9-8021-723C-DB50-A39F56103B30}"/>
                    </a:ext>
                  </a:extLst>
                </p14:cNvPr>
                <p14:cNvContentPartPr/>
                <p14:nvPr/>
              </p14:nvContentPartPr>
              <p14:xfrm>
                <a:off x="11637464" y="4069963"/>
                <a:ext cx="99360" cy="97200"/>
              </p14:xfrm>
            </p:contentPart>
          </mc:Choice>
          <mc:Fallback xmlns="">
            <p:pic>
              <p:nvPicPr>
                <p:cNvPr id="28771" name="Ink 28770">
                  <a:extLst>
                    <a:ext uri="{FF2B5EF4-FFF2-40B4-BE49-F238E27FC236}">
                      <a16:creationId xmlns:a16="http://schemas.microsoft.com/office/drawing/2014/main" id="{8432B1E9-8021-723C-DB50-A39F56103B30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1619464" y="4051963"/>
                  <a:ext cx="1350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28772" name="Ink 28771">
                  <a:extLst>
                    <a:ext uri="{FF2B5EF4-FFF2-40B4-BE49-F238E27FC236}">
                      <a16:creationId xmlns:a16="http://schemas.microsoft.com/office/drawing/2014/main" id="{7E4C933B-D1B3-5055-93B2-4841379E23B5}"/>
                    </a:ext>
                  </a:extLst>
                </p14:cNvPr>
                <p14:cNvContentPartPr/>
                <p14:nvPr/>
              </p14:nvContentPartPr>
              <p14:xfrm>
                <a:off x="11836904" y="3886003"/>
                <a:ext cx="284400" cy="262080"/>
              </p14:xfrm>
            </p:contentPart>
          </mc:Choice>
          <mc:Fallback xmlns="">
            <p:pic>
              <p:nvPicPr>
                <p:cNvPr id="28772" name="Ink 28771">
                  <a:extLst>
                    <a:ext uri="{FF2B5EF4-FFF2-40B4-BE49-F238E27FC236}">
                      <a16:creationId xmlns:a16="http://schemas.microsoft.com/office/drawing/2014/main" id="{7E4C933B-D1B3-5055-93B2-4841379E23B5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1818904" y="3868363"/>
                  <a:ext cx="32004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28773" name="Ink 28772">
                  <a:extLst>
                    <a:ext uri="{FF2B5EF4-FFF2-40B4-BE49-F238E27FC236}">
                      <a16:creationId xmlns:a16="http://schemas.microsoft.com/office/drawing/2014/main" id="{6020F76C-A845-4D8E-458E-9B701E867DE1}"/>
                    </a:ext>
                  </a:extLst>
                </p14:cNvPr>
                <p14:cNvContentPartPr/>
                <p14:nvPr/>
              </p14:nvContentPartPr>
              <p14:xfrm>
                <a:off x="11618024" y="4426003"/>
                <a:ext cx="122760" cy="161640"/>
              </p14:xfrm>
            </p:contentPart>
          </mc:Choice>
          <mc:Fallback xmlns="">
            <p:pic>
              <p:nvPicPr>
                <p:cNvPr id="28773" name="Ink 28772">
                  <a:extLst>
                    <a:ext uri="{FF2B5EF4-FFF2-40B4-BE49-F238E27FC236}">
                      <a16:creationId xmlns:a16="http://schemas.microsoft.com/office/drawing/2014/main" id="{6020F76C-A845-4D8E-458E-9B701E867DE1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1600024" y="4408363"/>
                  <a:ext cx="1584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28774" name="Ink 28773">
                  <a:extLst>
                    <a:ext uri="{FF2B5EF4-FFF2-40B4-BE49-F238E27FC236}">
                      <a16:creationId xmlns:a16="http://schemas.microsoft.com/office/drawing/2014/main" id="{E97B47F8-4797-750B-5A7A-267D398BCC17}"/>
                    </a:ext>
                  </a:extLst>
                </p14:cNvPr>
                <p14:cNvContentPartPr/>
                <p14:nvPr/>
              </p14:nvContentPartPr>
              <p14:xfrm>
                <a:off x="11869664" y="4353643"/>
                <a:ext cx="23400" cy="287280"/>
              </p14:xfrm>
            </p:contentPart>
          </mc:Choice>
          <mc:Fallback xmlns="">
            <p:pic>
              <p:nvPicPr>
                <p:cNvPr id="28774" name="Ink 28773">
                  <a:extLst>
                    <a:ext uri="{FF2B5EF4-FFF2-40B4-BE49-F238E27FC236}">
                      <a16:creationId xmlns:a16="http://schemas.microsoft.com/office/drawing/2014/main" id="{E97B47F8-4797-750B-5A7A-267D398BCC17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1852024" y="4335643"/>
                  <a:ext cx="5904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8775" name="Ink 28774">
                  <a:extLst>
                    <a:ext uri="{FF2B5EF4-FFF2-40B4-BE49-F238E27FC236}">
                      <a16:creationId xmlns:a16="http://schemas.microsoft.com/office/drawing/2014/main" id="{91E18DC1-F732-40DE-6ED5-E5276C0AFC46}"/>
                    </a:ext>
                  </a:extLst>
                </p14:cNvPr>
                <p14:cNvContentPartPr/>
                <p14:nvPr/>
              </p14:nvContentPartPr>
              <p14:xfrm>
                <a:off x="11786144" y="4474963"/>
                <a:ext cx="129960" cy="56160"/>
              </p14:xfrm>
            </p:contentPart>
          </mc:Choice>
          <mc:Fallback xmlns="">
            <p:pic>
              <p:nvPicPr>
                <p:cNvPr id="28775" name="Ink 28774">
                  <a:extLst>
                    <a:ext uri="{FF2B5EF4-FFF2-40B4-BE49-F238E27FC236}">
                      <a16:creationId xmlns:a16="http://schemas.microsoft.com/office/drawing/2014/main" id="{91E18DC1-F732-40DE-6ED5-E5276C0AFC46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1768144" y="4456963"/>
                  <a:ext cx="1656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28776" name="Ink 28775">
                  <a:extLst>
                    <a:ext uri="{FF2B5EF4-FFF2-40B4-BE49-F238E27FC236}">
                      <a16:creationId xmlns:a16="http://schemas.microsoft.com/office/drawing/2014/main" id="{23353C50-4CCA-6D59-6404-51328878BFE3}"/>
                    </a:ext>
                  </a:extLst>
                </p14:cNvPr>
                <p14:cNvContentPartPr/>
                <p14:nvPr/>
              </p14:nvContentPartPr>
              <p14:xfrm>
                <a:off x="11980544" y="4395043"/>
                <a:ext cx="28440" cy="237600"/>
              </p14:xfrm>
            </p:contentPart>
          </mc:Choice>
          <mc:Fallback xmlns="">
            <p:pic>
              <p:nvPicPr>
                <p:cNvPr id="28776" name="Ink 28775">
                  <a:extLst>
                    <a:ext uri="{FF2B5EF4-FFF2-40B4-BE49-F238E27FC236}">
                      <a16:creationId xmlns:a16="http://schemas.microsoft.com/office/drawing/2014/main" id="{23353C50-4CCA-6D59-6404-51328878BFE3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1962904" y="4377403"/>
                  <a:ext cx="6408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28777" name="Ink 28776">
                  <a:extLst>
                    <a:ext uri="{FF2B5EF4-FFF2-40B4-BE49-F238E27FC236}">
                      <a16:creationId xmlns:a16="http://schemas.microsoft.com/office/drawing/2014/main" id="{79B5A8E2-5E8C-CC7E-00B8-FD3D4C42C00E}"/>
                    </a:ext>
                  </a:extLst>
                </p14:cNvPr>
                <p14:cNvContentPartPr/>
                <p14:nvPr/>
              </p14:nvContentPartPr>
              <p14:xfrm>
                <a:off x="11971544" y="4506283"/>
                <a:ext cx="37440" cy="54360"/>
              </p14:xfrm>
            </p:contentPart>
          </mc:Choice>
          <mc:Fallback xmlns="">
            <p:pic>
              <p:nvPicPr>
                <p:cNvPr id="28777" name="Ink 28776">
                  <a:extLst>
                    <a:ext uri="{FF2B5EF4-FFF2-40B4-BE49-F238E27FC236}">
                      <a16:creationId xmlns:a16="http://schemas.microsoft.com/office/drawing/2014/main" id="{79B5A8E2-5E8C-CC7E-00B8-FD3D4C42C00E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1953904" y="4488283"/>
                  <a:ext cx="73080" cy="9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86" name="Group 28785">
            <a:extLst>
              <a:ext uri="{FF2B5EF4-FFF2-40B4-BE49-F238E27FC236}">
                <a16:creationId xmlns:a16="http://schemas.microsoft.com/office/drawing/2014/main" id="{0E152445-6246-75A6-DD23-B4EAFC7460F6}"/>
              </a:ext>
            </a:extLst>
          </p:cNvPr>
          <p:cNvGrpSpPr/>
          <p:nvPr/>
        </p:nvGrpSpPr>
        <p:grpSpPr>
          <a:xfrm>
            <a:off x="9954464" y="5421763"/>
            <a:ext cx="623160" cy="383760"/>
            <a:chOff x="9954464" y="5421763"/>
            <a:chExt cx="623160" cy="38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28781" name="Ink 28780">
                  <a:extLst>
                    <a:ext uri="{FF2B5EF4-FFF2-40B4-BE49-F238E27FC236}">
                      <a16:creationId xmlns:a16="http://schemas.microsoft.com/office/drawing/2014/main" id="{68AE52BD-5D10-93A1-076E-5ECB5226B58B}"/>
                    </a:ext>
                  </a:extLst>
                </p14:cNvPr>
                <p14:cNvContentPartPr/>
                <p14:nvPr/>
              </p14:nvContentPartPr>
              <p14:xfrm>
                <a:off x="9954464" y="5421763"/>
                <a:ext cx="221400" cy="233640"/>
              </p14:xfrm>
            </p:contentPart>
          </mc:Choice>
          <mc:Fallback xmlns="">
            <p:pic>
              <p:nvPicPr>
                <p:cNvPr id="28781" name="Ink 28780">
                  <a:extLst>
                    <a:ext uri="{FF2B5EF4-FFF2-40B4-BE49-F238E27FC236}">
                      <a16:creationId xmlns:a16="http://schemas.microsoft.com/office/drawing/2014/main" id="{68AE52BD-5D10-93A1-076E-5ECB5226B58B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9936464" y="5403763"/>
                  <a:ext cx="25704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28782" name="Ink 28781">
                  <a:extLst>
                    <a:ext uri="{FF2B5EF4-FFF2-40B4-BE49-F238E27FC236}">
                      <a16:creationId xmlns:a16="http://schemas.microsoft.com/office/drawing/2014/main" id="{7ABF087D-1B5D-2697-C56C-F2E0776CCDEB}"/>
                    </a:ext>
                  </a:extLst>
                </p14:cNvPr>
                <p14:cNvContentPartPr/>
                <p14:nvPr/>
              </p14:nvContentPartPr>
              <p14:xfrm>
                <a:off x="10259024" y="5679523"/>
                <a:ext cx="6840" cy="8640"/>
              </p14:xfrm>
            </p:contentPart>
          </mc:Choice>
          <mc:Fallback xmlns="">
            <p:pic>
              <p:nvPicPr>
                <p:cNvPr id="28782" name="Ink 28781">
                  <a:extLst>
                    <a:ext uri="{FF2B5EF4-FFF2-40B4-BE49-F238E27FC236}">
                      <a16:creationId xmlns:a16="http://schemas.microsoft.com/office/drawing/2014/main" id="{7ABF087D-1B5D-2697-C56C-F2E0776CCDEB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0241024" y="5661523"/>
                  <a:ext cx="424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28783" name="Ink 28782">
                  <a:extLst>
                    <a:ext uri="{FF2B5EF4-FFF2-40B4-BE49-F238E27FC236}">
                      <a16:creationId xmlns:a16="http://schemas.microsoft.com/office/drawing/2014/main" id="{2788D282-688F-1246-3739-FC196514EF28}"/>
                    </a:ext>
                  </a:extLst>
                </p14:cNvPr>
                <p14:cNvContentPartPr/>
                <p14:nvPr/>
              </p14:nvContentPartPr>
              <p14:xfrm>
                <a:off x="10251464" y="5599603"/>
                <a:ext cx="26640" cy="205920"/>
              </p14:xfrm>
            </p:contentPart>
          </mc:Choice>
          <mc:Fallback xmlns="">
            <p:pic>
              <p:nvPicPr>
                <p:cNvPr id="28783" name="Ink 28782">
                  <a:extLst>
                    <a:ext uri="{FF2B5EF4-FFF2-40B4-BE49-F238E27FC236}">
                      <a16:creationId xmlns:a16="http://schemas.microsoft.com/office/drawing/2014/main" id="{2788D282-688F-1246-3739-FC196514EF28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0233824" y="5581963"/>
                  <a:ext cx="622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8784" name="Ink 28783">
                  <a:extLst>
                    <a:ext uri="{FF2B5EF4-FFF2-40B4-BE49-F238E27FC236}">
                      <a16:creationId xmlns:a16="http://schemas.microsoft.com/office/drawing/2014/main" id="{E0E3BAD6-3A22-45F8-44EB-BCBF9A3B367E}"/>
                    </a:ext>
                  </a:extLst>
                </p14:cNvPr>
                <p14:cNvContentPartPr/>
                <p14:nvPr/>
              </p14:nvContentPartPr>
              <p14:xfrm>
                <a:off x="10224464" y="5620123"/>
                <a:ext cx="149760" cy="116640"/>
              </p14:xfrm>
            </p:contentPart>
          </mc:Choice>
          <mc:Fallback xmlns="">
            <p:pic>
              <p:nvPicPr>
                <p:cNvPr id="28784" name="Ink 28783">
                  <a:extLst>
                    <a:ext uri="{FF2B5EF4-FFF2-40B4-BE49-F238E27FC236}">
                      <a16:creationId xmlns:a16="http://schemas.microsoft.com/office/drawing/2014/main" id="{E0E3BAD6-3A22-45F8-44EB-BCBF9A3B367E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0206824" y="5602123"/>
                  <a:ext cx="1854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28785" name="Ink 28784">
                  <a:extLst>
                    <a:ext uri="{FF2B5EF4-FFF2-40B4-BE49-F238E27FC236}">
                      <a16:creationId xmlns:a16="http://schemas.microsoft.com/office/drawing/2014/main" id="{C3DCE5E2-614B-28B0-515A-D9D86EA45FF2}"/>
                    </a:ext>
                  </a:extLst>
                </p14:cNvPr>
                <p14:cNvContentPartPr/>
                <p14:nvPr/>
              </p14:nvContentPartPr>
              <p14:xfrm>
                <a:off x="10493384" y="5585203"/>
                <a:ext cx="84240" cy="169560"/>
              </p14:xfrm>
            </p:contentPart>
          </mc:Choice>
          <mc:Fallback xmlns="">
            <p:pic>
              <p:nvPicPr>
                <p:cNvPr id="28785" name="Ink 28784">
                  <a:extLst>
                    <a:ext uri="{FF2B5EF4-FFF2-40B4-BE49-F238E27FC236}">
                      <a16:creationId xmlns:a16="http://schemas.microsoft.com/office/drawing/2014/main" id="{C3DCE5E2-614B-28B0-515A-D9D86EA45FF2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0475384" y="5567203"/>
                  <a:ext cx="11988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805" name="Group 28804">
            <a:extLst>
              <a:ext uri="{FF2B5EF4-FFF2-40B4-BE49-F238E27FC236}">
                <a16:creationId xmlns:a16="http://schemas.microsoft.com/office/drawing/2014/main" id="{377FFB88-C1C5-3006-9634-0A967BA07CB9}"/>
              </a:ext>
            </a:extLst>
          </p:cNvPr>
          <p:cNvGrpSpPr/>
          <p:nvPr/>
        </p:nvGrpSpPr>
        <p:grpSpPr>
          <a:xfrm>
            <a:off x="11372864" y="6012883"/>
            <a:ext cx="651600" cy="257400"/>
            <a:chOff x="11372864" y="6012883"/>
            <a:chExt cx="651600" cy="25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28800" name="Ink 28799">
                  <a:extLst>
                    <a:ext uri="{FF2B5EF4-FFF2-40B4-BE49-F238E27FC236}">
                      <a16:creationId xmlns:a16="http://schemas.microsoft.com/office/drawing/2014/main" id="{6BD7935F-9C2C-9F91-967F-7665AB597339}"/>
                    </a:ext>
                  </a:extLst>
                </p14:cNvPr>
                <p14:cNvContentPartPr/>
                <p14:nvPr/>
              </p14:nvContentPartPr>
              <p14:xfrm>
                <a:off x="11372864" y="6072283"/>
                <a:ext cx="172800" cy="187200"/>
              </p14:xfrm>
            </p:contentPart>
          </mc:Choice>
          <mc:Fallback xmlns="">
            <p:pic>
              <p:nvPicPr>
                <p:cNvPr id="28800" name="Ink 28799">
                  <a:extLst>
                    <a:ext uri="{FF2B5EF4-FFF2-40B4-BE49-F238E27FC236}">
                      <a16:creationId xmlns:a16="http://schemas.microsoft.com/office/drawing/2014/main" id="{6BD7935F-9C2C-9F91-967F-7665AB597339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1355224" y="6054643"/>
                  <a:ext cx="20844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28801" name="Ink 28800">
                  <a:extLst>
                    <a:ext uri="{FF2B5EF4-FFF2-40B4-BE49-F238E27FC236}">
                      <a16:creationId xmlns:a16="http://schemas.microsoft.com/office/drawing/2014/main" id="{0DB02C38-5C74-1F09-8EAA-902C6C62001F}"/>
                    </a:ext>
                  </a:extLst>
                </p14:cNvPr>
                <p14:cNvContentPartPr/>
                <p14:nvPr/>
              </p14:nvContentPartPr>
              <p14:xfrm>
                <a:off x="11630984" y="6146443"/>
                <a:ext cx="59760" cy="123840"/>
              </p14:xfrm>
            </p:contentPart>
          </mc:Choice>
          <mc:Fallback xmlns="">
            <p:pic>
              <p:nvPicPr>
                <p:cNvPr id="28801" name="Ink 28800">
                  <a:extLst>
                    <a:ext uri="{FF2B5EF4-FFF2-40B4-BE49-F238E27FC236}">
                      <a16:creationId xmlns:a16="http://schemas.microsoft.com/office/drawing/2014/main" id="{0DB02C38-5C74-1F09-8EAA-902C6C62001F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1613344" y="6128443"/>
                  <a:ext cx="954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28802" name="Ink 28801">
                  <a:extLst>
                    <a:ext uri="{FF2B5EF4-FFF2-40B4-BE49-F238E27FC236}">
                      <a16:creationId xmlns:a16="http://schemas.microsoft.com/office/drawing/2014/main" id="{6EC76C4B-06D8-090E-48F7-69DF35AA792D}"/>
                    </a:ext>
                  </a:extLst>
                </p14:cNvPr>
                <p14:cNvContentPartPr/>
                <p14:nvPr/>
              </p14:nvContentPartPr>
              <p14:xfrm>
                <a:off x="11819264" y="6047803"/>
                <a:ext cx="37440" cy="166680"/>
              </p14:xfrm>
            </p:contentPart>
          </mc:Choice>
          <mc:Fallback xmlns="">
            <p:pic>
              <p:nvPicPr>
                <p:cNvPr id="28802" name="Ink 28801">
                  <a:extLst>
                    <a:ext uri="{FF2B5EF4-FFF2-40B4-BE49-F238E27FC236}">
                      <a16:creationId xmlns:a16="http://schemas.microsoft.com/office/drawing/2014/main" id="{6EC76C4B-06D8-090E-48F7-69DF35AA792D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1801624" y="6030163"/>
                  <a:ext cx="7308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28803" name="Ink 28802">
                  <a:extLst>
                    <a:ext uri="{FF2B5EF4-FFF2-40B4-BE49-F238E27FC236}">
                      <a16:creationId xmlns:a16="http://schemas.microsoft.com/office/drawing/2014/main" id="{22B3A77A-E958-55FE-0A7A-7DD331B807F8}"/>
                    </a:ext>
                  </a:extLst>
                </p14:cNvPr>
                <p14:cNvContentPartPr/>
                <p14:nvPr/>
              </p14:nvContentPartPr>
              <p14:xfrm>
                <a:off x="11957144" y="6012883"/>
                <a:ext cx="51480" cy="214200"/>
              </p14:xfrm>
            </p:contentPart>
          </mc:Choice>
          <mc:Fallback xmlns="">
            <p:pic>
              <p:nvPicPr>
                <p:cNvPr id="28803" name="Ink 28802">
                  <a:extLst>
                    <a:ext uri="{FF2B5EF4-FFF2-40B4-BE49-F238E27FC236}">
                      <a16:creationId xmlns:a16="http://schemas.microsoft.com/office/drawing/2014/main" id="{22B3A77A-E958-55FE-0A7A-7DD331B807F8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1939144" y="5995243"/>
                  <a:ext cx="8712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28804" name="Ink 28803">
                  <a:extLst>
                    <a:ext uri="{FF2B5EF4-FFF2-40B4-BE49-F238E27FC236}">
                      <a16:creationId xmlns:a16="http://schemas.microsoft.com/office/drawing/2014/main" id="{2D2EC6DC-E70B-0176-203D-2BBCE5F873B4}"/>
                    </a:ext>
                  </a:extLst>
                </p14:cNvPr>
                <p14:cNvContentPartPr/>
                <p14:nvPr/>
              </p14:nvContentPartPr>
              <p14:xfrm>
                <a:off x="11905664" y="6081283"/>
                <a:ext cx="118800" cy="31680"/>
              </p14:xfrm>
            </p:contentPart>
          </mc:Choice>
          <mc:Fallback xmlns="">
            <p:pic>
              <p:nvPicPr>
                <p:cNvPr id="28804" name="Ink 28803">
                  <a:extLst>
                    <a:ext uri="{FF2B5EF4-FFF2-40B4-BE49-F238E27FC236}">
                      <a16:creationId xmlns:a16="http://schemas.microsoft.com/office/drawing/2014/main" id="{2D2EC6DC-E70B-0176-203D-2BBCE5F873B4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1888024" y="6063643"/>
                  <a:ext cx="154440" cy="6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816" name="Group 28815">
            <a:extLst>
              <a:ext uri="{FF2B5EF4-FFF2-40B4-BE49-F238E27FC236}">
                <a16:creationId xmlns:a16="http://schemas.microsoft.com/office/drawing/2014/main" id="{38DC3B6C-ED7C-9BE7-06BA-3B67167A027C}"/>
              </a:ext>
            </a:extLst>
          </p:cNvPr>
          <p:cNvGrpSpPr/>
          <p:nvPr/>
        </p:nvGrpSpPr>
        <p:grpSpPr>
          <a:xfrm>
            <a:off x="10840784" y="4918483"/>
            <a:ext cx="1325160" cy="991080"/>
            <a:chOff x="10840784" y="4918483"/>
            <a:chExt cx="1325160" cy="99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8787" name="Ink 28786">
                  <a:extLst>
                    <a:ext uri="{FF2B5EF4-FFF2-40B4-BE49-F238E27FC236}">
                      <a16:creationId xmlns:a16="http://schemas.microsoft.com/office/drawing/2014/main" id="{6B51416A-126B-8569-05C3-FC0D05A676C0}"/>
                    </a:ext>
                  </a:extLst>
                </p14:cNvPr>
                <p14:cNvContentPartPr/>
                <p14:nvPr/>
              </p14:nvContentPartPr>
              <p14:xfrm>
                <a:off x="10840784" y="5355523"/>
                <a:ext cx="293760" cy="371160"/>
              </p14:xfrm>
            </p:contentPart>
          </mc:Choice>
          <mc:Fallback xmlns="">
            <p:pic>
              <p:nvPicPr>
                <p:cNvPr id="28787" name="Ink 28786">
                  <a:extLst>
                    <a:ext uri="{FF2B5EF4-FFF2-40B4-BE49-F238E27FC236}">
                      <a16:creationId xmlns:a16="http://schemas.microsoft.com/office/drawing/2014/main" id="{6B51416A-126B-8569-05C3-FC0D05A676C0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0822784" y="5337523"/>
                  <a:ext cx="32940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8788" name="Ink 28787">
                  <a:extLst>
                    <a:ext uri="{FF2B5EF4-FFF2-40B4-BE49-F238E27FC236}">
                      <a16:creationId xmlns:a16="http://schemas.microsoft.com/office/drawing/2014/main" id="{27E2245A-93F3-6DFD-5800-70D41381E82C}"/>
                    </a:ext>
                  </a:extLst>
                </p14:cNvPr>
                <p14:cNvContentPartPr/>
                <p14:nvPr/>
              </p14:nvContentPartPr>
              <p14:xfrm>
                <a:off x="11428664" y="5441563"/>
                <a:ext cx="12600" cy="165960"/>
              </p14:xfrm>
            </p:contentPart>
          </mc:Choice>
          <mc:Fallback xmlns="">
            <p:pic>
              <p:nvPicPr>
                <p:cNvPr id="28788" name="Ink 28787">
                  <a:extLst>
                    <a:ext uri="{FF2B5EF4-FFF2-40B4-BE49-F238E27FC236}">
                      <a16:creationId xmlns:a16="http://schemas.microsoft.com/office/drawing/2014/main" id="{27E2245A-93F3-6DFD-5800-70D41381E82C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1411024" y="5423563"/>
                  <a:ext cx="482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8789" name="Ink 28788">
                  <a:extLst>
                    <a:ext uri="{FF2B5EF4-FFF2-40B4-BE49-F238E27FC236}">
                      <a16:creationId xmlns:a16="http://schemas.microsoft.com/office/drawing/2014/main" id="{DDC82242-9962-1E51-58EE-4F7DF2AADD6B}"/>
                    </a:ext>
                  </a:extLst>
                </p14:cNvPr>
                <p14:cNvContentPartPr/>
                <p14:nvPr/>
              </p14:nvContentPartPr>
              <p14:xfrm>
                <a:off x="11400584" y="5388643"/>
                <a:ext cx="103680" cy="110520"/>
              </p14:xfrm>
            </p:contentPart>
          </mc:Choice>
          <mc:Fallback xmlns="">
            <p:pic>
              <p:nvPicPr>
                <p:cNvPr id="28789" name="Ink 28788">
                  <a:extLst>
                    <a:ext uri="{FF2B5EF4-FFF2-40B4-BE49-F238E27FC236}">
                      <a16:creationId xmlns:a16="http://schemas.microsoft.com/office/drawing/2014/main" id="{DDC82242-9962-1E51-58EE-4F7DF2AADD6B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1382584" y="5370643"/>
                  <a:ext cx="1393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8790" name="Ink 28789">
                  <a:extLst>
                    <a:ext uri="{FF2B5EF4-FFF2-40B4-BE49-F238E27FC236}">
                      <a16:creationId xmlns:a16="http://schemas.microsoft.com/office/drawing/2014/main" id="{AF99136A-86A9-3C80-8D5A-46C3880F8449}"/>
                    </a:ext>
                  </a:extLst>
                </p14:cNvPr>
                <p14:cNvContentPartPr/>
                <p14:nvPr/>
              </p14:nvContentPartPr>
              <p14:xfrm>
                <a:off x="11575544" y="5439403"/>
                <a:ext cx="41040" cy="98640"/>
              </p14:xfrm>
            </p:contentPart>
          </mc:Choice>
          <mc:Fallback xmlns="">
            <p:pic>
              <p:nvPicPr>
                <p:cNvPr id="28790" name="Ink 28789">
                  <a:extLst>
                    <a:ext uri="{FF2B5EF4-FFF2-40B4-BE49-F238E27FC236}">
                      <a16:creationId xmlns:a16="http://schemas.microsoft.com/office/drawing/2014/main" id="{AF99136A-86A9-3C80-8D5A-46C3880F8449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1557544" y="5421403"/>
                  <a:ext cx="766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28791" name="Ink 28790">
                  <a:extLst>
                    <a:ext uri="{FF2B5EF4-FFF2-40B4-BE49-F238E27FC236}">
                      <a16:creationId xmlns:a16="http://schemas.microsoft.com/office/drawing/2014/main" id="{012580A7-3CD7-08C8-9C37-5125187810C1}"/>
                    </a:ext>
                  </a:extLst>
                </p14:cNvPr>
                <p14:cNvContentPartPr/>
                <p14:nvPr/>
              </p14:nvContentPartPr>
              <p14:xfrm>
                <a:off x="11545304" y="5323483"/>
                <a:ext cx="41040" cy="20160"/>
              </p14:xfrm>
            </p:contentPart>
          </mc:Choice>
          <mc:Fallback xmlns="">
            <p:pic>
              <p:nvPicPr>
                <p:cNvPr id="28791" name="Ink 28790">
                  <a:extLst>
                    <a:ext uri="{FF2B5EF4-FFF2-40B4-BE49-F238E27FC236}">
                      <a16:creationId xmlns:a16="http://schemas.microsoft.com/office/drawing/2014/main" id="{012580A7-3CD7-08C8-9C37-5125187810C1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1527304" y="5305483"/>
                  <a:ext cx="766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28792" name="Ink 28791">
                  <a:extLst>
                    <a:ext uri="{FF2B5EF4-FFF2-40B4-BE49-F238E27FC236}">
                      <a16:creationId xmlns:a16="http://schemas.microsoft.com/office/drawing/2014/main" id="{43ED7F15-55CC-6FAA-FBC0-1F2A55063CB4}"/>
                    </a:ext>
                  </a:extLst>
                </p14:cNvPr>
                <p14:cNvContentPartPr/>
                <p14:nvPr/>
              </p14:nvContentPartPr>
              <p14:xfrm>
                <a:off x="11680304" y="5386123"/>
                <a:ext cx="119880" cy="101880"/>
              </p14:xfrm>
            </p:contentPart>
          </mc:Choice>
          <mc:Fallback xmlns="">
            <p:pic>
              <p:nvPicPr>
                <p:cNvPr id="28792" name="Ink 28791">
                  <a:extLst>
                    <a:ext uri="{FF2B5EF4-FFF2-40B4-BE49-F238E27FC236}">
                      <a16:creationId xmlns:a16="http://schemas.microsoft.com/office/drawing/2014/main" id="{43ED7F15-55CC-6FAA-FBC0-1F2A55063CB4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1662664" y="5368483"/>
                  <a:ext cx="1555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28793" name="Ink 28792">
                  <a:extLst>
                    <a:ext uri="{FF2B5EF4-FFF2-40B4-BE49-F238E27FC236}">
                      <a16:creationId xmlns:a16="http://schemas.microsoft.com/office/drawing/2014/main" id="{2B41548D-1097-79E1-F461-3594BB7E8BDB}"/>
                    </a:ext>
                  </a:extLst>
                </p14:cNvPr>
                <p14:cNvContentPartPr/>
                <p14:nvPr/>
              </p14:nvContentPartPr>
              <p14:xfrm>
                <a:off x="11875784" y="5329963"/>
                <a:ext cx="211680" cy="161280"/>
              </p14:xfrm>
            </p:contentPart>
          </mc:Choice>
          <mc:Fallback xmlns="">
            <p:pic>
              <p:nvPicPr>
                <p:cNvPr id="28793" name="Ink 28792">
                  <a:extLst>
                    <a:ext uri="{FF2B5EF4-FFF2-40B4-BE49-F238E27FC236}">
                      <a16:creationId xmlns:a16="http://schemas.microsoft.com/office/drawing/2014/main" id="{2B41548D-1097-79E1-F461-3594BB7E8BDB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1857784" y="5311963"/>
                  <a:ext cx="2473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28794" name="Ink 28793">
                  <a:extLst>
                    <a:ext uri="{FF2B5EF4-FFF2-40B4-BE49-F238E27FC236}">
                      <a16:creationId xmlns:a16="http://schemas.microsoft.com/office/drawing/2014/main" id="{4CBC6D06-3803-29AC-4748-476DB4A6E16D}"/>
                    </a:ext>
                  </a:extLst>
                </p14:cNvPr>
                <p14:cNvContentPartPr/>
                <p14:nvPr/>
              </p14:nvContentPartPr>
              <p14:xfrm>
                <a:off x="12135704" y="5395843"/>
                <a:ext cx="30240" cy="31320"/>
              </p14:xfrm>
            </p:contentPart>
          </mc:Choice>
          <mc:Fallback xmlns="">
            <p:pic>
              <p:nvPicPr>
                <p:cNvPr id="28794" name="Ink 28793">
                  <a:extLst>
                    <a:ext uri="{FF2B5EF4-FFF2-40B4-BE49-F238E27FC236}">
                      <a16:creationId xmlns:a16="http://schemas.microsoft.com/office/drawing/2014/main" id="{4CBC6D06-3803-29AC-4748-476DB4A6E16D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2117704" y="5377843"/>
                  <a:ext cx="658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8795" name="Ink 28794">
                  <a:extLst>
                    <a:ext uri="{FF2B5EF4-FFF2-40B4-BE49-F238E27FC236}">
                      <a16:creationId xmlns:a16="http://schemas.microsoft.com/office/drawing/2014/main" id="{212379BD-AB25-EEA6-914C-1EF7F1D3ACAE}"/>
                    </a:ext>
                  </a:extLst>
                </p14:cNvPr>
                <p14:cNvContentPartPr/>
                <p14:nvPr/>
              </p14:nvContentPartPr>
              <p14:xfrm>
                <a:off x="11592464" y="5745403"/>
                <a:ext cx="95400" cy="164160"/>
              </p14:xfrm>
            </p:contentPart>
          </mc:Choice>
          <mc:Fallback xmlns="">
            <p:pic>
              <p:nvPicPr>
                <p:cNvPr id="28795" name="Ink 28794">
                  <a:extLst>
                    <a:ext uri="{FF2B5EF4-FFF2-40B4-BE49-F238E27FC236}">
                      <a16:creationId xmlns:a16="http://schemas.microsoft.com/office/drawing/2014/main" id="{212379BD-AB25-EEA6-914C-1EF7F1D3ACAE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11574464" y="5727763"/>
                  <a:ext cx="1310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8796" name="Ink 28795">
                  <a:extLst>
                    <a:ext uri="{FF2B5EF4-FFF2-40B4-BE49-F238E27FC236}">
                      <a16:creationId xmlns:a16="http://schemas.microsoft.com/office/drawing/2014/main" id="{E7D408F9-E554-BACD-8877-6AFBB631BC09}"/>
                    </a:ext>
                  </a:extLst>
                </p14:cNvPr>
                <p14:cNvContentPartPr/>
                <p14:nvPr/>
              </p14:nvContentPartPr>
              <p14:xfrm>
                <a:off x="11810984" y="5667283"/>
                <a:ext cx="37800" cy="209520"/>
              </p14:xfrm>
            </p:contentPart>
          </mc:Choice>
          <mc:Fallback xmlns="">
            <p:pic>
              <p:nvPicPr>
                <p:cNvPr id="28796" name="Ink 28795">
                  <a:extLst>
                    <a:ext uri="{FF2B5EF4-FFF2-40B4-BE49-F238E27FC236}">
                      <a16:creationId xmlns:a16="http://schemas.microsoft.com/office/drawing/2014/main" id="{E7D408F9-E554-BACD-8877-6AFBB631BC09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11793344" y="5649643"/>
                  <a:ext cx="734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8797" name="Ink 28796">
                  <a:extLst>
                    <a:ext uri="{FF2B5EF4-FFF2-40B4-BE49-F238E27FC236}">
                      <a16:creationId xmlns:a16="http://schemas.microsoft.com/office/drawing/2014/main" id="{39674C7D-5301-89EE-CE0E-C9EB354A092F}"/>
                    </a:ext>
                  </a:extLst>
                </p14:cNvPr>
                <p14:cNvContentPartPr/>
                <p14:nvPr/>
              </p14:nvContentPartPr>
              <p14:xfrm>
                <a:off x="11781104" y="5788603"/>
                <a:ext cx="30600" cy="37080"/>
              </p14:xfrm>
            </p:contentPart>
          </mc:Choice>
          <mc:Fallback xmlns="">
            <p:pic>
              <p:nvPicPr>
                <p:cNvPr id="28797" name="Ink 28796">
                  <a:extLst>
                    <a:ext uri="{FF2B5EF4-FFF2-40B4-BE49-F238E27FC236}">
                      <a16:creationId xmlns:a16="http://schemas.microsoft.com/office/drawing/2014/main" id="{39674C7D-5301-89EE-CE0E-C9EB354A092F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11763104" y="5770963"/>
                  <a:ext cx="662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8798" name="Ink 28797">
                  <a:extLst>
                    <a:ext uri="{FF2B5EF4-FFF2-40B4-BE49-F238E27FC236}">
                      <a16:creationId xmlns:a16="http://schemas.microsoft.com/office/drawing/2014/main" id="{C42B8053-8258-C715-F113-EACC0E85A0BC}"/>
                    </a:ext>
                  </a:extLst>
                </p14:cNvPr>
                <p14:cNvContentPartPr/>
                <p14:nvPr/>
              </p14:nvContentPartPr>
              <p14:xfrm>
                <a:off x="11934104" y="5661163"/>
                <a:ext cx="72720" cy="222840"/>
              </p14:xfrm>
            </p:contentPart>
          </mc:Choice>
          <mc:Fallback xmlns="">
            <p:pic>
              <p:nvPicPr>
                <p:cNvPr id="28798" name="Ink 28797">
                  <a:extLst>
                    <a:ext uri="{FF2B5EF4-FFF2-40B4-BE49-F238E27FC236}">
                      <a16:creationId xmlns:a16="http://schemas.microsoft.com/office/drawing/2014/main" id="{C42B8053-8258-C715-F113-EACC0E85A0BC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11916104" y="5643523"/>
                  <a:ext cx="1083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8799" name="Ink 28798">
                  <a:extLst>
                    <a:ext uri="{FF2B5EF4-FFF2-40B4-BE49-F238E27FC236}">
                      <a16:creationId xmlns:a16="http://schemas.microsoft.com/office/drawing/2014/main" id="{67B7AC3D-1C79-1D3B-27D9-4A3CA43719FF}"/>
                    </a:ext>
                  </a:extLst>
                </p14:cNvPr>
                <p14:cNvContentPartPr/>
                <p14:nvPr/>
              </p14:nvContentPartPr>
              <p14:xfrm>
                <a:off x="11949944" y="5777083"/>
                <a:ext cx="60480" cy="42120"/>
              </p14:xfrm>
            </p:contentPart>
          </mc:Choice>
          <mc:Fallback xmlns="">
            <p:pic>
              <p:nvPicPr>
                <p:cNvPr id="28799" name="Ink 28798">
                  <a:extLst>
                    <a:ext uri="{FF2B5EF4-FFF2-40B4-BE49-F238E27FC236}">
                      <a16:creationId xmlns:a16="http://schemas.microsoft.com/office/drawing/2014/main" id="{67B7AC3D-1C79-1D3B-27D9-4A3CA43719FF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11932304" y="5759443"/>
                  <a:ext cx="9612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8808" name="Ink 28807">
                  <a:extLst>
                    <a:ext uri="{FF2B5EF4-FFF2-40B4-BE49-F238E27FC236}">
                      <a16:creationId xmlns:a16="http://schemas.microsoft.com/office/drawing/2014/main" id="{5E060EAD-4B6E-A08F-5AF1-F01656932B62}"/>
                    </a:ext>
                  </a:extLst>
                </p14:cNvPr>
                <p14:cNvContentPartPr/>
                <p14:nvPr/>
              </p14:nvContentPartPr>
              <p14:xfrm>
                <a:off x="11052104" y="4940443"/>
                <a:ext cx="181080" cy="298800"/>
              </p14:xfrm>
            </p:contentPart>
          </mc:Choice>
          <mc:Fallback xmlns="">
            <p:pic>
              <p:nvPicPr>
                <p:cNvPr id="28808" name="Ink 28807">
                  <a:extLst>
                    <a:ext uri="{FF2B5EF4-FFF2-40B4-BE49-F238E27FC236}">
                      <a16:creationId xmlns:a16="http://schemas.microsoft.com/office/drawing/2014/main" id="{5E060EAD-4B6E-A08F-5AF1-F01656932B62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11034104" y="4922443"/>
                  <a:ext cx="21672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8809" name="Ink 28808">
                  <a:extLst>
                    <a:ext uri="{FF2B5EF4-FFF2-40B4-BE49-F238E27FC236}">
                      <a16:creationId xmlns:a16="http://schemas.microsoft.com/office/drawing/2014/main" id="{057993C0-AC4E-4B23-03C4-B12BEA67B6E9}"/>
                    </a:ext>
                  </a:extLst>
                </p14:cNvPr>
                <p14:cNvContentPartPr/>
                <p14:nvPr/>
              </p14:nvContentPartPr>
              <p14:xfrm>
                <a:off x="11335064" y="5162563"/>
                <a:ext cx="59040" cy="87120"/>
              </p14:xfrm>
            </p:contentPart>
          </mc:Choice>
          <mc:Fallback xmlns="">
            <p:pic>
              <p:nvPicPr>
                <p:cNvPr id="28809" name="Ink 28808">
                  <a:extLst>
                    <a:ext uri="{FF2B5EF4-FFF2-40B4-BE49-F238E27FC236}">
                      <a16:creationId xmlns:a16="http://schemas.microsoft.com/office/drawing/2014/main" id="{057993C0-AC4E-4B23-03C4-B12BEA67B6E9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11317424" y="5144563"/>
                  <a:ext cx="946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8810" name="Ink 28809">
                  <a:extLst>
                    <a:ext uri="{FF2B5EF4-FFF2-40B4-BE49-F238E27FC236}">
                      <a16:creationId xmlns:a16="http://schemas.microsoft.com/office/drawing/2014/main" id="{C362818E-9BE9-356E-0255-89871CF99ED3}"/>
                    </a:ext>
                  </a:extLst>
                </p14:cNvPr>
                <p14:cNvContentPartPr/>
                <p14:nvPr/>
              </p14:nvContentPartPr>
              <p14:xfrm>
                <a:off x="11336144" y="5104963"/>
                <a:ext cx="86400" cy="130320"/>
              </p14:xfrm>
            </p:contentPart>
          </mc:Choice>
          <mc:Fallback xmlns="">
            <p:pic>
              <p:nvPicPr>
                <p:cNvPr id="28810" name="Ink 28809">
                  <a:extLst>
                    <a:ext uri="{FF2B5EF4-FFF2-40B4-BE49-F238E27FC236}">
                      <a16:creationId xmlns:a16="http://schemas.microsoft.com/office/drawing/2014/main" id="{C362818E-9BE9-356E-0255-89871CF99ED3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1318504" y="5086963"/>
                  <a:ext cx="1220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8811" name="Ink 28810">
                  <a:extLst>
                    <a:ext uri="{FF2B5EF4-FFF2-40B4-BE49-F238E27FC236}">
                      <a16:creationId xmlns:a16="http://schemas.microsoft.com/office/drawing/2014/main" id="{0B597E16-59CA-DCD3-AD0C-0EF26126953F}"/>
                    </a:ext>
                  </a:extLst>
                </p14:cNvPr>
                <p14:cNvContentPartPr/>
                <p14:nvPr/>
              </p14:nvContentPartPr>
              <p14:xfrm>
                <a:off x="11519744" y="5054563"/>
                <a:ext cx="95040" cy="145440"/>
              </p14:xfrm>
            </p:contentPart>
          </mc:Choice>
          <mc:Fallback xmlns="">
            <p:pic>
              <p:nvPicPr>
                <p:cNvPr id="28811" name="Ink 28810">
                  <a:extLst>
                    <a:ext uri="{FF2B5EF4-FFF2-40B4-BE49-F238E27FC236}">
                      <a16:creationId xmlns:a16="http://schemas.microsoft.com/office/drawing/2014/main" id="{0B597E16-59CA-DCD3-AD0C-0EF26126953F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11501744" y="5036923"/>
                  <a:ext cx="1306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8812" name="Ink 28811">
                  <a:extLst>
                    <a:ext uri="{FF2B5EF4-FFF2-40B4-BE49-F238E27FC236}">
                      <a16:creationId xmlns:a16="http://schemas.microsoft.com/office/drawing/2014/main" id="{1497DC4E-7C61-9882-CA6D-62C8DAF27738}"/>
                    </a:ext>
                  </a:extLst>
                </p14:cNvPr>
                <p14:cNvContentPartPr/>
                <p14:nvPr/>
              </p14:nvContentPartPr>
              <p14:xfrm>
                <a:off x="11673464" y="5079403"/>
                <a:ext cx="105120" cy="117720"/>
              </p14:xfrm>
            </p:contentPart>
          </mc:Choice>
          <mc:Fallback xmlns="">
            <p:pic>
              <p:nvPicPr>
                <p:cNvPr id="28812" name="Ink 28811">
                  <a:extLst>
                    <a:ext uri="{FF2B5EF4-FFF2-40B4-BE49-F238E27FC236}">
                      <a16:creationId xmlns:a16="http://schemas.microsoft.com/office/drawing/2014/main" id="{1497DC4E-7C61-9882-CA6D-62C8DAF27738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1655464" y="5061403"/>
                  <a:ext cx="1407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8813" name="Ink 28812">
                  <a:extLst>
                    <a:ext uri="{FF2B5EF4-FFF2-40B4-BE49-F238E27FC236}">
                      <a16:creationId xmlns:a16="http://schemas.microsoft.com/office/drawing/2014/main" id="{CDA36576-CBE1-CF44-1B12-F3C5F05A7ACF}"/>
                    </a:ext>
                  </a:extLst>
                </p14:cNvPr>
                <p14:cNvContentPartPr/>
                <p14:nvPr/>
              </p14:nvContentPartPr>
              <p14:xfrm>
                <a:off x="11877584" y="4918483"/>
                <a:ext cx="72720" cy="250200"/>
              </p14:xfrm>
            </p:contentPart>
          </mc:Choice>
          <mc:Fallback xmlns="">
            <p:pic>
              <p:nvPicPr>
                <p:cNvPr id="28813" name="Ink 28812">
                  <a:extLst>
                    <a:ext uri="{FF2B5EF4-FFF2-40B4-BE49-F238E27FC236}">
                      <a16:creationId xmlns:a16="http://schemas.microsoft.com/office/drawing/2014/main" id="{CDA36576-CBE1-CF44-1B12-F3C5F05A7ACF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1859584" y="4900843"/>
                  <a:ext cx="10836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8814" name="Ink 28813">
                  <a:extLst>
                    <a:ext uri="{FF2B5EF4-FFF2-40B4-BE49-F238E27FC236}">
                      <a16:creationId xmlns:a16="http://schemas.microsoft.com/office/drawing/2014/main" id="{47EF8A63-C015-A5E9-C4F8-66EC4E5CFFE8}"/>
                    </a:ext>
                  </a:extLst>
                </p14:cNvPr>
                <p14:cNvContentPartPr/>
                <p14:nvPr/>
              </p14:nvContentPartPr>
              <p14:xfrm>
                <a:off x="11846264" y="5025043"/>
                <a:ext cx="128880" cy="64080"/>
              </p14:xfrm>
            </p:contentPart>
          </mc:Choice>
          <mc:Fallback xmlns="">
            <p:pic>
              <p:nvPicPr>
                <p:cNvPr id="28814" name="Ink 28813">
                  <a:extLst>
                    <a:ext uri="{FF2B5EF4-FFF2-40B4-BE49-F238E27FC236}">
                      <a16:creationId xmlns:a16="http://schemas.microsoft.com/office/drawing/2014/main" id="{47EF8A63-C015-A5E9-C4F8-66EC4E5CFFE8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1828264" y="5007043"/>
                  <a:ext cx="1645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8815" name="Ink 28814">
                  <a:extLst>
                    <a:ext uri="{FF2B5EF4-FFF2-40B4-BE49-F238E27FC236}">
                      <a16:creationId xmlns:a16="http://schemas.microsoft.com/office/drawing/2014/main" id="{3E5204A8-CF87-C0CF-0033-43FFEA67E5AF}"/>
                    </a:ext>
                  </a:extLst>
                </p14:cNvPr>
                <p14:cNvContentPartPr/>
                <p14:nvPr/>
              </p14:nvContentPartPr>
              <p14:xfrm>
                <a:off x="11485904" y="5245723"/>
                <a:ext cx="15840" cy="114840"/>
              </p14:xfrm>
            </p:contentPart>
          </mc:Choice>
          <mc:Fallback xmlns="">
            <p:pic>
              <p:nvPicPr>
                <p:cNvPr id="28815" name="Ink 28814">
                  <a:extLst>
                    <a:ext uri="{FF2B5EF4-FFF2-40B4-BE49-F238E27FC236}">
                      <a16:creationId xmlns:a16="http://schemas.microsoft.com/office/drawing/2014/main" id="{3E5204A8-CF87-C0CF-0033-43FFEA67E5AF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11467904" y="5228083"/>
                  <a:ext cx="51480" cy="15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821" name="Group 28820">
            <a:extLst>
              <a:ext uri="{FF2B5EF4-FFF2-40B4-BE49-F238E27FC236}">
                <a16:creationId xmlns:a16="http://schemas.microsoft.com/office/drawing/2014/main" id="{8792BCEE-7428-1C70-6D76-2949445160E4}"/>
              </a:ext>
            </a:extLst>
          </p:cNvPr>
          <p:cNvGrpSpPr/>
          <p:nvPr/>
        </p:nvGrpSpPr>
        <p:grpSpPr>
          <a:xfrm>
            <a:off x="1495184" y="1382563"/>
            <a:ext cx="420840" cy="808200"/>
            <a:chOff x="1495184" y="1382563"/>
            <a:chExt cx="420840" cy="80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8817" name="Ink 28816">
                  <a:extLst>
                    <a:ext uri="{FF2B5EF4-FFF2-40B4-BE49-F238E27FC236}">
                      <a16:creationId xmlns:a16="http://schemas.microsoft.com/office/drawing/2014/main" id="{A1193C0C-93B5-5E46-74F4-B400BBFC5D53}"/>
                    </a:ext>
                  </a:extLst>
                </p14:cNvPr>
                <p14:cNvContentPartPr/>
                <p14:nvPr/>
              </p14:nvContentPartPr>
              <p14:xfrm>
                <a:off x="1495184" y="1393723"/>
                <a:ext cx="318960" cy="501480"/>
              </p14:xfrm>
            </p:contentPart>
          </mc:Choice>
          <mc:Fallback xmlns="">
            <p:pic>
              <p:nvPicPr>
                <p:cNvPr id="28817" name="Ink 28816">
                  <a:extLst>
                    <a:ext uri="{FF2B5EF4-FFF2-40B4-BE49-F238E27FC236}">
                      <a16:creationId xmlns:a16="http://schemas.microsoft.com/office/drawing/2014/main" id="{A1193C0C-93B5-5E46-74F4-B400BBFC5D53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477544" y="1376083"/>
                  <a:ext cx="35460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8818" name="Ink 28817">
                  <a:extLst>
                    <a:ext uri="{FF2B5EF4-FFF2-40B4-BE49-F238E27FC236}">
                      <a16:creationId xmlns:a16="http://schemas.microsoft.com/office/drawing/2014/main" id="{1F924EF8-0AC6-E1A5-5CAE-A55A2C74B7A0}"/>
                    </a:ext>
                  </a:extLst>
                </p14:cNvPr>
                <p14:cNvContentPartPr/>
                <p14:nvPr/>
              </p14:nvContentPartPr>
              <p14:xfrm>
                <a:off x="1689944" y="1382563"/>
                <a:ext cx="226080" cy="163800"/>
              </p14:xfrm>
            </p:contentPart>
          </mc:Choice>
          <mc:Fallback xmlns="">
            <p:pic>
              <p:nvPicPr>
                <p:cNvPr id="28818" name="Ink 28817">
                  <a:extLst>
                    <a:ext uri="{FF2B5EF4-FFF2-40B4-BE49-F238E27FC236}">
                      <a16:creationId xmlns:a16="http://schemas.microsoft.com/office/drawing/2014/main" id="{1F924EF8-0AC6-E1A5-5CAE-A55A2C74B7A0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671944" y="1364563"/>
                  <a:ext cx="2617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8819" name="Ink 28818">
                  <a:extLst>
                    <a:ext uri="{FF2B5EF4-FFF2-40B4-BE49-F238E27FC236}">
                      <a16:creationId xmlns:a16="http://schemas.microsoft.com/office/drawing/2014/main" id="{184FECDD-4BC5-F591-C85E-FD6E8F70AD2B}"/>
                    </a:ext>
                  </a:extLst>
                </p14:cNvPr>
                <p14:cNvContentPartPr/>
                <p14:nvPr/>
              </p14:nvContentPartPr>
              <p14:xfrm>
                <a:off x="1526504" y="2018683"/>
                <a:ext cx="183240" cy="172080"/>
              </p14:xfrm>
            </p:contentPart>
          </mc:Choice>
          <mc:Fallback xmlns="">
            <p:pic>
              <p:nvPicPr>
                <p:cNvPr id="28819" name="Ink 28818">
                  <a:extLst>
                    <a:ext uri="{FF2B5EF4-FFF2-40B4-BE49-F238E27FC236}">
                      <a16:creationId xmlns:a16="http://schemas.microsoft.com/office/drawing/2014/main" id="{184FECDD-4BC5-F591-C85E-FD6E8F70AD2B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508864" y="2001043"/>
                  <a:ext cx="2188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8820" name="Ink 28819">
                  <a:extLst>
                    <a:ext uri="{FF2B5EF4-FFF2-40B4-BE49-F238E27FC236}">
                      <a16:creationId xmlns:a16="http://schemas.microsoft.com/office/drawing/2014/main" id="{8D3AC3FF-7364-280B-BFB9-3FA4CE9E25F7}"/>
                    </a:ext>
                  </a:extLst>
                </p14:cNvPr>
                <p14:cNvContentPartPr/>
                <p14:nvPr/>
              </p14:nvContentPartPr>
              <p14:xfrm>
                <a:off x="1746104" y="1904923"/>
                <a:ext cx="74160" cy="21240"/>
              </p14:xfrm>
            </p:contentPart>
          </mc:Choice>
          <mc:Fallback xmlns="">
            <p:pic>
              <p:nvPicPr>
                <p:cNvPr id="28820" name="Ink 28819">
                  <a:extLst>
                    <a:ext uri="{FF2B5EF4-FFF2-40B4-BE49-F238E27FC236}">
                      <a16:creationId xmlns:a16="http://schemas.microsoft.com/office/drawing/2014/main" id="{8D3AC3FF-7364-280B-BFB9-3FA4CE9E25F7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728464" y="1887283"/>
                  <a:ext cx="109800" cy="5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833" name="Group 28832">
            <a:extLst>
              <a:ext uri="{FF2B5EF4-FFF2-40B4-BE49-F238E27FC236}">
                <a16:creationId xmlns:a16="http://schemas.microsoft.com/office/drawing/2014/main" id="{3A46613E-84FA-D840-3BA5-029EE0915CEA}"/>
              </a:ext>
            </a:extLst>
          </p:cNvPr>
          <p:cNvGrpSpPr/>
          <p:nvPr/>
        </p:nvGrpSpPr>
        <p:grpSpPr>
          <a:xfrm>
            <a:off x="2495264" y="2268163"/>
            <a:ext cx="580320" cy="640440"/>
            <a:chOff x="2495264" y="2268163"/>
            <a:chExt cx="580320" cy="64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8822" name="Ink 28821">
                  <a:extLst>
                    <a:ext uri="{FF2B5EF4-FFF2-40B4-BE49-F238E27FC236}">
                      <a16:creationId xmlns:a16="http://schemas.microsoft.com/office/drawing/2014/main" id="{AB06CA8C-CC94-3C0E-CE3F-A6DF4EF0DCA9}"/>
                    </a:ext>
                  </a:extLst>
                </p14:cNvPr>
                <p14:cNvContentPartPr/>
                <p14:nvPr/>
              </p14:nvContentPartPr>
              <p14:xfrm>
                <a:off x="2500304" y="2268163"/>
                <a:ext cx="134640" cy="582120"/>
              </p14:xfrm>
            </p:contentPart>
          </mc:Choice>
          <mc:Fallback xmlns="">
            <p:pic>
              <p:nvPicPr>
                <p:cNvPr id="28822" name="Ink 28821">
                  <a:extLst>
                    <a:ext uri="{FF2B5EF4-FFF2-40B4-BE49-F238E27FC236}">
                      <a16:creationId xmlns:a16="http://schemas.microsoft.com/office/drawing/2014/main" id="{AB06CA8C-CC94-3C0E-CE3F-A6DF4EF0DCA9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2482664" y="2250163"/>
                  <a:ext cx="170280" cy="61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8823" name="Ink 28822">
                  <a:extLst>
                    <a:ext uri="{FF2B5EF4-FFF2-40B4-BE49-F238E27FC236}">
                      <a16:creationId xmlns:a16="http://schemas.microsoft.com/office/drawing/2014/main" id="{0AC5C87F-3BB3-2353-7366-69769BC074E8}"/>
                    </a:ext>
                  </a:extLst>
                </p14:cNvPr>
                <p14:cNvContentPartPr/>
                <p14:nvPr/>
              </p14:nvContentPartPr>
              <p14:xfrm>
                <a:off x="2495264" y="2316043"/>
                <a:ext cx="580320" cy="592560"/>
              </p14:xfrm>
            </p:contentPart>
          </mc:Choice>
          <mc:Fallback xmlns="">
            <p:pic>
              <p:nvPicPr>
                <p:cNvPr id="28823" name="Ink 28822">
                  <a:extLst>
                    <a:ext uri="{FF2B5EF4-FFF2-40B4-BE49-F238E27FC236}">
                      <a16:creationId xmlns:a16="http://schemas.microsoft.com/office/drawing/2014/main" id="{0AC5C87F-3BB3-2353-7366-69769BC074E8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2477264" y="2298403"/>
                  <a:ext cx="615960" cy="62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832" name="Group 28831">
            <a:extLst>
              <a:ext uri="{FF2B5EF4-FFF2-40B4-BE49-F238E27FC236}">
                <a16:creationId xmlns:a16="http://schemas.microsoft.com/office/drawing/2014/main" id="{1262D1D5-E14E-4664-D43F-59E500B8D972}"/>
              </a:ext>
            </a:extLst>
          </p:cNvPr>
          <p:cNvGrpSpPr/>
          <p:nvPr/>
        </p:nvGrpSpPr>
        <p:grpSpPr>
          <a:xfrm>
            <a:off x="2511104" y="1065763"/>
            <a:ext cx="595440" cy="624240"/>
            <a:chOff x="2511104" y="1065763"/>
            <a:chExt cx="595440" cy="62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8824" name="Ink 28823">
                  <a:extLst>
                    <a:ext uri="{FF2B5EF4-FFF2-40B4-BE49-F238E27FC236}">
                      <a16:creationId xmlns:a16="http://schemas.microsoft.com/office/drawing/2014/main" id="{939174E5-BE48-D35D-B2DE-8843FF2BBDBE}"/>
                    </a:ext>
                  </a:extLst>
                </p14:cNvPr>
                <p14:cNvContentPartPr/>
                <p14:nvPr/>
              </p14:nvContentPartPr>
              <p14:xfrm>
                <a:off x="2511104" y="1171603"/>
                <a:ext cx="87840" cy="518400"/>
              </p14:xfrm>
            </p:contentPart>
          </mc:Choice>
          <mc:Fallback xmlns="">
            <p:pic>
              <p:nvPicPr>
                <p:cNvPr id="28824" name="Ink 28823">
                  <a:extLst>
                    <a:ext uri="{FF2B5EF4-FFF2-40B4-BE49-F238E27FC236}">
                      <a16:creationId xmlns:a16="http://schemas.microsoft.com/office/drawing/2014/main" id="{939174E5-BE48-D35D-B2DE-8843FF2BBDBE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2493464" y="1153603"/>
                  <a:ext cx="123480" cy="55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8825" name="Ink 28824">
                  <a:extLst>
                    <a:ext uri="{FF2B5EF4-FFF2-40B4-BE49-F238E27FC236}">
                      <a16:creationId xmlns:a16="http://schemas.microsoft.com/office/drawing/2014/main" id="{359AE895-AD2F-1360-6211-4D9813227248}"/>
                    </a:ext>
                  </a:extLst>
                </p14:cNvPr>
                <p14:cNvContentPartPr/>
                <p14:nvPr/>
              </p14:nvContentPartPr>
              <p14:xfrm>
                <a:off x="2549624" y="1065763"/>
                <a:ext cx="556920" cy="572040"/>
              </p14:xfrm>
            </p:contentPart>
          </mc:Choice>
          <mc:Fallback xmlns="">
            <p:pic>
              <p:nvPicPr>
                <p:cNvPr id="28825" name="Ink 28824">
                  <a:extLst>
                    <a:ext uri="{FF2B5EF4-FFF2-40B4-BE49-F238E27FC236}">
                      <a16:creationId xmlns:a16="http://schemas.microsoft.com/office/drawing/2014/main" id="{359AE895-AD2F-1360-6211-4D9813227248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2531984" y="1048123"/>
                  <a:ext cx="592560" cy="60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831" name="Group 28830">
            <a:extLst>
              <a:ext uri="{FF2B5EF4-FFF2-40B4-BE49-F238E27FC236}">
                <a16:creationId xmlns:a16="http://schemas.microsoft.com/office/drawing/2014/main" id="{F7C52CC5-98C8-ECA2-84C2-E4750C5C43F0}"/>
              </a:ext>
            </a:extLst>
          </p:cNvPr>
          <p:cNvGrpSpPr/>
          <p:nvPr/>
        </p:nvGrpSpPr>
        <p:grpSpPr>
          <a:xfrm>
            <a:off x="2605064" y="3572443"/>
            <a:ext cx="498600" cy="659520"/>
            <a:chOff x="2605064" y="3572443"/>
            <a:chExt cx="498600" cy="65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8826" name="Ink 28825">
                  <a:extLst>
                    <a:ext uri="{FF2B5EF4-FFF2-40B4-BE49-F238E27FC236}">
                      <a16:creationId xmlns:a16="http://schemas.microsoft.com/office/drawing/2014/main" id="{91BA6795-C4AA-7383-62ED-77C0A7A8852B}"/>
                    </a:ext>
                  </a:extLst>
                </p14:cNvPr>
                <p14:cNvContentPartPr/>
                <p14:nvPr/>
              </p14:nvContentPartPr>
              <p14:xfrm>
                <a:off x="2605064" y="3572443"/>
                <a:ext cx="104400" cy="599400"/>
              </p14:xfrm>
            </p:contentPart>
          </mc:Choice>
          <mc:Fallback xmlns="">
            <p:pic>
              <p:nvPicPr>
                <p:cNvPr id="28826" name="Ink 28825">
                  <a:extLst>
                    <a:ext uri="{FF2B5EF4-FFF2-40B4-BE49-F238E27FC236}">
                      <a16:creationId xmlns:a16="http://schemas.microsoft.com/office/drawing/2014/main" id="{91BA6795-C4AA-7383-62ED-77C0A7A8852B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2587064" y="3554443"/>
                  <a:ext cx="140040" cy="63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8827" name="Ink 28826">
                  <a:extLst>
                    <a:ext uri="{FF2B5EF4-FFF2-40B4-BE49-F238E27FC236}">
                      <a16:creationId xmlns:a16="http://schemas.microsoft.com/office/drawing/2014/main" id="{2EC17637-3C16-B51D-B6F9-49D38CA9316E}"/>
                    </a:ext>
                  </a:extLst>
                </p14:cNvPr>
                <p14:cNvContentPartPr/>
                <p14:nvPr/>
              </p14:nvContentPartPr>
              <p14:xfrm>
                <a:off x="2609384" y="3594763"/>
                <a:ext cx="494280" cy="637200"/>
              </p14:xfrm>
            </p:contentPart>
          </mc:Choice>
          <mc:Fallback xmlns="">
            <p:pic>
              <p:nvPicPr>
                <p:cNvPr id="28827" name="Ink 28826">
                  <a:extLst>
                    <a:ext uri="{FF2B5EF4-FFF2-40B4-BE49-F238E27FC236}">
                      <a16:creationId xmlns:a16="http://schemas.microsoft.com/office/drawing/2014/main" id="{2EC17637-3C16-B51D-B6F9-49D38CA9316E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2591744" y="3577123"/>
                  <a:ext cx="529920" cy="67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830" name="Group 28829">
            <a:extLst>
              <a:ext uri="{FF2B5EF4-FFF2-40B4-BE49-F238E27FC236}">
                <a16:creationId xmlns:a16="http://schemas.microsoft.com/office/drawing/2014/main" id="{E9A69E12-99CD-7E2D-2135-5081074C0D77}"/>
              </a:ext>
            </a:extLst>
          </p:cNvPr>
          <p:cNvGrpSpPr/>
          <p:nvPr/>
        </p:nvGrpSpPr>
        <p:grpSpPr>
          <a:xfrm>
            <a:off x="2429744" y="4840363"/>
            <a:ext cx="731520" cy="743040"/>
            <a:chOff x="2429744" y="4840363"/>
            <a:chExt cx="731520" cy="74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8828" name="Ink 28827">
                  <a:extLst>
                    <a:ext uri="{FF2B5EF4-FFF2-40B4-BE49-F238E27FC236}">
                      <a16:creationId xmlns:a16="http://schemas.microsoft.com/office/drawing/2014/main" id="{7E3AF44B-0FA9-6377-ADDB-53FAC693D32C}"/>
                    </a:ext>
                  </a:extLst>
                </p14:cNvPr>
                <p14:cNvContentPartPr/>
                <p14:nvPr/>
              </p14:nvContentPartPr>
              <p14:xfrm>
                <a:off x="2441264" y="4916683"/>
                <a:ext cx="101160" cy="603360"/>
              </p14:xfrm>
            </p:contentPart>
          </mc:Choice>
          <mc:Fallback xmlns="">
            <p:pic>
              <p:nvPicPr>
                <p:cNvPr id="28828" name="Ink 28827">
                  <a:extLst>
                    <a:ext uri="{FF2B5EF4-FFF2-40B4-BE49-F238E27FC236}">
                      <a16:creationId xmlns:a16="http://schemas.microsoft.com/office/drawing/2014/main" id="{7E3AF44B-0FA9-6377-ADDB-53FAC693D32C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2423264" y="4898683"/>
                  <a:ext cx="136800" cy="63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8829" name="Ink 28828">
                  <a:extLst>
                    <a:ext uri="{FF2B5EF4-FFF2-40B4-BE49-F238E27FC236}">
                      <a16:creationId xmlns:a16="http://schemas.microsoft.com/office/drawing/2014/main" id="{472FE4D9-3205-D843-0524-B53C323A0CDB}"/>
                    </a:ext>
                  </a:extLst>
                </p14:cNvPr>
                <p14:cNvContentPartPr/>
                <p14:nvPr/>
              </p14:nvContentPartPr>
              <p14:xfrm>
                <a:off x="2429744" y="4840363"/>
                <a:ext cx="731520" cy="743040"/>
              </p14:xfrm>
            </p:contentPart>
          </mc:Choice>
          <mc:Fallback xmlns="">
            <p:pic>
              <p:nvPicPr>
                <p:cNvPr id="28829" name="Ink 28828">
                  <a:extLst>
                    <a:ext uri="{FF2B5EF4-FFF2-40B4-BE49-F238E27FC236}">
                      <a16:creationId xmlns:a16="http://schemas.microsoft.com/office/drawing/2014/main" id="{472FE4D9-3205-D843-0524-B53C323A0CDB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2412104" y="4822363"/>
                  <a:ext cx="767160" cy="7786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524030C0-9075-34B2-6C72-9C130E9B01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3174" y="29009"/>
            <a:ext cx="8826500" cy="867930"/>
          </a:xfrm>
        </p:spPr>
        <p:txBody>
          <a:bodyPr>
            <a:spAutoFit/>
          </a:bodyPr>
          <a:lstStyle/>
          <a:p>
            <a:pPr eaLnBrk="1" hangingPunct="1"/>
            <a:r>
              <a:rPr lang="en-US" altLang="en-US" sz="2800" i="1" dirty="0"/>
              <a:t>Quantitative I</a:t>
            </a:r>
            <a:r>
              <a:rPr lang="en-US" altLang="en-US" sz="2800" i="1" baseline="-25000" dirty="0"/>
              <a:t>D</a:t>
            </a:r>
            <a:r>
              <a:rPr lang="en-US" altLang="en-US" sz="2800" i="1" dirty="0"/>
              <a:t>-V</a:t>
            </a:r>
            <a:r>
              <a:rPr lang="en-US" altLang="en-US" sz="2800" i="1" baseline="-25000" dirty="0"/>
              <a:t>DS</a:t>
            </a:r>
            <a:r>
              <a:rPr lang="en-US" altLang="en-US" sz="2800" i="1" dirty="0"/>
              <a:t> Relationships – 1</a:t>
            </a:r>
            <a:r>
              <a:rPr lang="en-US" altLang="en-US" sz="2800" i="1" baseline="30000" dirty="0"/>
              <a:t>st</a:t>
            </a:r>
            <a:r>
              <a:rPr lang="en-US" altLang="en-US" sz="2800" i="1" dirty="0"/>
              <a:t> attempt</a:t>
            </a:r>
            <a:br>
              <a:rPr lang="en-US" altLang="en-US" sz="2800" i="1" dirty="0"/>
            </a:br>
            <a:r>
              <a:rPr lang="en-US" altLang="en-US" sz="2800" i="1" dirty="0"/>
              <a:t>“Square Law”</a:t>
            </a:r>
          </a:p>
        </p:txBody>
      </p:sp>
      <p:graphicFrame>
        <p:nvGraphicFramePr>
          <p:cNvPr id="35844" name="Object 4">
            <a:extLst>
              <a:ext uri="{FF2B5EF4-FFF2-40B4-BE49-F238E27FC236}">
                <a16:creationId xmlns:a16="http://schemas.microsoft.com/office/drawing/2014/main" id="{564BD821-277C-C71A-06FC-673612FA4D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26225" y="1727200"/>
          <a:ext cx="195580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91726" imgH="241195" progId="Equation.3">
                  <p:embed/>
                </p:oleObj>
              </mc:Choice>
              <mc:Fallback>
                <p:oleObj name="Equation" r:id="rId2" imgW="1091726" imgH="241195" progId="Equation.3">
                  <p:embed/>
                  <p:pic>
                    <p:nvPicPr>
                      <p:cNvPr id="35844" name="Object 4">
                        <a:extLst>
                          <a:ext uri="{FF2B5EF4-FFF2-40B4-BE49-F238E27FC236}">
                            <a16:creationId xmlns:a16="http://schemas.microsoft.com/office/drawing/2014/main" id="{564BD821-277C-C71A-06FC-673612FA4D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6225" y="1727200"/>
                        <a:ext cx="1955800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5" name="Object 5">
            <a:extLst>
              <a:ext uri="{FF2B5EF4-FFF2-40B4-BE49-F238E27FC236}">
                <a16:creationId xmlns:a16="http://schemas.microsoft.com/office/drawing/2014/main" id="{9B733361-6245-88A3-E066-E6B2F9C25D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28126" y="1727200"/>
          <a:ext cx="923925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45863" imgH="228501" progId="Equation.3">
                  <p:embed/>
                </p:oleObj>
              </mc:Choice>
              <mc:Fallback>
                <p:oleObj name="Equation" r:id="rId4" imgW="545863" imgH="228501" progId="Equation.3">
                  <p:embed/>
                  <p:pic>
                    <p:nvPicPr>
                      <p:cNvPr id="35845" name="Object 5">
                        <a:extLst>
                          <a:ext uri="{FF2B5EF4-FFF2-40B4-BE49-F238E27FC236}">
                            <a16:creationId xmlns:a16="http://schemas.microsoft.com/office/drawing/2014/main" id="{9B733361-6245-88A3-E066-E6B2F9C25D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8126" y="1727200"/>
                        <a:ext cx="923925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6" name="Text Box 6">
            <a:extLst>
              <a:ext uri="{FF2B5EF4-FFF2-40B4-BE49-F238E27FC236}">
                <a16:creationId xmlns:a16="http://schemas.microsoft.com/office/drawing/2014/main" id="{356E2B5E-0679-990B-F472-6524292E18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3139" y="1651000"/>
            <a:ext cx="268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;</a:t>
            </a:r>
          </a:p>
        </p:txBody>
      </p:sp>
      <p:sp>
        <p:nvSpPr>
          <p:cNvPr id="35847" name="Text Box 7">
            <a:extLst>
              <a:ext uri="{FF2B5EF4-FFF2-40B4-BE49-F238E27FC236}">
                <a16:creationId xmlns:a16="http://schemas.microsoft.com/office/drawing/2014/main" id="{086137D6-9045-BC3F-3944-C9C4C009BC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7863" y="2298700"/>
            <a:ext cx="84328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i="1" dirty="0">
                <a:solidFill>
                  <a:schemeClr val="accent2"/>
                </a:solidFill>
              </a:rPr>
              <a:t>I</a:t>
            </a:r>
            <a:r>
              <a:rPr lang="en-US" altLang="en-US" sz="2400" baseline="-25000" dirty="0">
                <a:solidFill>
                  <a:schemeClr val="accent2"/>
                </a:solidFill>
              </a:rPr>
              <a:t>D</a:t>
            </a:r>
            <a:r>
              <a:rPr lang="en-US" altLang="en-US" sz="2400" dirty="0">
                <a:solidFill>
                  <a:schemeClr val="accent2"/>
                </a:solidFill>
              </a:rPr>
              <a:t> will increase as </a:t>
            </a:r>
            <a:r>
              <a:rPr lang="en-US" altLang="en-US" sz="2400" i="1" dirty="0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>
                <a:solidFill>
                  <a:schemeClr val="accent2"/>
                </a:solidFill>
              </a:rPr>
              <a:t>DS</a:t>
            </a:r>
            <a:r>
              <a:rPr lang="en-US" altLang="en-US" sz="2400" dirty="0">
                <a:solidFill>
                  <a:schemeClr val="accent2"/>
                </a:solidFill>
              </a:rPr>
              <a:t> is increased, but when </a:t>
            </a:r>
            <a:r>
              <a:rPr lang="en-US" altLang="en-US" sz="2400" i="1" dirty="0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>
                <a:solidFill>
                  <a:schemeClr val="accent2"/>
                </a:solidFill>
              </a:rPr>
              <a:t>G </a:t>
            </a:r>
            <a:r>
              <a:rPr lang="en-US" altLang="en-US" sz="2400" dirty="0">
                <a:solidFill>
                  <a:schemeClr val="accent2"/>
                </a:solidFill>
              </a:rPr>
              <a:t>– </a:t>
            </a:r>
            <a:r>
              <a:rPr lang="en-US" altLang="en-US" sz="2400" i="1" dirty="0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>
                <a:solidFill>
                  <a:schemeClr val="accent2"/>
                </a:solidFill>
              </a:rPr>
              <a:t>DS </a:t>
            </a:r>
            <a:r>
              <a:rPr lang="en-US" altLang="en-US" sz="2400" dirty="0">
                <a:solidFill>
                  <a:schemeClr val="accent2"/>
                </a:solidFill>
              </a:rPr>
              <a:t>= </a:t>
            </a:r>
            <a:r>
              <a:rPr lang="en-US" altLang="en-US" sz="2400" i="1" dirty="0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>
                <a:solidFill>
                  <a:schemeClr val="accent2"/>
                </a:solidFill>
              </a:rPr>
              <a:t>T</a:t>
            </a:r>
            <a:r>
              <a:rPr lang="en-US" altLang="en-US" sz="2400" dirty="0">
                <a:solidFill>
                  <a:schemeClr val="accent2"/>
                </a:solidFill>
              </a:rPr>
              <a:t>, pinch-off occurs, and current saturates when </a:t>
            </a:r>
            <a:r>
              <a:rPr lang="en-US" altLang="en-US" sz="2400" i="1" dirty="0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>
                <a:solidFill>
                  <a:schemeClr val="accent2"/>
                </a:solidFill>
              </a:rPr>
              <a:t>DS</a:t>
            </a:r>
            <a:r>
              <a:rPr lang="en-US" altLang="en-US" sz="2400" dirty="0">
                <a:solidFill>
                  <a:schemeClr val="accent2"/>
                </a:solidFill>
              </a:rPr>
              <a:t> is increased further. This value of </a:t>
            </a:r>
            <a:r>
              <a:rPr lang="en-US" altLang="en-US" sz="2400" i="1" dirty="0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>
                <a:solidFill>
                  <a:schemeClr val="accent2"/>
                </a:solidFill>
              </a:rPr>
              <a:t>DS</a:t>
            </a:r>
            <a:r>
              <a:rPr lang="en-US" altLang="en-US" sz="2400" dirty="0">
                <a:solidFill>
                  <a:schemeClr val="accent2"/>
                </a:solidFill>
              </a:rPr>
              <a:t> is called </a:t>
            </a:r>
            <a:r>
              <a:rPr lang="en-US" altLang="en-US" sz="2400" i="1" dirty="0" err="1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 err="1">
                <a:solidFill>
                  <a:schemeClr val="accent2"/>
                </a:solidFill>
              </a:rPr>
              <a:t>DS,sat</a:t>
            </a:r>
            <a:r>
              <a:rPr lang="en-US" altLang="en-US" sz="2400" dirty="0">
                <a:solidFill>
                  <a:schemeClr val="accent2"/>
                </a:solidFill>
              </a:rPr>
              <a:t>. i.e., </a:t>
            </a:r>
            <a:r>
              <a:rPr lang="en-US" altLang="en-US" sz="2400" i="1" dirty="0" err="1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 err="1">
                <a:solidFill>
                  <a:schemeClr val="accent2"/>
                </a:solidFill>
              </a:rPr>
              <a:t>DS,sat</a:t>
            </a:r>
            <a:r>
              <a:rPr lang="en-US" altLang="en-US" sz="2400" baseline="-25000" dirty="0">
                <a:solidFill>
                  <a:schemeClr val="accent2"/>
                </a:solidFill>
              </a:rPr>
              <a:t> </a:t>
            </a:r>
            <a:r>
              <a:rPr lang="en-US" altLang="en-US" sz="2400" dirty="0">
                <a:solidFill>
                  <a:schemeClr val="accent2"/>
                </a:solidFill>
              </a:rPr>
              <a:t>= </a:t>
            </a:r>
            <a:r>
              <a:rPr lang="en-US" altLang="en-US" sz="2400" i="1" dirty="0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>
                <a:solidFill>
                  <a:schemeClr val="accent2"/>
                </a:solidFill>
              </a:rPr>
              <a:t>G </a:t>
            </a:r>
            <a:r>
              <a:rPr lang="en-US" altLang="en-US" sz="2400" dirty="0">
                <a:solidFill>
                  <a:schemeClr val="accent2"/>
                </a:solidFill>
              </a:rPr>
              <a:t>– </a:t>
            </a:r>
            <a:r>
              <a:rPr lang="en-US" altLang="en-US" sz="2400" i="1" dirty="0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>
                <a:solidFill>
                  <a:schemeClr val="accent2"/>
                </a:solidFill>
              </a:rPr>
              <a:t>T</a:t>
            </a:r>
            <a:r>
              <a:rPr lang="en-US" altLang="en-US" sz="2400" dirty="0">
                <a:solidFill>
                  <a:schemeClr val="accent2"/>
                </a:solidFill>
              </a:rPr>
              <a:t> and the current when </a:t>
            </a:r>
            <a:r>
              <a:rPr lang="en-US" altLang="en-US" sz="2400" i="1" dirty="0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>
                <a:solidFill>
                  <a:schemeClr val="accent2"/>
                </a:solidFill>
              </a:rPr>
              <a:t>DS</a:t>
            </a:r>
            <a:r>
              <a:rPr lang="en-US" altLang="en-US" sz="2400" dirty="0">
                <a:solidFill>
                  <a:schemeClr val="accent2"/>
                </a:solidFill>
              </a:rPr>
              <a:t>= </a:t>
            </a:r>
            <a:r>
              <a:rPr lang="en-US" altLang="en-US" sz="2400" i="1" dirty="0" err="1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 err="1">
                <a:solidFill>
                  <a:schemeClr val="accent2"/>
                </a:solidFill>
              </a:rPr>
              <a:t>DS,sat</a:t>
            </a:r>
            <a:r>
              <a:rPr lang="en-US" altLang="en-US" sz="2400" dirty="0">
                <a:solidFill>
                  <a:schemeClr val="accent2"/>
                </a:solidFill>
              </a:rPr>
              <a:t> is called </a:t>
            </a:r>
            <a:r>
              <a:rPr lang="en-US" altLang="en-US" sz="2400" i="1" dirty="0" err="1">
                <a:solidFill>
                  <a:schemeClr val="accent2"/>
                </a:solidFill>
              </a:rPr>
              <a:t>I</a:t>
            </a:r>
            <a:r>
              <a:rPr lang="en-US" altLang="en-US" sz="2400" baseline="-25000" dirty="0" err="1">
                <a:solidFill>
                  <a:schemeClr val="accent2"/>
                </a:solidFill>
              </a:rPr>
              <a:t>DS,sat</a:t>
            </a:r>
            <a:r>
              <a:rPr lang="en-US" altLang="en-US" sz="2400" dirty="0">
                <a:solidFill>
                  <a:schemeClr val="accent2"/>
                </a:solidFill>
              </a:rPr>
              <a:t>. </a:t>
            </a:r>
          </a:p>
        </p:txBody>
      </p:sp>
      <p:graphicFrame>
        <p:nvGraphicFramePr>
          <p:cNvPr id="35849" name="Object 9">
            <a:extLst>
              <a:ext uri="{FF2B5EF4-FFF2-40B4-BE49-F238E27FC236}">
                <a16:creationId xmlns:a16="http://schemas.microsoft.com/office/drawing/2014/main" id="{C267D642-00B9-CFD0-93F9-BE32846306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48463" y="4578350"/>
          <a:ext cx="1535112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99753" imgH="241195" progId="Equation.3">
                  <p:embed/>
                </p:oleObj>
              </mc:Choice>
              <mc:Fallback>
                <p:oleObj name="Equation" r:id="rId6" imgW="799753" imgH="241195" progId="Equation.3">
                  <p:embed/>
                  <p:pic>
                    <p:nvPicPr>
                      <p:cNvPr id="35849" name="Object 9">
                        <a:extLst>
                          <a:ext uri="{FF2B5EF4-FFF2-40B4-BE49-F238E27FC236}">
                            <a16:creationId xmlns:a16="http://schemas.microsoft.com/office/drawing/2014/main" id="{C267D642-00B9-CFD0-93F9-BE32846306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8463" y="4578350"/>
                        <a:ext cx="1535112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0" name="Object 10">
            <a:extLst>
              <a:ext uri="{FF2B5EF4-FFF2-40B4-BE49-F238E27FC236}">
                <a16:creationId xmlns:a16="http://schemas.microsoft.com/office/drawing/2014/main" id="{8E9B3FDA-991A-6111-9591-1FAB9FC8D6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64613" y="4546600"/>
          <a:ext cx="108743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45863" imgH="228501" progId="Equation.3">
                  <p:embed/>
                </p:oleObj>
              </mc:Choice>
              <mc:Fallback>
                <p:oleObj name="Equation" r:id="rId8" imgW="545863" imgH="228501" progId="Equation.3">
                  <p:embed/>
                  <p:pic>
                    <p:nvPicPr>
                      <p:cNvPr id="35850" name="Object 10">
                        <a:extLst>
                          <a:ext uri="{FF2B5EF4-FFF2-40B4-BE49-F238E27FC236}">
                            <a16:creationId xmlns:a16="http://schemas.microsoft.com/office/drawing/2014/main" id="{8E9B3FDA-991A-6111-9591-1FAB9FC8D6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64613" y="4546600"/>
                        <a:ext cx="108743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1" name="Text Box 11">
            <a:extLst>
              <a:ext uri="{FF2B5EF4-FFF2-40B4-BE49-F238E27FC236}">
                <a16:creationId xmlns:a16="http://schemas.microsoft.com/office/drawing/2014/main" id="{25031D5A-B52F-91AA-B2A2-9C90B75D2B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5039" y="4505325"/>
            <a:ext cx="268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;</a:t>
            </a:r>
          </a:p>
        </p:txBody>
      </p:sp>
      <p:sp>
        <p:nvSpPr>
          <p:cNvPr id="35852" name="Text Box 12">
            <a:extLst>
              <a:ext uri="{FF2B5EF4-FFF2-40B4-BE49-F238E27FC236}">
                <a16:creationId xmlns:a16="http://schemas.microsoft.com/office/drawing/2014/main" id="{1BEF5884-3087-0773-BED3-7D924F21B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8364" y="5470525"/>
            <a:ext cx="7966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accent2"/>
                </a:solidFill>
              </a:rPr>
              <a:t>Here, </a:t>
            </a:r>
            <a:r>
              <a:rPr lang="en-US" altLang="en-US" sz="2400" i="1">
                <a:solidFill>
                  <a:schemeClr val="accent2"/>
                </a:solidFill>
              </a:rPr>
              <a:t>C</a:t>
            </a:r>
            <a:r>
              <a:rPr lang="en-US" altLang="en-US" sz="2400" baseline="-25000">
                <a:solidFill>
                  <a:schemeClr val="accent2"/>
                </a:solidFill>
              </a:rPr>
              <a:t>ox</a:t>
            </a:r>
            <a:r>
              <a:rPr lang="en-US" altLang="en-US" sz="2400">
                <a:solidFill>
                  <a:schemeClr val="accent2"/>
                </a:solidFill>
              </a:rPr>
              <a:t> is the oxide capacitance per unit area, </a:t>
            </a:r>
            <a:r>
              <a:rPr lang="en-US" altLang="en-US" sz="2400" i="1">
                <a:solidFill>
                  <a:schemeClr val="accent2"/>
                </a:solidFill>
              </a:rPr>
              <a:t>C</a:t>
            </a:r>
            <a:r>
              <a:rPr lang="en-US" altLang="en-US" sz="2400" baseline="-25000">
                <a:solidFill>
                  <a:schemeClr val="accent2"/>
                </a:solidFill>
              </a:rPr>
              <a:t>ox </a:t>
            </a:r>
            <a:r>
              <a:rPr lang="en-US" altLang="en-US" sz="2400">
                <a:solidFill>
                  <a:schemeClr val="accent2"/>
                </a:solidFill>
              </a:rPr>
              <a:t>= </a:t>
            </a:r>
            <a:r>
              <a:rPr lang="en-US" altLang="en-US" sz="2400">
                <a:solidFill>
                  <a:schemeClr val="accent2"/>
                </a:solidFill>
                <a:sym typeface="Symbol" panose="05050102010706020507" pitchFamily="18" charset="2"/>
              </a:rPr>
              <a:t></a:t>
            </a:r>
            <a:r>
              <a:rPr lang="en-US" altLang="en-US" sz="2400" baseline="-25000">
                <a:solidFill>
                  <a:schemeClr val="accent2"/>
                </a:solidFill>
                <a:sym typeface="Symbol" panose="05050102010706020507" pitchFamily="18" charset="2"/>
              </a:rPr>
              <a:t>ox </a:t>
            </a:r>
            <a:r>
              <a:rPr lang="en-US" altLang="en-US" sz="2400">
                <a:solidFill>
                  <a:schemeClr val="accent2"/>
                </a:solidFill>
                <a:sym typeface="Symbol" panose="05050102010706020507" pitchFamily="18" charset="2"/>
              </a:rPr>
              <a:t>/ </a:t>
            </a:r>
            <a:r>
              <a:rPr lang="en-US" altLang="en-US" sz="2400" i="1">
                <a:solidFill>
                  <a:schemeClr val="accent2"/>
                </a:solidFill>
                <a:sym typeface="Symbol" panose="05050102010706020507" pitchFamily="18" charset="2"/>
              </a:rPr>
              <a:t>x</a:t>
            </a:r>
            <a:r>
              <a:rPr lang="en-US" altLang="en-US" sz="2400" baseline="-25000">
                <a:solidFill>
                  <a:schemeClr val="accent2"/>
                </a:solidFill>
                <a:sym typeface="Symbol" panose="05050102010706020507" pitchFamily="18" charset="2"/>
              </a:rPr>
              <a:t>ox</a:t>
            </a:r>
            <a:endParaRPr lang="en-US" altLang="en-US" sz="2400"/>
          </a:p>
        </p:txBody>
      </p:sp>
      <p:pic>
        <p:nvPicPr>
          <p:cNvPr id="2" name="Picture 1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B1B1F43D-AE23-D849-0BEA-508DEEE10AD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84" t="60496" r="29705" b="16430"/>
          <a:stretch>
            <a:fillRect/>
          </a:stretch>
        </p:blipFill>
        <p:spPr>
          <a:xfrm>
            <a:off x="2570530" y="4272325"/>
            <a:ext cx="3679091" cy="983887"/>
          </a:xfrm>
          <a:prstGeom prst="rect">
            <a:avLst/>
          </a:prstGeom>
        </p:spPr>
      </p:pic>
      <p:pic>
        <p:nvPicPr>
          <p:cNvPr id="3" name="Picture 2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32D7BE50-5440-88C1-6061-68CD44B1C6B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31" t="22716" r="24669" b="58675"/>
          <a:stretch>
            <a:fillRect/>
          </a:stretch>
        </p:blipFill>
        <p:spPr>
          <a:xfrm>
            <a:off x="2408556" y="1539028"/>
            <a:ext cx="4003040" cy="681144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5B56528-E789-9EB0-6FB6-327E583A8C0F}"/>
              </a:ext>
            </a:extLst>
          </p:cNvPr>
          <p:cNvGrpSpPr/>
          <p:nvPr/>
        </p:nvGrpSpPr>
        <p:grpSpPr>
          <a:xfrm>
            <a:off x="7583144" y="2231803"/>
            <a:ext cx="1837440" cy="627840"/>
            <a:chOff x="7583144" y="2231803"/>
            <a:chExt cx="1837440" cy="62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BF1F609-8870-3E54-32D8-2D494E269A0B}"/>
                    </a:ext>
                  </a:extLst>
                </p14:cNvPr>
                <p14:cNvContentPartPr/>
                <p14:nvPr/>
              </p14:nvContentPartPr>
              <p14:xfrm>
                <a:off x="7583144" y="2266723"/>
                <a:ext cx="112320" cy="5389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BF1F609-8870-3E54-32D8-2D494E269A0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565504" y="2248723"/>
                  <a:ext cx="147960" cy="57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56794F1-C0CC-A442-EF2F-F2489DB5BB2B}"/>
                    </a:ext>
                  </a:extLst>
                </p14:cNvPr>
                <p14:cNvContentPartPr/>
                <p14:nvPr/>
              </p14:nvContentPartPr>
              <p14:xfrm>
                <a:off x="7594664" y="2231803"/>
                <a:ext cx="1825920" cy="6278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56794F1-C0CC-A442-EF2F-F2489DB5BB2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577024" y="2214163"/>
                  <a:ext cx="1861560" cy="66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5B93EB-91F3-3888-B124-9F455714B54D}"/>
              </a:ext>
            </a:extLst>
          </p:cNvPr>
          <p:cNvGrpSpPr/>
          <p:nvPr/>
        </p:nvGrpSpPr>
        <p:grpSpPr>
          <a:xfrm>
            <a:off x="4309304" y="632683"/>
            <a:ext cx="4164480" cy="1150560"/>
            <a:chOff x="4309304" y="632683"/>
            <a:chExt cx="4164480" cy="115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FFA0AAD-5E71-A185-D5BC-69CA2E6430FB}"/>
                    </a:ext>
                  </a:extLst>
                </p14:cNvPr>
                <p14:cNvContentPartPr/>
                <p14:nvPr/>
              </p14:nvContentPartPr>
              <p14:xfrm>
                <a:off x="4828064" y="963163"/>
                <a:ext cx="297000" cy="5144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FFA0AAD-5E71-A185-D5BC-69CA2E6430F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810064" y="945163"/>
                  <a:ext cx="332640" cy="55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9A25CEF-352B-DF21-6CE3-F1332C5DBBFD}"/>
                    </a:ext>
                  </a:extLst>
                </p14:cNvPr>
                <p14:cNvContentPartPr/>
                <p14:nvPr/>
              </p14:nvContentPartPr>
              <p14:xfrm>
                <a:off x="5279144" y="1321363"/>
                <a:ext cx="226800" cy="272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9A25CEF-352B-DF21-6CE3-F1332C5DBBF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261144" y="1303363"/>
                  <a:ext cx="26244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6E08E5C-3A00-35BC-E852-6A2073347A59}"/>
                    </a:ext>
                  </a:extLst>
                </p14:cNvPr>
                <p14:cNvContentPartPr/>
                <p14:nvPr/>
              </p14:nvContentPartPr>
              <p14:xfrm>
                <a:off x="5643824" y="1310203"/>
                <a:ext cx="141120" cy="275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6E08E5C-3A00-35BC-E852-6A2073347A5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625824" y="1292203"/>
                  <a:ext cx="17676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7A62652-4C90-0E4D-A527-A8A7A6475A18}"/>
                    </a:ext>
                  </a:extLst>
                </p14:cNvPr>
                <p14:cNvContentPartPr/>
                <p14:nvPr/>
              </p14:nvContentPartPr>
              <p14:xfrm>
                <a:off x="5930384" y="1343683"/>
                <a:ext cx="169920" cy="381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7A62652-4C90-0E4D-A527-A8A7A6475A1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912744" y="1325683"/>
                  <a:ext cx="2055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20ABA66-ACB9-9C4A-C589-C205A13A34C2}"/>
                    </a:ext>
                  </a:extLst>
                </p14:cNvPr>
                <p14:cNvContentPartPr/>
                <p14:nvPr/>
              </p14:nvContentPartPr>
              <p14:xfrm>
                <a:off x="6193544" y="1040923"/>
                <a:ext cx="265680" cy="385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20ABA66-ACB9-9C4A-C589-C205A13A34C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175904" y="1023283"/>
                  <a:ext cx="30132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ABB393F-8624-95BE-D758-134E9C62467E}"/>
                    </a:ext>
                  </a:extLst>
                </p14:cNvPr>
                <p14:cNvContentPartPr/>
                <p14:nvPr/>
              </p14:nvContentPartPr>
              <p14:xfrm>
                <a:off x="6628784" y="1301203"/>
                <a:ext cx="45720" cy="195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ABB393F-8624-95BE-D758-134E9C62467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610784" y="1283563"/>
                  <a:ext cx="813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BE16095-8201-D991-77AD-278B32AACFB3}"/>
                    </a:ext>
                  </a:extLst>
                </p14:cNvPr>
                <p14:cNvContentPartPr/>
                <p14:nvPr/>
              </p14:nvContentPartPr>
              <p14:xfrm>
                <a:off x="6642104" y="1302643"/>
                <a:ext cx="139320" cy="2228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BE16095-8201-D991-77AD-278B32AACFB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624464" y="1284643"/>
                  <a:ext cx="1749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2CF018C-01DC-10B8-B647-17C48E73376F}"/>
                    </a:ext>
                  </a:extLst>
                </p14:cNvPr>
                <p14:cNvContentPartPr/>
                <p14:nvPr/>
              </p14:nvContentPartPr>
              <p14:xfrm>
                <a:off x="6968264" y="1267003"/>
                <a:ext cx="4320" cy="108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2CF018C-01DC-10B8-B647-17C48E73376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950264" y="1249003"/>
                  <a:ext cx="399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C3503B8-CE4D-2F9B-9E75-C16A31052F3A}"/>
                    </a:ext>
                  </a:extLst>
                </p14:cNvPr>
                <p14:cNvContentPartPr/>
                <p14:nvPr/>
              </p14:nvContentPartPr>
              <p14:xfrm>
                <a:off x="6893024" y="1290043"/>
                <a:ext cx="140040" cy="1724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C3503B8-CE4D-2F9B-9E75-C16A31052F3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875024" y="1272403"/>
                  <a:ext cx="1756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64DB444-553B-A715-ADC9-FE9C25E30CA3}"/>
                    </a:ext>
                  </a:extLst>
                </p14:cNvPr>
                <p14:cNvContentPartPr/>
                <p14:nvPr/>
              </p14:nvContentPartPr>
              <p14:xfrm>
                <a:off x="7223864" y="1256563"/>
                <a:ext cx="80280" cy="237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64DB444-553B-A715-ADC9-FE9C25E30CA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205864" y="1238923"/>
                  <a:ext cx="1159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0D240E3-BA8A-D0AA-2FDF-CD32948CEB30}"/>
                    </a:ext>
                  </a:extLst>
                </p14:cNvPr>
                <p14:cNvContentPartPr/>
                <p14:nvPr/>
              </p14:nvContentPartPr>
              <p14:xfrm>
                <a:off x="7235024" y="1325323"/>
                <a:ext cx="88200" cy="316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0D240E3-BA8A-D0AA-2FDF-CD32948CEB3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217384" y="1307683"/>
                  <a:ext cx="12384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F620E0A-77C3-750A-284B-9B3E5489DA62}"/>
                    </a:ext>
                  </a:extLst>
                </p14:cNvPr>
                <p14:cNvContentPartPr/>
                <p14:nvPr/>
              </p14:nvContentPartPr>
              <p14:xfrm>
                <a:off x="7497464" y="914563"/>
                <a:ext cx="198000" cy="384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F620E0A-77C3-750A-284B-9B3E5489DA6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479824" y="896923"/>
                  <a:ext cx="23364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AF70B4F-5978-3872-B93A-BE7D1A98CAB0}"/>
                    </a:ext>
                  </a:extLst>
                </p14:cNvPr>
                <p14:cNvContentPartPr/>
                <p14:nvPr/>
              </p14:nvContentPartPr>
              <p14:xfrm>
                <a:off x="7816064" y="1173403"/>
                <a:ext cx="132840" cy="349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AF70B4F-5978-3872-B93A-BE7D1A98CAB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798424" y="1155403"/>
                  <a:ext cx="1684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D45EF9E-11B4-2688-EC2F-FF71FFAC3D5D}"/>
                    </a:ext>
                  </a:extLst>
                </p14:cNvPr>
                <p14:cNvContentPartPr/>
                <p14:nvPr/>
              </p14:nvContentPartPr>
              <p14:xfrm>
                <a:off x="7862144" y="1197883"/>
                <a:ext cx="34920" cy="1148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D45EF9E-11B4-2688-EC2F-FF71FFAC3D5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844504" y="1180243"/>
                  <a:ext cx="7056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7A6880B-5B50-7B24-E44B-6194A09D424E}"/>
                    </a:ext>
                  </a:extLst>
                </p14:cNvPr>
                <p14:cNvContentPartPr/>
                <p14:nvPr/>
              </p14:nvContentPartPr>
              <p14:xfrm>
                <a:off x="4309304" y="632683"/>
                <a:ext cx="4164480" cy="10933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7A6880B-5B50-7B24-E44B-6194A09D424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291664" y="614683"/>
                  <a:ext cx="4200120" cy="11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5A42C3D-EF1F-3792-5B7B-8764A34DE690}"/>
                    </a:ext>
                  </a:extLst>
                </p14:cNvPr>
                <p14:cNvContentPartPr/>
                <p14:nvPr/>
              </p14:nvContentPartPr>
              <p14:xfrm>
                <a:off x="4634384" y="923203"/>
                <a:ext cx="154080" cy="8600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5A42C3D-EF1F-3792-5B7B-8764A34DE69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616384" y="905563"/>
                  <a:ext cx="189720" cy="8956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47079780-1E60-9A6B-DE5D-DC910A03E7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772400" cy="590931"/>
          </a:xfrm>
        </p:spPr>
        <p:txBody>
          <a:bodyPr anchor="t">
            <a:spAutoFit/>
          </a:bodyPr>
          <a:lstStyle/>
          <a:p>
            <a:pPr eaLnBrk="1" hangingPunct="1"/>
            <a:r>
              <a:rPr lang="en-US" altLang="en-US" sz="3600" i="1" dirty="0"/>
              <a:t>I</a:t>
            </a:r>
            <a:r>
              <a:rPr lang="en-US" altLang="en-US" sz="3600" i="1" baseline="-25000" dirty="0"/>
              <a:t>D</a:t>
            </a:r>
            <a:r>
              <a:rPr lang="en-US" altLang="en-US" sz="3600" i="1" dirty="0"/>
              <a:t>-V</a:t>
            </a:r>
            <a:r>
              <a:rPr lang="en-US" altLang="en-US" sz="3600" i="1" baseline="-25000" dirty="0"/>
              <a:t>DS </a:t>
            </a:r>
            <a:r>
              <a:rPr lang="en-US" altLang="en-US" sz="3600" i="1" dirty="0"/>
              <a:t> characteristics for n-MOSFET</a:t>
            </a:r>
          </a:p>
        </p:txBody>
      </p:sp>
      <p:pic>
        <p:nvPicPr>
          <p:cNvPr id="31747" name="Picture 3">
            <a:extLst>
              <a:ext uri="{FF2B5EF4-FFF2-40B4-BE49-F238E27FC236}">
                <a16:creationId xmlns:a16="http://schemas.microsoft.com/office/drawing/2014/main" id="{4A7F44B8-310D-CE04-59E2-586F514991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9" r="4289" b="14951"/>
          <a:stretch>
            <a:fillRect/>
          </a:stretch>
        </p:blipFill>
        <p:spPr bwMode="auto">
          <a:xfrm>
            <a:off x="2895600" y="1470026"/>
            <a:ext cx="6324600" cy="455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8" name="AutoShape 4">
            <a:extLst>
              <a:ext uri="{FF2B5EF4-FFF2-40B4-BE49-F238E27FC236}">
                <a16:creationId xmlns:a16="http://schemas.microsoft.com/office/drawing/2014/main" id="{84B1BA75-81F5-EF6A-9395-EE4DB770F733}"/>
              </a:ext>
            </a:extLst>
          </p:cNvPr>
          <p:cNvSpPr>
            <a:spLocks/>
          </p:cNvSpPr>
          <p:nvPr/>
        </p:nvSpPr>
        <p:spPr bwMode="auto">
          <a:xfrm rot="16200000">
            <a:off x="6019800" y="1174750"/>
            <a:ext cx="381000" cy="2362200"/>
          </a:xfrm>
          <a:prstGeom prst="rightBrace">
            <a:avLst>
              <a:gd name="adj1" fmla="val 51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1749" name="AutoShape 5">
            <a:extLst>
              <a:ext uri="{FF2B5EF4-FFF2-40B4-BE49-F238E27FC236}">
                <a16:creationId xmlns:a16="http://schemas.microsoft.com/office/drawing/2014/main" id="{A406EB6D-41E3-58D2-DAF1-3AA8772362A5}"/>
              </a:ext>
            </a:extLst>
          </p:cNvPr>
          <p:cNvSpPr>
            <a:spLocks/>
          </p:cNvSpPr>
          <p:nvPr/>
        </p:nvSpPr>
        <p:spPr bwMode="auto">
          <a:xfrm rot="16200000">
            <a:off x="4076700" y="1746250"/>
            <a:ext cx="228600" cy="13716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1750" name="Text Box 6">
            <a:extLst>
              <a:ext uri="{FF2B5EF4-FFF2-40B4-BE49-F238E27FC236}">
                <a16:creationId xmlns:a16="http://schemas.microsoft.com/office/drawing/2014/main" id="{9313BA47-C8CA-1D61-C271-07AF8E4AB3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0700" y="1470026"/>
            <a:ext cx="12255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accent2"/>
                </a:solidFill>
              </a:rPr>
              <a:t>Saturation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accent2"/>
                </a:solidFill>
              </a:rPr>
              <a:t>region</a:t>
            </a:r>
            <a:endParaRPr lang="en-US" altLang="en-US" sz="2000"/>
          </a:p>
        </p:txBody>
      </p:sp>
      <p:sp>
        <p:nvSpPr>
          <p:cNvPr id="31751" name="Text Box 7">
            <a:extLst>
              <a:ext uri="{FF2B5EF4-FFF2-40B4-BE49-F238E27FC236}">
                <a16:creationId xmlns:a16="http://schemas.microsoft.com/office/drawing/2014/main" id="{ED1EF211-A8E4-028C-3CA4-EC7BE39D27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2850" y="1555751"/>
            <a:ext cx="84613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accent2"/>
                </a:solidFill>
              </a:rPr>
              <a:t>Linear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accent2"/>
                </a:solidFill>
              </a:rPr>
              <a:t>region</a:t>
            </a:r>
            <a:endParaRPr lang="en-US" altLang="en-US" sz="24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B315869A-97DC-E579-63D9-E5F70106BC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772400" cy="609600"/>
          </a:xfrm>
        </p:spPr>
        <p:txBody>
          <a:bodyPr/>
          <a:lstStyle/>
          <a:p>
            <a:pPr eaLnBrk="1" hangingPunct="1"/>
            <a:r>
              <a:rPr lang="en-US" altLang="en-US" dirty="0"/>
              <a:t>P-MOSFET N-MOSFET IV Characteristics</a:t>
            </a:r>
          </a:p>
        </p:txBody>
      </p:sp>
      <p:sp>
        <p:nvSpPr>
          <p:cNvPr id="36867" name="Text Box 3">
            <a:extLst>
              <a:ext uri="{FF2B5EF4-FFF2-40B4-BE49-F238E27FC236}">
                <a16:creationId xmlns:a16="http://schemas.microsoft.com/office/drawing/2014/main" id="{E24968BE-B807-CE41-2E7D-D698A91733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5576" y="4533901"/>
            <a:ext cx="709136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cs typeface="Arial" panose="020B0604020202020204" pitchFamily="34" charset="0"/>
              </a:rPr>
              <a:t>The PMOS IV is qualitatively similar to the NMOS IV, but the current is about half as large. Why?</a:t>
            </a:r>
            <a:endParaRPr lang="en-US" altLang="en-US" sz="2400" b="1" i="1">
              <a:cs typeface="Arial" panose="020B0604020202020204" pitchFamily="34" charset="0"/>
            </a:endParaRPr>
          </a:p>
        </p:txBody>
      </p:sp>
      <p:pic>
        <p:nvPicPr>
          <p:cNvPr id="36868" name="Picture 4">
            <a:extLst>
              <a:ext uri="{FF2B5EF4-FFF2-40B4-BE49-F238E27FC236}">
                <a16:creationId xmlns:a16="http://schemas.microsoft.com/office/drawing/2014/main" id="{BE561DF4-78C0-CF34-66C8-63FAB73AA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300" y="976313"/>
            <a:ext cx="4286250" cy="347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59B78E75-96C9-7DF6-990C-75155506CF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772400" cy="576521"/>
          </a:xfrm>
        </p:spPr>
        <p:txBody>
          <a:bodyPr/>
          <a:lstStyle/>
          <a:p>
            <a:pPr eaLnBrk="1" hangingPunct="1"/>
            <a:r>
              <a:rPr lang="en-US" altLang="en-US" i="1" dirty="0"/>
              <a:t>Threshold and Subthreshold</a:t>
            </a:r>
          </a:p>
        </p:txBody>
      </p:sp>
      <p:pic>
        <p:nvPicPr>
          <p:cNvPr id="47107" name="Picture 4">
            <a:extLst>
              <a:ext uri="{FF2B5EF4-FFF2-40B4-BE49-F238E27FC236}">
                <a16:creationId xmlns:a16="http://schemas.microsoft.com/office/drawing/2014/main" id="{3E42FA63-5221-4B36-0353-1E5614543B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1864" y="1270000"/>
            <a:ext cx="7800975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43716E91-FC1D-59E2-A236-CC8F38DD72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772400" cy="466867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ea typeface="PMingLiU" panose="02020500000000000000" pitchFamily="18" charset="-120"/>
              </a:rPr>
              <a:t>Subthreshold Current</a:t>
            </a:r>
          </a:p>
        </p:txBody>
      </p:sp>
      <p:grpSp>
        <p:nvGrpSpPr>
          <p:cNvPr id="48131" name="Group 3">
            <a:extLst>
              <a:ext uri="{FF2B5EF4-FFF2-40B4-BE49-F238E27FC236}">
                <a16:creationId xmlns:a16="http://schemas.microsoft.com/office/drawing/2014/main" id="{7F6BC703-B72D-7B31-393A-451024134BEB}"/>
              </a:ext>
            </a:extLst>
          </p:cNvPr>
          <p:cNvGrpSpPr>
            <a:grpSpLocks/>
          </p:cNvGrpSpPr>
          <p:nvPr/>
        </p:nvGrpSpPr>
        <p:grpSpPr bwMode="auto">
          <a:xfrm>
            <a:off x="3302001" y="2055814"/>
            <a:ext cx="4691063" cy="3278187"/>
            <a:chOff x="1120" y="1223"/>
            <a:chExt cx="2955" cy="2065"/>
          </a:xfrm>
        </p:grpSpPr>
        <p:pic>
          <p:nvPicPr>
            <p:cNvPr id="48136" name="Picture 4">
              <a:extLst>
                <a:ext uri="{FF2B5EF4-FFF2-40B4-BE49-F238E27FC236}">
                  <a16:creationId xmlns:a16="http://schemas.microsoft.com/office/drawing/2014/main" id="{ABBCA3F9-EEF9-D292-D10C-4A2F1B21F2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0" y="1223"/>
              <a:ext cx="2955" cy="19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137" name="Rectangle 5">
              <a:extLst>
                <a:ext uri="{FF2B5EF4-FFF2-40B4-BE49-F238E27FC236}">
                  <a16:creationId xmlns:a16="http://schemas.microsoft.com/office/drawing/2014/main" id="{892611B2-2D96-033C-42C7-957EA801C9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0" y="1840"/>
              <a:ext cx="144" cy="6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grpSp>
          <p:nvGrpSpPr>
            <p:cNvPr id="48138" name="Group 6">
              <a:extLst>
                <a:ext uri="{FF2B5EF4-FFF2-40B4-BE49-F238E27FC236}">
                  <a16:creationId xmlns:a16="http://schemas.microsoft.com/office/drawing/2014/main" id="{5C73C4D9-63F6-6F27-6411-E5B3278B66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26" y="1591"/>
              <a:ext cx="254" cy="917"/>
              <a:chOff x="190" y="1327"/>
              <a:chExt cx="211" cy="869"/>
            </a:xfrm>
          </p:grpSpPr>
          <p:sp>
            <p:nvSpPr>
              <p:cNvPr id="48140" name="Rectangle 7">
                <a:extLst>
                  <a:ext uri="{FF2B5EF4-FFF2-40B4-BE49-F238E27FC236}">
                    <a16:creationId xmlns:a16="http://schemas.microsoft.com/office/drawing/2014/main" id="{8D2F7338-2CF3-E03B-A731-22AC7DF435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267" y="2081"/>
                <a:ext cx="62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TW" sz="2100" b="1" i="1">
                    <a:solidFill>
                      <a:srgbClr val="000000"/>
                    </a:solidFill>
                    <a:ea typeface="PMingLiU" panose="02020500000000000000" pitchFamily="18" charset="-120"/>
                  </a:rPr>
                  <a:t>I</a:t>
                </a:r>
                <a:endParaRPr lang="en-US" altLang="zh-TW" sz="2800" b="1" i="1">
                  <a:ea typeface="PMingLiU" panose="02020500000000000000" pitchFamily="18" charset="-120"/>
                </a:endParaRPr>
              </a:p>
            </p:txBody>
          </p:sp>
          <p:sp>
            <p:nvSpPr>
              <p:cNvPr id="48141" name="Rectangle 8">
                <a:extLst>
                  <a:ext uri="{FF2B5EF4-FFF2-40B4-BE49-F238E27FC236}">
                    <a16:creationId xmlns:a16="http://schemas.microsoft.com/office/drawing/2014/main" id="{4717C16E-8E63-870D-6175-CA745308D1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306" y="2032"/>
                <a:ext cx="61" cy="12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TW" sz="1600" b="1" i="1">
                    <a:solidFill>
                      <a:srgbClr val="000000"/>
                    </a:solidFill>
                    <a:ea typeface="PMingLiU" panose="02020500000000000000" pitchFamily="18" charset="-120"/>
                  </a:rPr>
                  <a:t>d</a:t>
                </a:r>
                <a:endParaRPr lang="en-US" altLang="zh-TW" sz="2800" b="1" i="1">
                  <a:ea typeface="PMingLiU" panose="02020500000000000000" pitchFamily="18" charset="-120"/>
                </a:endParaRPr>
              </a:p>
            </p:txBody>
          </p:sp>
          <p:sp>
            <p:nvSpPr>
              <p:cNvPr id="48142" name="Rectangle 9">
                <a:extLst>
                  <a:ext uri="{FF2B5EF4-FFF2-40B4-BE49-F238E27FC236}">
                    <a16:creationId xmlns:a16="http://schemas.microsoft.com/office/drawing/2014/main" id="{C29D13BE-3441-EA0A-4B84-3D047B4A72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313" y="1979"/>
                <a:ext cx="48" cy="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TW" sz="1600" b="1" i="1">
                    <a:solidFill>
                      <a:srgbClr val="000000"/>
                    </a:solidFill>
                    <a:ea typeface="PMingLiU" panose="02020500000000000000" pitchFamily="18" charset="-120"/>
                  </a:rPr>
                  <a:t>s</a:t>
                </a:r>
                <a:endParaRPr lang="en-US" altLang="zh-TW" sz="2800" b="1" i="1">
                  <a:ea typeface="PMingLiU" panose="02020500000000000000" pitchFamily="18" charset="-120"/>
                </a:endParaRPr>
              </a:p>
            </p:txBody>
          </p:sp>
          <p:sp>
            <p:nvSpPr>
              <p:cNvPr id="48143" name="Rectangle 10">
                <a:extLst>
                  <a:ext uri="{FF2B5EF4-FFF2-40B4-BE49-F238E27FC236}">
                    <a16:creationId xmlns:a16="http://schemas.microsoft.com/office/drawing/2014/main" id="{36704DA9-9DFA-92F6-57C0-C267715DEC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77" y="1903"/>
                <a:ext cx="40" cy="1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TW" altLang="en-US" sz="2100" b="1">
                    <a:solidFill>
                      <a:srgbClr val="000000"/>
                    </a:solidFill>
                    <a:ea typeface="PMingLiU" panose="02020500000000000000" pitchFamily="18" charset="-120"/>
                  </a:rPr>
                  <a:t> </a:t>
                </a:r>
                <a:endParaRPr lang="zh-TW" altLang="en-US" sz="2800" b="1" i="1">
                  <a:ea typeface="PMingLiU" panose="02020500000000000000" pitchFamily="18" charset="-120"/>
                </a:endParaRPr>
              </a:p>
            </p:txBody>
          </p:sp>
          <p:sp>
            <p:nvSpPr>
              <p:cNvPr id="48144" name="Rectangle 11">
                <a:extLst>
                  <a:ext uri="{FF2B5EF4-FFF2-40B4-BE49-F238E27FC236}">
                    <a16:creationId xmlns:a16="http://schemas.microsoft.com/office/drawing/2014/main" id="{067332FA-3887-151A-B948-29F9015EC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71" y="1861"/>
                <a:ext cx="54" cy="16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TW" altLang="en-US" sz="2100" b="1">
                    <a:solidFill>
                      <a:srgbClr val="000000"/>
                    </a:solidFill>
                    <a:ea typeface="PMingLiU" panose="02020500000000000000" pitchFamily="18" charset="-120"/>
                  </a:rPr>
                  <a:t>(</a:t>
                </a:r>
                <a:endParaRPr lang="zh-TW" altLang="en-US" sz="2800" b="1" i="1">
                  <a:ea typeface="PMingLiU" panose="02020500000000000000" pitchFamily="18" charset="-120"/>
                </a:endParaRPr>
              </a:p>
            </p:txBody>
          </p:sp>
          <p:sp>
            <p:nvSpPr>
              <p:cNvPr id="48145" name="Rectangle 12">
                <a:extLst>
                  <a:ext uri="{FF2B5EF4-FFF2-40B4-BE49-F238E27FC236}">
                    <a16:creationId xmlns:a16="http://schemas.microsoft.com/office/drawing/2014/main" id="{A362E8CB-8B42-D93B-C391-7F0B2FE72E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251" y="1783"/>
                <a:ext cx="92" cy="1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TW" sz="2100" b="1">
                    <a:solidFill>
                      <a:srgbClr val="000000"/>
                    </a:solidFill>
                    <a:latin typeface="Symbol" panose="05050102010706020507" pitchFamily="18" charset="2"/>
                    <a:ea typeface="PMingLiU" panose="02020500000000000000" pitchFamily="18" charset="-120"/>
                  </a:rPr>
                  <a:t>m</a:t>
                </a:r>
                <a:endParaRPr lang="en-US" altLang="zh-TW" sz="2800" b="1" i="1">
                  <a:latin typeface="Symbol" panose="05050102010706020507" pitchFamily="18" charset="2"/>
                  <a:ea typeface="PMingLiU" panose="02020500000000000000" pitchFamily="18" charset="-120"/>
                </a:endParaRPr>
              </a:p>
            </p:txBody>
          </p:sp>
          <p:sp>
            <p:nvSpPr>
              <p:cNvPr id="48146" name="Rectangle 13">
                <a:extLst>
                  <a:ext uri="{FF2B5EF4-FFF2-40B4-BE49-F238E27FC236}">
                    <a16:creationId xmlns:a16="http://schemas.microsoft.com/office/drawing/2014/main" id="{DB4A4914-41B5-498F-34D1-781C3A26E9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240" y="1641"/>
                <a:ext cx="115" cy="1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TW" sz="2100" b="1">
                    <a:solidFill>
                      <a:srgbClr val="000000"/>
                    </a:solidFill>
                    <a:ea typeface="PMingLiU" panose="02020500000000000000" pitchFamily="18" charset="-120"/>
                  </a:rPr>
                  <a:t>A</a:t>
                </a:r>
                <a:endParaRPr lang="en-US" altLang="zh-TW" sz="2800" b="1" i="1">
                  <a:ea typeface="PMingLiU" panose="02020500000000000000" pitchFamily="18" charset="-120"/>
                </a:endParaRPr>
              </a:p>
            </p:txBody>
          </p:sp>
          <p:sp>
            <p:nvSpPr>
              <p:cNvPr id="48147" name="Rectangle 14">
                <a:extLst>
                  <a:ext uri="{FF2B5EF4-FFF2-40B4-BE49-F238E27FC236}">
                    <a16:creationId xmlns:a16="http://schemas.microsoft.com/office/drawing/2014/main" id="{67049BCA-ACDF-E43E-A81F-2F0EE7DFB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76" y="1544"/>
                <a:ext cx="45" cy="1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TW" altLang="en-US" sz="2100" b="1">
                    <a:solidFill>
                      <a:srgbClr val="000000"/>
                    </a:solidFill>
                    <a:ea typeface="PMingLiU" panose="02020500000000000000" pitchFamily="18" charset="-120"/>
                  </a:rPr>
                  <a:t>/</a:t>
                </a:r>
                <a:endParaRPr lang="zh-TW" altLang="en-US" sz="2800" b="1" i="1">
                  <a:ea typeface="PMingLiU" panose="02020500000000000000" pitchFamily="18" charset="-120"/>
                </a:endParaRPr>
              </a:p>
            </p:txBody>
          </p:sp>
          <p:sp>
            <p:nvSpPr>
              <p:cNvPr id="48148" name="Rectangle 15">
                <a:extLst>
                  <a:ext uri="{FF2B5EF4-FFF2-40B4-BE49-F238E27FC236}">
                    <a16:creationId xmlns:a16="http://schemas.microsoft.com/office/drawing/2014/main" id="{968CFACF-5E0E-846E-318C-AECD042D16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228" y="1487"/>
                <a:ext cx="92" cy="1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TW" sz="2100">
                    <a:solidFill>
                      <a:srgbClr val="000000"/>
                    </a:solidFill>
                    <a:latin typeface="Symbol" panose="05050102010706020507" pitchFamily="18" charset="2"/>
                    <a:ea typeface="PMingLiU" panose="02020500000000000000" pitchFamily="18" charset="-120"/>
                  </a:rPr>
                  <a:t>m</a:t>
                </a:r>
                <a:endParaRPr lang="en-US" altLang="zh-TW" sz="2800" b="1" i="1">
                  <a:ea typeface="PMingLiU" panose="02020500000000000000" pitchFamily="18" charset="-120"/>
                </a:endParaRPr>
              </a:p>
            </p:txBody>
          </p:sp>
          <p:sp>
            <p:nvSpPr>
              <p:cNvPr id="48149" name="Rectangle 16">
                <a:extLst>
                  <a:ext uri="{FF2B5EF4-FFF2-40B4-BE49-F238E27FC236}">
                    <a16:creationId xmlns:a16="http://schemas.microsoft.com/office/drawing/2014/main" id="{211A65DA-8692-22F6-1842-5CBF745976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31" y="1371"/>
                <a:ext cx="134" cy="16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TW" sz="2100" b="1">
                    <a:solidFill>
                      <a:srgbClr val="000000"/>
                    </a:solidFill>
                    <a:ea typeface="PMingLiU" panose="02020500000000000000" pitchFamily="18" charset="-120"/>
                  </a:rPr>
                  <a:t>m</a:t>
                </a:r>
                <a:endParaRPr lang="en-US" altLang="zh-TW" sz="2800" b="1" i="1">
                  <a:ea typeface="PMingLiU" panose="02020500000000000000" pitchFamily="18" charset="-120"/>
                </a:endParaRPr>
              </a:p>
            </p:txBody>
          </p:sp>
          <p:sp>
            <p:nvSpPr>
              <p:cNvPr id="48150" name="Rectangle 17">
                <a:extLst>
                  <a:ext uri="{FF2B5EF4-FFF2-40B4-BE49-F238E27FC236}">
                    <a16:creationId xmlns:a16="http://schemas.microsoft.com/office/drawing/2014/main" id="{B5913287-B2E4-D9F2-300A-AEEE480B51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71" y="1269"/>
                <a:ext cx="54" cy="1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TW" altLang="en-US" sz="2100" b="1">
                    <a:solidFill>
                      <a:srgbClr val="000000"/>
                    </a:solidFill>
                    <a:ea typeface="PMingLiU" panose="02020500000000000000" pitchFamily="18" charset="-120"/>
                  </a:rPr>
                  <a:t>)</a:t>
                </a:r>
                <a:endParaRPr lang="zh-TW" altLang="en-US" sz="2800" b="1" i="1">
                  <a:ea typeface="PMingLiU" panose="02020500000000000000" pitchFamily="18" charset="-120"/>
                </a:endParaRPr>
              </a:p>
            </p:txBody>
          </p:sp>
        </p:grpSp>
        <p:sp>
          <p:nvSpPr>
            <p:cNvPr id="48139" name="Text Box 18">
              <a:extLst>
                <a:ext uri="{FF2B5EF4-FFF2-40B4-BE49-F238E27FC236}">
                  <a16:creationId xmlns:a16="http://schemas.microsoft.com/office/drawing/2014/main" id="{56B17907-AF9C-22FD-2B09-8D8E69DEBD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0" y="3000"/>
              <a:ext cx="560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TW" sz="2400" b="1" i="1">
                  <a:ea typeface="PMingLiU" panose="02020500000000000000" pitchFamily="18" charset="-120"/>
                  <a:cs typeface="Arial" panose="020B0604020202020204" pitchFamily="34" charset="0"/>
                </a:rPr>
                <a:t>V</a:t>
              </a:r>
              <a:r>
                <a:rPr lang="en-US" altLang="zh-TW" sz="2400" b="1" i="1" baseline="-25000">
                  <a:ea typeface="PMingLiU" panose="02020500000000000000" pitchFamily="18" charset="-120"/>
                  <a:cs typeface="Arial" panose="020B0604020202020204" pitchFamily="34" charset="0"/>
                </a:rPr>
                <a:t>gs</a:t>
              </a:r>
            </a:p>
          </p:txBody>
        </p:sp>
      </p:grpSp>
      <p:sp>
        <p:nvSpPr>
          <p:cNvPr id="48132" name="Text Box 19">
            <a:extLst>
              <a:ext uri="{FF2B5EF4-FFF2-40B4-BE49-F238E27FC236}">
                <a16:creationId xmlns:a16="http://schemas.microsoft.com/office/drawing/2014/main" id="{D799D99C-CAA4-138B-51DD-9C7FB35A08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97100" y="1104900"/>
            <a:ext cx="7772400" cy="4914900"/>
          </a:xfrm>
          <a:noFill/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TW" sz="2400">
                <a:ea typeface="PMingLiU" panose="02020500000000000000" pitchFamily="18" charset="-120"/>
              </a:rPr>
              <a:t>The leakage current that flows at V</a:t>
            </a:r>
            <a:r>
              <a:rPr lang="en-US" altLang="zh-TW" sz="2400" baseline="-25000">
                <a:ea typeface="PMingLiU" panose="02020500000000000000" pitchFamily="18" charset="-120"/>
              </a:rPr>
              <a:t>g</a:t>
            </a:r>
            <a:r>
              <a:rPr lang="en-US" altLang="zh-TW" sz="2400">
                <a:ea typeface="PMingLiU" panose="02020500000000000000" pitchFamily="18" charset="-120"/>
              </a:rPr>
              <a:t>&lt;V</a:t>
            </a:r>
            <a:r>
              <a:rPr lang="en-US" altLang="zh-TW" sz="2400" baseline="-25000">
                <a:ea typeface="PMingLiU" panose="02020500000000000000" pitchFamily="18" charset="-120"/>
              </a:rPr>
              <a:t>t</a:t>
            </a:r>
            <a:r>
              <a:rPr lang="en-US" altLang="zh-TW" sz="2400">
                <a:ea typeface="PMingLiU" panose="02020500000000000000" pitchFamily="18" charset="-120"/>
              </a:rPr>
              <a:t> is called the subthreshold current. Previously we had assumed that current is zero, but in reality that’s not the case.</a:t>
            </a:r>
            <a:endParaRPr lang="en-US" altLang="zh-TW" baseline="-25000">
              <a:ea typeface="PMingLiU" panose="02020500000000000000" pitchFamily="18" charset="-120"/>
            </a:endParaRPr>
          </a:p>
        </p:txBody>
      </p:sp>
      <p:sp>
        <p:nvSpPr>
          <p:cNvPr id="48133" name="Text Box 20">
            <a:extLst>
              <a:ext uri="{FF2B5EF4-FFF2-40B4-BE49-F238E27FC236}">
                <a16:creationId xmlns:a16="http://schemas.microsoft.com/office/drawing/2014/main" id="{7A42A629-6D98-AB45-1F37-994A2AB8B3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6389" y="3121026"/>
            <a:ext cx="2281237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zh-TW" sz="1800">
                <a:ea typeface="PMingLiU" panose="02020500000000000000" pitchFamily="18" charset="-120"/>
                <a:cs typeface="Arial" panose="020B0604020202020204" pitchFamily="34" charset="0"/>
              </a:rPr>
              <a:t>90nm technology. Gate length: 45nm for NMOS, 50nm for PMOS</a:t>
            </a:r>
            <a:endParaRPr lang="zh-TW" altLang="en-US" sz="1600">
              <a:ea typeface="PMingLiU" panose="02020500000000000000" pitchFamily="18" charset="-120"/>
              <a:cs typeface="Arial" panose="020B0604020202020204" pitchFamily="34" charset="0"/>
            </a:endParaRPr>
          </a:p>
        </p:txBody>
      </p:sp>
      <p:sp>
        <p:nvSpPr>
          <p:cNvPr id="48134" name="Text Box 21">
            <a:extLst>
              <a:ext uri="{FF2B5EF4-FFF2-40B4-BE49-F238E27FC236}">
                <a16:creationId xmlns:a16="http://schemas.microsoft.com/office/drawing/2014/main" id="{5856545C-DDEF-EAF0-D10C-633E4E128D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6514" y="5414963"/>
            <a:ext cx="7018337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TW" sz="2000">
                <a:ea typeface="PMingLiU" panose="02020500000000000000" pitchFamily="18" charset="-120"/>
                <a:cs typeface="Arial" panose="020B0604020202020204" pitchFamily="34" charset="0"/>
              </a:rPr>
              <a:t> </a:t>
            </a:r>
            <a:r>
              <a:rPr lang="en-US" altLang="zh-TW" sz="2400">
                <a:ea typeface="PMingLiU" panose="02020500000000000000" pitchFamily="18" charset="-120"/>
                <a:cs typeface="Arial" panose="020B0604020202020204" pitchFamily="34" charset="0"/>
              </a:rPr>
              <a:t>The current at V</a:t>
            </a:r>
            <a:r>
              <a:rPr lang="en-US" altLang="zh-TW" sz="2400" baseline="-25000">
                <a:ea typeface="PMingLiU" panose="02020500000000000000" pitchFamily="18" charset="-120"/>
                <a:cs typeface="Arial" panose="020B0604020202020204" pitchFamily="34" charset="0"/>
              </a:rPr>
              <a:t>gs</a:t>
            </a:r>
            <a:r>
              <a:rPr lang="en-US" altLang="zh-TW" sz="2400">
                <a:ea typeface="PMingLiU" panose="02020500000000000000" pitchFamily="18" charset="-120"/>
                <a:cs typeface="Arial" panose="020B0604020202020204" pitchFamily="34" charset="0"/>
              </a:rPr>
              <a:t>=0 and V</a:t>
            </a:r>
            <a:r>
              <a:rPr lang="en-US" altLang="zh-TW" sz="2400" baseline="-25000">
                <a:ea typeface="PMingLiU" panose="02020500000000000000" pitchFamily="18" charset="-120"/>
                <a:cs typeface="Arial" panose="020B0604020202020204" pitchFamily="34" charset="0"/>
              </a:rPr>
              <a:t>ds</a:t>
            </a:r>
            <a:r>
              <a:rPr lang="en-US" altLang="zh-TW" sz="2400">
                <a:ea typeface="PMingLiU" panose="02020500000000000000" pitchFamily="18" charset="-120"/>
                <a:cs typeface="Arial" panose="020B0604020202020204" pitchFamily="34" charset="0"/>
              </a:rPr>
              <a:t>=V</a:t>
            </a:r>
            <a:r>
              <a:rPr lang="en-US" altLang="zh-TW" sz="2400" baseline="-25000">
                <a:ea typeface="PMingLiU" panose="02020500000000000000" pitchFamily="18" charset="-120"/>
                <a:cs typeface="Arial" panose="020B0604020202020204" pitchFamily="34" charset="0"/>
              </a:rPr>
              <a:t>dd</a:t>
            </a:r>
            <a:r>
              <a:rPr lang="en-US" altLang="zh-TW" sz="2400">
                <a:ea typeface="PMingLiU" panose="02020500000000000000" pitchFamily="18" charset="-120"/>
                <a:cs typeface="Arial" panose="020B0604020202020204" pitchFamily="34" charset="0"/>
              </a:rPr>
              <a:t> is called I</a:t>
            </a:r>
            <a:r>
              <a:rPr lang="en-US" altLang="zh-TW" sz="2400" baseline="-25000">
                <a:ea typeface="PMingLiU" panose="02020500000000000000" pitchFamily="18" charset="-120"/>
                <a:cs typeface="Arial" panose="020B0604020202020204" pitchFamily="34" charset="0"/>
              </a:rPr>
              <a:t>off.</a:t>
            </a:r>
            <a:endParaRPr lang="en-US" altLang="zh-TW" sz="2000" baseline="-25000"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algn="ctr">
              <a:spcBef>
                <a:spcPct val="50000"/>
              </a:spcBef>
              <a:buFontTx/>
              <a:buNone/>
            </a:pPr>
            <a:endParaRPr lang="zh-TW" altLang="en-US" sz="2800" b="1" i="1">
              <a:ea typeface="PMingLiU" panose="02020500000000000000" pitchFamily="18" charset="-120"/>
              <a:cs typeface="Arial" panose="020B0604020202020204" pitchFamily="34" charset="0"/>
            </a:endParaRPr>
          </a:p>
        </p:txBody>
      </p:sp>
      <p:sp>
        <p:nvSpPr>
          <p:cNvPr id="48135" name="Text Box 22">
            <a:extLst>
              <a:ext uri="{FF2B5EF4-FFF2-40B4-BE49-F238E27FC236}">
                <a16:creationId xmlns:a16="http://schemas.microsoft.com/office/drawing/2014/main" id="{E9FB1BFD-DE7E-4571-E80F-44FAB9D2E5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3688" y="2882900"/>
            <a:ext cx="2362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zh-TW" sz="1200" b="1" i="1">
                <a:ea typeface="PMingLiU" panose="02020500000000000000" pitchFamily="18" charset="-120"/>
                <a:cs typeface="Arial" panose="020B0604020202020204" pitchFamily="34" charset="0"/>
              </a:rPr>
              <a:t>Intel, T. Ghani et al., IEDM 2003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501F2-3722-E56F-9342-20774D801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seven-segment display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7A8FF-8025-A4B8-BB8E-9E3EF2D73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12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diagram of a circuit board&#10;&#10;Description automatically generated">
            <a:extLst>
              <a:ext uri="{FF2B5EF4-FFF2-40B4-BE49-F238E27FC236}">
                <a16:creationId xmlns:a16="http://schemas.microsoft.com/office/drawing/2014/main" id="{0F1649C6-39C4-D09E-F98C-86504FCB7F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101" y="1348839"/>
            <a:ext cx="5906286" cy="3891051"/>
          </a:xfrm>
          <a:prstGeom prst="rect">
            <a:avLst/>
          </a:prstGeom>
        </p:spPr>
      </p:pic>
      <p:pic>
        <p:nvPicPr>
          <p:cNvPr id="3" name="Online Media 2" title="Emission Area Patterning of Organic Light‐Emitting Diodes (OLEDs) via Printed Dielectrics - Digits">
            <a:hlinkClick r:id="" action="ppaction://media"/>
            <a:extLst>
              <a:ext uri="{FF2B5EF4-FFF2-40B4-BE49-F238E27FC236}">
                <a16:creationId xmlns:a16="http://schemas.microsoft.com/office/drawing/2014/main" id="{4E4692BB-1EBF-7772-1CA0-8F7933593DCC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6906900" y="372649"/>
            <a:ext cx="3451130" cy="6112701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0307C2AC-462F-EAC9-0D1C-732640B1788D}"/>
              </a:ext>
            </a:extLst>
          </p:cNvPr>
          <p:cNvGrpSpPr/>
          <p:nvPr/>
        </p:nvGrpSpPr>
        <p:grpSpPr>
          <a:xfrm>
            <a:off x="2593308" y="2918243"/>
            <a:ext cx="1485000" cy="2298240"/>
            <a:chOff x="2593308" y="2918243"/>
            <a:chExt cx="1485000" cy="229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A00A9E3-4475-3DE7-56BA-DEA2F5CA275C}"/>
                    </a:ext>
                  </a:extLst>
                </p14:cNvPr>
                <p14:cNvContentPartPr/>
                <p14:nvPr/>
              </p14:nvContentPartPr>
              <p14:xfrm>
                <a:off x="3139788" y="2918243"/>
                <a:ext cx="534600" cy="5907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A00A9E3-4475-3DE7-56BA-DEA2F5CA275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122148" y="2900243"/>
                  <a:ext cx="570240" cy="62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10E3C6D-3BC8-05E7-7F61-FC183A1F3F09}"/>
                    </a:ext>
                  </a:extLst>
                </p14:cNvPr>
                <p14:cNvContentPartPr/>
                <p14:nvPr/>
              </p14:nvContentPartPr>
              <p14:xfrm>
                <a:off x="2646588" y="3310643"/>
                <a:ext cx="542160" cy="7437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10E3C6D-3BC8-05E7-7F61-FC183A1F3F0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628948" y="3293003"/>
                  <a:ext cx="577800" cy="77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05EE427-C385-8AC7-C927-DBABF9BB3710}"/>
                    </a:ext>
                  </a:extLst>
                </p14:cNvPr>
                <p14:cNvContentPartPr/>
                <p14:nvPr/>
              </p14:nvContentPartPr>
              <p14:xfrm>
                <a:off x="3049788" y="3749843"/>
                <a:ext cx="519120" cy="6660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05EE427-C385-8AC7-C927-DBABF9BB371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032148" y="3731843"/>
                  <a:ext cx="554760" cy="70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6383816-E8E5-AFF6-D69A-E9995B039899}"/>
                    </a:ext>
                  </a:extLst>
                </p14:cNvPr>
                <p14:cNvContentPartPr/>
                <p14:nvPr/>
              </p14:nvContentPartPr>
              <p14:xfrm>
                <a:off x="3556668" y="3307763"/>
                <a:ext cx="521640" cy="753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6383816-E8E5-AFF6-D69A-E9995B03989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539028" y="3290123"/>
                  <a:ext cx="557280" cy="78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ADF44DC-DFE4-D5E5-AC60-A5E12FAF0E1D}"/>
                    </a:ext>
                  </a:extLst>
                </p14:cNvPr>
                <p14:cNvContentPartPr/>
                <p14:nvPr/>
              </p14:nvContentPartPr>
              <p14:xfrm>
                <a:off x="2593308" y="4107323"/>
                <a:ext cx="514080" cy="810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ADF44DC-DFE4-D5E5-AC60-A5E12FAF0E1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575668" y="4089683"/>
                  <a:ext cx="549720" cy="84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1E54727-EA50-70BA-2BED-75834B893ABC}"/>
                    </a:ext>
                  </a:extLst>
                </p14:cNvPr>
                <p14:cNvContentPartPr/>
                <p14:nvPr/>
              </p14:nvContentPartPr>
              <p14:xfrm>
                <a:off x="2807868" y="4488563"/>
                <a:ext cx="695520" cy="7279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1E54727-EA50-70BA-2BED-75834B893AB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790228" y="4470923"/>
                  <a:ext cx="731160" cy="76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E665C0B-84A0-5035-39FB-D6510F061F11}"/>
                    </a:ext>
                  </a:extLst>
                </p14:cNvPr>
                <p14:cNvContentPartPr/>
                <p14:nvPr/>
              </p14:nvContentPartPr>
              <p14:xfrm>
                <a:off x="3423108" y="4122803"/>
                <a:ext cx="528840" cy="704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E665C0B-84A0-5035-39FB-D6510F061F1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405468" y="4105163"/>
                  <a:ext cx="564480" cy="74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8670831-5DB5-A8A7-C274-A81FFAC364CB}"/>
              </a:ext>
            </a:extLst>
          </p:cNvPr>
          <p:cNvGrpSpPr/>
          <p:nvPr/>
        </p:nvGrpSpPr>
        <p:grpSpPr>
          <a:xfrm>
            <a:off x="3488718" y="801407"/>
            <a:ext cx="724680" cy="309960"/>
            <a:chOff x="3488718" y="801407"/>
            <a:chExt cx="724680" cy="30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693E89F-8C8F-9CD3-625A-0C07D8805235}"/>
                    </a:ext>
                  </a:extLst>
                </p14:cNvPr>
                <p14:cNvContentPartPr/>
                <p14:nvPr/>
              </p14:nvContentPartPr>
              <p14:xfrm>
                <a:off x="3488718" y="801407"/>
                <a:ext cx="182880" cy="3099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693E89F-8C8F-9CD3-625A-0C07D880523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470718" y="783767"/>
                  <a:ext cx="21852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A73BE0A-6364-12D0-A95C-30C3153A4B0D}"/>
                    </a:ext>
                  </a:extLst>
                </p14:cNvPr>
                <p14:cNvContentPartPr/>
                <p14:nvPr/>
              </p14:nvContentPartPr>
              <p14:xfrm>
                <a:off x="3813078" y="822287"/>
                <a:ext cx="5760" cy="2556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A73BE0A-6364-12D0-A95C-30C3153A4B0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795078" y="804647"/>
                  <a:ext cx="4140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F72C0DF-4A72-60DC-3DD4-58ED1F2C55E9}"/>
                    </a:ext>
                  </a:extLst>
                </p14:cNvPr>
                <p14:cNvContentPartPr/>
                <p14:nvPr/>
              </p14:nvContentPartPr>
              <p14:xfrm>
                <a:off x="3836838" y="808967"/>
                <a:ext cx="76320" cy="208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F72C0DF-4A72-60DC-3DD4-58ED1F2C55E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818838" y="791327"/>
                  <a:ext cx="1119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E615428-5D1A-4552-249F-EE64A70899BC}"/>
                    </a:ext>
                  </a:extLst>
                </p14:cNvPr>
                <p14:cNvContentPartPr/>
                <p14:nvPr/>
              </p14:nvContentPartPr>
              <p14:xfrm>
                <a:off x="3838638" y="906527"/>
                <a:ext cx="94680" cy="475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E615428-5D1A-4552-249F-EE64A70899B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820638" y="888527"/>
                  <a:ext cx="1303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5AE89FE-0201-A90E-0BBA-AA15B0779468}"/>
                    </a:ext>
                  </a:extLst>
                </p14:cNvPr>
                <p14:cNvContentPartPr/>
                <p14:nvPr/>
              </p14:nvContentPartPr>
              <p14:xfrm>
                <a:off x="3865278" y="1046567"/>
                <a:ext cx="75960" cy="35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5AE89FE-0201-A90E-0BBA-AA15B077946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847638" y="1028567"/>
                  <a:ext cx="1116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2DDA211-C6A5-8F60-99FE-091E8901A7AE}"/>
                    </a:ext>
                  </a:extLst>
                </p14:cNvPr>
                <p14:cNvContentPartPr/>
                <p14:nvPr/>
              </p14:nvContentPartPr>
              <p14:xfrm>
                <a:off x="4028358" y="905087"/>
                <a:ext cx="56160" cy="2001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2DDA211-C6A5-8F60-99FE-091E8901A7A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010718" y="887087"/>
                  <a:ext cx="918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16A2A6D-E491-F2D5-52DE-7BEBF0833974}"/>
                    </a:ext>
                  </a:extLst>
                </p14:cNvPr>
                <p14:cNvContentPartPr/>
                <p14:nvPr/>
              </p14:nvContentPartPr>
              <p14:xfrm>
                <a:off x="4033038" y="873767"/>
                <a:ext cx="180360" cy="2235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16A2A6D-E491-F2D5-52DE-7BEBF083397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015038" y="855767"/>
                  <a:ext cx="216000" cy="25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E298BE0-1D04-19BD-1732-BB38779A919D}"/>
              </a:ext>
            </a:extLst>
          </p:cNvPr>
          <p:cNvGrpSpPr/>
          <p:nvPr/>
        </p:nvGrpSpPr>
        <p:grpSpPr>
          <a:xfrm>
            <a:off x="3673758" y="1340327"/>
            <a:ext cx="441720" cy="295920"/>
            <a:chOff x="3673758" y="1340327"/>
            <a:chExt cx="441720" cy="29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8084F5D-E6BD-0980-46D0-377D800F23CF}"/>
                    </a:ext>
                  </a:extLst>
                </p14:cNvPr>
                <p14:cNvContentPartPr/>
                <p14:nvPr/>
              </p14:nvContentPartPr>
              <p14:xfrm>
                <a:off x="3673758" y="1386407"/>
                <a:ext cx="33120" cy="235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8084F5D-E6BD-0980-46D0-377D800F23C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655758" y="1368407"/>
                  <a:ext cx="6876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07F6E25-A946-32F2-9EB2-BC8E799F1270}"/>
                    </a:ext>
                  </a:extLst>
                </p14:cNvPr>
                <p14:cNvContentPartPr/>
                <p14:nvPr/>
              </p14:nvContentPartPr>
              <p14:xfrm>
                <a:off x="3683118" y="1340327"/>
                <a:ext cx="142200" cy="117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07F6E25-A946-32F2-9EB2-BC8E799F127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665478" y="1322327"/>
                  <a:ext cx="1778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98CB757-8784-49AD-CE36-6BAC75166D91}"/>
                    </a:ext>
                  </a:extLst>
                </p14:cNvPr>
                <p14:cNvContentPartPr/>
                <p14:nvPr/>
              </p14:nvContentPartPr>
              <p14:xfrm>
                <a:off x="3949518" y="1375967"/>
                <a:ext cx="34200" cy="2152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98CB757-8784-49AD-CE36-6BAC75166D9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931518" y="1358327"/>
                  <a:ext cx="6984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640BA13-EBBF-711D-F0C2-26F200B0FA54}"/>
                    </a:ext>
                  </a:extLst>
                </p14:cNvPr>
                <p14:cNvContentPartPr/>
                <p14:nvPr/>
              </p14:nvContentPartPr>
              <p14:xfrm>
                <a:off x="3946638" y="1357967"/>
                <a:ext cx="168840" cy="2782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640BA13-EBBF-711D-F0C2-26F200B0FA5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928638" y="1340327"/>
                  <a:ext cx="204480" cy="31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386A5EAC-6884-4E05-4C7F-5C22FDB59461}"/>
                  </a:ext>
                </a:extLst>
              </p14:cNvPr>
              <p14:cNvContentPartPr/>
              <p14:nvPr/>
            </p14:nvContentPartPr>
            <p14:xfrm>
              <a:off x="4846638" y="1759007"/>
              <a:ext cx="1829520" cy="7632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386A5EAC-6884-4E05-4C7F-5C22FDB59461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4828638" y="1741007"/>
                <a:ext cx="1865160" cy="11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46329B45-A421-ADAA-A048-882C0C485AC7}"/>
              </a:ext>
            </a:extLst>
          </p:cNvPr>
          <p:cNvGrpSpPr/>
          <p:nvPr/>
        </p:nvGrpSpPr>
        <p:grpSpPr>
          <a:xfrm>
            <a:off x="4600758" y="798167"/>
            <a:ext cx="2134800" cy="812160"/>
            <a:chOff x="4600758" y="798167"/>
            <a:chExt cx="2134800" cy="81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7359CF2-1C2A-0D3F-A0BE-D17F6071FD54}"/>
                    </a:ext>
                  </a:extLst>
                </p14:cNvPr>
                <p14:cNvContentPartPr/>
                <p14:nvPr/>
              </p14:nvContentPartPr>
              <p14:xfrm>
                <a:off x="4609758" y="999047"/>
                <a:ext cx="1800" cy="1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7359CF2-1C2A-0D3F-A0BE-D17F6071FD5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591758" y="981047"/>
                  <a:ext cx="374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52D46DF-4FED-4E28-0985-4F8D9DA4EE0C}"/>
                    </a:ext>
                  </a:extLst>
                </p14:cNvPr>
                <p14:cNvContentPartPr/>
                <p14:nvPr/>
              </p14:nvContentPartPr>
              <p14:xfrm>
                <a:off x="4600758" y="922727"/>
                <a:ext cx="438120" cy="1418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52D46DF-4FED-4E28-0985-4F8D9DA4EE0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582758" y="904727"/>
                  <a:ext cx="4737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3DC4AD7-282D-0083-5BE8-557A20BD22A0}"/>
                    </a:ext>
                  </a:extLst>
                </p14:cNvPr>
                <p14:cNvContentPartPr/>
                <p14:nvPr/>
              </p14:nvContentPartPr>
              <p14:xfrm>
                <a:off x="5109078" y="909767"/>
                <a:ext cx="36360" cy="1270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3DC4AD7-282D-0083-5BE8-557A20BD22A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091078" y="892127"/>
                  <a:ext cx="7200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5C6FF2A-60B3-4C24-152B-8CD60B7EE343}"/>
                    </a:ext>
                  </a:extLst>
                </p14:cNvPr>
                <p14:cNvContentPartPr/>
                <p14:nvPr/>
              </p14:nvContentPartPr>
              <p14:xfrm>
                <a:off x="5094318" y="798167"/>
                <a:ext cx="10440" cy="63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5C6FF2A-60B3-4C24-152B-8CD60B7EE34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076318" y="780167"/>
                  <a:ext cx="460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83E54E4-072E-1B2F-38D4-B925475FCCD3}"/>
                    </a:ext>
                  </a:extLst>
                </p14:cNvPr>
                <p14:cNvContentPartPr/>
                <p14:nvPr/>
              </p14:nvContentPartPr>
              <p14:xfrm>
                <a:off x="5248398" y="831287"/>
                <a:ext cx="42120" cy="191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83E54E4-072E-1B2F-38D4-B925475FCCD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230398" y="813647"/>
                  <a:ext cx="777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62DAEB6-B2F5-9CEA-C5A1-201CE8C732AF}"/>
                    </a:ext>
                  </a:extLst>
                </p14:cNvPr>
                <p14:cNvContentPartPr/>
                <p14:nvPr/>
              </p14:nvContentPartPr>
              <p14:xfrm>
                <a:off x="5196198" y="937487"/>
                <a:ext cx="153360" cy="334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62DAEB6-B2F5-9CEA-C5A1-201CE8C732A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178198" y="919847"/>
                  <a:ext cx="1890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2A26A80-A13A-8515-B7F3-DD8D9B8A204E}"/>
                    </a:ext>
                  </a:extLst>
                </p14:cNvPr>
                <p14:cNvContentPartPr/>
                <p14:nvPr/>
              </p14:nvContentPartPr>
              <p14:xfrm>
                <a:off x="5627838" y="815447"/>
                <a:ext cx="57600" cy="2635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2A26A80-A13A-8515-B7F3-DD8D9B8A204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610198" y="797447"/>
                  <a:ext cx="9324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59CDF33-884E-8587-E29F-B8ADEA227527}"/>
                    </a:ext>
                  </a:extLst>
                </p14:cNvPr>
                <p14:cNvContentPartPr/>
                <p14:nvPr/>
              </p14:nvContentPartPr>
              <p14:xfrm>
                <a:off x="5774718" y="951167"/>
                <a:ext cx="23040" cy="97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59CDF33-884E-8587-E29F-B8ADEA22752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756718" y="933167"/>
                  <a:ext cx="586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3549452-DA69-08D2-DA77-0ABE7F609676}"/>
                    </a:ext>
                  </a:extLst>
                </p14:cNvPr>
                <p14:cNvContentPartPr/>
                <p14:nvPr/>
              </p14:nvContentPartPr>
              <p14:xfrm>
                <a:off x="5779758" y="829127"/>
                <a:ext cx="5040" cy="47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3549452-DA69-08D2-DA77-0ABE7F609676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762118" y="811127"/>
                  <a:ext cx="4068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15D771D-CC70-0913-E070-EB19E5CCB2C3}"/>
                    </a:ext>
                  </a:extLst>
                </p14:cNvPr>
                <p14:cNvContentPartPr/>
                <p14:nvPr/>
              </p14:nvContentPartPr>
              <p14:xfrm>
                <a:off x="5887398" y="914447"/>
                <a:ext cx="115560" cy="1544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15D771D-CC70-0913-E070-EB19E5CCB2C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869758" y="896807"/>
                  <a:ext cx="15120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FC7EE07-AEA9-7B4E-8D32-0DEFDA634EC3}"/>
                    </a:ext>
                  </a:extLst>
                </p14:cNvPr>
                <p14:cNvContentPartPr/>
                <p14:nvPr/>
              </p14:nvContentPartPr>
              <p14:xfrm>
                <a:off x="6117798" y="823007"/>
                <a:ext cx="90720" cy="1857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FC7EE07-AEA9-7B4E-8D32-0DEFDA634EC3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099798" y="805007"/>
                  <a:ext cx="1263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762514C-6241-1FBC-3A66-D1FCB63B3D0B}"/>
                    </a:ext>
                  </a:extLst>
                </p14:cNvPr>
                <p14:cNvContentPartPr/>
                <p14:nvPr/>
              </p14:nvContentPartPr>
              <p14:xfrm>
                <a:off x="6328398" y="799607"/>
                <a:ext cx="42480" cy="1908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762514C-6241-1FBC-3A66-D1FCB63B3D0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310398" y="781967"/>
                  <a:ext cx="781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3704541-F847-CE5F-C604-AC69900C8338}"/>
                    </a:ext>
                  </a:extLst>
                </p14:cNvPr>
                <p14:cNvContentPartPr/>
                <p14:nvPr/>
              </p14:nvContentPartPr>
              <p14:xfrm>
                <a:off x="6306798" y="880247"/>
                <a:ext cx="225720" cy="53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3704541-F847-CE5F-C604-AC69900C833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288798" y="862607"/>
                  <a:ext cx="2613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8202AF7-F947-3BA2-E3E9-04903A7F24B6}"/>
                    </a:ext>
                  </a:extLst>
                </p14:cNvPr>
                <p14:cNvContentPartPr/>
                <p14:nvPr/>
              </p14:nvContentPartPr>
              <p14:xfrm>
                <a:off x="4727118" y="1456247"/>
                <a:ext cx="118080" cy="1540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8202AF7-F947-3BA2-E3E9-04903A7F24B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709478" y="1438607"/>
                  <a:ext cx="1537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3A2B815-CC56-AA79-FD00-2A7CAE9291F5}"/>
                    </a:ext>
                  </a:extLst>
                </p14:cNvPr>
                <p14:cNvContentPartPr/>
                <p14:nvPr/>
              </p14:nvContentPartPr>
              <p14:xfrm>
                <a:off x="4805598" y="1345367"/>
                <a:ext cx="70560" cy="234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3A2B815-CC56-AA79-FD00-2A7CAE9291F5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787958" y="1327727"/>
                  <a:ext cx="10620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EED9F49-04B2-D269-E0B6-29C63FE94839}"/>
                    </a:ext>
                  </a:extLst>
                </p14:cNvPr>
                <p14:cNvContentPartPr/>
                <p14:nvPr/>
              </p14:nvContentPartPr>
              <p14:xfrm>
                <a:off x="4914318" y="1464167"/>
                <a:ext cx="111240" cy="1288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EED9F49-04B2-D269-E0B6-29C63FE9483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896678" y="1446527"/>
                  <a:ext cx="1468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5903CCB-E95F-1BA0-F247-3EF6970A99E1}"/>
                    </a:ext>
                  </a:extLst>
                </p14:cNvPr>
                <p14:cNvContentPartPr/>
                <p14:nvPr/>
              </p14:nvContentPartPr>
              <p14:xfrm>
                <a:off x="5116638" y="1361567"/>
                <a:ext cx="32400" cy="2235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5903CCB-E95F-1BA0-F247-3EF6970A99E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098998" y="1343567"/>
                  <a:ext cx="6804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35AD25A-D1F3-59D0-C5AD-4FDFF4DE34A7}"/>
                    </a:ext>
                  </a:extLst>
                </p14:cNvPr>
                <p14:cNvContentPartPr/>
                <p14:nvPr/>
              </p14:nvContentPartPr>
              <p14:xfrm>
                <a:off x="5120598" y="1475327"/>
                <a:ext cx="96120" cy="108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35AD25A-D1F3-59D0-C5AD-4FDFF4DE34A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102598" y="1457327"/>
                  <a:ext cx="1317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A63E9C2-0A41-9DD4-96D8-BAF18846E280}"/>
                    </a:ext>
                  </a:extLst>
                </p14:cNvPr>
                <p14:cNvContentPartPr/>
                <p14:nvPr/>
              </p14:nvContentPartPr>
              <p14:xfrm>
                <a:off x="5260638" y="1459847"/>
                <a:ext cx="79920" cy="1350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A63E9C2-0A41-9DD4-96D8-BAF18846E28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242998" y="1442207"/>
                  <a:ext cx="1155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32779CF-E235-5902-7ADA-EBE997A142D9}"/>
                    </a:ext>
                  </a:extLst>
                </p14:cNvPr>
                <p14:cNvContentPartPr/>
                <p14:nvPr/>
              </p14:nvContentPartPr>
              <p14:xfrm>
                <a:off x="5464398" y="1463087"/>
                <a:ext cx="52920" cy="1098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32779CF-E235-5902-7ADA-EBE997A142D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446398" y="1445447"/>
                  <a:ext cx="885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5895BE1-8CFB-717D-18EB-FD41A3532A23}"/>
                    </a:ext>
                  </a:extLst>
                </p14:cNvPr>
                <p14:cNvContentPartPr/>
                <p14:nvPr/>
              </p14:nvContentPartPr>
              <p14:xfrm>
                <a:off x="5619918" y="1319807"/>
                <a:ext cx="42840" cy="1994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5895BE1-8CFB-717D-18EB-FD41A3532A2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5601918" y="1302167"/>
                  <a:ext cx="784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A298E78-7298-BED0-9833-2C230076CF46}"/>
                    </a:ext>
                  </a:extLst>
                </p14:cNvPr>
                <p14:cNvContentPartPr/>
                <p14:nvPr/>
              </p14:nvContentPartPr>
              <p14:xfrm>
                <a:off x="5603358" y="1423127"/>
                <a:ext cx="81720" cy="194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A298E78-7298-BED0-9833-2C230076CF46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5585358" y="1405127"/>
                  <a:ext cx="1173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7CDA972-58AF-C4FA-A044-0E9D6CA2D7E0}"/>
                    </a:ext>
                  </a:extLst>
                </p14:cNvPr>
                <p14:cNvContentPartPr/>
                <p14:nvPr/>
              </p14:nvContentPartPr>
              <p14:xfrm>
                <a:off x="5956878" y="1334207"/>
                <a:ext cx="38520" cy="2026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7CDA972-58AF-C4FA-A044-0E9D6CA2D7E0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5939238" y="1316567"/>
                  <a:ext cx="7416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0993FB0-B1A7-5A9E-C6DC-06CB085ED236}"/>
                    </a:ext>
                  </a:extLst>
                </p14:cNvPr>
                <p14:cNvContentPartPr/>
                <p14:nvPr/>
              </p14:nvContentPartPr>
              <p14:xfrm>
                <a:off x="6105558" y="1484687"/>
                <a:ext cx="12240" cy="511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0993FB0-B1A7-5A9E-C6DC-06CB085ED236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087918" y="1466687"/>
                  <a:ext cx="478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1A9C4D3-BE29-48D9-CC31-70CCB2944ED2}"/>
                    </a:ext>
                  </a:extLst>
                </p14:cNvPr>
                <p14:cNvContentPartPr/>
                <p14:nvPr/>
              </p14:nvContentPartPr>
              <p14:xfrm>
                <a:off x="6132918" y="1347527"/>
                <a:ext cx="9720" cy="270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1A9C4D3-BE29-48D9-CC31-70CCB2944ED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114918" y="1329527"/>
                  <a:ext cx="453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5531D30-5CB4-DA9A-45BD-C61574D0B868}"/>
                    </a:ext>
                  </a:extLst>
                </p14:cNvPr>
                <p14:cNvContentPartPr/>
                <p14:nvPr/>
              </p14:nvContentPartPr>
              <p14:xfrm>
                <a:off x="6202758" y="1406567"/>
                <a:ext cx="82080" cy="1857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5531D30-5CB4-DA9A-45BD-C61574D0B86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185118" y="1388567"/>
                  <a:ext cx="1177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0EBE9D7-6F5C-97A1-8108-E798B73E43AC}"/>
                    </a:ext>
                  </a:extLst>
                </p14:cNvPr>
                <p14:cNvContentPartPr/>
                <p14:nvPr/>
              </p14:nvContentPartPr>
              <p14:xfrm>
                <a:off x="6394638" y="1341047"/>
                <a:ext cx="116280" cy="1897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0EBE9D7-6F5C-97A1-8108-E798B73E43AC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376638" y="1323047"/>
                  <a:ext cx="1519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D49739A-7798-B023-7726-6957FD322447}"/>
                    </a:ext>
                  </a:extLst>
                </p14:cNvPr>
                <p14:cNvContentPartPr/>
                <p14:nvPr/>
              </p14:nvContentPartPr>
              <p14:xfrm>
                <a:off x="6625398" y="1292087"/>
                <a:ext cx="66960" cy="1864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D49739A-7798-B023-7726-6957FD322447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607758" y="1274087"/>
                  <a:ext cx="1026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EC11BA4-3427-FBA2-7812-AEF345FF20C7}"/>
                    </a:ext>
                  </a:extLst>
                </p14:cNvPr>
                <p14:cNvContentPartPr/>
                <p14:nvPr/>
              </p14:nvContentPartPr>
              <p14:xfrm>
                <a:off x="6645198" y="1382447"/>
                <a:ext cx="90360" cy="129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EC11BA4-3427-FBA2-7812-AEF345FF20C7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627198" y="1364447"/>
                  <a:ext cx="1260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B8424B6-08C9-B410-B20C-1BC3179678D2}"/>
                    </a:ext>
                  </a:extLst>
                </p14:cNvPr>
                <p14:cNvContentPartPr/>
                <p14:nvPr/>
              </p14:nvContentPartPr>
              <p14:xfrm>
                <a:off x="4849158" y="1168607"/>
                <a:ext cx="1600560" cy="651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B8424B6-08C9-B410-B20C-1BC3179678D2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831158" y="1150607"/>
                  <a:ext cx="1636200" cy="100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47AE45B2-5381-5E7D-BADF-BC17285367DF}"/>
                  </a:ext>
                </a:extLst>
              </p14:cNvPr>
              <p14:cNvContentPartPr/>
              <p14:nvPr/>
            </p14:nvContentPartPr>
            <p14:xfrm>
              <a:off x="3136278" y="2641007"/>
              <a:ext cx="43200" cy="31644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47AE45B2-5381-5E7D-BADF-BC17285367DF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3118278" y="2623367"/>
                <a:ext cx="78840" cy="35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AA736933-81AA-B1C1-92E9-AC506885F7FD}"/>
                  </a:ext>
                </a:extLst>
              </p14:cNvPr>
              <p14:cNvContentPartPr/>
              <p14:nvPr/>
            </p14:nvContentPartPr>
            <p14:xfrm>
              <a:off x="3857358" y="3068327"/>
              <a:ext cx="168480" cy="17532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AA736933-81AA-B1C1-92E9-AC506885F7FD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3839718" y="3050327"/>
                <a:ext cx="204120" cy="21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8E82FF6C-F192-C470-055D-E9C0FDC1D821}"/>
                  </a:ext>
                </a:extLst>
              </p14:cNvPr>
              <p14:cNvContentPartPr/>
              <p14:nvPr/>
            </p14:nvContentPartPr>
            <p14:xfrm>
              <a:off x="4001718" y="3999287"/>
              <a:ext cx="116640" cy="23364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8E82FF6C-F192-C470-055D-E9C0FDC1D821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3984078" y="3981287"/>
                <a:ext cx="152280" cy="26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73" name="Group 72">
            <a:extLst>
              <a:ext uri="{FF2B5EF4-FFF2-40B4-BE49-F238E27FC236}">
                <a16:creationId xmlns:a16="http://schemas.microsoft.com/office/drawing/2014/main" id="{7BCECEC7-EAAE-40BD-26FE-8A08808536CF}"/>
              </a:ext>
            </a:extLst>
          </p:cNvPr>
          <p:cNvGrpSpPr/>
          <p:nvPr/>
        </p:nvGrpSpPr>
        <p:grpSpPr>
          <a:xfrm>
            <a:off x="3433278" y="5180807"/>
            <a:ext cx="181800" cy="239760"/>
            <a:chOff x="3433278" y="5180807"/>
            <a:chExt cx="181800" cy="23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E1B9AEF-23FD-BC81-8257-A357CC5EE468}"/>
                    </a:ext>
                  </a:extLst>
                </p14:cNvPr>
                <p14:cNvContentPartPr/>
                <p14:nvPr/>
              </p14:nvContentPartPr>
              <p14:xfrm>
                <a:off x="3433278" y="5200967"/>
                <a:ext cx="174600" cy="1465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E1B9AEF-23FD-BC81-8257-A357CC5EE468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415278" y="5182967"/>
                  <a:ext cx="2102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3D93CA0-29FB-0278-2892-24606BF6DD19}"/>
                    </a:ext>
                  </a:extLst>
                </p14:cNvPr>
                <p14:cNvContentPartPr/>
                <p14:nvPr/>
              </p14:nvContentPartPr>
              <p14:xfrm>
                <a:off x="3577638" y="5180807"/>
                <a:ext cx="37440" cy="2397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3D93CA0-29FB-0278-2892-24606BF6DD19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559638" y="5163167"/>
                  <a:ext cx="73080" cy="27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D3CB3D4B-1744-F280-61F1-984465FCF7BE}"/>
              </a:ext>
            </a:extLst>
          </p:cNvPr>
          <p:cNvGrpSpPr/>
          <p:nvPr/>
        </p:nvGrpSpPr>
        <p:grpSpPr>
          <a:xfrm>
            <a:off x="2450478" y="4066967"/>
            <a:ext cx="99360" cy="239040"/>
            <a:chOff x="2450478" y="4066967"/>
            <a:chExt cx="99360" cy="2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CFD37D1-38BC-A3CD-8A6B-63D30BDA14D9}"/>
                    </a:ext>
                  </a:extLst>
                </p14:cNvPr>
                <p14:cNvContentPartPr/>
                <p14:nvPr/>
              </p14:nvContentPartPr>
              <p14:xfrm>
                <a:off x="2450478" y="4066967"/>
                <a:ext cx="99360" cy="806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CFD37D1-38BC-A3CD-8A6B-63D30BDA14D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432478" y="4049327"/>
                  <a:ext cx="1350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1CA7EC1-FF80-EB3B-91F1-BB92D8CC577E}"/>
                    </a:ext>
                  </a:extLst>
                </p14:cNvPr>
                <p14:cNvContentPartPr/>
                <p14:nvPr/>
              </p14:nvContentPartPr>
              <p14:xfrm>
                <a:off x="2452998" y="4167767"/>
                <a:ext cx="52200" cy="1382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1CA7EC1-FF80-EB3B-91F1-BB92D8CC577E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435358" y="4149767"/>
                  <a:ext cx="87840" cy="173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673B9D53-CD5E-0E32-A41A-FAD344EC21A4}"/>
                  </a:ext>
                </a:extLst>
              </p14:cNvPr>
              <p14:cNvContentPartPr/>
              <p14:nvPr/>
            </p14:nvContentPartPr>
            <p14:xfrm>
              <a:off x="2535798" y="3049247"/>
              <a:ext cx="109800" cy="24552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673B9D53-CD5E-0E32-A41A-FAD344EC21A4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2518158" y="3031247"/>
                <a:ext cx="145440" cy="28116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7D2FDE84-433E-5E5B-5FCD-09168A563B20}"/>
              </a:ext>
            </a:extLst>
          </p:cNvPr>
          <p:cNvGrpSpPr/>
          <p:nvPr/>
        </p:nvGrpSpPr>
        <p:grpSpPr>
          <a:xfrm>
            <a:off x="3327798" y="3570887"/>
            <a:ext cx="199080" cy="144360"/>
            <a:chOff x="3327798" y="3570887"/>
            <a:chExt cx="199080" cy="14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F52E421-E150-44F6-870B-748F5695956B}"/>
                    </a:ext>
                  </a:extLst>
                </p14:cNvPr>
                <p14:cNvContentPartPr/>
                <p14:nvPr/>
              </p14:nvContentPartPr>
              <p14:xfrm>
                <a:off x="3327798" y="3570887"/>
                <a:ext cx="160920" cy="144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F52E421-E150-44F6-870B-748F5695956B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309798" y="3552887"/>
                  <a:ext cx="1965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3D7DFE2-CFBF-2D7D-CF9E-59EC87D45A66}"/>
                    </a:ext>
                  </a:extLst>
                </p14:cNvPr>
                <p14:cNvContentPartPr/>
                <p14:nvPr/>
              </p14:nvContentPartPr>
              <p14:xfrm>
                <a:off x="3402678" y="3623087"/>
                <a:ext cx="124200" cy="795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3D7DFE2-CFBF-2D7D-CF9E-59EC87D45A66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385038" y="3605087"/>
                  <a:ext cx="159840" cy="115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74922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A4A47-9910-8427-C294-85EF231A9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Light-based devices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2CE81-0CB1-A3BA-AAE4-F130651C57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13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line of different types of electronic components&#10;&#10;Description automatically generated">
            <a:extLst>
              <a:ext uri="{FF2B5EF4-FFF2-40B4-BE49-F238E27FC236}">
                <a16:creationId xmlns:a16="http://schemas.microsoft.com/office/drawing/2014/main" id="{0267E0AC-B71D-2228-6385-24EEA66FDB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593" y="1360114"/>
            <a:ext cx="8468813" cy="3512510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16CF2B8C-8CE3-7BDC-E7E9-D227EEC101DA}"/>
              </a:ext>
            </a:extLst>
          </p:cNvPr>
          <p:cNvGrpSpPr/>
          <p:nvPr/>
        </p:nvGrpSpPr>
        <p:grpSpPr>
          <a:xfrm>
            <a:off x="5301588" y="953723"/>
            <a:ext cx="716400" cy="3394440"/>
            <a:chOff x="5301588" y="953723"/>
            <a:chExt cx="716400" cy="339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78A91D9-888B-5DAA-537C-09315012C182}"/>
                    </a:ext>
                  </a:extLst>
                </p14:cNvPr>
                <p14:cNvContentPartPr/>
                <p14:nvPr/>
              </p14:nvContentPartPr>
              <p14:xfrm>
                <a:off x="5350908" y="1504163"/>
                <a:ext cx="667080" cy="601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78A91D9-888B-5DAA-537C-09315012C18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333268" y="1486523"/>
                  <a:ext cx="70272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FB60472-2C89-70EE-636F-F7783308E124}"/>
                    </a:ext>
                  </a:extLst>
                </p14:cNvPr>
                <p14:cNvContentPartPr/>
                <p14:nvPr/>
              </p14:nvContentPartPr>
              <p14:xfrm>
                <a:off x="5886228" y="1517843"/>
                <a:ext cx="79560" cy="26067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FB60472-2C89-70EE-636F-F7783308E12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868588" y="1499843"/>
                  <a:ext cx="115200" cy="264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A47BB2C-2EFE-0DEF-4163-A9B7F2866F8E}"/>
                    </a:ext>
                  </a:extLst>
                </p14:cNvPr>
                <p14:cNvContentPartPr/>
                <p14:nvPr/>
              </p14:nvContentPartPr>
              <p14:xfrm>
                <a:off x="5377188" y="4023803"/>
                <a:ext cx="558360" cy="525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A47BB2C-2EFE-0DEF-4163-A9B7F2866F8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359548" y="4006163"/>
                  <a:ext cx="5940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D5E6C5F-31CC-6ACD-1390-DDB02D4955BE}"/>
                    </a:ext>
                  </a:extLst>
                </p14:cNvPr>
                <p14:cNvContentPartPr/>
                <p14:nvPr/>
              </p14:nvContentPartPr>
              <p14:xfrm>
                <a:off x="5301588" y="1646723"/>
                <a:ext cx="104400" cy="2701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D5E6C5F-31CC-6ACD-1390-DDB02D4955B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283588" y="1628723"/>
                  <a:ext cx="140040" cy="27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009E21A-9F5A-FB2F-F9F5-702F22948E77}"/>
                    </a:ext>
                  </a:extLst>
                </p14:cNvPr>
                <p14:cNvContentPartPr/>
                <p14:nvPr/>
              </p14:nvContentPartPr>
              <p14:xfrm>
                <a:off x="5407068" y="1000163"/>
                <a:ext cx="93960" cy="3607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009E21A-9F5A-FB2F-F9F5-702F22948E7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389428" y="982523"/>
                  <a:ext cx="12960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6E38BF1-D14D-8B7A-CB5E-0B45020D9D2B}"/>
                    </a:ext>
                  </a:extLst>
                </p14:cNvPr>
                <p14:cNvContentPartPr/>
                <p14:nvPr/>
              </p14:nvContentPartPr>
              <p14:xfrm>
                <a:off x="5420388" y="953723"/>
                <a:ext cx="97560" cy="1951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6E38BF1-D14D-8B7A-CB5E-0B45020D9D2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402388" y="935723"/>
                  <a:ext cx="13320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D9F1D08-D228-2E1F-7E31-16D119C633C1}"/>
                    </a:ext>
                  </a:extLst>
                </p14:cNvPr>
                <p14:cNvContentPartPr/>
                <p14:nvPr/>
              </p14:nvContentPartPr>
              <p14:xfrm>
                <a:off x="5590308" y="1010243"/>
                <a:ext cx="85680" cy="2494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D9F1D08-D228-2E1F-7E31-16D119C633C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572668" y="992243"/>
                  <a:ext cx="12132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77C9109-1281-329D-575E-33DB5E40D45C}"/>
                    </a:ext>
                  </a:extLst>
                </p14:cNvPr>
                <p14:cNvContentPartPr/>
                <p14:nvPr/>
              </p14:nvContentPartPr>
              <p14:xfrm>
                <a:off x="5621628" y="960923"/>
                <a:ext cx="144360" cy="2692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77C9109-1281-329D-575E-33DB5E40D45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603628" y="942923"/>
                  <a:ext cx="180000" cy="30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FA89DF1-8DC8-7685-F759-121853FA709A}"/>
              </a:ext>
            </a:extLst>
          </p:cNvPr>
          <p:cNvGrpSpPr/>
          <p:nvPr/>
        </p:nvGrpSpPr>
        <p:grpSpPr>
          <a:xfrm>
            <a:off x="2856108" y="1019963"/>
            <a:ext cx="1115640" cy="4030200"/>
            <a:chOff x="2856108" y="1019963"/>
            <a:chExt cx="1115640" cy="403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2E6D8E0-E7C1-0740-A5AA-9E39C4160841}"/>
                    </a:ext>
                  </a:extLst>
                </p14:cNvPr>
                <p14:cNvContentPartPr/>
                <p14:nvPr/>
              </p14:nvContentPartPr>
              <p14:xfrm>
                <a:off x="3179748" y="1607123"/>
                <a:ext cx="792000" cy="907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2E6D8E0-E7C1-0740-A5AA-9E39C416084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161748" y="1589483"/>
                  <a:ext cx="8276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BCAD7F0-9E7C-1D3B-F2DE-C9CF438A2BCF}"/>
                    </a:ext>
                  </a:extLst>
                </p14:cNvPr>
                <p14:cNvContentPartPr/>
                <p14:nvPr/>
              </p14:nvContentPartPr>
              <p14:xfrm>
                <a:off x="3731268" y="1669043"/>
                <a:ext cx="111960" cy="33256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BCAD7F0-9E7C-1D3B-F2DE-C9CF438A2BC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713268" y="1651403"/>
                  <a:ext cx="147600" cy="336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F686120-432F-1CF3-63C1-826B3AED25EE}"/>
                    </a:ext>
                  </a:extLst>
                </p14:cNvPr>
                <p14:cNvContentPartPr/>
                <p14:nvPr/>
              </p14:nvContentPartPr>
              <p14:xfrm>
                <a:off x="2856108" y="4853963"/>
                <a:ext cx="1068480" cy="1962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F686120-432F-1CF3-63C1-826B3AED25E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838468" y="4836323"/>
                  <a:ext cx="11041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7DC983A-55B2-8350-8E9C-306BFD51E7AC}"/>
                    </a:ext>
                  </a:extLst>
                </p14:cNvPr>
                <p14:cNvContentPartPr/>
                <p14:nvPr/>
              </p14:nvContentPartPr>
              <p14:xfrm>
                <a:off x="2990748" y="1531523"/>
                <a:ext cx="81360" cy="3271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7DC983A-55B2-8350-8E9C-306BFD51E7A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973108" y="1513523"/>
                  <a:ext cx="117000" cy="330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EF5735A-A480-0F30-D896-5410ED241E98}"/>
                    </a:ext>
                  </a:extLst>
                </p14:cNvPr>
                <p14:cNvContentPartPr/>
                <p14:nvPr/>
              </p14:nvContentPartPr>
              <p14:xfrm>
                <a:off x="3086148" y="4821203"/>
                <a:ext cx="360" cy="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EF5735A-A480-0F30-D896-5410ED241E9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068148" y="480356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451DEE2-F000-3E1E-6C68-8F42D63274F7}"/>
                    </a:ext>
                  </a:extLst>
                </p14:cNvPr>
                <p14:cNvContentPartPr/>
                <p14:nvPr/>
              </p14:nvContentPartPr>
              <p14:xfrm>
                <a:off x="2988948" y="1094483"/>
                <a:ext cx="212400" cy="2653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451DEE2-F000-3E1E-6C68-8F42D63274F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971308" y="1076483"/>
                  <a:ext cx="24804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3381671-AD1F-5795-DDD1-981D5E92B4E9}"/>
                    </a:ext>
                  </a:extLst>
                </p14:cNvPr>
                <p14:cNvContentPartPr/>
                <p14:nvPr/>
              </p14:nvContentPartPr>
              <p14:xfrm>
                <a:off x="3243108" y="1060283"/>
                <a:ext cx="88920" cy="3049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3381671-AD1F-5795-DDD1-981D5E92B4E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225108" y="1042643"/>
                  <a:ext cx="12456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C1BA093-7234-DC66-6D22-E8F274D40B96}"/>
                    </a:ext>
                  </a:extLst>
                </p14:cNvPr>
                <p14:cNvContentPartPr/>
                <p14:nvPr/>
              </p14:nvContentPartPr>
              <p14:xfrm>
                <a:off x="3201708" y="1019963"/>
                <a:ext cx="95400" cy="964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C1BA093-7234-DC66-6D22-E8F274D40B9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183708" y="1002323"/>
                  <a:ext cx="1310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89BA60E-0458-25A2-F677-DC26977CC61E}"/>
                    </a:ext>
                  </a:extLst>
                </p14:cNvPr>
                <p14:cNvContentPartPr/>
                <p14:nvPr/>
              </p14:nvContentPartPr>
              <p14:xfrm>
                <a:off x="3305388" y="1161803"/>
                <a:ext cx="150480" cy="1350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89BA60E-0458-25A2-F677-DC26977CC61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287748" y="1143803"/>
                  <a:ext cx="1861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F76936A-812C-7A1B-F0C4-3CF860C4FEDF}"/>
                    </a:ext>
                  </a:extLst>
                </p14:cNvPr>
                <p14:cNvContentPartPr/>
                <p14:nvPr/>
              </p14:nvContentPartPr>
              <p14:xfrm>
                <a:off x="3500148" y="1040123"/>
                <a:ext cx="115200" cy="271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F76936A-812C-7A1B-F0C4-3CF860C4FED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482508" y="1022123"/>
                  <a:ext cx="15084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CA3FFED-46C2-3C75-D619-4F959289FA01}"/>
                    </a:ext>
                  </a:extLst>
                </p14:cNvPr>
                <p14:cNvContentPartPr/>
                <p14:nvPr/>
              </p14:nvContentPartPr>
              <p14:xfrm>
                <a:off x="3542628" y="1041563"/>
                <a:ext cx="142200" cy="2030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CA3FFED-46C2-3C75-D619-4F959289FA0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524988" y="1023923"/>
                  <a:ext cx="177840" cy="23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91EFF62-2AAF-4DE1-3D78-3B4DCFE24710}"/>
              </a:ext>
            </a:extLst>
          </p:cNvPr>
          <p:cNvGrpSpPr/>
          <p:nvPr/>
        </p:nvGrpSpPr>
        <p:grpSpPr>
          <a:xfrm>
            <a:off x="633558" y="2182367"/>
            <a:ext cx="1207440" cy="1292400"/>
            <a:chOff x="633558" y="2182367"/>
            <a:chExt cx="1207440" cy="129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9F63861-8D47-9CD1-0EDC-0040D2E37850}"/>
                    </a:ext>
                  </a:extLst>
                </p14:cNvPr>
                <p14:cNvContentPartPr/>
                <p14:nvPr/>
              </p14:nvContentPartPr>
              <p14:xfrm>
                <a:off x="1001118" y="2182367"/>
                <a:ext cx="51840" cy="4766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9F63861-8D47-9CD1-0EDC-0040D2E3785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83478" y="2164367"/>
                  <a:ext cx="87480" cy="51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1D3D79D-2DAF-9DF3-1CA7-178911319555}"/>
                    </a:ext>
                  </a:extLst>
                </p14:cNvPr>
                <p14:cNvContentPartPr/>
                <p14:nvPr/>
              </p14:nvContentPartPr>
              <p14:xfrm>
                <a:off x="783318" y="2594207"/>
                <a:ext cx="484200" cy="48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1D3D79D-2DAF-9DF3-1CA7-17891131955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65318" y="2576567"/>
                  <a:ext cx="5198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5E5147D-F9E6-1C21-2C73-68B0F2EF3204}"/>
                    </a:ext>
                  </a:extLst>
                </p14:cNvPr>
                <p14:cNvContentPartPr/>
                <p14:nvPr/>
              </p14:nvContentPartPr>
              <p14:xfrm>
                <a:off x="781518" y="2589167"/>
                <a:ext cx="326880" cy="225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5E5147D-F9E6-1C21-2C73-68B0F2EF320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63518" y="2571527"/>
                  <a:ext cx="3625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0E818FF-0145-CE35-7183-95ED4B8964EA}"/>
                    </a:ext>
                  </a:extLst>
                </p14:cNvPr>
                <p14:cNvContentPartPr/>
                <p14:nvPr/>
              </p14:nvContentPartPr>
              <p14:xfrm>
                <a:off x="1101198" y="2569727"/>
                <a:ext cx="147600" cy="203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0E818FF-0145-CE35-7183-95ED4B8964EA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83198" y="2551727"/>
                  <a:ext cx="18324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FE89879-F71E-D1A6-A116-0FC359130559}"/>
                    </a:ext>
                  </a:extLst>
                </p14:cNvPr>
                <p14:cNvContentPartPr/>
                <p14:nvPr/>
              </p14:nvContentPartPr>
              <p14:xfrm>
                <a:off x="633558" y="2764127"/>
                <a:ext cx="836640" cy="1040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FE89879-F71E-D1A6-A116-0FC35913055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15918" y="2746487"/>
                  <a:ext cx="87228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F67BBBF-C532-26CD-6726-6C9C0EF31F32}"/>
                    </a:ext>
                  </a:extLst>
                </p14:cNvPr>
                <p14:cNvContentPartPr/>
                <p14:nvPr/>
              </p14:nvContentPartPr>
              <p14:xfrm>
                <a:off x="1086798" y="2773847"/>
                <a:ext cx="24840" cy="700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F67BBBF-C532-26CD-6726-6C9C0EF31F3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69158" y="2756207"/>
                  <a:ext cx="60480" cy="73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708A9DD-D340-6DBC-0744-B2DA1B483277}"/>
                    </a:ext>
                  </a:extLst>
                </p14:cNvPr>
                <p14:cNvContentPartPr/>
                <p14:nvPr/>
              </p14:nvContentPartPr>
              <p14:xfrm>
                <a:off x="1407558" y="2448407"/>
                <a:ext cx="217440" cy="1440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708A9DD-D340-6DBC-0744-B2DA1B48327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389918" y="2430407"/>
                  <a:ext cx="2530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EED05D9-E51B-B63D-E57B-128CEDDE4EA1}"/>
                    </a:ext>
                  </a:extLst>
                </p14:cNvPr>
                <p14:cNvContentPartPr/>
                <p14:nvPr/>
              </p14:nvContentPartPr>
              <p14:xfrm>
                <a:off x="1517718" y="2426087"/>
                <a:ext cx="118800" cy="1378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EED05D9-E51B-B63D-E57B-128CEDDE4EA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499718" y="2408087"/>
                  <a:ext cx="1544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B8C9AA4-C0FB-A2CB-7FA1-A1CB9C0A78C4}"/>
                    </a:ext>
                  </a:extLst>
                </p14:cNvPr>
                <p14:cNvContentPartPr/>
                <p14:nvPr/>
              </p14:nvContentPartPr>
              <p14:xfrm>
                <a:off x="1581438" y="2572967"/>
                <a:ext cx="239760" cy="1670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B8C9AA4-C0FB-A2CB-7FA1-A1CB9C0A78C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563438" y="2555327"/>
                  <a:ext cx="2754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53090AF-65CD-F80F-4BAB-A92D38B57870}"/>
                    </a:ext>
                  </a:extLst>
                </p14:cNvPr>
                <p14:cNvContentPartPr/>
                <p14:nvPr/>
              </p14:nvContentPartPr>
              <p14:xfrm>
                <a:off x="1741638" y="2552447"/>
                <a:ext cx="99360" cy="1400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53090AF-65CD-F80F-4BAB-A92D38B5787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723998" y="2534807"/>
                  <a:ext cx="135000" cy="17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A9D55E5-217F-BC69-0A27-2D3F937AA76C}"/>
              </a:ext>
            </a:extLst>
          </p:cNvPr>
          <p:cNvGrpSpPr/>
          <p:nvPr/>
        </p:nvGrpSpPr>
        <p:grpSpPr>
          <a:xfrm>
            <a:off x="490638" y="3843407"/>
            <a:ext cx="1230120" cy="1608480"/>
            <a:chOff x="490638" y="3843407"/>
            <a:chExt cx="1230120" cy="160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4DF5C22-8842-1069-1039-75F0DB34A302}"/>
                    </a:ext>
                  </a:extLst>
                </p14:cNvPr>
                <p14:cNvContentPartPr/>
                <p14:nvPr/>
              </p14:nvContentPartPr>
              <p14:xfrm>
                <a:off x="1140798" y="3843407"/>
                <a:ext cx="50040" cy="7963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4DF5C22-8842-1069-1039-75F0DB34A30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123158" y="3825767"/>
                  <a:ext cx="85680" cy="83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4293FD2-8388-2469-5E90-CAA9B064C332}"/>
                    </a:ext>
                  </a:extLst>
                </p14:cNvPr>
                <p14:cNvContentPartPr/>
                <p14:nvPr/>
              </p14:nvContentPartPr>
              <p14:xfrm>
                <a:off x="944958" y="4594367"/>
                <a:ext cx="251640" cy="210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4293FD2-8388-2469-5E90-CAA9B064C332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26958" y="4576727"/>
                  <a:ext cx="2872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8C45423-5F81-C2DE-FE3F-064F496FA560}"/>
                    </a:ext>
                  </a:extLst>
                </p14:cNvPr>
                <p14:cNvContentPartPr/>
                <p14:nvPr/>
              </p14:nvContentPartPr>
              <p14:xfrm>
                <a:off x="1225398" y="4600847"/>
                <a:ext cx="132120" cy="1890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8C45423-5F81-C2DE-FE3F-064F496FA56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207758" y="4582847"/>
                  <a:ext cx="16776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7567C86-32BB-CEDD-6A09-04C51219C5FA}"/>
                    </a:ext>
                  </a:extLst>
                </p14:cNvPr>
                <p14:cNvContentPartPr/>
                <p14:nvPr/>
              </p14:nvContentPartPr>
              <p14:xfrm>
                <a:off x="999678" y="4805327"/>
                <a:ext cx="383760" cy="288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7567C86-32BB-CEDD-6A09-04C51219C5FA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81678" y="4787327"/>
                  <a:ext cx="4194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6A90A46-B1E1-5B80-0E1C-1C9D2CCC7B5A}"/>
                    </a:ext>
                  </a:extLst>
                </p14:cNvPr>
                <p14:cNvContentPartPr/>
                <p14:nvPr/>
              </p14:nvContentPartPr>
              <p14:xfrm>
                <a:off x="1221078" y="4836287"/>
                <a:ext cx="20520" cy="6156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6A90A46-B1E1-5B80-0E1C-1C9D2CCC7B5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203438" y="4818647"/>
                  <a:ext cx="56160" cy="65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14E003B-5C3E-B93F-AB57-4463ED2DF261}"/>
                    </a:ext>
                  </a:extLst>
                </p14:cNvPr>
                <p14:cNvContentPartPr/>
                <p14:nvPr/>
              </p14:nvContentPartPr>
              <p14:xfrm>
                <a:off x="1032078" y="4545767"/>
                <a:ext cx="466560" cy="252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14E003B-5C3E-B93F-AB57-4463ED2DF26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14078" y="4527767"/>
                  <a:ext cx="5022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42F09CA-C2D0-674B-49D8-26410E4809B5}"/>
                    </a:ext>
                  </a:extLst>
                </p14:cNvPr>
                <p14:cNvContentPartPr/>
                <p14:nvPr/>
              </p14:nvContentPartPr>
              <p14:xfrm>
                <a:off x="490638" y="4349927"/>
                <a:ext cx="199800" cy="140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42F09CA-C2D0-674B-49D8-26410E4809B5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72998" y="4331927"/>
                  <a:ext cx="2354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AEBEA37-6826-EADE-BF82-7E3BE319D560}"/>
                    </a:ext>
                  </a:extLst>
                </p14:cNvPr>
                <p14:cNvContentPartPr/>
                <p14:nvPr/>
              </p14:nvContentPartPr>
              <p14:xfrm>
                <a:off x="623838" y="4245167"/>
                <a:ext cx="200160" cy="1872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AEBEA37-6826-EADE-BF82-7E3BE319D560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06198" y="4227527"/>
                  <a:ext cx="2358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7B75414-FEFC-D1E9-D7FF-29251CE5EF42}"/>
                    </a:ext>
                  </a:extLst>
                </p14:cNvPr>
                <p14:cNvContentPartPr/>
                <p14:nvPr/>
              </p14:nvContentPartPr>
              <p14:xfrm>
                <a:off x="577038" y="4445687"/>
                <a:ext cx="158040" cy="792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7B75414-FEFC-D1E9-D7FF-29251CE5EF42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59038" y="4427687"/>
                  <a:ext cx="19368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CA7EABF-99ED-DC62-A7E5-0C386C957D46}"/>
                    </a:ext>
                  </a:extLst>
                </p14:cNvPr>
                <p14:cNvContentPartPr/>
                <p14:nvPr/>
              </p14:nvContentPartPr>
              <p14:xfrm>
                <a:off x="756318" y="4295927"/>
                <a:ext cx="99720" cy="1717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CA7EABF-99ED-DC62-A7E5-0C386C957D4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38678" y="4277927"/>
                  <a:ext cx="13536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5092B76-4132-6A58-4C6E-EE17A631800D}"/>
                    </a:ext>
                  </a:extLst>
                </p14:cNvPr>
                <p14:cNvContentPartPr/>
                <p14:nvPr/>
              </p14:nvContentPartPr>
              <p14:xfrm>
                <a:off x="1428438" y="4050767"/>
                <a:ext cx="108360" cy="2221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5092B76-4132-6A58-4C6E-EE17A631800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410798" y="4032767"/>
                  <a:ext cx="14400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274D1B7-72C8-C0B6-2CE1-F64FAAA27865}"/>
                    </a:ext>
                  </a:extLst>
                </p14:cNvPr>
                <p14:cNvContentPartPr/>
                <p14:nvPr/>
              </p14:nvContentPartPr>
              <p14:xfrm>
                <a:off x="1420158" y="4003607"/>
                <a:ext cx="66960" cy="82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274D1B7-72C8-C0B6-2CE1-F64FAAA27865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402518" y="3985967"/>
                  <a:ext cx="10260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26A8A06-EAA6-2F69-FAA2-90050B3CCEE5}"/>
                    </a:ext>
                  </a:extLst>
                </p14:cNvPr>
                <p14:cNvContentPartPr/>
                <p14:nvPr/>
              </p14:nvContentPartPr>
              <p14:xfrm>
                <a:off x="1587558" y="4007567"/>
                <a:ext cx="93240" cy="135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26A8A06-EAA6-2F69-FAA2-90050B3CCEE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569918" y="3989567"/>
                  <a:ext cx="1288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3FB89A8-6FA1-63AF-D18F-87C0431ACF57}"/>
                    </a:ext>
                  </a:extLst>
                </p14:cNvPr>
                <p14:cNvContentPartPr/>
                <p14:nvPr/>
              </p14:nvContentPartPr>
              <p14:xfrm>
                <a:off x="1619958" y="3954287"/>
                <a:ext cx="100800" cy="1825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3FB89A8-6FA1-63AF-D18F-87C0431ACF57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602318" y="3936647"/>
                  <a:ext cx="136440" cy="21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D13F2FC-1576-2BBF-98B0-BFD72D6BD052}"/>
              </a:ext>
            </a:extLst>
          </p:cNvPr>
          <p:cNvGrpSpPr/>
          <p:nvPr/>
        </p:nvGrpSpPr>
        <p:grpSpPr>
          <a:xfrm>
            <a:off x="329358" y="1753967"/>
            <a:ext cx="625320" cy="443160"/>
            <a:chOff x="329358" y="1753967"/>
            <a:chExt cx="625320" cy="44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7CAE633-63C9-954C-824C-4ABE7EDC9FBB}"/>
                    </a:ext>
                  </a:extLst>
                </p14:cNvPr>
                <p14:cNvContentPartPr/>
                <p14:nvPr/>
              </p14:nvContentPartPr>
              <p14:xfrm>
                <a:off x="329358" y="1973927"/>
                <a:ext cx="269640" cy="2232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7CAE633-63C9-954C-824C-4ABE7EDC9FBB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11718" y="1955927"/>
                  <a:ext cx="30528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1ACE14E-BD1D-6EFD-B8D0-859239470FF7}"/>
                    </a:ext>
                  </a:extLst>
                </p14:cNvPr>
                <p14:cNvContentPartPr/>
                <p14:nvPr/>
              </p14:nvContentPartPr>
              <p14:xfrm>
                <a:off x="539958" y="1892927"/>
                <a:ext cx="141840" cy="1954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1ACE14E-BD1D-6EFD-B8D0-859239470FF7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21958" y="1875287"/>
                  <a:ext cx="1774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9E9A136-936E-2606-16CD-DE7E8D167FA2}"/>
                    </a:ext>
                  </a:extLst>
                </p14:cNvPr>
                <p14:cNvContentPartPr/>
                <p14:nvPr/>
              </p14:nvContentPartPr>
              <p14:xfrm>
                <a:off x="565518" y="1815527"/>
                <a:ext cx="95400" cy="820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9E9A136-936E-2606-16CD-DE7E8D167FA2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47878" y="1797887"/>
                  <a:ext cx="13104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F734CFB-DB9A-8714-3E33-5962ECA8C403}"/>
                    </a:ext>
                  </a:extLst>
                </p14:cNvPr>
                <p14:cNvContentPartPr/>
                <p14:nvPr/>
              </p14:nvContentPartPr>
              <p14:xfrm>
                <a:off x="628158" y="1915607"/>
                <a:ext cx="96120" cy="885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F734CFB-DB9A-8714-3E33-5962ECA8C403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10518" y="1897967"/>
                  <a:ext cx="1317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6C82EDF-AFBB-CDBF-654D-ABAFF32A3A34}"/>
                    </a:ext>
                  </a:extLst>
                </p14:cNvPr>
                <p14:cNvContentPartPr/>
                <p14:nvPr/>
              </p14:nvContentPartPr>
              <p14:xfrm>
                <a:off x="700158" y="2011367"/>
                <a:ext cx="77040" cy="795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6C82EDF-AFBB-CDBF-654D-ABAFF32A3A3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82158" y="1993727"/>
                  <a:ext cx="1126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E047313-9F91-D941-1A6D-F68A44E26002}"/>
                    </a:ext>
                  </a:extLst>
                </p14:cNvPr>
                <p14:cNvContentPartPr/>
                <p14:nvPr/>
              </p14:nvContentPartPr>
              <p14:xfrm>
                <a:off x="772158" y="1815887"/>
                <a:ext cx="118800" cy="158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E047313-9F91-D941-1A6D-F68A44E2600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54518" y="1798247"/>
                  <a:ext cx="1544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95ADAF6-8198-D4B1-F7A6-3F6CB50EE2A6}"/>
                    </a:ext>
                  </a:extLst>
                </p14:cNvPr>
                <p14:cNvContentPartPr/>
                <p14:nvPr/>
              </p14:nvContentPartPr>
              <p14:xfrm>
                <a:off x="793398" y="1753967"/>
                <a:ext cx="161280" cy="1929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95ADAF6-8198-D4B1-F7A6-3F6CB50EE2A6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75398" y="1735967"/>
                  <a:ext cx="196920" cy="22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8A42CAA8-F768-D609-25BD-A0CC4A425B0B}"/>
              </a:ext>
            </a:extLst>
          </p:cNvPr>
          <p:cNvGrpSpPr/>
          <p:nvPr/>
        </p:nvGrpSpPr>
        <p:grpSpPr>
          <a:xfrm>
            <a:off x="6794958" y="83567"/>
            <a:ext cx="3269880" cy="1584360"/>
            <a:chOff x="6794958" y="83567"/>
            <a:chExt cx="3269880" cy="158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6F9E01C-309D-D008-F879-859FA2AD875E}"/>
                    </a:ext>
                  </a:extLst>
                </p14:cNvPr>
                <p14:cNvContentPartPr/>
                <p14:nvPr/>
              </p14:nvContentPartPr>
              <p14:xfrm>
                <a:off x="8004558" y="410087"/>
                <a:ext cx="43560" cy="4449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6F9E01C-309D-D008-F879-859FA2AD875E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986558" y="392087"/>
                  <a:ext cx="79200" cy="4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FFE2F6F-F45D-5BB2-8BED-0620D1090513}"/>
                    </a:ext>
                  </a:extLst>
                </p14:cNvPr>
                <p14:cNvContentPartPr/>
                <p14:nvPr/>
              </p14:nvContentPartPr>
              <p14:xfrm>
                <a:off x="8045958" y="513407"/>
                <a:ext cx="292320" cy="3484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FFE2F6F-F45D-5BB2-8BED-0620D1090513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027958" y="495767"/>
                  <a:ext cx="32796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02F0710-7394-8B21-F112-3649A7709978}"/>
                    </a:ext>
                  </a:extLst>
                </p14:cNvPr>
                <p14:cNvContentPartPr/>
                <p14:nvPr/>
              </p14:nvContentPartPr>
              <p14:xfrm>
                <a:off x="8320278" y="369767"/>
                <a:ext cx="105840" cy="6580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02F0710-7394-8B21-F112-3649A7709978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302278" y="352127"/>
                  <a:ext cx="141480" cy="69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C5DCE2D-4DD6-FDFA-DD28-3AD286920AE1}"/>
                    </a:ext>
                  </a:extLst>
                </p14:cNvPr>
                <p14:cNvContentPartPr/>
                <p14:nvPr/>
              </p14:nvContentPartPr>
              <p14:xfrm>
                <a:off x="8437998" y="605927"/>
                <a:ext cx="1024560" cy="705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C5DCE2D-4DD6-FDFA-DD28-3AD286920AE1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419998" y="588287"/>
                  <a:ext cx="10602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4495C20-1489-30C1-47B9-30C5A0D633D7}"/>
                    </a:ext>
                  </a:extLst>
                </p14:cNvPr>
                <p14:cNvContentPartPr/>
                <p14:nvPr/>
              </p14:nvContentPartPr>
              <p14:xfrm>
                <a:off x="6965958" y="696287"/>
                <a:ext cx="1036080" cy="892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4495C20-1489-30C1-47B9-30C5A0D633D7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947958" y="678287"/>
                  <a:ext cx="107172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EA755F6-E0DD-4229-A456-0B0207121016}"/>
                    </a:ext>
                  </a:extLst>
                </p14:cNvPr>
                <p14:cNvContentPartPr/>
                <p14:nvPr/>
              </p14:nvContentPartPr>
              <p14:xfrm>
                <a:off x="7611438" y="302807"/>
                <a:ext cx="291960" cy="658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EA755F6-E0DD-4229-A456-0B0207121016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593798" y="284807"/>
                  <a:ext cx="32760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C613DFC-5FA6-C6D5-522C-431979A16762}"/>
                    </a:ext>
                  </a:extLst>
                </p14:cNvPr>
                <p14:cNvContentPartPr/>
                <p14:nvPr/>
              </p14:nvContentPartPr>
              <p14:xfrm>
                <a:off x="7732038" y="201287"/>
                <a:ext cx="65880" cy="3016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C613DFC-5FA6-C6D5-522C-431979A16762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714038" y="183647"/>
                  <a:ext cx="10152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D8A7D03-A0D7-93FF-B712-3850ECF58C76}"/>
                    </a:ext>
                  </a:extLst>
                </p14:cNvPr>
                <p14:cNvContentPartPr/>
                <p14:nvPr/>
              </p14:nvContentPartPr>
              <p14:xfrm>
                <a:off x="8436198" y="222887"/>
                <a:ext cx="236520" cy="410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D8A7D03-A0D7-93FF-B712-3850ECF58C76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418198" y="204887"/>
                  <a:ext cx="2721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8D4B70B-0C2E-746D-FC64-47CBBB501400}"/>
                    </a:ext>
                  </a:extLst>
                </p14:cNvPr>
                <p14:cNvContentPartPr/>
                <p14:nvPr/>
              </p14:nvContentPartPr>
              <p14:xfrm>
                <a:off x="6938598" y="240887"/>
                <a:ext cx="38520" cy="2768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8D4B70B-0C2E-746D-FC64-47CBBB501400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920598" y="223247"/>
                  <a:ext cx="7416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AA4AEE8-00BE-FC42-0811-D03E1155E9AE}"/>
                    </a:ext>
                  </a:extLst>
                </p14:cNvPr>
                <p14:cNvContentPartPr/>
                <p14:nvPr/>
              </p14:nvContentPartPr>
              <p14:xfrm>
                <a:off x="6981798" y="228287"/>
                <a:ext cx="154440" cy="2322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AA4AEE8-00BE-FC42-0811-D03E1155E9A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964158" y="210287"/>
                  <a:ext cx="19008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63FAF8F-14A8-6B16-ABC7-BD6F483D97AB}"/>
                    </a:ext>
                  </a:extLst>
                </p14:cNvPr>
                <p14:cNvContentPartPr/>
                <p14:nvPr/>
              </p14:nvContentPartPr>
              <p14:xfrm>
                <a:off x="7012038" y="389927"/>
                <a:ext cx="23040" cy="374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63FAF8F-14A8-6B16-ABC7-BD6F483D97AB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994038" y="372287"/>
                  <a:ext cx="586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ABE8DE4-7A88-B6E1-BC5C-AD555BC913BB}"/>
                    </a:ext>
                  </a:extLst>
                </p14:cNvPr>
                <p14:cNvContentPartPr/>
                <p14:nvPr/>
              </p14:nvContentPartPr>
              <p14:xfrm>
                <a:off x="7198878" y="282287"/>
                <a:ext cx="182520" cy="1227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ABE8DE4-7A88-B6E1-BC5C-AD555BC913BB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180878" y="264647"/>
                  <a:ext cx="2181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FCAB0D0-ACA3-D79F-12FC-D62F61883046}"/>
                    </a:ext>
                  </a:extLst>
                </p14:cNvPr>
                <p14:cNvContentPartPr/>
                <p14:nvPr/>
              </p14:nvContentPartPr>
              <p14:xfrm>
                <a:off x="7500198" y="244127"/>
                <a:ext cx="51480" cy="871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FCAB0D0-ACA3-D79F-12FC-D62F6188304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482558" y="226127"/>
                  <a:ext cx="871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A7C414E-5DAD-9DD9-F183-9E606226AA0E}"/>
                    </a:ext>
                  </a:extLst>
                </p14:cNvPr>
                <p14:cNvContentPartPr/>
                <p14:nvPr/>
              </p14:nvContentPartPr>
              <p14:xfrm>
                <a:off x="7628718" y="109127"/>
                <a:ext cx="79560" cy="1760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A7C414E-5DAD-9DD9-F183-9E606226AA0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610718" y="91487"/>
                  <a:ext cx="1152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AC01938-4643-79FD-AB87-D1C45F8FE4E2}"/>
                    </a:ext>
                  </a:extLst>
                </p14:cNvPr>
                <p14:cNvContentPartPr/>
                <p14:nvPr/>
              </p14:nvContentPartPr>
              <p14:xfrm>
                <a:off x="7824198" y="83567"/>
                <a:ext cx="67680" cy="1648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AC01938-4643-79FD-AB87-D1C45F8FE4E2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806198" y="65927"/>
                  <a:ext cx="1033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53DF045-A171-589A-D016-67115E790FE5}"/>
                    </a:ext>
                  </a:extLst>
                </p14:cNvPr>
                <p14:cNvContentPartPr/>
                <p14:nvPr/>
              </p14:nvContentPartPr>
              <p14:xfrm>
                <a:off x="9029838" y="178247"/>
                <a:ext cx="94320" cy="1656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53DF045-A171-589A-D016-67115E790FE5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9011838" y="160607"/>
                  <a:ext cx="12996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706784B-13A4-628B-4958-894425D31A47}"/>
                    </a:ext>
                  </a:extLst>
                </p14:cNvPr>
                <p14:cNvContentPartPr/>
                <p14:nvPr/>
              </p14:nvContentPartPr>
              <p14:xfrm>
                <a:off x="9138558" y="257087"/>
                <a:ext cx="92160" cy="889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706784B-13A4-628B-4958-894425D31A47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9120558" y="239447"/>
                  <a:ext cx="1278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9ED8446-3D8C-7A49-54DB-8CE48463843C}"/>
                    </a:ext>
                  </a:extLst>
                </p14:cNvPr>
                <p14:cNvContentPartPr/>
                <p14:nvPr/>
              </p14:nvContentPartPr>
              <p14:xfrm>
                <a:off x="9386958" y="137207"/>
                <a:ext cx="23760" cy="2181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9ED8446-3D8C-7A49-54DB-8CE48463843C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9369318" y="119567"/>
                  <a:ext cx="5940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3ADCA6F-591E-1FEA-56A7-294C2FC9DB95}"/>
                    </a:ext>
                  </a:extLst>
                </p14:cNvPr>
                <p14:cNvContentPartPr/>
                <p14:nvPr/>
              </p14:nvContentPartPr>
              <p14:xfrm>
                <a:off x="9365718" y="198767"/>
                <a:ext cx="180360" cy="1846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3ADCA6F-591E-1FEA-56A7-294C2FC9DB95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9347718" y="180767"/>
                  <a:ext cx="21600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3A2DD30-C09E-4B19-9496-94D705B89CE7}"/>
                    </a:ext>
                  </a:extLst>
                </p14:cNvPr>
                <p14:cNvContentPartPr/>
                <p14:nvPr/>
              </p14:nvContentPartPr>
              <p14:xfrm>
                <a:off x="9548958" y="307487"/>
                <a:ext cx="142200" cy="1429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3A2DD30-C09E-4B19-9496-94D705B89CE7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9531318" y="289487"/>
                  <a:ext cx="1778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B410133-158A-5EC0-FD70-2E670B0ADD7C}"/>
                    </a:ext>
                  </a:extLst>
                </p14:cNvPr>
                <p14:cNvContentPartPr/>
                <p14:nvPr/>
              </p14:nvContentPartPr>
              <p14:xfrm>
                <a:off x="9783318" y="315047"/>
                <a:ext cx="51840" cy="964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B410133-158A-5EC0-FD70-2E670B0ADD7C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765678" y="297407"/>
                  <a:ext cx="874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B6E8EA8-8034-0CDF-7E3F-507240FAD5A9}"/>
                    </a:ext>
                  </a:extLst>
                </p14:cNvPr>
                <p14:cNvContentPartPr/>
                <p14:nvPr/>
              </p14:nvContentPartPr>
              <p14:xfrm>
                <a:off x="9941358" y="143327"/>
                <a:ext cx="123480" cy="2703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B6E8EA8-8034-0CDF-7E3F-507240FAD5A9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9923718" y="125687"/>
                  <a:ext cx="15912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A3B0417-71C2-ED6E-E590-277BBBD773A5}"/>
                    </a:ext>
                  </a:extLst>
                </p14:cNvPr>
                <p14:cNvContentPartPr/>
                <p14:nvPr/>
              </p14:nvContentPartPr>
              <p14:xfrm>
                <a:off x="7032198" y="795287"/>
                <a:ext cx="2160" cy="18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A3B0417-71C2-ED6E-E590-277BBBD773A5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7014198" y="777287"/>
                  <a:ext cx="378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66C36F8-1A2E-33AA-5F6E-AFFC590B3A29}"/>
                    </a:ext>
                  </a:extLst>
                </p14:cNvPr>
                <p14:cNvContentPartPr/>
                <p14:nvPr/>
              </p14:nvContentPartPr>
              <p14:xfrm>
                <a:off x="6986478" y="765047"/>
                <a:ext cx="59760" cy="4050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66C36F8-1A2E-33AA-5F6E-AFFC590B3A29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968838" y="747407"/>
                  <a:ext cx="9540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7301D31-CE88-61DD-054C-C19B93567360}"/>
                    </a:ext>
                  </a:extLst>
                </p14:cNvPr>
                <p14:cNvContentPartPr/>
                <p14:nvPr/>
              </p14:nvContentPartPr>
              <p14:xfrm>
                <a:off x="9463278" y="621407"/>
                <a:ext cx="25560" cy="3571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7301D31-CE88-61DD-054C-C19B93567360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445278" y="603407"/>
                  <a:ext cx="6120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A1E5ACF-A8CB-473C-1B8D-301B5FE507E2}"/>
                    </a:ext>
                  </a:extLst>
                </p14:cNvPr>
                <p14:cNvContentPartPr/>
                <p14:nvPr/>
              </p14:nvContentPartPr>
              <p14:xfrm>
                <a:off x="6794958" y="1113887"/>
                <a:ext cx="671400" cy="1220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A1E5ACF-A8CB-473C-1B8D-301B5FE507E2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776958" y="1096247"/>
                  <a:ext cx="7070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A226C42-E2CB-A40F-78FB-99CC3A05FAB8}"/>
                    </a:ext>
                  </a:extLst>
                </p14:cNvPr>
                <p14:cNvContentPartPr/>
                <p14:nvPr/>
              </p14:nvContentPartPr>
              <p14:xfrm>
                <a:off x="6963078" y="1325207"/>
                <a:ext cx="130320" cy="237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A226C42-E2CB-A40F-78FB-99CC3A05FAB8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6945438" y="1307567"/>
                  <a:ext cx="1659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4DB3756-4E3C-E918-9FE5-6F2BB5D93713}"/>
                    </a:ext>
                  </a:extLst>
                </p14:cNvPr>
                <p14:cNvContentPartPr/>
                <p14:nvPr/>
              </p14:nvContentPartPr>
              <p14:xfrm>
                <a:off x="7110318" y="1325927"/>
                <a:ext cx="96120" cy="3420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4DB3756-4E3C-E918-9FE5-6F2BB5D93713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092318" y="1307927"/>
                  <a:ext cx="13176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938F507-2CC8-3366-442B-44B40692268C}"/>
                    </a:ext>
                  </a:extLst>
                </p14:cNvPr>
                <p14:cNvContentPartPr/>
                <p14:nvPr/>
              </p14:nvContentPartPr>
              <p14:xfrm>
                <a:off x="7189878" y="939647"/>
                <a:ext cx="2331720" cy="7214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938F507-2CC8-3366-442B-44B40692268C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7172238" y="922007"/>
                  <a:ext cx="2367360" cy="757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0618C760-D71A-3960-236F-14A05A8B6298}"/>
                  </a:ext>
                </a:extLst>
              </p14:cNvPr>
              <p14:cNvContentPartPr/>
              <p14:nvPr/>
            </p14:nvContentPartPr>
            <p14:xfrm>
              <a:off x="9994638" y="1276247"/>
              <a:ext cx="368280" cy="22104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0618C760-D71A-3960-236F-14A05A8B6298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9976998" y="1258247"/>
                <a:ext cx="403920" cy="256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97AC0E8-49CB-9E8C-FB1D-E03E8639462C}"/>
              </a:ext>
            </a:extLst>
          </p:cNvPr>
          <p:cNvGrpSpPr/>
          <p:nvPr/>
        </p:nvGrpSpPr>
        <p:grpSpPr>
          <a:xfrm>
            <a:off x="8599252" y="621561"/>
            <a:ext cx="2472120" cy="704880"/>
            <a:chOff x="8599252" y="621561"/>
            <a:chExt cx="2472120" cy="70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2785EE4-5795-AAD0-4134-09FCF1C96A4F}"/>
                    </a:ext>
                  </a:extLst>
                </p14:cNvPr>
                <p14:cNvContentPartPr/>
                <p14:nvPr/>
              </p14:nvContentPartPr>
              <p14:xfrm>
                <a:off x="8599252" y="802641"/>
                <a:ext cx="30240" cy="2379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2785EE4-5795-AAD0-4134-09FCF1C96A4F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581252" y="785001"/>
                  <a:ext cx="6588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46DFAFC-1154-45EA-863B-0E6C66CF8A25}"/>
                    </a:ext>
                  </a:extLst>
                </p14:cNvPr>
                <p14:cNvContentPartPr/>
                <p14:nvPr/>
              </p14:nvContentPartPr>
              <p14:xfrm>
                <a:off x="8606452" y="805521"/>
                <a:ext cx="248040" cy="144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46DFAFC-1154-45EA-863B-0E6C66CF8A25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588452" y="787521"/>
                  <a:ext cx="28368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B668CF1-62C2-3158-A031-D9C15BD1133F}"/>
                    </a:ext>
                  </a:extLst>
                </p14:cNvPr>
                <p14:cNvContentPartPr/>
                <p14:nvPr/>
              </p14:nvContentPartPr>
              <p14:xfrm>
                <a:off x="8660452" y="1001721"/>
                <a:ext cx="156240" cy="169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B668CF1-62C2-3158-A031-D9C15BD1133F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642812" y="984081"/>
                  <a:ext cx="1918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3BD9083-D6AF-625D-4ACC-F56D71A0554C}"/>
                    </a:ext>
                  </a:extLst>
                </p14:cNvPr>
                <p14:cNvContentPartPr/>
                <p14:nvPr/>
              </p14:nvContentPartPr>
              <p14:xfrm>
                <a:off x="8750812" y="659001"/>
                <a:ext cx="300960" cy="1735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3BD9083-D6AF-625D-4ACC-F56D71A0554C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732812" y="641001"/>
                  <a:ext cx="3366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151E595-BFEE-0E7F-1B51-30683CDDC675}"/>
                    </a:ext>
                  </a:extLst>
                </p14:cNvPr>
                <p14:cNvContentPartPr/>
                <p14:nvPr/>
              </p14:nvContentPartPr>
              <p14:xfrm>
                <a:off x="9046372" y="841521"/>
                <a:ext cx="88200" cy="583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151E595-BFEE-0E7F-1B51-30683CDDC675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9028372" y="823521"/>
                  <a:ext cx="1238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AED2FFD-E5F4-0634-142C-964CCC158DC4}"/>
                    </a:ext>
                  </a:extLst>
                </p14:cNvPr>
                <p14:cNvContentPartPr/>
                <p14:nvPr/>
              </p14:nvContentPartPr>
              <p14:xfrm>
                <a:off x="8869252" y="901281"/>
                <a:ext cx="266040" cy="2746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AED2FFD-E5F4-0634-142C-964CCC158DC4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8851612" y="883641"/>
                  <a:ext cx="30168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729FDDA-A014-692A-2B80-02DA54F29050}"/>
                    </a:ext>
                  </a:extLst>
                </p14:cNvPr>
                <p14:cNvContentPartPr/>
                <p14:nvPr/>
              </p14:nvContentPartPr>
              <p14:xfrm>
                <a:off x="8833972" y="1010001"/>
                <a:ext cx="28080" cy="1648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729FDDA-A014-692A-2B80-02DA54F29050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8816332" y="992001"/>
                  <a:ext cx="637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4DF0D58-F655-BFCF-E081-724429D977B1}"/>
                    </a:ext>
                  </a:extLst>
                </p14:cNvPr>
                <p14:cNvContentPartPr/>
                <p14:nvPr/>
              </p14:nvContentPartPr>
              <p14:xfrm>
                <a:off x="8796532" y="621561"/>
                <a:ext cx="29880" cy="2307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4DF0D58-F655-BFCF-E081-724429D977B1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8778892" y="603921"/>
                  <a:ext cx="6552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0FD2F00-D0B5-A5C6-A960-768E8A2A0A21}"/>
                    </a:ext>
                  </a:extLst>
                </p14:cNvPr>
                <p14:cNvContentPartPr/>
                <p14:nvPr/>
              </p14:nvContentPartPr>
              <p14:xfrm>
                <a:off x="9266332" y="864561"/>
                <a:ext cx="555120" cy="288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0FD2F00-D0B5-A5C6-A960-768E8A2A0A21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248332" y="846561"/>
                  <a:ext cx="59076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2DF3E89-1566-86D0-6D35-505B39458189}"/>
                    </a:ext>
                  </a:extLst>
                </p14:cNvPr>
                <p14:cNvContentPartPr/>
                <p14:nvPr/>
              </p14:nvContentPartPr>
              <p14:xfrm>
                <a:off x="9987412" y="800841"/>
                <a:ext cx="32400" cy="1994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2DF3E89-1566-86D0-6D35-505B39458189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969412" y="782841"/>
                  <a:ext cx="6804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1D21923-AEDC-E7A3-8A58-B55DAE92E8FA}"/>
                    </a:ext>
                  </a:extLst>
                </p14:cNvPr>
                <p14:cNvContentPartPr/>
                <p14:nvPr/>
              </p14:nvContentPartPr>
              <p14:xfrm>
                <a:off x="10007932" y="736761"/>
                <a:ext cx="93240" cy="208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1D21923-AEDC-E7A3-8A58-B55DAE92E8FA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9989932" y="719121"/>
                  <a:ext cx="1288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1355E67-2E2F-8FEA-E778-7443B191A5BB}"/>
                    </a:ext>
                  </a:extLst>
                </p14:cNvPr>
                <p14:cNvContentPartPr/>
                <p14:nvPr/>
              </p14:nvContentPartPr>
              <p14:xfrm>
                <a:off x="9991012" y="813081"/>
                <a:ext cx="97920" cy="252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1355E67-2E2F-8FEA-E778-7443B191A5BB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9973372" y="795441"/>
                  <a:ext cx="1335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94C091C-7F62-8968-7C06-35916FC02FE0}"/>
                    </a:ext>
                  </a:extLst>
                </p14:cNvPr>
                <p14:cNvContentPartPr/>
                <p14:nvPr/>
              </p14:nvContentPartPr>
              <p14:xfrm>
                <a:off x="10128172" y="851601"/>
                <a:ext cx="103320" cy="1087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94C091C-7F62-8968-7C06-35916FC02FE0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0110532" y="833601"/>
                  <a:ext cx="1389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DAF0465-180B-9F79-DC95-F4D40E0614C9}"/>
                    </a:ext>
                  </a:extLst>
                </p14:cNvPr>
                <p14:cNvContentPartPr/>
                <p14:nvPr/>
              </p14:nvContentPartPr>
              <p14:xfrm>
                <a:off x="10253092" y="848721"/>
                <a:ext cx="76680" cy="892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DAF0465-180B-9F79-DC95-F4D40E0614C9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0235452" y="831081"/>
                  <a:ext cx="11232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2EA0F99-6355-C816-724E-07DC4C9601D7}"/>
                    </a:ext>
                  </a:extLst>
                </p14:cNvPr>
                <p14:cNvContentPartPr/>
                <p14:nvPr/>
              </p14:nvContentPartPr>
              <p14:xfrm>
                <a:off x="10424092" y="842241"/>
                <a:ext cx="144720" cy="982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2EA0F99-6355-C816-724E-07DC4C9601D7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0406452" y="824601"/>
                  <a:ext cx="1803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1F3A0FF8-4628-A044-8371-4924056CD11A}"/>
                    </a:ext>
                  </a:extLst>
                </p14:cNvPr>
                <p14:cNvContentPartPr/>
                <p14:nvPr/>
              </p14:nvContentPartPr>
              <p14:xfrm>
                <a:off x="10653772" y="843681"/>
                <a:ext cx="91440" cy="723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1F3A0FF8-4628-A044-8371-4924056CD11A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0636132" y="826041"/>
                  <a:ext cx="1270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6B64EFF-0FF4-8594-F721-C7A4329086D2}"/>
                    </a:ext>
                  </a:extLst>
                </p14:cNvPr>
                <p14:cNvContentPartPr/>
                <p14:nvPr/>
              </p14:nvContentPartPr>
              <p14:xfrm>
                <a:off x="10781932" y="839001"/>
                <a:ext cx="89280" cy="676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6B64EFF-0FF4-8594-F721-C7A4329086D2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0763932" y="821361"/>
                  <a:ext cx="1249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D26C5B0-B05A-2CC3-0E00-D9A195BDAC69}"/>
                    </a:ext>
                  </a:extLst>
                </p14:cNvPr>
                <p14:cNvContentPartPr/>
                <p14:nvPr/>
              </p14:nvContentPartPr>
              <p14:xfrm>
                <a:off x="10927372" y="725601"/>
                <a:ext cx="140400" cy="2494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D26C5B0-B05A-2CC3-0E00-D9A195BDAC69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0909372" y="707601"/>
                  <a:ext cx="17604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9373378-0553-22C2-79E4-0B2ACED5F01C}"/>
                    </a:ext>
                  </a:extLst>
                </p14:cNvPr>
                <p14:cNvContentPartPr/>
                <p14:nvPr/>
              </p14:nvContentPartPr>
              <p14:xfrm>
                <a:off x="10466572" y="1217361"/>
                <a:ext cx="129240" cy="1029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9373378-0553-22C2-79E4-0B2ACED5F01C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0448572" y="1199361"/>
                  <a:ext cx="16488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99A3A0A-C7D2-B826-A737-1B676A6023A2}"/>
                    </a:ext>
                  </a:extLst>
                </p14:cNvPr>
                <p14:cNvContentPartPr/>
                <p14:nvPr/>
              </p14:nvContentPartPr>
              <p14:xfrm>
                <a:off x="10688332" y="1255161"/>
                <a:ext cx="15840" cy="712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99A3A0A-C7D2-B826-A737-1B676A6023A2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0670692" y="1237521"/>
                  <a:ext cx="5148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0BEE9CA-061C-F237-6464-192AC3B3F2C5}"/>
                    </a:ext>
                  </a:extLst>
                </p14:cNvPr>
                <p14:cNvContentPartPr/>
                <p14:nvPr/>
              </p14:nvContentPartPr>
              <p14:xfrm>
                <a:off x="10732252" y="1116921"/>
                <a:ext cx="20520" cy="306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0BEE9CA-061C-F237-6464-192AC3B3F2C5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0714612" y="1099281"/>
                  <a:ext cx="561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9C97F50-9D80-8937-1A17-F5F5E28D8B80}"/>
                    </a:ext>
                  </a:extLst>
                </p14:cNvPr>
                <p14:cNvContentPartPr/>
                <p14:nvPr/>
              </p14:nvContentPartPr>
              <p14:xfrm>
                <a:off x="10804612" y="1216281"/>
                <a:ext cx="82440" cy="975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9C97F50-9D80-8937-1A17-F5F5E28D8B80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0786612" y="1198641"/>
                  <a:ext cx="1180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86CB841-01DA-9EAE-349B-7AAA14713B5B}"/>
                    </a:ext>
                  </a:extLst>
                </p14:cNvPr>
                <p14:cNvContentPartPr/>
                <p14:nvPr/>
              </p14:nvContentPartPr>
              <p14:xfrm>
                <a:off x="11005852" y="1193241"/>
                <a:ext cx="65520" cy="1263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86CB841-01DA-9EAE-349B-7AAA14713B5B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0988212" y="1175601"/>
                  <a:ext cx="101160" cy="16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9C560FDE-47F0-9E91-EDAE-BF14AC7DAFC1}"/>
              </a:ext>
            </a:extLst>
          </p:cNvPr>
          <p:cNvGrpSpPr/>
          <p:nvPr/>
        </p:nvGrpSpPr>
        <p:grpSpPr>
          <a:xfrm>
            <a:off x="10571332" y="1455321"/>
            <a:ext cx="1064880" cy="276120"/>
            <a:chOff x="10571332" y="1455321"/>
            <a:chExt cx="1064880" cy="27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EFACEB7-B63E-26B5-BE5C-4DB8B99D3BC7}"/>
                    </a:ext>
                  </a:extLst>
                </p14:cNvPr>
                <p14:cNvContentPartPr/>
                <p14:nvPr/>
              </p14:nvContentPartPr>
              <p14:xfrm>
                <a:off x="10571332" y="1589961"/>
                <a:ext cx="136080" cy="1245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EFACEB7-B63E-26B5-BE5C-4DB8B99D3BC7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0553332" y="1571961"/>
                  <a:ext cx="1717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20A6788-23FF-73D6-09AA-48F0E0262E67}"/>
                    </a:ext>
                  </a:extLst>
                </p14:cNvPr>
                <p14:cNvContentPartPr/>
                <p14:nvPr/>
              </p14:nvContentPartPr>
              <p14:xfrm>
                <a:off x="10713172" y="1614801"/>
                <a:ext cx="73440" cy="1166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20A6788-23FF-73D6-09AA-48F0E0262E67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0695532" y="1597161"/>
                  <a:ext cx="10908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C27CCA6-951B-39F6-494E-84EAB5B07D1B}"/>
                    </a:ext>
                  </a:extLst>
                </p14:cNvPr>
                <p14:cNvContentPartPr/>
                <p14:nvPr/>
              </p14:nvContentPartPr>
              <p14:xfrm>
                <a:off x="10798492" y="1698681"/>
                <a:ext cx="48960" cy="104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C27CCA6-951B-39F6-494E-84EAB5B07D1B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0780852" y="1680681"/>
                  <a:ext cx="846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FB23CD4-68EB-96A3-D201-F91AB522159A}"/>
                    </a:ext>
                  </a:extLst>
                </p14:cNvPr>
                <p14:cNvContentPartPr/>
                <p14:nvPr/>
              </p14:nvContentPartPr>
              <p14:xfrm>
                <a:off x="10860052" y="1614801"/>
                <a:ext cx="23760" cy="1044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FB23CD4-68EB-96A3-D201-F91AB522159A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0842052" y="1597161"/>
                  <a:ext cx="594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5AB2E11-1972-5496-6EE5-AD5F9F0D2DDB}"/>
                    </a:ext>
                  </a:extLst>
                </p14:cNvPr>
                <p14:cNvContentPartPr/>
                <p14:nvPr/>
              </p14:nvContentPartPr>
              <p14:xfrm>
                <a:off x="10946452" y="1608681"/>
                <a:ext cx="84960" cy="1209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5AB2E11-1972-5496-6EE5-AD5F9F0D2DDB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0928812" y="1590681"/>
                  <a:ext cx="1206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500B48BA-CE24-4463-C646-924DB543D9D2}"/>
                    </a:ext>
                  </a:extLst>
                </p14:cNvPr>
                <p14:cNvContentPartPr/>
                <p14:nvPr/>
              </p14:nvContentPartPr>
              <p14:xfrm>
                <a:off x="11109532" y="1607601"/>
                <a:ext cx="62280" cy="1011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500B48BA-CE24-4463-C646-924DB543D9D2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1091892" y="1589961"/>
                  <a:ext cx="9792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30694F5-50F9-4D7A-6AFA-27B65BD98FDC}"/>
                    </a:ext>
                  </a:extLst>
                </p14:cNvPr>
                <p14:cNvContentPartPr/>
                <p14:nvPr/>
              </p14:nvContentPartPr>
              <p14:xfrm>
                <a:off x="11256412" y="1580601"/>
                <a:ext cx="240120" cy="1044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30694F5-50F9-4D7A-6AFA-27B65BD98FDC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1238772" y="1562961"/>
                  <a:ext cx="2757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1CE8C3F-1BAB-0F02-16B4-F73E12B48E86}"/>
                    </a:ext>
                  </a:extLst>
                </p14:cNvPr>
                <p14:cNvContentPartPr/>
                <p14:nvPr/>
              </p14:nvContentPartPr>
              <p14:xfrm>
                <a:off x="11582932" y="1455321"/>
                <a:ext cx="53280" cy="2048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1CE8C3F-1BAB-0F02-16B4-F73E12B48E86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1564932" y="1437321"/>
                  <a:ext cx="889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3BCE938-837B-11A4-4DC8-E616E1DA6693}"/>
                    </a:ext>
                  </a:extLst>
                </p14:cNvPr>
                <p14:cNvContentPartPr/>
                <p14:nvPr/>
              </p14:nvContentPartPr>
              <p14:xfrm>
                <a:off x="11543332" y="1551801"/>
                <a:ext cx="69120" cy="277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73BCE938-837B-11A4-4DC8-E616E1DA6693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1525692" y="1533801"/>
                  <a:ext cx="104760" cy="6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A353ADC3-18F4-63FF-C395-468E9930CC4B}"/>
              </a:ext>
            </a:extLst>
          </p:cNvPr>
          <p:cNvGrpSpPr/>
          <p:nvPr/>
        </p:nvGrpSpPr>
        <p:grpSpPr>
          <a:xfrm>
            <a:off x="10292692" y="2228961"/>
            <a:ext cx="1639800" cy="1965960"/>
            <a:chOff x="10292692" y="2228961"/>
            <a:chExt cx="1639800" cy="196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455808B9-C064-49E6-6383-B63F8811C981}"/>
                    </a:ext>
                  </a:extLst>
                </p14:cNvPr>
                <p14:cNvContentPartPr/>
                <p14:nvPr/>
              </p14:nvContentPartPr>
              <p14:xfrm>
                <a:off x="10925212" y="2476281"/>
                <a:ext cx="70920" cy="3405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455808B9-C064-49E6-6383-B63F8811C981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0907572" y="2458281"/>
                  <a:ext cx="10656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A99AF8B8-1485-C507-C76A-AC2722BC7416}"/>
                    </a:ext>
                  </a:extLst>
                </p14:cNvPr>
                <p14:cNvContentPartPr/>
                <p14:nvPr/>
              </p14:nvContentPartPr>
              <p14:xfrm>
                <a:off x="10933852" y="2510121"/>
                <a:ext cx="280800" cy="3261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A99AF8B8-1485-C507-C76A-AC2722BC7416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0916212" y="2492481"/>
                  <a:ext cx="31644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5F89C16-E0D1-DA17-968E-EC20D5184837}"/>
                    </a:ext>
                  </a:extLst>
                </p14:cNvPr>
                <p14:cNvContentPartPr/>
                <p14:nvPr/>
              </p14:nvContentPartPr>
              <p14:xfrm>
                <a:off x="11211052" y="2462961"/>
                <a:ext cx="48600" cy="5263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5F89C16-E0D1-DA17-968E-EC20D5184837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1193052" y="2444961"/>
                  <a:ext cx="84240" cy="56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90A37DF-420E-583B-7C2A-8561D72574B0}"/>
                    </a:ext>
                  </a:extLst>
                </p14:cNvPr>
                <p14:cNvContentPartPr/>
                <p14:nvPr/>
              </p14:nvContentPartPr>
              <p14:xfrm>
                <a:off x="11237332" y="2627481"/>
                <a:ext cx="656280" cy="169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90A37DF-420E-583B-7C2A-8561D72574B0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1219332" y="2609481"/>
                  <a:ext cx="6919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B88C2CC-F9DD-ACA8-4F7B-804752D52442}"/>
                    </a:ext>
                  </a:extLst>
                </p14:cNvPr>
                <p14:cNvContentPartPr/>
                <p14:nvPr/>
              </p14:nvContentPartPr>
              <p14:xfrm>
                <a:off x="10509052" y="2654481"/>
                <a:ext cx="457200" cy="349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B88C2CC-F9DD-ACA8-4F7B-804752D52442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0491412" y="2636481"/>
                  <a:ext cx="4928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1683B0C-2115-B55A-AA3B-50CEF575AAF2}"/>
                    </a:ext>
                  </a:extLst>
                </p14:cNvPr>
                <p14:cNvContentPartPr/>
                <p14:nvPr/>
              </p14:nvContentPartPr>
              <p14:xfrm>
                <a:off x="10503292" y="2684361"/>
                <a:ext cx="113760" cy="7646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1683B0C-2115-B55A-AA3B-50CEF575AAF2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0485292" y="2666721"/>
                  <a:ext cx="149400" cy="80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1F95684D-D993-36E4-9CDF-51498A761D4B}"/>
                    </a:ext>
                  </a:extLst>
                </p14:cNvPr>
                <p14:cNvContentPartPr/>
                <p14:nvPr/>
              </p14:nvContentPartPr>
              <p14:xfrm>
                <a:off x="10475572" y="3468441"/>
                <a:ext cx="232200" cy="198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1F95684D-D993-36E4-9CDF-51498A761D4B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0457572" y="3450801"/>
                  <a:ext cx="2678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2734ED52-4D28-9CD7-B315-07289AB5EDB6}"/>
                    </a:ext>
                  </a:extLst>
                </p14:cNvPr>
                <p14:cNvContentPartPr/>
                <p14:nvPr/>
              </p14:nvContentPartPr>
              <p14:xfrm>
                <a:off x="10292692" y="3568521"/>
                <a:ext cx="731520" cy="277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2734ED52-4D28-9CD7-B315-07289AB5EDB6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0274692" y="3550521"/>
                  <a:ext cx="7671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B0B4FBB-E26F-5CF3-59AE-406F1C4E6571}"/>
                    </a:ext>
                  </a:extLst>
                </p14:cNvPr>
                <p14:cNvContentPartPr/>
                <p14:nvPr/>
              </p14:nvContentPartPr>
              <p14:xfrm>
                <a:off x="10666372" y="3578601"/>
                <a:ext cx="14760" cy="6015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B0B4FBB-E26F-5CF3-59AE-406F1C4E6571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0648732" y="3560601"/>
                  <a:ext cx="50400" cy="63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4FF735D-FF1F-5C04-C1AD-06D9C3F0BD82}"/>
                    </a:ext>
                  </a:extLst>
                </p14:cNvPr>
                <p14:cNvContentPartPr/>
                <p14:nvPr/>
              </p14:nvContentPartPr>
              <p14:xfrm>
                <a:off x="10640812" y="4105641"/>
                <a:ext cx="1103040" cy="892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4FF735D-FF1F-5C04-C1AD-06D9C3F0BD82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0623172" y="4087641"/>
                  <a:ext cx="11386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084D8C5-7B81-071B-959A-866BAE6555AA}"/>
                    </a:ext>
                  </a:extLst>
                </p14:cNvPr>
                <p14:cNvContentPartPr/>
                <p14:nvPr/>
              </p14:nvContentPartPr>
              <p14:xfrm>
                <a:off x="11834932" y="2645121"/>
                <a:ext cx="97560" cy="14551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084D8C5-7B81-071B-959A-866BAE6555AA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1817292" y="2627481"/>
                  <a:ext cx="133200" cy="149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E2B23BC-85C3-0675-2103-A05834941895}"/>
                    </a:ext>
                  </a:extLst>
                </p14:cNvPr>
                <p14:cNvContentPartPr/>
                <p14:nvPr/>
              </p14:nvContentPartPr>
              <p14:xfrm>
                <a:off x="10773652" y="3285921"/>
                <a:ext cx="140400" cy="194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E2B23BC-85C3-0675-2103-A05834941895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0755652" y="3267921"/>
                  <a:ext cx="1760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14674F75-E94B-7E6C-312A-7BCE0E0F651C}"/>
                    </a:ext>
                  </a:extLst>
                </p14:cNvPr>
                <p14:cNvContentPartPr/>
                <p14:nvPr/>
              </p14:nvContentPartPr>
              <p14:xfrm>
                <a:off x="10834492" y="3750321"/>
                <a:ext cx="113760" cy="284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14674F75-E94B-7E6C-312A-7BCE0E0F651C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0816492" y="3732321"/>
                  <a:ext cx="1494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51EFC319-A1CF-8503-D26A-C652E851D3D7}"/>
                    </a:ext>
                  </a:extLst>
                </p14:cNvPr>
                <p14:cNvContentPartPr/>
                <p14:nvPr/>
              </p14:nvContentPartPr>
              <p14:xfrm>
                <a:off x="10896412" y="3716481"/>
                <a:ext cx="28800" cy="1821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51EFC319-A1CF-8503-D26A-C652E851D3D7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0878772" y="3698841"/>
                  <a:ext cx="644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B49D1EA9-5626-E3D9-EF9B-13DF1A11FD6A}"/>
                    </a:ext>
                  </a:extLst>
                </p14:cNvPr>
                <p14:cNvContentPartPr/>
                <p14:nvPr/>
              </p14:nvContentPartPr>
              <p14:xfrm>
                <a:off x="10736932" y="2279001"/>
                <a:ext cx="164520" cy="180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B49D1EA9-5626-E3D9-EF9B-13DF1A11FD6A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0719292" y="2261361"/>
                  <a:ext cx="2001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1853F41A-8107-338D-1FA5-16E21A81AA14}"/>
                    </a:ext>
                  </a:extLst>
                </p14:cNvPr>
                <p14:cNvContentPartPr/>
                <p14:nvPr/>
              </p14:nvContentPartPr>
              <p14:xfrm>
                <a:off x="10859692" y="2228961"/>
                <a:ext cx="12240" cy="1432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1853F41A-8107-338D-1FA5-16E21A81AA14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0841692" y="2211321"/>
                  <a:ext cx="478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D896BAB1-FC2F-F08B-A746-8DD59CCE3530}"/>
                    </a:ext>
                  </a:extLst>
                </p14:cNvPr>
                <p14:cNvContentPartPr/>
                <p14:nvPr/>
              </p14:nvContentPartPr>
              <p14:xfrm>
                <a:off x="11288092" y="2308881"/>
                <a:ext cx="137520" cy="277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D896BAB1-FC2F-F08B-A746-8DD59CCE3530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1270092" y="2290881"/>
                  <a:ext cx="173160" cy="6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A7D9AEBB-D4F4-4B90-F49C-5B624405900E}"/>
              </a:ext>
            </a:extLst>
          </p:cNvPr>
          <p:cNvGrpSpPr/>
          <p:nvPr/>
        </p:nvGrpSpPr>
        <p:grpSpPr>
          <a:xfrm>
            <a:off x="11436052" y="2847801"/>
            <a:ext cx="339480" cy="673920"/>
            <a:chOff x="11436052" y="2847801"/>
            <a:chExt cx="339480" cy="67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50E5FB71-3ABE-7CAC-E0D3-C49AAC191F7D}"/>
                    </a:ext>
                  </a:extLst>
                </p14:cNvPr>
                <p14:cNvContentPartPr/>
                <p14:nvPr/>
              </p14:nvContentPartPr>
              <p14:xfrm>
                <a:off x="11436052" y="2847801"/>
                <a:ext cx="299520" cy="6613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50E5FB71-3ABE-7CAC-E0D3-C49AAC191F7D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1418052" y="2830161"/>
                  <a:ext cx="335160" cy="69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DD38DF25-5103-6E26-4828-76DCF9A74E41}"/>
                    </a:ext>
                  </a:extLst>
                </p14:cNvPr>
                <p14:cNvContentPartPr/>
                <p14:nvPr/>
              </p14:nvContentPartPr>
              <p14:xfrm>
                <a:off x="11602372" y="3433161"/>
                <a:ext cx="173160" cy="885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DD38DF25-5103-6E26-4828-76DCF9A74E41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1584372" y="3415521"/>
                  <a:ext cx="2088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AD70C170-6E69-1B45-625A-99B366FE15C6}"/>
                    </a:ext>
                  </a:extLst>
                </p14:cNvPr>
                <p14:cNvContentPartPr/>
                <p14:nvPr/>
              </p14:nvContentPartPr>
              <p14:xfrm>
                <a:off x="11598052" y="3404001"/>
                <a:ext cx="138240" cy="925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AD70C170-6E69-1B45-625A-99B366FE15C6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1580052" y="3386001"/>
                  <a:ext cx="173880" cy="12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347D3E00-AFF4-461D-EF4E-6986F27711F6}"/>
              </a:ext>
            </a:extLst>
          </p:cNvPr>
          <p:cNvGrpSpPr/>
          <p:nvPr/>
        </p:nvGrpSpPr>
        <p:grpSpPr>
          <a:xfrm>
            <a:off x="11181892" y="4330281"/>
            <a:ext cx="774720" cy="233640"/>
            <a:chOff x="11181892" y="4330281"/>
            <a:chExt cx="774720" cy="23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37E101DA-D700-EAAF-2B04-15D3279E564D}"/>
                    </a:ext>
                  </a:extLst>
                </p14:cNvPr>
                <p14:cNvContentPartPr/>
                <p14:nvPr/>
              </p14:nvContentPartPr>
              <p14:xfrm>
                <a:off x="11181892" y="4389321"/>
                <a:ext cx="79920" cy="1623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37E101DA-D700-EAAF-2B04-15D3279E564D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1163892" y="4371681"/>
                  <a:ext cx="1155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A4C8C3EB-3127-D113-9C07-8983EB50FB35}"/>
                    </a:ext>
                  </a:extLst>
                </p14:cNvPr>
                <p14:cNvContentPartPr/>
                <p14:nvPr/>
              </p14:nvContentPartPr>
              <p14:xfrm>
                <a:off x="11303572" y="4466721"/>
                <a:ext cx="209880" cy="972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A4C8C3EB-3127-D113-9C07-8983EB50FB35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1285932" y="4448721"/>
                  <a:ext cx="2455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16DF2E2-D2CD-E9CA-D684-F1091C6BFC59}"/>
                    </a:ext>
                  </a:extLst>
                </p14:cNvPr>
                <p14:cNvContentPartPr/>
                <p14:nvPr/>
              </p14:nvContentPartPr>
              <p14:xfrm>
                <a:off x="11573932" y="4450881"/>
                <a:ext cx="122760" cy="824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16DF2E2-D2CD-E9CA-D684-F1091C6BFC59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1556292" y="4432881"/>
                  <a:ext cx="1584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40FBEB09-1B86-95F3-D8FD-D83ADB0D9A5E}"/>
                    </a:ext>
                  </a:extLst>
                </p14:cNvPr>
                <p14:cNvContentPartPr/>
                <p14:nvPr/>
              </p14:nvContentPartPr>
              <p14:xfrm>
                <a:off x="11775532" y="4356921"/>
                <a:ext cx="19440" cy="1522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40FBEB09-1B86-95F3-D8FD-D83ADB0D9A5E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1757532" y="4339281"/>
                  <a:ext cx="550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27B6D18-9B75-17B3-0179-DC3B2296E29F}"/>
                    </a:ext>
                  </a:extLst>
                </p14:cNvPr>
                <p14:cNvContentPartPr/>
                <p14:nvPr/>
              </p14:nvContentPartPr>
              <p14:xfrm>
                <a:off x="11911612" y="4330281"/>
                <a:ext cx="45000" cy="2091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27B6D18-9B75-17B3-0179-DC3B2296E29F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1893612" y="4312641"/>
                  <a:ext cx="80640" cy="24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2E6B9181-EC2B-A4B7-20F4-7BBB4AC75711}"/>
              </a:ext>
            </a:extLst>
          </p:cNvPr>
          <p:cNvGrpSpPr/>
          <p:nvPr/>
        </p:nvGrpSpPr>
        <p:grpSpPr>
          <a:xfrm>
            <a:off x="11211412" y="4733841"/>
            <a:ext cx="933840" cy="234720"/>
            <a:chOff x="11211412" y="4733841"/>
            <a:chExt cx="933840" cy="23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038AF82-656F-25A9-A5FD-8FCBED1A6972}"/>
                    </a:ext>
                  </a:extLst>
                </p14:cNvPr>
                <p14:cNvContentPartPr/>
                <p14:nvPr/>
              </p14:nvContentPartPr>
              <p14:xfrm>
                <a:off x="11211412" y="4783161"/>
                <a:ext cx="127440" cy="1339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038AF82-656F-25A9-A5FD-8FCBED1A6972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1193412" y="4765521"/>
                  <a:ext cx="1630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ADB3877F-482D-EDAC-D61D-98ACDEDBC4EF}"/>
                    </a:ext>
                  </a:extLst>
                </p14:cNvPr>
                <p14:cNvContentPartPr/>
                <p14:nvPr/>
              </p14:nvContentPartPr>
              <p14:xfrm>
                <a:off x="11373412" y="4839681"/>
                <a:ext cx="36000" cy="1288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ADB3877F-482D-EDAC-D61D-98ACDEDBC4EF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1355772" y="4822041"/>
                  <a:ext cx="716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72BBE39-97D8-1BB8-A297-7AC141606AD9}"/>
                    </a:ext>
                  </a:extLst>
                </p14:cNvPr>
                <p14:cNvContentPartPr/>
                <p14:nvPr/>
              </p14:nvContentPartPr>
              <p14:xfrm>
                <a:off x="11402932" y="4945161"/>
                <a:ext cx="54360" cy="93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72BBE39-97D8-1BB8-A297-7AC141606AD9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1384932" y="4927521"/>
                  <a:ext cx="900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27A2FF40-94F7-6405-5CF1-31206BA9FD32}"/>
                    </a:ext>
                  </a:extLst>
                </p14:cNvPr>
                <p14:cNvContentPartPr/>
                <p14:nvPr/>
              </p14:nvContentPartPr>
              <p14:xfrm>
                <a:off x="11495092" y="4850841"/>
                <a:ext cx="14400" cy="1119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27A2FF40-94F7-6405-5CF1-31206BA9FD32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1477092" y="4832841"/>
                  <a:ext cx="500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C7C12E6-AB80-021F-4DE8-716842F4CC6B}"/>
                    </a:ext>
                  </a:extLst>
                </p14:cNvPr>
                <p14:cNvContentPartPr/>
                <p14:nvPr/>
              </p14:nvContentPartPr>
              <p14:xfrm>
                <a:off x="11587972" y="4835721"/>
                <a:ext cx="68040" cy="1314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1C7C12E6-AB80-021F-4DE8-716842F4CC6B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1569972" y="4817721"/>
                  <a:ext cx="1036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F80962B-B411-20E7-F215-2EF324E4E177}"/>
                    </a:ext>
                  </a:extLst>
                </p14:cNvPr>
                <p14:cNvContentPartPr/>
                <p14:nvPr/>
              </p14:nvContentPartPr>
              <p14:xfrm>
                <a:off x="11726932" y="4853361"/>
                <a:ext cx="131760" cy="11484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F80962B-B411-20E7-F215-2EF324E4E177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1709292" y="4835361"/>
                  <a:ext cx="1674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90C63C9C-6408-BCF6-19BC-961558F56FAA}"/>
                    </a:ext>
                  </a:extLst>
                </p14:cNvPr>
                <p14:cNvContentPartPr/>
                <p14:nvPr/>
              </p14:nvContentPartPr>
              <p14:xfrm>
                <a:off x="11917012" y="4837881"/>
                <a:ext cx="153720" cy="1119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90C63C9C-6408-BCF6-19BC-961558F56FAA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1899012" y="4820241"/>
                  <a:ext cx="1893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909468B2-B885-B343-31CD-F5583FD38C03}"/>
                    </a:ext>
                  </a:extLst>
                </p14:cNvPr>
                <p14:cNvContentPartPr/>
                <p14:nvPr/>
              </p14:nvContentPartPr>
              <p14:xfrm>
                <a:off x="12109612" y="4733841"/>
                <a:ext cx="35640" cy="1648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909468B2-B885-B343-31CD-F5583FD38C03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2091612" y="4715841"/>
                  <a:ext cx="712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F9E2CC6A-2630-9230-D36A-3F8A05FE54B0}"/>
                    </a:ext>
                  </a:extLst>
                </p14:cNvPr>
                <p14:cNvContentPartPr/>
                <p14:nvPr/>
              </p14:nvContentPartPr>
              <p14:xfrm>
                <a:off x="12100972" y="4816281"/>
                <a:ext cx="39240" cy="313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F9E2CC6A-2630-9230-D36A-3F8A05FE54B0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2082972" y="4798641"/>
                  <a:ext cx="74880" cy="6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FA1E8249-2557-CA2B-095D-0F3FFCA01915}"/>
              </a:ext>
            </a:extLst>
          </p:cNvPr>
          <p:cNvGrpSpPr/>
          <p:nvPr/>
        </p:nvGrpSpPr>
        <p:grpSpPr>
          <a:xfrm>
            <a:off x="2631532" y="5134521"/>
            <a:ext cx="2066400" cy="1569240"/>
            <a:chOff x="2631532" y="5134521"/>
            <a:chExt cx="2066400" cy="156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A85AA61E-8463-468E-68E5-559D01BC2E9D}"/>
                    </a:ext>
                  </a:extLst>
                </p14:cNvPr>
                <p14:cNvContentPartPr/>
                <p14:nvPr/>
              </p14:nvContentPartPr>
              <p14:xfrm>
                <a:off x="3378532" y="5443041"/>
                <a:ext cx="18360" cy="3949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A85AA61E-8463-468E-68E5-559D01BC2E9D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3360532" y="5425041"/>
                  <a:ext cx="5400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727280EB-ADBA-9A2C-F70C-5CB57C5E1E33}"/>
                    </a:ext>
                  </a:extLst>
                </p14:cNvPr>
                <p14:cNvContentPartPr/>
                <p14:nvPr/>
              </p14:nvContentPartPr>
              <p14:xfrm>
                <a:off x="3337492" y="5463921"/>
                <a:ext cx="357120" cy="3124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727280EB-ADBA-9A2C-F70C-5CB57C5E1E33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3319492" y="5446281"/>
                  <a:ext cx="39276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08D2D5D-1B41-7ABE-8083-66CB00983718}"/>
                    </a:ext>
                  </a:extLst>
                </p14:cNvPr>
                <p14:cNvContentPartPr/>
                <p14:nvPr/>
              </p14:nvContentPartPr>
              <p14:xfrm>
                <a:off x="3638812" y="5422881"/>
                <a:ext cx="33480" cy="4226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08D2D5D-1B41-7ABE-8083-66CB00983718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3620812" y="5404881"/>
                  <a:ext cx="69120" cy="45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8A1E47ED-2BF9-6451-9FB8-67B9426EE825}"/>
                    </a:ext>
                  </a:extLst>
                </p14:cNvPr>
                <p14:cNvContentPartPr/>
                <p14:nvPr/>
              </p14:nvContentPartPr>
              <p14:xfrm>
                <a:off x="3687412" y="5571561"/>
                <a:ext cx="890640" cy="489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8A1E47ED-2BF9-6451-9FB8-67B9426EE825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3669772" y="5553561"/>
                  <a:ext cx="9262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8D6E4EC3-4001-9AA6-2566-EE644F3A7185}"/>
                    </a:ext>
                  </a:extLst>
                </p14:cNvPr>
                <p14:cNvContentPartPr/>
                <p14:nvPr/>
              </p14:nvContentPartPr>
              <p14:xfrm>
                <a:off x="2815132" y="5546721"/>
                <a:ext cx="545040" cy="709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8D6E4EC3-4001-9AA6-2566-EE644F3A7185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2797492" y="5529081"/>
                  <a:ext cx="5806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8B09FFC6-EEB2-E7FC-5073-F42F199274D8}"/>
                    </a:ext>
                  </a:extLst>
                </p14:cNvPr>
                <p14:cNvContentPartPr/>
                <p14:nvPr/>
              </p14:nvContentPartPr>
              <p14:xfrm>
                <a:off x="2802532" y="5540961"/>
                <a:ext cx="71280" cy="64224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8B09FFC6-EEB2-E7FC-5073-F42F199274D8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2784892" y="5522961"/>
                  <a:ext cx="106920" cy="67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4FDB1708-2BCF-E1FA-61A1-281519561829}"/>
                    </a:ext>
                  </a:extLst>
                </p14:cNvPr>
                <p14:cNvContentPartPr/>
                <p14:nvPr/>
              </p14:nvContentPartPr>
              <p14:xfrm>
                <a:off x="2631532" y="6188601"/>
                <a:ext cx="468000" cy="482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4FDB1708-2BCF-E1FA-61A1-281519561829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2613532" y="6170601"/>
                  <a:ext cx="5036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4A4E51FB-F4F5-C8AF-51A1-CFAD6D356DC1}"/>
                    </a:ext>
                  </a:extLst>
                </p14:cNvPr>
                <p14:cNvContentPartPr/>
                <p14:nvPr/>
              </p14:nvContentPartPr>
              <p14:xfrm>
                <a:off x="2825932" y="6291561"/>
                <a:ext cx="116640" cy="284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4A4E51FB-F4F5-C8AF-51A1-CFAD6D356DC1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2808292" y="6273921"/>
                  <a:ext cx="1522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8B03A886-5EB3-0A60-1421-1E73D7432EA6}"/>
                    </a:ext>
                  </a:extLst>
                </p14:cNvPr>
                <p14:cNvContentPartPr/>
                <p14:nvPr/>
              </p14:nvContentPartPr>
              <p14:xfrm>
                <a:off x="2906572" y="6332601"/>
                <a:ext cx="55440" cy="3337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8B03A886-5EB3-0A60-1421-1E73D7432EA6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2888932" y="6314601"/>
                  <a:ext cx="9108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B0C977A7-24DD-DC9A-796D-CB3184FB6FAF}"/>
                    </a:ext>
                  </a:extLst>
                </p14:cNvPr>
                <p14:cNvContentPartPr/>
                <p14:nvPr/>
              </p14:nvContentPartPr>
              <p14:xfrm>
                <a:off x="2949772" y="6597201"/>
                <a:ext cx="1702080" cy="817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B0C977A7-24DD-DC9A-796D-CB3184FB6FAF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2931772" y="6579561"/>
                  <a:ext cx="17377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E86973E5-D3CC-0372-B3B1-7A53B2174ED6}"/>
                    </a:ext>
                  </a:extLst>
                </p14:cNvPr>
                <p14:cNvContentPartPr/>
                <p14:nvPr/>
              </p14:nvContentPartPr>
              <p14:xfrm>
                <a:off x="4528012" y="5536281"/>
                <a:ext cx="93240" cy="4766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E86973E5-D3CC-0372-B3B1-7A53B2174ED6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4510372" y="5518641"/>
                  <a:ext cx="128880" cy="51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49B55427-0AB3-D771-998D-E561618620AB}"/>
                    </a:ext>
                  </a:extLst>
                </p14:cNvPr>
                <p14:cNvContentPartPr/>
                <p14:nvPr/>
              </p14:nvContentPartPr>
              <p14:xfrm>
                <a:off x="4566172" y="6018321"/>
                <a:ext cx="131760" cy="68544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49B55427-0AB3-D771-998D-E561618620AB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4548172" y="6000681"/>
                  <a:ext cx="167400" cy="72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C6FA49C7-C6BA-CA3B-1366-30236AE74424}"/>
                    </a:ext>
                  </a:extLst>
                </p14:cNvPr>
                <p14:cNvContentPartPr/>
                <p14:nvPr/>
              </p14:nvContentPartPr>
              <p14:xfrm>
                <a:off x="3760132" y="5211921"/>
                <a:ext cx="110520" cy="1450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C6FA49C7-C6BA-CA3B-1366-30236AE74424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3742492" y="5193921"/>
                  <a:ext cx="1461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A272E966-7FB0-AD07-FF2F-3A6CA76C5990}"/>
                    </a:ext>
                  </a:extLst>
                </p14:cNvPr>
                <p14:cNvContentPartPr/>
                <p14:nvPr/>
              </p14:nvContentPartPr>
              <p14:xfrm>
                <a:off x="3830692" y="5134521"/>
                <a:ext cx="163440" cy="1004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A272E966-7FB0-AD07-FF2F-3A6CA76C5990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3812692" y="5116521"/>
                  <a:ext cx="1990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3270C565-8375-C77B-3F8E-F4E804C8412D}"/>
                    </a:ext>
                  </a:extLst>
                </p14:cNvPr>
                <p14:cNvContentPartPr/>
                <p14:nvPr/>
              </p14:nvContentPartPr>
              <p14:xfrm>
                <a:off x="3936892" y="5230281"/>
                <a:ext cx="273240" cy="22248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3270C565-8375-C77B-3F8E-F4E804C8412D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3918892" y="5212281"/>
                  <a:ext cx="30888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B3C26836-B390-912F-7E69-1991E9E181FC}"/>
                    </a:ext>
                  </a:extLst>
                </p14:cNvPr>
                <p14:cNvContentPartPr/>
                <p14:nvPr/>
              </p14:nvContentPartPr>
              <p14:xfrm>
                <a:off x="4131652" y="5183841"/>
                <a:ext cx="128880" cy="1252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B3C26836-B390-912F-7E69-1991E9E181FC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4113652" y="5166201"/>
                  <a:ext cx="16452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26FEA202-8021-E0AA-C498-4A07561C9789}"/>
                    </a:ext>
                  </a:extLst>
                </p14:cNvPr>
                <p14:cNvContentPartPr/>
                <p14:nvPr/>
              </p14:nvContentPartPr>
              <p14:xfrm>
                <a:off x="3497692" y="5942001"/>
                <a:ext cx="150120" cy="1940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26FEA202-8021-E0AA-C498-4A07561C9789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3479692" y="5924001"/>
                  <a:ext cx="18576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FAD076BD-C88E-A1D5-B365-36A1BE979B9A}"/>
                    </a:ext>
                  </a:extLst>
                </p14:cNvPr>
                <p14:cNvContentPartPr/>
                <p14:nvPr/>
              </p14:nvContentPartPr>
              <p14:xfrm>
                <a:off x="3710092" y="6004641"/>
                <a:ext cx="41760" cy="7308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FAD076BD-C88E-A1D5-B365-36A1BE979B9A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3692452" y="5986641"/>
                  <a:ext cx="774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F87B635B-953A-9B28-8FD3-CDC40DD38C78}"/>
                    </a:ext>
                  </a:extLst>
                </p14:cNvPr>
                <p14:cNvContentPartPr/>
                <p14:nvPr/>
              </p14:nvContentPartPr>
              <p14:xfrm>
                <a:off x="3741772" y="5918961"/>
                <a:ext cx="39600" cy="248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F87B635B-953A-9B28-8FD3-CDC40DD38C78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3724132" y="5901321"/>
                  <a:ext cx="752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AF3572BE-63CB-95AA-A314-D55854F969B3}"/>
                    </a:ext>
                  </a:extLst>
                </p14:cNvPr>
                <p14:cNvContentPartPr/>
                <p14:nvPr/>
              </p14:nvContentPartPr>
              <p14:xfrm>
                <a:off x="3716572" y="6027681"/>
                <a:ext cx="31320" cy="194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AF3572BE-63CB-95AA-A314-D55854F969B3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3698932" y="6010041"/>
                  <a:ext cx="669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86F93A81-B9BD-9FFF-9F61-81F1F11FEAC0}"/>
                    </a:ext>
                  </a:extLst>
                </p14:cNvPr>
                <p14:cNvContentPartPr/>
                <p14:nvPr/>
              </p14:nvContentPartPr>
              <p14:xfrm>
                <a:off x="3810172" y="6077001"/>
                <a:ext cx="59400" cy="2664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86F93A81-B9BD-9FFF-9F61-81F1F11FEAC0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3792172" y="6059001"/>
                  <a:ext cx="950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6ACE3839-BC65-88A6-108A-164F4EC1F239}"/>
                    </a:ext>
                  </a:extLst>
                </p14:cNvPr>
                <p14:cNvContentPartPr/>
                <p14:nvPr/>
              </p14:nvContentPartPr>
              <p14:xfrm>
                <a:off x="3937972" y="5958921"/>
                <a:ext cx="46440" cy="1231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6ACE3839-BC65-88A6-108A-164F4EC1F239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3919972" y="5940921"/>
                  <a:ext cx="8208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9823970E-A8B1-56BE-DF42-70395768ABD1}"/>
                    </a:ext>
                  </a:extLst>
                </p14:cNvPr>
                <p14:cNvContentPartPr/>
                <p14:nvPr/>
              </p14:nvContentPartPr>
              <p14:xfrm>
                <a:off x="3992692" y="5950641"/>
                <a:ext cx="86760" cy="14364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9823970E-A8B1-56BE-DF42-70395768ABD1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3974692" y="5932641"/>
                  <a:ext cx="122400" cy="17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A6EA22F8-B73A-B3C0-CCF2-DD5ADD4ABB62}"/>
              </a:ext>
            </a:extLst>
          </p:cNvPr>
          <p:cNvGrpSpPr/>
          <p:nvPr/>
        </p:nvGrpSpPr>
        <p:grpSpPr>
          <a:xfrm>
            <a:off x="2064172" y="6178881"/>
            <a:ext cx="342720" cy="337680"/>
            <a:chOff x="2064172" y="6178881"/>
            <a:chExt cx="342720" cy="33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710D0BF8-C41A-4128-8761-201917E9ABF5}"/>
                    </a:ext>
                  </a:extLst>
                </p14:cNvPr>
                <p14:cNvContentPartPr/>
                <p14:nvPr/>
              </p14:nvContentPartPr>
              <p14:xfrm>
                <a:off x="2064172" y="6237921"/>
                <a:ext cx="106200" cy="2786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710D0BF8-C41A-4128-8761-201917E9ABF5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2046172" y="6220281"/>
                  <a:ext cx="14184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756D0313-D723-208F-05AA-E82C3D9BE968}"/>
                    </a:ext>
                  </a:extLst>
                </p14:cNvPr>
                <p14:cNvContentPartPr/>
                <p14:nvPr/>
              </p14:nvContentPartPr>
              <p14:xfrm>
                <a:off x="2092252" y="6240441"/>
                <a:ext cx="83520" cy="795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756D0313-D723-208F-05AA-E82C3D9BE968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2074612" y="6222441"/>
                  <a:ext cx="1191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825B861E-6B5B-ED47-7371-14F164119E4E}"/>
                    </a:ext>
                  </a:extLst>
                </p14:cNvPr>
                <p14:cNvContentPartPr/>
                <p14:nvPr/>
              </p14:nvContentPartPr>
              <p14:xfrm>
                <a:off x="2137612" y="6318921"/>
                <a:ext cx="61200" cy="10584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825B861E-6B5B-ED47-7371-14F164119E4E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2119612" y="6301281"/>
                  <a:ext cx="968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0BB89941-3F11-4833-E6B7-E3B8F6E31993}"/>
                    </a:ext>
                  </a:extLst>
                </p14:cNvPr>
                <p14:cNvContentPartPr/>
                <p14:nvPr/>
              </p14:nvContentPartPr>
              <p14:xfrm>
                <a:off x="2277292" y="6235761"/>
                <a:ext cx="52920" cy="1267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0BB89941-3F11-4833-E6B7-E3B8F6E31993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2259652" y="6217761"/>
                  <a:ext cx="885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5E66922F-8526-8EBA-2141-BC5CFBE14A20}"/>
                    </a:ext>
                  </a:extLst>
                </p14:cNvPr>
                <p14:cNvContentPartPr/>
                <p14:nvPr/>
              </p14:nvContentPartPr>
              <p14:xfrm>
                <a:off x="2257132" y="6178881"/>
                <a:ext cx="149760" cy="22860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5E66922F-8526-8EBA-2141-BC5CFBE14A20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2239132" y="6160881"/>
                  <a:ext cx="185400" cy="26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4A7CD7F4-88AF-B747-6B0B-F1D1435420EC}"/>
              </a:ext>
            </a:extLst>
          </p:cNvPr>
          <p:cNvGrpSpPr/>
          <p:nvPr/>
        </p:nvGrpSpPr>
        <p:grpSpPr>
          <a:xfrm>
            <a:off x="5387692" y="4947681"/>
            <a:ext cx="2164680" cy="1746000"/>
            <a:chOff x="5387692" y="4947681"/>
            <a:chExt cx="2164680" cy="174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6F912297-6E6C-5DAE-4219-B70512114FC8}"/>
                    </a:ext>
                  </a:extLst>
                </p14:cNvPr>
                <p14:cNvContentPartPr/>
                <p14:nvPr/>
              </p14:nvContentPartPr>
              <p14:xfrm>
                <a:off x="6368332" y="5273841"/>
                <a:ext cx="188640" cy="2286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6F912297-6E6C-5DAE-4219-B70512114FC8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6350692" y="5255841"/>
                  <a:ext cx="22428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0539E9D-EA89-2948-A5AA-F96830063CB9}"/>
                    </a:ext>
                  </a:extLst>
                </p14:cNvPr>
                <p14:cNvContentPartPr/>
                <p14:nvPr/>
              </p14:nvContentPartPr>
              <p14:xfrm>
                <a:off x="6567052" y="5235321"/>
                <a:ext cx="90360" cy="33480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0539E9D-EA89-2948-A5AA-F96830063CB9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6549052" y="5217321"/>
                  <a:ext cx="12600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115B9D7F-FF9F-6810-A54C-CF247290D0DB}"/>
                    </a:ext>
                  </a:extLst>
                </p14:cNvPr>
                <p14:cNvContentPartPr/>
                <p14:nvPr/>
              </p14:nvContentPartPr>
              <p14:xfrm>
                <a:off x="6618532" y="5355201"/>
                <a:ext cx="299520" cy="572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115B9D7F-FF9F-6810-A54C-CF247290D0DB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6600532" y="5337201"/>
                  <a:ext cx="3351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E7EB82C5-87A3-FA65-F606-DCEABD073209}"/>
                    </a:ext>
                  </a:extLst>
                </p14:cNvPr>
                <p14:cNvContentPartPr/>
                <p14:nvPr/>
              </p14:nvContentPartPr>
              <p14:xfrm>
                <a:off x="5923012" y="5431161"/>
                <a:ext cx="491760" cy="424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E7EB82C5-87A3-FA65-F606-DCEABD073209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5905372" y="5413161"/>
                  <a:ext cx="5274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67D431EC-E042-4DD5-A33A-D830610C529D}"/>
                    </a:ext>
                  </a:extLst>
                </p14:cNvPr>
                <p14:cNvContentPartPr/>
                <p14:nvPr/>
              </p14:nvContentPartPr>
              <p14:xfrm>
                <a:off x="5920132" y="5465001"/>
                <a:ext cx="60840" cy="66924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67D431EC-E042-4DD5-A33A-D830610C529D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5902132" y="5447001"/>
                  <a:ext cx="96480" cy="70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F1C5D660-D8EB-8EAB-9BEF-A0EE8EFED904}"/>
                    </a:ext>
                  </a:extLst>
                </p14:cNvPr>
                <p14:cNvContentPartPr/>
                <p14:nvPr/>
              </p14:nvContentPartPr>
              <p14:xfrm>
                <a:off x="5852812" y="6095721"/>
                <a:ext cx="218520" cy="424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F1C5D660-D8EB-8EAB-9BEF-A0EE8EFED904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5835172" y="6078081"/>
                  <a:ext cx="2541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C8A19F83-7A79-CAF4-BA9B-E69E80015F4F}"/>
                    </a:ext>
                  </a:extLst>
                </p14:cNvPr>
                <p14:cNvContentPartPr/>
                <p14:nvPr/>
              </p14:nvContentPartPr>
              <p14:xfrm>
                <a:off x="5698732" y="6206961"/>
                <a:ext cx="695880" cy="3024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C8A19F83-7A79-CAF4-BA9B-E69E80015F4F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5680732" y="6188961"/>
                  <a:ext cx="7315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BFA4D70C-3C1E-1AD2-BEC5-ADF1EBA97A75}"/>
                    </a:ext>
                  </a:extLst>
                </p14:cNvPr>
                <p14:cNvContentPartPr/>
                <p14:nvPr/>
              </p14:nvContentPartPr>
              <p14:xfrm>
                <a:off x="6000772" y="6259881"/>
                <a:ext cx="95040" cy="3564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BFA4D70C-3C1E-1AD2-BEC5-ADF1EBA97A75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5983132" y="6241881"/>
                  <a:ext cx="13068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50643D69-66CE-46CB-5B46-DF4231A2355A}"/>
                    </a:ext>
                  </a:extLst>
                </p14:cNvPr>
                <p14:cNvContentPartPr/>
                <p14:nvPr/>
              </p14:nvContentPartPr>
              <p14:xfrm>
                <a:off x="6068812" y="6523401"/>
                <a:ext cx="1355400" cy="1702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50643D69-66CE-46CB-5B46-DF4231A2355A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6050812" y="6505401"/>
                  <a:ext cx="139104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8351D7D3-2A39-F7DA-E3DD-6AA8CDFE3A38}"/>
                    </a:ext>
                  </a:extLst>
                </p14:cNvPr>
                <p14:cNvContentPartPr/>
                <p14:nvPr/>
              </p14:nvContentPartPr>
              <p14:xfrm>
                <a:off x="6916612" y="5323881"/>
                <a:ext cx="607320" cy="2988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8351D7D3-2A39-F7DA-E3DD-6AA8CDFE3A38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6898612" y="5306241"/>
                  <a:ext cx="64296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0C443589-343C-B82C-865F-4F9F27BDBA24}"/>
                    </a:ext>
                  </a:extLst>
                </p14:cNvPr>
                <p14:cNvContentPartPr/>
                <p14:nvPr/>
              </p14:nvContentPartPr>
              <p14:xfrm>
                <a:off x="7552012" y="5335761"/>
                <a:ext cx="360" cy="3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0C443589-343C-B82C-865F-4F9F27BDBA24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7534372" y="531812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B5C1D6F3-54AE-7662-4DB6-F3611A43FE86}"/>
                    </a:ext>
                  </a:extLst>
                </p14:cNvPr>
                <p14:cNvContentPartPr/>
                <p14:nvPr/>
              </p14:nvContentPartPr>
              <p14:xfrm>
                <a:off x="7414852" y="5332521"/>
                <a:ext cx="57960" cy="113724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B5C1D6F3-54AE-7662-4DB6-F3611A43FE86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7396852" y="5314881"/>
                  <a:ext cx="93600" cy="11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06ADF488-BF39-E195-A62A-5292E21D0F56}"/>
                    </a:ext>
                  </a:extLst>
                </p14:cNvPr>
                <p14:cNvContentPartPr/>
                <p14:nvPr/>
              </p14:nvContentPartPr>
              <p14:xfrm>
                <a:off x="6321172" y="5301201"/>
                <a:ext cx="108720" cy="32400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06ADF488-BF39-E195-A62A-5292E21D0F56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6303532" y="5283201"/>
                  <a:ext cx="14436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BEB9D19-8C50-B351-6063-ED1A010BC81A}"/>
                    </a:ext>
                  </a:extLst>
                </p14:cNvPr>
                <p14:cNvContentPartPr/>
                <p14:nvPr/>
              </p14:nvContentPartPr>
              <p14:xfrm>
                <a:off x="6465532" y="5790441"/>
                <a:ext cx="92880" cy="1663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CBEB9D19-8C50-B351-6063-ED1A010BC81A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6447532" y="5772441"/>
                  <a:ext cx="1285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4C35F731-A2A5-EED1-DD74-582CF37DF2AB}"/>
                    </a:ext>
                  </a:extLst>
                </p14:cNvPr>
                <p14:cNvContentPartPr/>
                <p14:nvPr/>
              </p14:nvContentPartPr>
              <p14:xfrm>
                <a:off x="6526012" y="5764521"/>
                <a:ext cx="120240" cy="716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4C35F731-A2A5-EED1-DD74-582CF37DF2AB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6508372" y="5746521"/>
                  <a:ext cx="1558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D57AB15A-38B5-D6F7-8120-C2F0651410C7}"/>
                    </a:ext>
                  </a:extLst>
                </p14:cNvPr>
                <p14:cNvContentPartPr/>
                <p14:nvPr/>
              </p14:nvContentPartPr>
              <p14:xfrm>
                <a:off x="6682612" y="5768841"/>
                <a:ext cx="72360" cy="10584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D57AB15A-38B5-D6F7-8120-C2F0651410C7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6664612" y="5750841"/>
                  <a:ext cx="1080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7D6CB741-D05D-A48D-3108-788D117E51B0}"/>
                    </a:ext>
                  </a:extLst>
                </p14:cNvPr>
                <p14:cNvContentPartPr/>
                <p14:nvPr/>
              </p14:nvContentPartPr>
              <p14:xfrm>
                <a:off x="6671452" y="5732481"/>
                <a:ext cx="168480" cy="1659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7D6CB741-D05D-A48D-3108-788D117E51B0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6653452" y="5714841"/>
                  <a:ext cx="2041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29326A2A-64F4-6447-17B5-C48884A65AD6}"/>
                    </a:ext>
                  </a:extLst>
                </p14:cNvPr>
                <p14:cNvContentPartPr/>
                <p14:nvPr/>
              </p14:nvContentPartPr>
              <p14:xfrm>
                <a:off x="5404612" y="5881881"/>
                <a:ext cx="99360" cy="24408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29326A2A-64F4-6447-17B5-C48884A65AD6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5386612" y="5863881"/>
                  <a:ext cx="13500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9DE3D2A9-4B20-53A2-FFC4-A39B42764252}"/>
                    </a:ext>
                  </a:extLst>
                </p14:cNvPr>
                <p14:cNvContentPartPr/>
                <p14:nvPr/>
              </p14:nvContentPartPr>
              <p14:xfrm>
                <a:off x="5387692" y="5864241"/>
                <a:ext cx="170640" cy="11556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9DE3D2A9-4B20-53A2-FFC4-A39B42764252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5370052" y="5846241"/>
                  <a:ext cx="2062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F25135C3-8EA8-1BA5-E52D-5E5AC3AE9ED6}"/>
                    </a:ext>
                  </a:extLst>
                </p14:cNvPr>
                <p14:cNvContentPartPr/>
                <p14:nvPr/>
              </p14:nvContentPartPr>
              <p14:xfrm>
                <a:off x="5575972" y="5815641"/>
                <a:ext cx="61920" cy="1112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F25135C3-8EA8-1BA5-E52D-5E5AC3AE9ED6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5557972" y="5797641"/>
                  <a:ext cx="975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550DA4E5-ACA0-41D9-F858-A66013D75FAB}"/>
                    </a:ext>
                  </a:extLst>
                </p14:cNvPr>
                <p14:cNvContentPartPr/>
                <p14:nvPr/>
              </p14:nvContentPartPr>
              <p14:xfrm>
                <a:off x="5600452" y="5768841"/>
                <a:ext cx="117000" cy="19260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550DA4E5-ACA0-41D9-F858-A66013D75FAB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5582452" y="5750841"/>
                  <a:ext cx="15264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908FA130-6296-9586-64A3-DFD6157455AE}"/>
                    </a:ext>
                  </a:extLst>
                </p14:cNvPr>
                <p14:cNvContentPartPr/>
                <p14:nvPr/>
              </p14:nvContentPartPr>
              <p14:xfrm>
                <a:off x="6686212" y="4947681"/>
                <a:ext cx="51480" cy="18216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908FA130-6296-9586-64A3-DFD6157455AE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6668572" y="4930041"/>
                  <a:ext cx="871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3ACD035F-B63A-B088-1895-059A1476A3D3}"/>
                    </a:ext>
                  </a:extLst>
                </p14:cNvPr>
                <p14:cNvContentPartPr/>
                <p14:nvPr/>
              </p14:nvContentPartPr>
              <p14:xfrm>
                <a:off x="6617092" y="5087721"/>
                <a:ext cx="136800" cy="6552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3ACD035F-B63A-B088-1895-059A1476A3D3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6599092" y="5070081"/>
                  <a:ext cx="1724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98AC7390-8FD4-6392-961F-7DD4BD0315B9}"/>
                    </a:ext>
                  </a:extLst>
                </p14:cNvPr>
                <p14:cNvContentPartPr/>
                <p14:nvPr/>
              </p14:nvContentPartPr>
              <p14:xfrm>
                <a:off x="6838852" y="4970721"/>
                <a:ext cx="49320" cy="2613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98AC7390-8FD4-6392-961F-7DD4BD0315B9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6820852" y="4953081"/>
                  <a:ext cx="8496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3043911B-E22B-0071-A9CB-ABA2373B3D82}"/>
                    </a:ext>
                  </a:extLst>
                </p14:cNvPr>
                <p14:cNvContentPartPr/>
                <p14:nvPr/>
              </p14:nvContentPartPr>
              <p14:xfrm>
                <a:off x="6799252" y="5215881"/>
                <a:ext cx="76680" cy="1872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3043911B-E22B-0071-A9CB-ABA2373B3D82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6781612" y="5197881"/>
                  <a:ext cx="112320" cy="54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41753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DDC26-74B6-47D5-3E08-6806ECCFA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Artificially generating light</a:t>
            </a:r>
          </a:p>
        </p:txBody>
      </p:sp>
      <p:pic>
        <p:nvPicPr>
          <p:cNvPr id="6" name="Content Placeholder 5" descr="A diagram of a physics experiment&#10;&#10;Description automatically generated with medium confidence">
            <a:extLst>
              <a:ext uri="{FF2B5EF4-FFF2-40B4-BE49-F238E27FC236}">
                <a16:creationId xmlns:a16="http://schemas.microsoft.com/office/drawing/2014/main" id="{10407024-DFC5-BD2B-0171-B5B68AC505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139" y="822195"/>
            <a:ext cx="7225363" cy="592933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D11155-CC83-E956-E9E3-32E346E4DC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14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9D207FF-DF16-E153-A67A-A6C1516323AC}"/>
              </a:ext>
            </a:extLst>
          </p:cNvPr>
          <p:cNvGrpSpPr/>
          <p:nvPr/>
        </p:nvGrpSpPr>
        <p:grpSpPr>
          <a:xfrm>
            <a:off x="7756463" y="3616148"/>
            <a:ext cx="656640" cy="143640"/>
            <a:chOff x="7756463" y="3616148"/>
            <a:chExt cx="656640" cy="14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75E75F9-F013-0225-E2D1-51DE25CAAEE8}"/>
                    </a:ext>
                  </a:extLst>
                </p14:cNvPr>
                <p14:cNvContentPartPr/>
                <p14:nvPr/>
              </p14:nvContentPartPr>
              <p14:xfrm>
                <a:off x="7831343" y="3657548"/>
                <a:ext cx="581760" cy="381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75E75F9-F013-0225-E2D1-51DE25CAAEE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813703" y="3639548"/>
                  <a:ext cx="6174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AA58DEA-5CD8-DDA6-60E0-6414A3C4ABDC}"/>
                    </a:ext>
                  </a:extLst>
                </p14:cNvPr>
                <p14:cNvContentPartPr/>
                <p14:nvPr/>
              </p14:nvContentPartPr>
              <p14:xfrm>
                <a:off x="7756463" y="3616148"/>
                <a:ext cx="84960" cy="143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AA58DEA-5CD8-DDA6-60E0-6414A3C4ABD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738823" y="3598148"/>
                  <a:ext cx="120600" cy="179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162578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64B94-F6EE-9910-8BC6-0BB3F9212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LED emission spectra</a:t>
            </a:r>
          </a:p>
        </p:txBody>
      </p:sp>
      <p:pic>
        <p:nvPicPr>
          <p:cNvPr id="6" name="Content Placeholder 5" descr="A graph with lines and numbers&#10;&#10;Description automatically generated">
            <a:extLst>
              <a:ext uri="{FF2B5EF4-FFF2-40B4-BE49-F238E27FC236}">
                <a16:creationId xmlns:a16="http://schemas.microsoft.com/office/drawing/2014/main" id="{29D5AF00-3BB3-4D6E-D836-24B24D9D94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28" y="1462028"/>
            <a:ext cx="9274344" cy="312447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ABBCCA-2F26-6821-D3D2-171B37E42C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15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5" name="Picture 4" descr="A diagram of a spectrum&#10;&#10;Description automatically generated">
            <a:extLst>
              <a:ext uri="{FF2B5EF4-FFF2-40B4-BE49-F238E27FC236}">
                <a16:creationId xmlns:a16="http://schemas.microsoft.com/office/drawing/2014/main" id="{E5CD5D8E-847F-223B-7EB7-71DE087CBD7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27" t="55127" r="33287"/>
          <a:stretch/>
        </p:blipFill>
        <p:spPr>
          <a:xfrm>
            <a:off x="2617939" y="4766256"/>
            <a:ext cx="4098534" cy="1726619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91823FE-1833-3ABF-B8AF-849A8FFC3BF0}"/>
              </a:ext>
            </a:extLst>
          </p:cNvPr>
          <p:cNvGrpSpPr/>
          <p:nvPr/>
        </p:nvGrpSpPr>
        <p:grpSpPr>
          <a:xfrm>
            <a:off x="7428143" y="4405268"/>
            <a:ext cx="964800" cy="300600"/>
            <a:chOff x="7428143" y="4405268"/>
            <a:chExt cx="964800" cy="30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2ED9D9E-4FAA-B4A3-E496-7C3B8C121C01}"/>
                    </a:ext>
                  </a:extLst>
                </p14:cNvPr>
                <p14:cNvContentPartPr/>
                <p14:nvPr/>
              </p14:nvContentPartPr>
              <p14:xfrm>
                <a:off x="7428143" y="4405268"/>
                <a:ext cx="232560" cy="2422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2ED9D9E-4FAA-B4A3-E496-7C3B8C121C0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410503" y="4387628"/>
                  <a:ext cx="26820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ABC2717-F06F-D6D2-20E0-E34C4A830E23}"/>
                    </a:ext>
                  </a:extLst>
                </p14:cNvPr>
                <p14:cNvContentPartPr/>
                <p14:nvPr/>
              </p14:nvContentPartPr>
              <p14:xfrm>
                <a:off x="7446143" y="4531628"/>
                <a:ext cx="94320" cy="174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ABC2717-F06F-D6D2-20E0-E34C4A830E2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428143" y="4513988"/>
                  <a:ext cx="1299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3FFAC55-F851-A560-655D-B0C409B02428}"/>
                    </a:ext>
                  </a:extLst>
                </p14:cNvPr>
                <p14:cNvContentPartPr/>
                <p14:nvPr/>
              </p14:nvContentPartPr>
              <p14:xfrm>
                <a:off x="7786703" y="4559708"/>
                <a:ext cx="592200" cy="22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3FFAC55-F851-A560-655D-B0C409B0242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769063" y="4542068"/>
                  <a:ext cx="6278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A03DCF4-1765-ADC0-5479-C7880596A717}"/>
                    </a:ext>
                  </a:extLst>
                </p14:cNvPr>
                <p14:cNvContentPartPr/>
                <p14:nvPr/>
              </p14:nvContentPartPr>
              <p14:xfrm>
                <a:off x="8213303" y="4463948"/>
                <a:ext cx="179640" cy="1749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A03DCF4-1765-ADC0-5479-C7880596A71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195663" y="4445948"/>
                  <a:ext cx="215280" cy="21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AD2E5C6-6A7D-C09A-2BB9-D0224AD1A012}"/>
              </a:ext>
            </a:extLst>
          </p:cNvPr>
          <p:cNvGrpSpPr/>
          <p:nvPr/>
        </p:nvGrpSpPr>
        <p:grpSpPr>
          <a:xfrm>
            <a:off x="677783" y="2937188"/>
            <a:ext cx="715680" cy="709920"/>
            <a:chOff x="677783" y="2937188"/>
            <a:chExt cx="715680" cy="70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80C4784-E622-FC87-347D-5F08E7D6A848}"/>
                    </a:ext>
                  </a:extLst>
                </p14:cNvPr>
                <p14:cNvContentPartPr/>
                <p14:nvPr/>
              </p14:nvContentPartPr>
              <p14:xfrm>
                <a:off x="1235423" y="2937188"/>
                <a:ext cx="55800" cy="7099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80C4784-E622-FC87-347D-5F08E7D6A84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17783" y="2919188"/>
                  <a:ext cx="91440" cy="74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F5E89D9-D928-F99B-7313-E6EFC67C8AB2}"/>
                    </a:ext>
                  </a:extLst>
                </p14:cNvPr>
                <p14:cNvContentPartPr/>
                <p14:nvPr/>
              </p14:nvContentPartPr>
              <p14:xfrm>
                <a:off x="1192943" y="2940068"/>
                <a:ext cx="200520" cy="193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F5E89D9-D928-F99B-7313-E6EFC67C8AB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75303" y="2922068"/>
                  <a:ext cx="23616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64BAF88-3880-405F-3E19-732F984A8BEF}"/>
                    </a:ext>
                  </a:extLst>
                </p14:cNvPr>
                <p14:cNvContentPartPr/>
                <p14:nvPr/>
              </p14:nvContentPartPr>
              <p14:xfrm>
                <a:off x="677783" y="3422108"/>
                <a:ext cx="137880" cy="172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64BAF88-3880-405F-3E19-732F984A8BE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59783" y="3404108"/>
                  <a:ext cx="1735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535CD94-111E-1C37-2F01-974BAF2AB30F}"/>
                    </a:ext>
                  </a:extLst>
                </p14:cNvPr>
                <p14:cNvContentPartPr/>
                <p14:nvPr/>
              </p14:nvContentPartPr>
              <p14:xfrm>
                <a:off x="840863" y="3446588"/>
                <a:ext cx="7200" cy="327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535CD94-111E-1C37-2F01-974BAF2AB30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22863" y="3428588"/>
                  <a:ext cx="428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903E8C0-4AAE-6903-1552-CF69826A8E89}"/>
                    </a:ext>
                  </a:extLst>
                </p14:cNvPr>
                <p14:cNvContentPartPr/>
                <p14:nvPr/>
              </p14:nvContentPartPr>
              <p14:xfrm>
                <a:off x="877223" y="3201068"/>
                <a:ext cx="150480" cy="1494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903E8C0-4AAE-6903-1552-CF69826A8E8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59223" y="3183068"/>
                  <a:ext cx="1861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F935EFA-6BD6-5288-8AAC-106682E02C0F}"/>
                    </a:ext>
                  </a:extLst>
                </p14:cNvPr>
                <p14:cNvContentPartPr/>
                <p14:nvPr/>
              </p14:nvContentPartPr>
              <p14:xfrm>
                <a:off x="1099703" y="3199268"/>
                <a:ext cx="7200" cy="36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F935EFA-6BD6-5288-8AAC-106682E02C0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82063" y="3181268"/>
                  <a:ext cx="42840" cy="7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B26F7-FCCD-DA5C-5055-394277C59798}"/>
              </a:ext>
            </a:extLst>
          </p:cNvPr>
          <p:cNvGrpSpPr/>
          <p:nvPr/>
        </p:nvGrpSpPr>
        <p:grpSpPr>
          <a:xfrm>
            <a:off x="2139023" y="2425628"/>
            <a:ext cx="2302200" cy="1683720"/>
            <a:chOff x="2139023" y="2425628"/>
            <a:chExt cx="2302200" cy="168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E42B4D1-9393-D578-1B20-45EDD99BACB3}"/>
                    </a:ext>
                  </a:extLst>
                </p14:cNvPr>
                <p14:cNvContentPartPr/>
                <p14:nvPr/>
              </p14:nvContentPartPr>
              <p14:xfrm>
                <a:off x="2139023" y="2425628"/>
                <a:ext cx="1963080" cy="1668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E42B4D1-9393-D578-1B20-45EDD99BACB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121023" y="2407628"/>
                  <a:ext cx="1998720" cy="170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DDE4B4D-2C7C-A47D-E6F8-C8ACE1831D31}"/>
                    </a:ext>
                  </a:extLst>
                </p14:cNvPr>
                <p14:cNvContentPartPr/>
                <p14:nvPr/>
              </p14:nvContentPartPr>
              <p14:xfrm>
                <a:off x="2755343" y="2442188"/>
                <a:ext cx="1685880" cy="1667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DDE4B4D-2C7C-A47D-E6F8-C8ACE1831D3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737343" y="2424188"/>
                  <a:ext cx="1721520" cy="1702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111784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42852-E1F6-5F69-145D-F05723D6F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 vs indirect semiconductors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17C74-1ECA-7F67-5EBA-C64A665F7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16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diagram of a magnetic field&#10;&#10;Description automatically generated">
            <a:extLst>
              <a:ext uri="{FF2B5EF4-FFF2-40B4-BE49-F238E27FC236}">
                <a16:creationId xmlns:a16="http://schemas.microsoft.com/office/drawing/2014/main" id="{6B8DE279-A9A9-FF67-8AE7-D9C53C0C2F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1483" y="805328"/>
            <a:ext cx="7129034" cy="39378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A695BE-22C5-C708-23EC-357CA14BB192}"/>
              </a:ext>
            </a:extLst>
          </p:cNvPr>
          <p:cNvSpPr txBox="1"/>
          <p:nvPr/>
        </p:nvSpPr>
        <p:spPr>
          <a:xfrm>
            <a:off x="709652" y="4964300"/>
            <a:ext cx="1040096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latin typeface="PT Sans" panose="020B0503020203020204" pitchFamily="34" charset="0"/>
              </a:rPr>
              <a:t>2 Energy band diagrams and major carrier transition processes in indium phosphide (direct bandgap) and silicon (indirect bandgap) crystals. Silicon, Germanium and some </a:t>
            </a:r>
            <a:r>
              <a:rPr lang="en-US" dirty="0">
                <a:solidFill>
                  <a:srgbClr val="0070C0"/>
                </a:solidFill>
                <a:latin typeface="PT Sans" panose="020B0503020203020204" pitchFamily="34" charset="0"/>
              </a:rPr>
              <a:t>III/V compounds like </a:t>
            </a:r>
            <a:r>
              <a:rPr lang="en-US" dirty="0" err="1">
                <a:solidFill>
                  <a:srgbClr val="0070C0"/>
                </a:solidFill>
                <a:latin typeface="PT Sans" panose="020B0503020203020204" pitchFamily="34" charset="0"/>
              </a:rPr>
              <a:t>GaP</a:t>
            </a:r>
            <a:r>
              <a:rPr lang="en-US" dirty="0">
                <a:solidFill>
                  <a:srgbClr val="0070C0"/>
                </a:solidFill>
                <a:latin typeface="PT Sans" panose="020B0503020203020204" pitchFamily="34" charset="0"/>
              </a:rPr>
              <a:t> and </a:t>
            </a:r>
            <a:r>
              <a:rPr lang="en-US" dirty="0" err="1">
                <a:solidFill>
                  <a:srgbClr val="0070C0"/>
                </a:solidFill>
                <a:latin typeface="PT Sans" panose="020B0503020203020204" pitchFamily="34" charset="0"/>
              </a:rPr>
              <a:t>AlAs</a:t>
            </a:r>
            <a:r>
              <a:rPr lang="en-US" dirty="0">
                <a:solidFill>
                  <a:srgbClr val="0070C0"/>
                </a:solidFill>
                <a:latin typeface="PT Sans" panose="020B0503020203020204" pitchFamily="34" charset="0"/>
              </a:rPr>
              <a:t> are indirect bandgap semiconductors</a:t>
            </a:r>
            <a:r>
              <a:rPr lang="en-US" dirty="0">
                <a:latin typeface="PT Sans" panose="020B0503020203020204" pitchFamily="34" charset="0"/>
              </a:rPr>
              <a:t>. </a:t>
            </a:r>
            <a:r>
              <a:rPr lang="en-US" dirty="0" err="1">
                <a:solidFill>
                  <a:schemeClr val="accent2"/>
                </a:solidFill>
                <a:latin typeface="PT Sans" panose="020B0503020203020204" pitchFamily="34" charset="0"/>
              </a:rPr>
              <a:t>InP</a:t>
            </a:r>
            <a:r>
              <a:rPr lang="en-US" dirty="0">
                <a:solidFill>
                  <a:schemeClr val="accent2"/>
                </a:solidFill>
                <a:latin typeface="PT Sans" panose="020B0503020203020204" pitchFamily="34" charset="0"/>
              </a:rPr>
              <a:t>, GaAs, </a:t>
            </a:r>
            <a:r>
              <a:rPr lang="en-US" dirty="0" err="1">
                <a:solidFill>
                  <a:schemeClr val="accent2"/>
                </a:solidFill>
                <a:latin typeface="PT Sans" panose="020B0503020203020204" pitchFamily="34" charset="0"/>
              </a:rPr>
              <a:t>GaN</a:t>
            </a:r>
            <a:r>
              <a:rPr lang="en-US" dirty="0">
                <a:solidFill>
                  <a:schemeClr val="accent2"/>
                </a:solidFill>
                <a:latin typeface="PT Sans" panose="020B0503020203020204" pitchFamily="34" charset="0"/>
              </a:rPr>
              <a:t> and other ternary (</a:t>
            </a:r>
            <a:r>
              <a:rPr lang="en-US" dirty="0" err="1">
                <a:solidFill>
                  <a:schemeClr val="accent2"/>
                </a:solidFill>
                <a:latin typeface="PT Sans" panose="020B0503020203020204" pitchFamily="34" charset="0"/>
              </a:rPr>
              <a:t>AlGaAs</a:t>
            </a:r>
            <a:r>
              <a:rPr lang="en-US" dirty="0">
                <a:solidFill>
                  <a:schemeClr val="accent2"/>
                </a:solidFill>
                <a:latin typeface="PT Sans" panose="020B0503020203020204" pitchFamily="34" charset="0"/>
              </a:rPr>
              <a:t>, </a:t>
            </a:r>
            <a:r>
              <a:rPr lang="en-US" dirty="0" err="1">
                <a:solidFill>
                  <a:schemeClr val="accent2"/>
                </a:solidFill>
                <a:latin typeface="PT Sans" panose="020B0503020203020204" pitchFamily="34" charset="0"/>
              </a:rPr>
              <a:t>InGaAs</a:t>
            </a:r>
            <a:r>
              <a:rPr lang="en-US" dirty="0">
                <a:solidFill>
                  <a:schemeClr val="accent2"/>
                </a:solidFill>
                <a:latin typeface="PT Sans" panose="020B0503020203020204" pitchFamily="34" charset="0"/>
              </a:rPr>
              <a:t>) and quaternary (</a:t>
            </a:r>
            <a:r>
              <a:rPr lang="en-US" dirty="0" err="1">
                <a:solidFill>
                  <a:schemeClr val="accent2"/>
                </a:solidFill>
                <a:latin typeface="PT Sans" panose="020B0503020203020204" pitchFamily="34" charset="0"/>
              </a:rPr>
              <a:t>InGaAsP</a:t>
            </a:r>
            <a:r>
              <a:rPr lang="en-US" dirty="0">
                <a:solidFill>
                  <a:schemeClr val="accent2"/>
                </a:solidFill>
                <a:latin typeface="PT Sans" panose="020B0503020203020204" pitchFamily="34" charset="0"/>
              </a:rPr>
              <a:t>, </a:t>
            </a:r>
            <a:r>
              <a:rPr lang="en-US" dirty="0" err="1">
                <a:solidFill>
                  <a:schemeClr val="accent2"/>
                </a:solidFill>
                <a:latin typeface="PT Sans" panose="020B0503020203020204" pitchFamily="34" charset="0"/>
              </a:rPr>
              <a:t>InAlAsP</a:t>
            </a:r>
            <a:r>
              <a:rPr lang="en-US" dirty="0">
                <a:solidFill>
                  <a:schemeClr val="accent2"/>
                </a:solidFill>
                <a:latin typeface="PT Sans" panose="020B0503020203020204" pitchFamily="34" charset="0"/>
              </a:rPr>
              <a:t>) compounds are direct bandgap semiconductors commonly used for photonic devices fabrication</a:t>
            </a:r>
            <a:r>
              <a:rPr lang="en-US" dirty="0">
                <a:latin typeface="PT Sans" panose="020B0503020203020204" pitchFamily="34" charset="0"/>
              </a:rPr>
              <a:t>.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2E7DD46-4574-1031-D307-2322F1A1C600}"/>
              </a:ext>
            </a:extLst>
          </p:cNvPr>
          <p:cNvGrpSpPr/>
          <p:nvPr/>
        </p:nvGrpSpPr>
        <p:grpSpPr>
          <a:xfrm>
            <a:off x="2334143" y="1996148"/>
            <a:ext cx="418320" cy="1151280"/>
            <a:chOff x="2334143" y="1996148"/>
            <a:chExt cx="418320" cy="115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5D5EDF1-198E-682A-2417-96C7101D1193}"/>
                    </a:ext>
                  </a:extLst>
                </p14:cNvPr>
                <p14:cNvContentPartPr/>
                <p14:nvPr/>
              </p14:nvContentPartPr>
              <p14:xfrm>
                <a:off x="2334143" y="2035028"/>
                <a:ext cx="94320" cy="10364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5D5EDF1-198E-682A-2417-96C7101D119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316503" y="2017028"/>
                  <a:ext cx="129960" cy="10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AEDA0AF-1C49-D68D-5CDB-D0B553AA4275}"/>
                    </a:ext>
                  </a:extLst>
                </p14:cNvPr>
                <p14:cNvContentPartPr/>
                <p14:nvPr/>
              </p14:nvContentPartPr>
              <p14:xfrm>
                <a:off x="2337023" y="1996148"/>
                <a:ext cx="189000" cy="2998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AEDA0AF-1C49-D68D-5CDB-D0B553AA427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319023" y="1978508"/>
                  <a:ext cx="22464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A92F03A-48BF-328A-B0C0-34A8B8D82200}"/>
                    </a:ext>
                  </a:extLst>
                </p14:cNvPr>
                <p14:cNvContentPartPr/>
                <p14:nvPr/>
              </p14:nvContentPartPr>
              <p14:xfrm>
                <a:off x="2549063" y="3104588"/>
                <a:ext cx="203400" cy="42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A92F03A-48BF-328A-B0C0-34A8B8D8220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531423" y="3086588"/>
                  <a:ext cx="23904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B98B850-31E7-7FD7-98A6-EC196CEF695E}"/>
              </a:ext>
            </a:extLst>
          </p:cNvPr>
          <p:cNvGrpSpPr/>
          <p:nvPr/>
        </p:nvGrpSpPr>
        <p:grpSpPr>
          <a:xfrm>
            <a:off x="2358623" y="3719108"/>
            <a:ext cx="963000" cy="727920"/>
            <a:chOff x="2358623" y="3719108"/>
            <a:chExt cx="963000" cy="72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2F4D8B0-5D6C-10C0-3D05-963EC65A63C8}"/>
                    </a:ext>
                  </a:extLst>
                </p14:cNvPr>
                <p14:cNvContentPartPr/>
                <p14:nvPr/>
              </p14:nvContentPartPr>
              <p14:xfrm>
                <a:off x="2358623" y="3870308"/>
                <a:ext cx="744480" cy="39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2F4D8B0-5D6C-10C0-3D05-963EC65A63C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340983" y="3852668"/>
                  <a:ext cx="7801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4AAE06B-DBFA-8F73-F622-7D19BA9519F0}"/>
                    </a:ext>
                  </a:extLst>
                </p14:cNvPr>
                <p14:cNvContentPartPr/>
                <p14:nvPr/>
              </p14:nvContentPartPr>
              <p14:xfrm>
                <a:off x="2955143" y="3719108"/>
                <a:ext cx="147240" cy="3438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4AAE06B-DBFA-8F73-F622-7D19BA9519F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937143" y="3701108"/>
                  <a:ext cx="18288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1366565-C770-2B6F-EA8F-C77AF5DA5181}"/>
                    </a:ext>
                  </a:extLst>
                </p14:cNvPr>
                <p14:cNvContentPartPr/>
                <p14:nvPr/>
              </p14:nvContentPartPr>
              <p14:xfrm>
                <a:off x="3195983" y="4160468"/>
                <a:ext cx="63000" cy="2865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1366565-C770-2B6F-EA8F-C77AF5DA518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177983" y="4142828"/>
                  <a:ext cx="9864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8CD7470-6200-FCCA-364C-0B20BA1FCC0B}"/>
                    </a:ext>
                  </a:extLst>
                </p14:cNvPr>
                <p14:cNvContentPartPr/>
                <p14:nvPr/>
              </p14:nvContentPartPr>
              <p14:xfrm>
                <a:off x="3229103" y="4166588"/>
                <a:ext cx="92520" cy="1753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8CD7470-6200-FCCA-364C-0B20BA1FCC0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211463" y="4148588"/>
                  <a:ext cx="128160" cy="21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823A5F4-696A-2BA3-2878-F3426C3381C4}"/>
              </a:ext>
            </a:extLst>
          </p:cNvPr>
          <p:cNvGrpSpPr/>
          <p:nvPr/>
        </p:nvGrpSpPr>
        <p:grpSpPr>
          <a:xfrm>
            <a:off x="5895623" y="586748"/>
            <a:ext cx="4106160" cy="4154760"/>
            <a:chOff x="5895623" y="586748"/>
            <a:chExt cx="4106160" cy="415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78D2002-54B7-04F1-FA3A-B37661F7E6BC}"/>
                    </a:ext>
                  </a:extLst>
                </p14:cNvPr>
                <p14:cNvContentPartPr/>
                <p14:nvPr/>
              </p14:nvContentPartPr>
              <p14:xfrm>
                <a:off x="6072023" y="752708"/>
                <a:ext cx="33120" cy="590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78D2002-54B7-04F1-FA3A-B37661F7E6B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054383" y="735068"/>
                  <a:ext cx="6876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61F810D-51C4-9865-8AB2-58C6465EAB37}"/>
                    </a:ext>
                  </a:extLst>
                </p14:cNvPr>
                <p14:cNvContentPartPr/>
                <p14:nvPr/>
              </p14:nvContentPartPr>
              <p14:xfrm>
                <a:off x="5966183" y="637868"/>
                <a:ext cx="108000" cy="4040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61F810D-51C4-9865-8AB2-58C6465EAB3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948183" y="620228"/>
                  <a:ext cx="143640" cy="407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96853EE-65AD-D097-178C-458CFA985C48}"/>
                    </a:ext>
                  </a:extLst>
                </p14:cNvPr>
                <p14:cNvContentPartPr/>
                <p14:nvPr/>
              </p14:nvContentPartPr>
              <p14:xfrm>
                <a:off x="6016943" y="586748"/>
                <a:ext cx="3648240" cy="1364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96853EE-65AD-D097-178C-458CFA985C4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999303" y="568748"/>
                  <a:ext cx="36838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BA598C6-676E-2402-51DA-EFD8B654E5FA}"/>
                    </a:ext>
                  </a:extLst>
                </p14:cNvPr>
                <p14:cNvContentPartPr/>
                <p14:nvPr/>
              </p14:nvContentPartPr>
              <p14:xfrm>
                <a:off x="9625943" y="641828"/>
                <a:ext cx="375840" cy="36885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BA598C6-676E-2402-51DA-EFD8B654E5F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608303" y="623828"/>
                  <a:ext cx="411480" cy="37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DA9542A-0147-84A6-1D19-2BC492B0F612}"/>
                    </a:ext>
                  </a:extLst>
                </p14:cNvPr>
                <p14:cNvContentPartPr/>
                <p14:nvPr/>
              </p14:nvContentPartPr>
              <p14:xfrm>
                <a:off x="5895623" y="4634228"/>
                <a:ext cx="3957120" cy="107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DA9542A-0147-84A6-1D19-2BC492B0F61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877623" y="4616228"/>
                  <a:ext cx="39927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AEE1769-55E3-8707-13D5-99E69C84B311}"/>
                    </a:ext>
                  </a:extLst>
                </p14:cNvPr>
                <p14:cNvContentPartPr/>
                <p14:nvPr/>
              </p14:nvContentPartPr>
              <p14:xfrm>
                <a:off x="6131783" y="1768988"/>
                <a:ext cx="3148200" cy="715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AEE1769-55E3-8707-13D5-99E69C84B31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113783" y="1750988"/>
                  <a:ext cx="3183840" cy="75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BB2A289-5CB9-E02B-5602-060CB923E080}"/>
                    </a:ext>
                  </a:extLst>
                </p14:cNvPr>
                <p14:cNvContentPartPr/>
                <p14:nvPr/>
              </p14:nvContentPartPr>
              <p14:xfrm>
                <a:off x="6732983" y="3366668"/>
                <a:ext cx="1359720" cy="306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BB2A289-5CB9-E02B-5602-060CB923E08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714983" y="3348668"/>
                  <a:ext cx="139536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4372C55-9D9B-CD6A-A15E-0FEA40F51E98}"/>
                    </a:ext>
                  </a:extLst>
                </p14:cNvPr>
                <p14:cNvContentPartPr/>
                <p14:nvPr/>
              </p14:nvContentPartPr>
              <p14:xfrm>
                <a:off x="8345063" y="2121788"/>
                <a:ext cx="829080" cy="687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4372C55-9D9B-CD6A-A15E-0FEA40F51E9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327423" y="2103788"/>
                  <a:ext cx="864720" cy="72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EB1176D-27E7-F9FC-AE5E-38470F559C0C}"/>
                    </a:ext>
                  </a:extLst>
                </p14:cNvPr>
                <p14:cNvContentPartPr/>
                <p14:nvPr/>
              </p14:nvContentPartPr>
              <p14:xfrm>
                <a:off x="7195943" y="3022148"/>
                <a:ext cx="820440" cy="8755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EB1176D-27E7-F9FC-AE5E-38470F559C0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178303" y="3004508"/>
                  <a:ext cx="856080" cy="911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415947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27D70-0681-7CFC-8754-123DA50CC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LEDs are made out of non-silicon semiconductors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E079B-72E2-3FF1-DB24-1163BFA1A5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17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chart of different colors of light bulbs&#10;&#10;Description automatically generated">
            <a:extLst>
              <a:ext uri="{FF2B5EF4-FFF2-40B4-BE49-F238E27FC236}">
                <a16:creationId xmlns:a16="http://schemas.microsoft.com/office/drawing/2014/main" id="{7B03CCD0-C540-9254-6655-EFB56C8942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2237" y="1655200"/>
            <a:ext cx="4043363" cy="4043363"/>
          </a:xfrm>
          <a:prstGeom prst="rect">
            <a:avLst/>
          </a:prstGeom>
        </p:spPr>
      </p:pic>
      <p:pic>
        <p:nvPicPr>
          <p:cNvPr id="8" name="Picture 7" descr="A table with different colors&#10;&#10;Description automatically generated">
            <a:extLst>
              <a:ext uri="{FF2B5EF4-FFF2-40B4-BE49-F238E27FC236}">
                <a16:creationId xmlns:a16="http://schemas.microsoft.com/office/drawing/2014/main" id="{83690A77-17F5-C9D8-7BBB-92A539A440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21" y="702718"/>
            <a:ext cx="4550471" cy="594832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C64B191-8070-E88F-EE82-7BF363E3875D}"/>
                  </a:ext>
                </a:extLst>
              </p14:cNvPr>
              <p14:cNvContentPartPr/>
              <p14:nvPr/>
            </p14:nvContentPartPr>
            <p14:xfrm>
              <a:off x="9511823" y="3147788"/>
              <a:ext cx="1132560" cy="629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C64B191-8070-E88F-EE82-7BF363E3875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493823" y="3129788"/>
                <a:ext cx="1168200" cy="66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B053E61-725E-739C-C4CA-A63607041D6C}"/>
                  </a:ext>
                </a:extLst>
              </p14:cNvPr>
              <p14:cNvContentPartPr/>
              <p14:nvPr/>
            </p14:nvContentPartPr>
            <p14:xfrm>
              <a:off x="9493103" y="4831508"/>
              <a:ext cx="1146600" cy="497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B053E61-725E-739C-C4CA-A63607041D6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475463" y="4813508"/>
                <a:ext cx="1182240" cy="53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605E39B7-5C63-78F3-A2CE-763646416BAC}"/>
              </a:ext>
            </a:extLst>
          </p:cNvPr>
          <p:cNvGrpSpPr/>
          <p:nvPr/>
        </p:nvGrpSpPr>
        <p:grpSpPr>
          <a:xfrm>
            <a:off x="8803703" y="939548"/>
            <a:ext cx="1035000" cy="315720"/>
            <a:chOff x="8803703" y="939548"/>
            <a:chExt cx="1035000" cy="31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F50C48C-CE26-E73C-06D2-62416D2895C1}"/>
                    </a:ext>
                  </a:extLst>
                </p14:cNvPr>
                <p14:cNvContentPartPr/>
                <p14:nvPr/>
              </p14:nvContentPartPr>
              <p14:xfrm>
                <a:off x="8827103" y="959348"/>
                <a:ext cx="8280" cy="2602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F50C48C-CE26-E73C-06D2-62416D2895C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809463" y="941348"/>
                  <a:ext cx="4392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CCA4C5E-8D93-B46A-7480-A763E4445671}"/>
                    </a:ext>
                  </a:extLst>
                </p14:cNvPr>
                <p14:cNvContentPartPr/>
                <p14:nvPr/>
              </p14:nvContentPartPr>
              <p14:xfrm>
                <a:off x="8854823" y="947108"/>
                <a:ext cx="55080" cy="51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CCA4C5E-8D93-B46A-7480-A763E444567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837183" y="929108"/>
                  <a:ext cx="907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98CA23E-9730-9220-6891-FC75C31CE0D3}"/>
                    </a:ext>
                  </a:extLst>
                </p14:cNvPr>
                <p14:cNvContentPartPr/>
                <p14:nvPr/>
              </p14:nvContentPartPr>
              <p14:xfrm>
                <a:off x="8803703" y="1090388"/>
                <a:ext cx="108360" cy="450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98CA23E-9730-9220-6891-FC75C31CE0D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785703" y="1072748"/>
                  <a:ext cx="14400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518D158-58D4-4601-562C-D8D48BFE9D1D}"/>
                    </a:ext>
                  </a:extLst>
                </p14:cNvPr>
                <p14:cNvContentPartPr/>
                <p14:nvPr/>
              </p14:nvContentPartPr>
              <p14:xfrm>
                <a:off x="8854463" y="1082108"/>
                <a:ext cx="291600" cy="137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518D158-58D4-4601-562C-D8D48BFE9D1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836823" y="1064468"/>
                  <a:ext cx="32724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04B8A02-9911-434F-92AA-3C154E28122B}"/>
                    </a:ext>
                  </a:extLst>
                </p14:cNvPr>
                <p14:cNvContentPartPr/>
                <p14:nvPr/>
              </p14:nvContentPartPr>
              <p14:xfrm>
                <a:off x="9115463" y="1144748"/>
                <a:ext cx="75960" cy="399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04B8A02-9911-434F-92AA-3C154E28122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097823" y="1126748"/>
                  <a:ext cx="1116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64BBB3D-BBFD-7F8B-2182-2EC6C5992E16}"/>
                    </a:ext>
                  </a:extLst>
                </p14:cNvPr>
                <p14:cNvContentPartPr/>
                <p14:nvPr/>
              </p14:nvContentPartPr>
              <p14:xfrm>
                <a:off x="9255503" y="999668"/>
                <a:ext cx="168120" cy="255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64BBB3D-BBFD-7F8B-2182-2EC6C5992E1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237863" y="981668"/>
                  <a:ext cx="20376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C0F0F92-98E2-7AF9-E850-1E9603F505AB}"/>
                    </a:ext>
                  </a:extLst>
                </p14:cNvPr>
                <p14:cNvContentPartPr/>
                <p14:nvPr/>
              </p14:nvContentPartPr>
              <p14:xfrm>
                <a:off x="9533783" y="1002908"/>
                <a:ext cx="54360" cy="2286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C0F0F92-98E2-7AF9-E850-1E9603F505A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515783" y="984908"/>
                  <a:ext cx="9000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14F1A47-6CEA-CE51-E1E6-792B0D8D755A}"/>
                    </a:ext>
                  </a:extLst>
                </p14:cNvPr>
                <p14:cNvContentPartPr/>
                <p14:nvPr/>
              </p14:nvContentPartPr>
              <p14:xfrm>
                <a:off x="9584183" y="939548"/>
                <a:ext cx="254520" cy="2815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14F1A47-6CEA-CE51-E1E6-792B0D8D755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566183" y="921548"/>
                  <a:ext cx="290160" cy="317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2DEB197-56D5-7B25-1BF5-4299043C966D}"/>
                  </a:ext>
                </a:extLst>
              </p14:cNvPr>
              <p14:cNvContentPartPr/>
              <p14:nvPr/>
            </p14:nvContentPartPr>
            <p14:xfrm>
              <a:off x="9574103" y="3962468"/>
              <a:ext cx="860760" cy="291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2DEB197-56D5-7B25-1BF5-4299043C966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556463" y="3944828"/>
                <a:ext cx="896400" cy="64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A451CB40-ABA2-4818-34DD-B3A96F307022}"/>
              </a:ext>
            </a:extLst>
          </p:cNvPr>
          <p:cNvGrpSpPr/>
          <p:nvPr/>
        </p:nvGrpSpPr>
        <p:grpSpPr>
          <a:xfrm>
            <a:off x="193972" y="541281"/>
            <a:ext cx="867240" cy="676800"/>
            <a:chOff x="193972" y="541281"/>
            <a:chExt cx="867240" cy="67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2B5278C-5DC6-2BB9-9647-8AC42AA6B8FD}"/>
                    </a:ext>
                  </a:extLst>
                </p14:cNvPr>
                <p14:cNvContentPartPr/>
                <p14:nvPr/>
              </p14:nvContentPartPr>
              <p14:xfrm>
                <a:off x="193972" y="1000281"/>
                <a:ext cx="281880" cy="217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2B5278C-5DC6-2BB9-9647-8AC42AA6B8F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75972" y="982641"/>
                  <a:ext cx="31752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5C44712-9464-6115-1F9C-1B608DF2A472}"/>
                    </a:ext>
                  </a:extLst>
                </p14:cNvPr>
                <p14:cNvContentPartPr/>
                <p14:nvPr/>
              </p14:nvContentPartPr>
              <p14:xfrm>
                <a:off x="337972" y="1087761"/>
                <a:ext cx="116280" cy="113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5C44712-9464-6115-1F9C-1B608DF2A47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20332" y="1069761"/>
                  <a:ext cx="1519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2236FD8-00A3-14A4-1BAC-B3C4BD53ACE9}"/>
                    </a:ext>
                  </a:extLst>
                </p14:cNvPr>
                <p14:cNvContentPartPr/>
                <p14:nvPr/>
              </p14:nvContentPartPr>
              <p14:xfrm>
                <a:off x="464692" y="951321"/>
                <a:ext cx="122760" cy="1591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2236FD8-00A3-14A4-1BAC-B3C4BD53ACE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47052" y="933321"/>
                  <a:ext cx="1584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D4FE307-507E-4B64-2F49-2A9E614F0511}"/>
                    </a:ext>
                  </a:extLst>
                </p14:cNvPr>
                <p14:cNvContentPartPr/>
                <p14:nvPr/>
              </p14:nvContentPartPr>
              <p14:xfrm>
                <a:off x="566212" y="853401"/>
                <a:ext cx="114480" cy="1047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D4FE307-507E-4B64-2F49-2A9E614F051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48572" y="835401"/>
                  <a:ext cx="1501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97D7189-8077-C07E-7AE3-EF8037CEAA6E}"/>
                    </a:ext>
                  </a:extLst>
                </p14:cNvPr>
                <p14:cNvContentPartPr/>
                <p14:nvPr/>
              </p14:nvContentPartPr>
              <p14:xfrm>
                <a:off x="686092" y="745041"/>
                <a:ext cx="143640" cy="88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97D7189-8077-C07E-7AE3-EF8037CEAA6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68092" y="727041"/>
                  <a:ext cx="1792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358C5AF-AA23-5EFA-EF7F-CBB402323E66}"/>
                    </a:ext>
                  </a:extLst>
                </p14:cNvPr>
                <p14:cNvContentPartPr/>
                <p14:nvPr/>
              </p14:nvContentPartPr>
              <p14:xfrm>
                <a:off x="858172" y="541281"/>
                <a:ext cx="203040" cy="1692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358C5AF-AA23-5EFA-EF7F-CBB402323E6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40172" y="523641"/>
                  <a:ext cx="238680" cy="20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C53D167-5CB9-8417-DF23-B4370C397E92}"/>
              </a:ext>
            </a:extLst>
          </p:cNvPr>
          <p:cNvGrpSpPr/>
          <p:nvPr/>
        </p:nvGrpSpPr>
        <p:grpSpPr>
          <a:xfrm>
            <a:off x="208012" y="4738881"/>
            <a:ext cx="318960" cy="442800"/>
            <a:chOff x="208012" y="4738881"/>
            <a:chExt cx="318960" cy="44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A48E178-90FB-954B-2718-0E87F1C2ACA8}"/>
                    </a:ext>
                  </a:extLst>
                </p14:cNvPr>
                <p14:cNvContentPartPr/>
                <p14:nvPr/>
              </p14:nvContentPartPr>
              <p14:xfrm>
                <a:off x="208012" y="4932201"/>
                <a:ext cx="154440" cy="2494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A48E178-90FB-954B-2718-0E87F1C2ACA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90012" y="4914201"/>
                  <a:ext cx="19008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949F39D-B812-4755-1723-778C4167717C}"/>
                    </a:ext>
                  </a:extLst>
                </p14:cNvPr>
                <p14:cNvContentPartPr/>
                <p14:nvPr/>
              </p14:nvContentPartPr>
              <p14:xfrm>
                <a:off x="409252" y="4738881"/>
                <a:ext cx="117720" cy="231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949F39D-B812-4755-1723-778C4167717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91612" y="4721241"/>
                  <a:ext cx="153360" cy="26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00ADCEF-B1FD-95E8-7E49-56C136BA5549}"/>
              </a:ext>
            </a:extLst>
          </p:cNvPr>
          <p:cNvGrpSpPr/>
          <p:nvPr/>
        </p:nvGrpSpPr>
        <p:grpSpPr>
          <a:xfrm>
            <a:off x="238612" y="5303361"/>
            <a:ext cx="385920" cy="399960"/>
            <a:chOff x="238612" y="5303361"/>
            <a:chExt cx="385920" cy="39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CB3FAA3-1CA5-BD6B-CF6C-EC64BF90A840}"/>
                    </a:ext>
                  </a:extLst>
                </p14:cNvPr>
                <p14:cNvContentPartPr/>
                <p14:nvPr/>
              </p14:nvContentPartPr>
              <p14:xfrm>
                <a:off x="238612" y="5543841"/>
                <a:ext cx="144360" cy="1558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CB3FAA3-1CA5-BD6B-CF6C-EC64BF90A84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20972" y="5525841"/>
                  <a:ext cx="18000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D83ABAB-6971-8E1B-6A38-96FD95AD66BD}"/>
                    </a:ext>
                  </a:extLst>
                </p14:cNvPr>
                <p14:cNvContentPartPr/>
                <p14:nvPr/>
              </p14:nvContentPartPr>
              <p14:xfrm>
                <a:off x="365692" y="5558601"/>
                <a:ext cx="66600" cy="1447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D83ABAB-6971-8E1B-6A38-96FD95AD66B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47692" y="5540961"/>
                  <a:ext cx="1022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174E48E-3243-5D28-DE2D-9DACDB20A8FA}"/>
                    </a:ext>
                  </a:extLst>
                </p14:cNvPr>
                <p14:cNvContentPartPr/>
                <p14:nvPr/>
              </p14:nvContentPartPr>
              <p14:xfrm>
                <a:off x="435172" y="5303361"/>
                <a:ext cx="189360" cy="257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174E48E-3243-5D28-DE2D-9DACDB20A8F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17172" y="5285361"/>
                  <a:ext cx="225000" cy="29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73AB6A03-BF85-23D6-DB6C-00CABD25EF2B}"/>
                  </a:ext>
                </a:extLst>
              </p14:cNvPr>
              <p14:cNvContentPartPr/>
              <p14:nvPr/>
            </p14:nvContentPartPr>
            <p14:xfrm>
              <a:off x="975892" y="1329681"/>
              <a:ext cx="520200" cy="4885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73AB6A03-BF85-23D6-DB6C-00CABD25EF2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57892" y="1312041"/>
                <a:ext cx="555840" cy="52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F82B5CC0-647D-D090-091E-469B38133A51}"/>
                  </a:ext>
                </a:extLst>
              </p14:cNvPr>
              <p14:cNvContentPartPr/>
              <p14:nvPr/>
            </p14:nvContentPartPr>
            <p14:xfrm>
              <a:off x="1020172" y="3073161"/>
              <a:ext cx="510840" cy="5637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F82B5CC0-647D-D090-091E-469B38133A5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02172" y="3055521"/>
                <a:ext cx="546480" cy="59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4D6120DB-C9D0-148B-FBD5-0A06C2496FAA}"/>
                  </a:ext>
                </a:extLst>
              </p14:cNvPr>
              <p14:cNvContentPartPr/>
              <p14:nvPr/>
            </p14:nvContentPartPr>
            <p14:xfrm>
              <a:off x="1001452" y="3891081"/>
              <a:ext cx="468000" cy="4305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4D6120DB-C9D0-148B-FBD5-0A06C2496FAA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83452" y="3873081"/>
                <a:ext cx="503640" cy="46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4E4ED605-34D9-B198-70F4-ACB057D780DB}"/>
              </a:ext>
            </a:extLst>
          </p:cNvPr>
          <p:cNvGrpSpPr/>
          <p:nvPr/>
        </p:nvGrpSpPr>
        <p:grpSpPr>
          <a:xfrm>
            <a:off x="4225972" y="1289721"/>
            <a:ext cx="298080" cy="98640"/>
            <a:chOff x="4225972" y="1289721"/>
            <a:chExt cx="298080" cy="9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F1A6A56-1310-AC32-9795-DD45F0D23F0A}"/>
                    </a:ext>
                  </a:extLst>
                </p14:cNvPr>
                <p14:cNvContentPartPr/>
                <p14:nvPr/>
              </p14:nvContentPartPr>
              <p14:xfrm>
                <a:off x="4232092" y="1337601"/>
                <a:ext cx="291960" cy="234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F1A6A56-1310-AC32-9795-DD45F0D23F0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214092" y="1319601"/>
                  <a:ext cx="3276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5CBA075-7282-1EA5-56EB-92E45BBB45D4}"/>
                    </a:ext>
                  </a:extLst>
                </p14:cNvPr>
                <p14:cNvContentPartPr/>
                <p14:nvPr/>
              </p14:nvContentPartPr>
              <p14:xfrm>
                <a:off x="4225972" y="1289721"/>
                <a:ext cx="86760" cy="986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5CBA075-7282-1EA5-56EB-92E45BBB45D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208332" y="1271721"/>
                  <a:ext cx="122400" cy="13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C2F32BA-C4FF-A7B6-F2AB-5207116983AD}"/>
              </a:ext>
            </a:extLst>
          </p:cNvPr>
          <p:cNvGrpSpPr/>
          <p:nvPr/>
        </p:nvGrpSpPr>
        <p:grpSpPr>
          <a:xfrm>
            <a:off x="3865972" y="3061281"/>
            <a:ext cx="322560" cy="84600"/>
            <a:chOff x="3865972" y="3061281"/>
            <a:chExt cx="322560" cy="8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FDD32EB-1AB4-FBEF-4BC1-EABCA66BE4A4}"/>
                    </a:ext>
                  </a:extLst>
                </p14:cNvPr>
                <p14:cNvContentPartPr/>
                <p14:nvPr/>
              </p14:nvContentPartPr>
              <p14:xfrm>
                <a:off x="3865972" y="3071721"/>
                <a:ext cx="322560" cy="514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FDD32EB-1AB4-FBEF-4BC1-EABCA66BE4A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847972" y="3053721"/>
                  <a:ext cx="35820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8E62BF3-FE8B-3AB5-58E4-5A60E9C7D58C}"/>
                    </a:ext>
                  </a:extLst>
                </p14:cNvPr>
                <p14:cNvContentPartPr/>
                <p14:nvPr/>
              </p14:nvContentPartPr>
              <p14:xfrm>
                <a:off x="3880732" y="3061281"/>
                <a:ext cx="87840" cy="846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8E62BF3-FE8B-3AB5-58E4-5A60E9C7D58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862732" y="3043641"/>
                  <a:ext cx="123480" cy="12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12CFB378-1F86-3A04-EEF1-F779C61712E8}"/>
                  </a:ext>
                </a:extLst>
              </p14:cNvPr>
              <p14:cNvContentPartPr/>
              <p14:nvPr/>
            </p14:nvContentPartPr>
            <p14:xfrm>
              <a:off x="3439372" y="4106001"/>
              <a:ext cx="411480" cy="3024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12CFB378-1F86-3A04-EEF1-F779C61712E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421732" y="4088361"/>
                <a:ext cx="447120" cy="65880"/>
              </a:xfrm>
              <a:prstGeom prst="rect">
                <a:avLst/>
              </a:prstGeom>
            </p:spPr>
          </p:pic>
        </mc:Fallback>
      </mc:AlternateContent>
      <p:grpSp>
        <p:nvGrpSpPr>
          <p:cNvPr id="84" name="Group 83">
            <a:extLst>
              <a:ext uri="{FF2B5EF4-FFF2-40B4-BE49-F238E27FC236}">
                <a16:creationId xmlns:a16="http://schemas.microsoft.com/office/drawing/2014/main" id="{A72BCDAD-EFCB-6CA4-95AA-1BC359269056}"/>
              </a:ext>
            </a:extLst>
          </p:cNvPr>
          <p:cNvGrpSpPr/>
          <p:nvPr/>
        </p:nvGrpSpPr>
        <p:grpSpPr>
          <a:xfrm>
            <a:off x="7248532" y="5749401"/>
            <a:ext cx="4651560" cy="1127520"/>
            <a:chOff x="7248532" y="5749401"/>
            <a:chExt cx="4651560" cy="112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72AD0CA-6BB7-5610-6415-144044B5929F}"/>
                    </a:ext>
                  </a:extLst>
                </p14:cNvPr>
                <p14:cNvContentPartPr/>
                <p14:nvPr/>
              </p14:nvContentPartPr>
              <p14:xfrm>
                <a:off x="10756732" y="5998161"/>
                <a:ext cx="32760" cy="2782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72AD0CA-6BB7-5610-6415-144044B5929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739092" y="5980161"/>
                  <a:ext cx="6840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009DFED-39FA-6611-EC5D-677D78DDAA64}"/>
                    </a:ext>
                  </a:extLst>
                </p14:cNvPr>
                <p14:cNvContentPartPr/>
                <p14:nvPr/>
              </p14:nvContentPartPr>
              <p14:xfrm>
                <a:off x="10873372" y="6136761"/>
                <a:ext cx="10080" cy="36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009DFED-39FA-6611-EC5D-677D78DDAA6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855732" y="6119121"/>
                  <a:ext cx="457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61368B1-F8B3-5CA1-43CF-6F8844FC1A49}"/>
                    </a:ext>
                  </a:extLst>
                </p14:cNvPr>
                <p14:cNvContentPartPr/>
                <p14:nvPr/>
              </p14:nvContentPartPr>
              <p14:xfrm>
                <a:off x="10965532" y="6013641"/>
                <a:ext cx="97200" cy="2142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61368B1-F8B3-5CA1-43CF-6F8844FC1A4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947532" y="5995641"/>
                  <a:ext cx="13284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1B0338C-05EB-2ACB-3949-EE8DC9E3B560}"/>
                    </a:ext>
                  </a:extLst>
                </p14:cNvPr>
                <p14:cNvContentPartPr/>
                <p14:nvPr/>
              </p14:nvContentPartPr>
              <p14:xfrm>
                <a:off x="11193412" y="6087801"/>
                <a:ext cx="98640" cy="147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1B0338C-05EB-2ACB-3949-EE8DC9E3B56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175412" y="6070161"/>
                  <a:ext cx="1342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76C48F4-8209-4221-95BE-B69535678CB0}"/>
                    </a:ext>
                  </a:extLst>
                </p14:cNvPr>
                <p14:cNvContentPartPr/>
                <p14:nvPr/>
              </p14:nvContentPartPr>
              <p14:xfrm>
                <a:off x="11395012" y="5999601"/>
                <a:ext cx="122040" cy="1461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76C48F4-8209-4221-95BE-B69535678CB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377372" y="5981601"/>
                  <a:ext cx="1576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F93051D-70E6-B338-8F02-07491A4240B3}"/>
                    </a:ext>
                  </a:extLst>
                </p14:cNvPr>
                <p14:cNvContentPartPr/>
                <p14:nvPr/>
              </p14:nvContentPartPr>
              <p14:xfrm>
                <a:off x="11622532" y="5949921"/>
                <a:ext cx="144360" cy="1404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F93051D-70E6-B338-8F02-07491A4240B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604532" y="5932281"/>
                  <a:ext cx="1800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230E7F0-B97B-DB99-4CA3-811FF38B75AA}"/>
                    </a:ext>
                  </a:extLst>
                </p14:cNvPr>
                <p14:cNvContentPartPr/>
                <p14:nvPr/>
              </p14:nvContentPartPr>
              <p14:xfrm>
                <a:off x="10567732" y="5868561"/>
                <a:ext cx="309240" cy="542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230E7F0-B97B-DB99-4CA3-811FF38B75A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549732" y="5850921"/>
                  <a:ext cx="344880" cy="57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ADF9570-A78C-3896-AFDB-2FD1002DFC1E}"/>
                    </a:ext>
                  </a:extLst>
                </p14:cNvPr>
                <p14:cNvContentPartPr/>
                <p14:nvPr/>
              </p14:nvContentPartPr>
              <p14:xfrm>
                <a:off x="11731612" y="5749401"/>
                <a:ext cx="168480" cy="5018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ADF9570-A78C-3896-AFDB-2FD1002DFC1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713612" y="5731401"/>
                  <a:ext cx="204120" cy="53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B518A3A-F4B1-3823-E474-71849E75FC40}"/>
                    </a:ext>
                  </a:extLst>
                </p14:cNvPr>
                <p14:cNvContentPartPr/>
                <p14:nvPr/>
              </p14:nvContentPartPr>
              <p14:xfrm>
                <a:off x="9831892" y="6106881"/>
                <a:ext cx="62280" cy="3106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B518A3A-F4B1-3823-E474-71849E75FC4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813892" y="6089241"/>
                  <a:ext cx="9792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A280236-EEAE-6DE3-FB94-9C2D579FC2B1}"/>
                    </a:ext>
                  </a:extLst>
                </p14:cNvPr>
                <p14:cNvContentPartPr/>
                <p14:nvPr/>
              </p14:nvContentPartPr>
              <p14:xfrm>
                <a:off x="9831892" y="6141801"/>
                <a:ext cx="270000" cy="3261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A280236-EEAE-6DE3-FB94-9C2D579FC2B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814252" y="6124161"/>
                  <a:ext cx="30564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1A24E23-0B43-247F-BC72-BC3AEFA4419D}"/>
                    </a:ext>
                  </a:extLst>
                </p14:cNvPr>
                <p14:cNvContentPartPr/>
                <p14:nvPr/>
              </p14:nvContentPartPr>
              <p14:xfrm>
                <a:off x="10076692" y="6133881"/>
                <a:ext cx="71280" cy="3045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1A24E23-0B43-247F-BC72-BC3AEFA4419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058692" y="6116241"/>
                  <a:ext cx="10692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3154B6A-252A-E1B6-4255-FD453F8EF8E1}"/>
                    </a:ext>
                  </a:extLst>
                </p14:cNvPr>
                <p14:cNvContentPartPr/>
                <p14:nvPr/>
              </p14:nvContentPartPr>
              <p14:xfrm>
                <a:off x="10154812" y="6221001"/>
                <a:ext cx="433800" cy="331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3154B6A-252A-E1B6-4255-FD453F8EF8E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137172" y="6203001"/>
                  <a:ext cx="4694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DB259CD-8458-2AB7-B092-C5931FA93964}"/>
                    </a:ext>
                  </a:extLst>
                </p14:cNvPr>
                <p14:cNvContentPartPr/>
                <p14:nvPr/>
              </p14:nvContentPartPr>
              <p14:xfrm>
                <a:off x="9247972" y="6292281"/>
                <a:ext cx="572040" cy="446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DB259CD-8458-2AB7-B092-C5931FA9396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229972" y="6274281"/>
                  <a:ext cx="6076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86931BB-9AAB-F6B9-9A74-53BEEBC84A21}"/>
                    </a:ext>
                  </a:extLst>
                </p14:cNvPr>
                <p14:cNvContentPartPr/>
                <p14:nvPr/>
              </p14:nvContentPartPr>
              <p14:xfrm>
                <a:off x="9635332" y="5946681"/>
                <a:ext cx="57960" cy="1573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86931BB-9AAB-F6B9-9A74-53BEEBC84A2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617692" y="5928681"/>
                  <a:ext cx="9360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411BDBC-2D8F-A438-12B3-B2DC143F85E1}"/>
                    </a:ext>
                  </a:extLst>
                </p14:cNvPr>
                <p14:cNvContentPartPr/>
                <p14:nvPr/>
              </p14:nvContentPartPr>
              <p14:xfrm>
                <a:off x="9632812" y="5894481"/>
                <a:ext cx="146160" cy="1148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411BDBC-2D8F-A438-12B3-B2DC143F85E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614812" y="5876841"/>
                  <a:ext cx="1818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465596A-21C9-4621-69D3-6CB45C26A5FB}"/>
                    </a:ext>
                  </a:extLst>
                </p14:cNvPr>
                <p14:cNvContentPartPr/>
                <p14:nvPr/>
              </p14:nvContentPartPr>
              <p14:xfrm>
                <a:off x="9881932" y="5858481"/>
                <a:ext cx="274680" cy="154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465596A-21C9-4621-69D3-6CB45C26A5F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864292" y="5840841"/>
                  <a:ext cx="3103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27F9C22-D59A-0130-0CD1-ED476D2B4DAA}"/>
                    </a:ext>
                  </a:extLst>
                </p14:cNvPr>
                <p14:cNvContentPartPr/>
                <p14:nvPr/>
              </p14:nvContentPartPr>
              <p14:xfrm>
                <a:off x="10091452" y="5775681"/>
                <a:ext cx="93960" cy="2203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27F9C22-D59A-0130-0CD1-ED476D2B4DA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073452" y="5757681"/>
                  <a:ext cx="1296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E26AB62-1BD9-2483-5D4E-A36854CFB0AB}"/>
                    </a:ext>
                  </a:extLst>
                </p14:cNvPr>
                <p14:cNvContentPartPr/>
                <p14:nvPr/>
              </p14:nvContentPartPr>
              <p14:xfrm>
                <a:off x="8907772" y="6296961"/>
                <a:ext cx="379440" cy="306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E26AB62-1BD9-2483-5D4E-A36854CFB0A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889772" y="6279321"/>
                  <a:ext cx="4150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AFDCF48-4473-50F2-F0B4-2C368546CF1D}"/>
                    </a:ext>
                  </a:extLst>
                </p14:cNvPr>
                <p14:cNvContentPartPr/>
                <p14:nvPr/>
              </p14:nvContentPartPr>
              <p14:xfrm>
                <a:off x="8932972" y="6321441"/>
                <a:ext cx="33120" cy="1764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AFDCF48-4473-50F2-F0B4-2C368546CF1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914972" y="6303801"/>
                  <a:ext cx="6876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3346539-3C45-A709-F2EB-79A13DAA13FC}"/>
                    </a:ext>
                  </a:extLst>
                </p14:cNvPr>
                <p14:cNvContentPartPr/>
                <p14:nvPr/>
              </p14:nvContentPartPr>
              <p14:xfrm>
                <a:off x="8734612" y="6492081"/>
                <a:ext cx="457920" cy="784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3346539-3C45-A709-F2EB-79A13DAA13F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716972" y="6474081"/>
                  <a:ext cx="4935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2C68BAD-A455-3E7C-E857-2DF414EBB73B}"/>
                    </a:ext>
                  </a:extLst>
                </p14:cNvPr>
                <p14:cNvContentPartPr/>
                <p14:nvPr/>
              </p14:nvContentPartPr>
              <p14:xfrm>
                <a:off x="8924692" y="6632841"/>
                <a:ext cx="133560" cy="144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2C68BAD-A455-3E7C-E857-2DF414EBB73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906692" y="6615201"/>
                  <a:ext cx="1692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0AE0BCC-F432-F479-7CD1-49BB53125D34}"/>
                    </a:ext>
                  </a:extLst>
                </p14:cNvPr>
                <p14:cNvContentPartPr/>
                <p14:nvPr/>
              </p14:nvContentPartPr>
              <p14:xfrm>
                <a:off x="9021172" y="6649041"/>
                <a:ext cx="24840" cy="1098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0AE0BCC-F432-F479-7CD1-49BB53125D3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003532" y="6631041"/>
                  <a:ext cx="604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FE8392C-AE28-98D7-5913-BFBBEA207F61}"/>
                    </a:ext>
                  </a:extLst>
                </p14:cNvPr>
                <p14:cNvContentPartPr/>
                <p14:nvPr/>
              </p14:nvContentPartPr>
              <p14:xfrm>
                <a:off x="9043132" y="6602601"/>
                <a:ext cx="1554840" cy="1378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FE8392C-AE28-98D7-5913-BFBBEA207F6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025492" y="6584961"/>
                  <a:ext cx="159048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FA5AE31-9F34-A9BB-D331-DE9E3E918933}"/>
                    </a:ext>
                  </a:extLst>
                </p14:cNvPr>
                <p14:cNvContentPartPr/>
                <p14:nvPr/>
              </p14:nvContentPartPr>
              <p14:xfrm>
                <a:off x="10545772" y="6219921"/>
                <a:ext cx="34560" cy="3942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FA5AE31-9F34-A9BB-D331-DE9E3E91893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527772" y="6201921"/>
                  <a:ext cx="7020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73A19C3-1469-307F-E57A-C49C2D9B4A6F}"/>
                    </a:ext>
                  </a:extLst>
                </p14:cNvPr>
                <p14:cNvContentPartPr/>
                <p14:nvPr/>
              </p14:nvContentPartPr>
              <p14:xfrm>
                <a:off x="8351932" y="6369681"/>
                <a:ext cx="205560" cy="1515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73A19C3-1469-307F-E57A-C49C2D9B4A6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334292" y="6352041"/>
                  <a:ext cx="2412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E849EC3-1AD1-9F11-4CB8-5EF17E380CC6}"/>
                    </a:ext>
                  </a:extLst>
                </p14:cNvPr>
                <p14:cNvContentPartPr/>
                <p14:nvPr/>
              </p14:nvContentPartPr>
              <p14:xfrm>
                <a:off x="8534812" y="6219921"/>
                <a:ext cx="137520" cy="1731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E849EC3-1AD1-9F11-4CB8-5EF17E380CC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517172" y="6202281"/>
                  <a:ext cx="17316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A5823E1-377A-3500-3F47-AC3CE13CEDE2}"/>
                    </a:ext>
                  </a:extLst>
                </p14:cNvPr>
                <p14:cNvContentPartPr/>
                <p14:nvPr/>
              </p14:nvContentPartPr>
              <p14:xfrm>
                <a:off x="10227892" y="5922561"/>
                <a:ext cx="177840" cy="2080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A5823E1-377A-3500-3F47-AC3CE13CEDE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210252" y="5904921"/>
                  <a:ext cx="21348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EF6E6E1-A6B8-E701-1F4E-3DB89F76602E}"/>
                    </a:ext>
                  </a:extLst>
                </p14:cNvPr>
                <p14:cNvContentPartPr/>
                <p14:nvPr/>
              </p14:nvContentPartPr>
              <p14:xfrm>
                <a:off x="10289092" y="5922921"/>
                <a:ext cx="113760" cy="1123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EF6E6E1-A6B8-E701-1F4E-3DB89F76602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271452" y="5904921"/>
                  <a:ext cx="1494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D01908C-9DA2-EA76-0745-BA23A1F4CCB0}"/>
                    </a:ext>
                  </a:extLst>
                </p14:cNvPr>
                <p14:cNvContentPartPr/>
                <p14:nvPr/>
              </p14:nvContentPartPr>
              <p14:xfrm>
                <a:off x="8002732" y="6550401"/>
                <a:ext cx="329400" cy="259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D01908C-9DA2-EA76-0745-BA23A1F4CCB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985092" y="6532761"/>
                  <a:ext cx="3650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A653EFA-8141-7BFE-B1B1-3A0673025E0E}"/>
                    </a:ext>
                  </a:extLst>
                </p14:cNvPr>
                <p14:cNvContentPartPr/>
                <p14:nvPr/>
              </p14:nvContentPartPr>
              <p14:xfrm>
                <a:off x="8010652" y="6471921"/>
                <a:ext cx="143640" cy="1857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A653EFA-8141-7BFE-B1B1-3A0673025E0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992652" y="6453921"/>
                  <a:ext cx="1792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6FAC109-4DC9-7C32-5341-EB8D2EF2C54F}"/>
                    </a:ext>
                  </a:extLst>
                </p14:cNvPr>
                <p14:cNvContentPartPr/>
                <p14:nvPr/>
              </p14:nvContentPartPr>
              <p14:xfrm>
                <a:off x="7402252" y="6488841"/>
                <a:ext cx="111960" cy="2080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6FAC109-4DC9-7C32-5341-EB8D2EF2C54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384612" y="6470841"/>
                  <a:ext cx="1476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4D00A39-687F-5444-5504-9638C3E93555}"/>
                    </a:ext>
                  </a:extLst>
                </p14:cNvPr>
                <p14:cNvContentPartPr/>
                <p14:nvPr/>
              </p14:nvContentPartPr>
              <p14:xfrm>
                <a:off x="7572172" y="6377601"/>
                <a:ext cx="112680" cy="1908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4D00A39-687F-5444-5504-9638C3E9355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554532" y="6359601"/>
                  <a:ext cx="1483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F8BD9D3-FFB5-3DE2-27B5-7AD4697E8461}"/>
                    </a:ext>
                  </a:extLst>
                </p14:cNvPr>
                <p14:cNvContentPartPr/>
                <p14:nvPr/>
              </p14:nvContentPartPr>
              <p14:xfrm>
                <a:off x="8585932" y="5848041"/>
                <a:ext cx="268200" cy="2797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F8BD9D3-FFB5-3DE2-27B5-7AD4697E846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567932" y="5830401"/>
                  <a:ext cx="30384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9DB8773-8DF2-5BF8-CD59-1BE30BADB6BF}"/>
                    </a:ext>
                  </a:extLst>
                </p14:cNvPr>
                <p14:cNvContentPartPr/>
                <p14:nvPr/>
              </p14:nvContentPartPr>
              <p14:xfrm>
                <a:off x="7248532" y="6230001"/>
                <a:ext cx="588240" cy="4698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9DB8773-8DF2-5BF8-CD59-1BE30BADB6B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230892" y="6212001"/>
                  <a:ext cx="623880" cy="50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67CD6DA-C4CA-F28D-0585-8CAF8DBF28A6}"/>
                    </a:ext>
                  </a:extLst>
                </p14:cNvPr>
                <p14:cNvContentPartPr/>
                <p14:nvPr/>
              </p14:nvContentPartPr>
              <p14:xfrm>
                <a:off x="7259692" y="6131361"/>
                <a:ext cx="546480" cy="7455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67CD6DA-C4CA-F28D-0585-8CAF8DBF28A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242052" y="6113361"/>
                  <a:ext cx="582120" cy="78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50BFDA6E-D71A-2DB7-BCCC-60088329DB8D}"/>
              </a:ext>
            </a:extLst>
          </p:cNvPr>
          <p:cNvGrpSpPr/>
          <p:nvPr/>
        </p:nvGrpSpPr>
        <p:grpSpPr>
          <a:xfrm>
            <a:off x="10851052" y="3424161"/>
            <a:ext cx="747360" cy="265680"/>
            <a:chOff x="10851052" y="3424161"/>
            <a:chExt cx="747360" cy="26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F0043AB-C449-74F3-1131-FA6FED117D74}"/>
                    </a:ext>
                  </a:extLst>
                </p14:cNvPr>
                <p14:cNvContentPartPr/>
                <p14:nvPr/>
              </p14:nvContentPartPr>
              <p14:xfrm>
                <a:off x="10851052" y="3452601"/>
                <a:ext cx="28080" cy="2289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F0043AB-C449-74F3-1131-FA6FED117D7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833412" y="3434961"/>
                  <a:ext cx="6372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33F752A-2A46-39FF-778C-A0C976CB1102}"/>
                    </a:ext>
                  </a:extLst>
                </p14:cNvPr>
                <p14:cNvContentPartPr/>
                <p14:nvPr/>
              </p14:nvContentPartPr>
              <p14:xfrm>
                <a:off x="10858972" y="3424161"/>
                <a:ext cx="159480" cy="2268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33F752A-2A46-39FF-778C-A0C976CB110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840972" y="3406521"/>
                  <a:ext cx="19512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48EEA3A-CCC9-0C97-312D-0896149526AC}"/>
                    </a:ext>
                  </a:extLst>
                </p14:cNvPr>
                <p14:cNvContentPartPr/>
                <p14:nvPr/>
              </p14:nvContentPartPr>
              <p14:xfrm>
                <a:off x="11088652" y="3438921"/>
                <a:ext cx="46440" cy="2509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48EEA3A-CCC9-0C97-312D-0896149526A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070652" y="3421281"/>
                  <a:ext cx="8208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A5E8013-D050-CF7E-90BB-5825EB48CF4A}"/>
                    </a:ext>
                  </a:extLst>
                </p14:cNvPr>
                <p14:cNvContentPartPr/>
                <p14:nvPr/>
              </p14:nvContentPartPr>
              <p14:xfrm>
                <a:off x="11228692" y="3551961"/>
                <a:ext cx="126360" cy="1011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A5E8013-D050-CF7E-90BB-5825EB48CF4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210692" y="3533961"/>
                  <a:ext cx="1620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1C91207-A4F2-8A17-E426-ACD8A04F7449}"/>
                    </a:ext>
                  </a:extLst>
                </p14:cNvPr>
                <p14:cNvContentPartPr/>
                <p14:nvPr/>
              </p14:nvContentPartPr>
              <p14:xfrm>
                <a:off x="11421292" y="3519201"/>
                <a:ext cx="177120" cy="954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1C91207-A4F2-8A17-E426-ACD8A04F744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403292" y="3501201"/>
                  <a:ext cx="212760" cy="13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44600445-33F9-41A7-825B-7B59CE24210D}"/>
              </a:ext>
            </a:extLst>
          </p:cNvPr>
          <p:cNvGrpSpPr/>
          <p:nvPr/>
        </p:nvGrpSpPr>
        <p:grpSpPr>
          <a:xfrm>
            <a:off x="10914412" y="3897921"/>
            <a:ext cx="1084320" cy="258840"/>
            <a:chOff x="10914412" y="3897921"/>
            <a:chExt cx="1084320" cy="25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92612AA-4298-37F1-E3C5-6722317A8C35}"/>
                    </a:ext>
                  </a:extLst>
                </p14:cNvPr>
                <p14:cNvContentPartPr/>
                <p14:nvPr/>
              </p14:nvContentPartPr>
              <p14:xfrm>
                <a:off x="10914412" y="3997641"/>
                <a:ext cx="155520" cy="1591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92612AA-4298-37F1-E3C5-6722317A8C3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896772" y="3980001"/>
                  <a:ext cx="1911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44E31D6-40FB-4750-C565-02E043385603}"/>
                    </a:ext>
                  </a:extLst>
                </p14:cNvPr>
                <p14:cNvContentPartPr/>
                <p14:nvPr/>
              </p14:nvContentPartPr>
              <p14:xfrm>
                <a:off x="11189812" y="4013481"/>
                <a:ext cx="2160" cy="32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44E31D6-40FB-4750-C565-02E04338560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171812" y="3995841"/>
                  <a:ext cx="378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091F1D2-A34A-F4DD-8BEB-6578E8462D83}"/>
                    </a:ext>
                  </a:extLst>
                </p14:cNvPr>
                <p14:cNvContentPartPr/>
                <p14:nvPr/>
              </p14:nvContentPartPr>
              <p14:xfrm>
                <a:off x="11301772" y="3942561"/>
                <a:ext cx="105840" cy="252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091F1D2-A34A-F4DD-8BEB-6578E8462D8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284132" y="3924921"/>
                  <a:ext cx="1414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EC59098E-58C1-80E0-6094-8DB8A700BA20}"/>
                    </a:ext>
                  </a:extLst>
                </p14:cNvPr>
                <p14:cNvContentPartPr/>
                <p14:nvPr/>
              </p14:nvContentPartPr>
              <p14:xfrm>
                <a:off x="11320852" y="3949401"/>
                <a:ext cx="66960" cy="1587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EC59098E-58C1-80E0-6094-8DB8A700BA2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302852" y="3931761"/>
                  <a:ext cx="1026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106BB0C-134A-7E1C-1375-FE96248E5A18}"/>
                    </a:ext>
                  </a:extLst>
                </p14:cNvPr>
                <p14:cNvContentPartPr/>
                <p14:nvPr/>
              </p14:nvContentPartPr>
              <p14:xfrm>
                <a:off x="11500492" y="4018161"/>
                <a:ext cx="65520" cy="158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106BB0C-134A-7E1C-1375-FE96248E5A1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482492" y="4000521"/>
                  <a:ext cx="1011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9BA09D3-7E6E-E5BB-ABBB-A6B0F4621C0E}"/>
                    </a:ext>
                  </a:extLst>
                </p14:cNvPr>
                <p14:cNvContentPartPr/>
                <p14:nvPr/>
              </p14:nvContentPartPr>
              <p14:xfrm>
                <a:off x="11689132" y="3910161"/>
                <a:ext cx="138600" cy="2019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9BA09D3-7E6E-E5BB-ABBB-A6B0F4621C0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1671132" y="3892521"/>
                  <a:ext cx="1742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564625D-38BF-4132-93CB-509253761210}"/>
                    </a:ext>
                  </a:extLst>
                </p14:cNvPr>
                <p14:cNvContentPartPr/>
                <p14:nvPr/>
              </p14:nvContentPartPr>
              <p14:xfrm>
                <a:off x="11861572" y="3979281"/>
                <a:ext cx="5400" cy="50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564625D-38BF-4132-93CB-50925376121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1843572" y="3961641"/>
                  <a:ext cx="410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F8CA155-858D-0C77-51B9-2AE3005D5C74}"/>
                    </a:ext>
                  </a:extLst>
                </p14:cNvPr>
                <p14:cNvContentPartPr/>
                <p14:nvPr/>
              </p14:nvContentPartPr>
              <p14:xfrm>
                <a:off x="11909452" y="3897921"/>
                <a:ext cx="76680" cy="1864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F8CA155-858D-0C77-51B9-2AE3005D5C7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1891812" y="3879921"/>
                  <a:ext cx="11232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AED3D5B-CD30-7777-9112-BC8C11DFE03E}"/>
                    </a:ext>
                  </a:extLst>
                </p14:cNvPr>
                <p14:cNvContentPartPr/>
                <p14:nvPr/>
              </p14:nvContentPartPr>
              <p14:xfrm>
                <a:off x="11901172" y="3981081"/>
                <a:ext cx="97560" cy="273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AED3D5B-CD30-7777-9112-BC8C11DFE03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1883532" y="3963441"/>
                  <a:ext cx="133200" cy="6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CC4801D8-02C9-09DE-0700-E7C56B054FE2}"/>
              </a:ext>
            </a:extLst>
          </p:cNvPr>
          <p:cNvGrpSpPr/>
          <p:nvPr/>
        </p:nvGrpSpPr>
        <p:grpSpPr>
          <a:xfrm>
            <a:off x="5655172" y="545961"/>
            <a:ext cx="3039840" cy="914400"/>
            <a:chOff x="5655172" y="545961"/>
            <a:chExt cx="3039840" cy="91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ABE263A-70B7-C9CC-E1D5-3E0C7A5E4BDA}"/>
                    </a:ext>
                  </a:extLst>
                </p14:cNvPr>
                <p14:cNvContentPartPr/>
                <p14:nvPr/>
              </p14:nvContentPartPr>
              <p14:xfrm>
                <a:off x="5861092" y="976521"/>
                <a:ext cx="461520" cy="396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ABE263A-70B7-C9CC-E1D5-3E0C7A5E4BD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843092" y="958521"/>
                  <a:ext cx="4971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A17B5CA-E94D-0D55-E005-85D4875AE6C1}"/>
                    </a:ext>
                  </a:extLst>
                </p14:cNvPr>
                <p14:cNvContentPartPr/>
                <p14:nvPr/>
              </p14:nvContentPartPr>
              <p14:xfrm>
                <a:off x="5929132" y="1128801"/>
                <a:ext cx="187200" cy="129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A17B5CA-E94D-0D55-E005-85D4875AE6C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911132" y="1110801"/>
                  <a:ext cx="2228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DE249A2-DE17-5AA4-325B-A117B6702E99}"/>
                    </a:ext>
                  </a:extLst>
                </p14:cNvPr>
                <p14:cNvContentPartPr/>
                <p14:nvPr/>
              </p14:nvContentPartPr>
              <p14:xfrm>
                <a:off x="6086092" y="1131681"/>
                <a:ext cx="66240" cy="3286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DE249A2-DE17-5AA4-325B-A117B6702E9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068092" y="1113681"/>
                  <a:ext cx="10188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E67740E-3A43-0C25-DF26-FB59570D8256}"/>
                    </a:ext>
                  </a:extLst>
                </p14:cNvPr>
                <p14:cNvContentPartPr/>
                <p14:nvPr/>
              </p14:nvContentPartPr>
              <p14:xfrm>
                <a:off x="5655172" y="958881"/>
                <a:ext cx="312840" cy="327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E67740E-3A43-0C25-DF26-FB59570D8256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637172" y="940881"/>
                  <a:ext cx="3484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FB6BB53-0759-C2E0-22C1-0AC072E72B1F}"/>
                    </a:ext>
                  </a:extLst>
                </p14:cNvPr>
                <p14:cNvContentPartPr/>
                <p14:nvPr/>
              </p14:nvContentPartPr>
              <p14:xfrm>
                <a:off x="6243412" y="993441"/>
                <a:ext cx="200880" cy="108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FB6BB53-0759-C2E0-22C1-0AC072E72B1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225772" y="975441"/>
                  <a:ext cx="2365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38934EC-1ACF-9AE7-4484-3FD45A6B26AB}"/>
                    </a:ext>
                  </a:extLst>
                </p14:cNvPr>
                <p14:cNvContentPartPr/>
                <p14:nvPr/>
              </p14:nvContentPartPr>
              <p14:xfrm>
                <a:off x="5770732" y="702561"/>
                <a:ext cx="193680" cy="1519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38934EC-1ACF-9AE7-4484-3FD45A6B26A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752732" y="684921"/>
                  <a:ext cx="2293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5B8EACE-1399-1C3F-A795-8D37B3196907}"/>
                    </a:ext>
                  </a:extLst>
                </p14:cNvPr>
                <p14:cNvContentPartPr/>
                <p14:nvPr/>
              </p14:nvContentPartPr>
              <p14:xfrm>
                <a:off x="5964772" y="545961"/>
                <a:ext cx="99360" cy="1836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5B8EACE-1399-1C3F-A795-8D37B319690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946772" y="527961"/>
                  <a:ext cx="1350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30FFE55-E6DA-67CB-6B39-BFDE99E38193}"/>
                    </a:ext>
                  </a:extLst>
                </p14:cNvPr>
                <p14:cNvContentPartPr/>
                <p14:nvPr/>
              </p14:nvContentPartPr>
              <p14:xfrm>
                <a:off x="6097612" y="575481"/>
                <a:ext cx="27360" cy="3866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30FFE55-E6DA-67CB-6B39-BFDE99E38193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079972" y="557841"/>
                  <a:ext cx="6300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798C669-AE1E-AC5D-75C1-C08E8AB150C1}"/>
                    </a:ext>
                  </a:extLst>
                </p14:cNvPr>
                <p14:cNvContentPartPr/>
                <p14:nvPr/>
              </p14:nvContentPartPr>
              <p14:xfrm>
                <a:off x="6125332" y="566841"/>
                <a:ext cx="928440" cy="838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798C669-AE1E-AC5D-75C1-C08E8AB150C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107692" y="549201"/>
                  <a:ext cx="9640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15B2258-1CFE-6561-981E-724FAC0C74E8}"/>
                    </a:ext>
                  </a:extLst>
                </p14:cNvPr>
                <p14:cNvContentPartPr/>
                <p14:nvPr/>
              </p14:nvContentPartPr>
              <p14:xfrm>
                <a:off x="7054852" y="566121"/>
                <a:ext cx="46440" cy="3103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15B2258-1CFE-6561-981E-724FAC0C74E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036852" y="548121"/>
                  <a:ext cx="8208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F234335-D00B-A0EB-E391-8E5D5E81E13F}"/>
                    </a:ext>
                  </a:extLst>
                </p14:cNvPr>
                <p14:cNvContentPartPr/>
                <p14:nvPr/>
              </p14:nvContentPartPr>
              <p14:xfrm>
                <a:off x="7054492" y="841881"/>
                <a:ext cx="48240" cy="597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F234335-D00B-A0EB-E391-8E5D5E81E13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036852" y="824241"/>
                  <a:ext cx="838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6F5F34E-29EF-B696-7DDC-A581C7E99B72}"/>
                    </a:ext>
                  </a:extLst>
                </p14:cNvPr>
                <p14:cNvContentPartPr/>
                <p14:nvPr/>
              </p14:nvContentPartPr>
              <p14:xfrm>
                <a:off x="6924532" y="904881"/>
                <a:ext cx="268560" cy="219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6F5F34E-29EF-B696-7DDC-A581C7E99B7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906892" y="887241"/>
                  <a:ext cx="3042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B0F9E7D-BA3D-6B11-61C0-27EABE8AD093}"/>
                    </a:ext>
                  </a:extLst>
                </p14:cNvPr>
                <p14:cNvContentPartPr/>
                <p14:nvPr/>
              </p14:nvContentPartPr>
              <p14:xfrm>
                <a:off x="6939292" y="918561"/>
                <a:ext cx="137160" cy="1044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B0F9E7D-BA3D-6B11-61C0-27EABE8AD09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921652" y="900921"/>
                  <a:ext cx="1728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8646725-3008-36F2-161F-B144E7D83070}"/>
                    </a:ext>
                  </a:extLst>
                </p14:cNvPr>
                <p14:cNvContentPartPr/>
                <p14:nvPr/>
              </p14:nvContentPartPr>
              <p14:xfrm>
                <a:off x="7076452" y="908841"/>
                <a:ext cx="81720" cy="1324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8646725-3008-36F2-161F-B144E7D8307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058812" y="890841"/>
                  <a:ext cx="1173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BC7A6BA-492E-5BD9-0CBC-4106112E967C}"/>
                    </a:ext>
                  </a:extLst>
                </p14:cNvPr>
                <p14:cNvContentPartPr/>
                <p14:nvPr/>
              </p14:nvContentPartPr>
              <p14:xfrm>
                <a:off x="6870172" y="1057161"/>
                <a:ext cx="526680" cy="302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BC7A6BA-492E-5BD9-0CBC-4106112E967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852532" y="1039521"/>
                  <a:ext cx="5623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2F1BDE1-3565-041A-5297-354F170C4733}"/>
                    </a:ext>
                  </a:extLst>
                </p14:cNvPr>
                <p14:cNvContentPartPr/>
                <p14:nvPr/>
              </p14:nvContentPartPr>
              <p14:xfrm>
                <a:off x="7121812" y="1077681"/>
                <a:ext cx="20880" cy="3150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2F1BDE1-3565-041A-5297-354F170C473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103812" y="1059681"/>
                  <a:ext cx="5652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DF2FD2F-AE05-D019-4A1F-980458BB03B8}"/>
                    </a:ext>
                  </a:extLst>
                </p14:cNvPr>
                <p14:cNvContentPartPr/>
                <p14:nvPr/>
              </p14:nvContentPartPr>
              <p14:xfrm>
                <a:off x="7087612" y="567201"/>
                <a:ext cx="988200" cy="741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DF2FD2F-AE05-D019-4A1F-980458BB03B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069612" y="549561"/>
                  <a:ext cx="102384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86F01C1-6C97-A162-A537-307E85B82F0E}"/>
                    </a:ext>
                  </a:extLst>
                </p14:cNvPr>
                <p14:cNvContentPartPr/>
                <p14:nvPr/>
              </p14:nvContentPartPr>
              <p14:xfrm>
                <a:off x="7983652" y="633081"/>
                <a:ext cx="59040" cy="2973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86F01C1-6C97-A162-A537-307E85B82F0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965652" y="615441"/>
                  <a:ext cx="9468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6613E5A6-334F-152F-C21E-2CA488C44D72}"/>
                    </a:ext>
                  </a:extLst>
                </p14:cNvPr>
                <p14:cNvContentPartPr/>
                <p14:nvPr/>
              </p14:nvContentPartPr>
              <p14:xfrm>
                <a:off x="7899052" y="918561"/>
                <a:ext cx="265680" cy="327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6613E5A6-334F-152F-C21E-2CA488C44D7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881052" y="900561"/>
                  <a:ext cx="3013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F792C155-22EF-9409-60EF-1B94A2916F1F}"/>
                    </a:ext>
                  </a:extLst>
                </p14:cNvPr>
                <p14:cNvContentPartPr/>
                <p14:nvPr/>
              </p14:nvContentPartPr>
              <p14:xfrm>
                <a:off x="7888252" y="979041"/>
                <a:ext cx="144720" cy="1072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F792C155-22EF-9409-60EF-1B94A2916F1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870612" y="961041"/>
                  <a:ext cx="1803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1C73078-D469-3EA0-38EF-494889FF8E7B}"/>
                    </a:ext>
                  </a:extLst>
                </p14:cNvPr>
                <p14:cNvContentPartPr/>
                <p14:nvPr/>
              </p14:nvContentPartPr>
              <p14:xfrm>
                <a:off x="8027932" y="954561"/>
                <a:ext cx="122400" cy="1263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1C73078-D469-3EA0-38EF-494889FF8E7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010292" y="936561"/>
                  <a:ext cx="1580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CA01B58-4599-D609-E5B0-CC7B29E2D148}"/>
                    </a:ext>
                  </a:extLst>
                </p14:cNvPr>
                <p14:cNvContentPartPr/>
                <p14:nvPr/>
              </p14:nvContentPartPr>
              <p14:xfrm>
                <a:off x="8034052" y="1096041"/>
                <a:ext cx="63000" cy="3286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CA01B58-4599-D609-E5B0-CC7B29E2D14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016412" y="1078041"/>
                  <a:ext cx="9864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5E9820F6-AA9B-C341-D493-1B681C30B428}"/>
                    </a:ext>
                  </a:extLst>
                </p14:cNvPr>
                <p14:cNvContentPartPr/>
                <p14:nvPr/>
              </p14:nvContentPartPr>
              <p14:xfrm>
                <a:off x="6141172" y="1336881"/>
                <a:ext cx="1957680" cy="993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5E9820F6-AA9B-C341-D493-1B681C30B42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123172" y="1318881"/>
                  <a:ext cx="19933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B4CDB15-F57A-BE88-1E4B-5DC1451B3518}"/>
                    </a:ext>
                  </a:extLst>
                </p14:cNvPr>
                <p14:cNvContentPartPr/>
                <p14:nvPr/>
              </p14:nvContentPartPr>
              <p14:xfrm>
                <a:off x="8003452" y="626961"/>
                <a:ext cx="525600" cy="338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B4CDB15-F57A-BE88-1E4B-5DC1451B351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985452" y="608961"/>
                  <a:ext cx="5612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9F1461C-870A-D3FE-4F1D-8B0D84F74A7A}"/>
                    </a:ext>
                  </a:extLst>
                </p14:cNvPr>
                <p14:cNvContentPartPr/>
                <p14:nvPr/>
              </p14:nvContentPartPr>
              <p14:xfrm>
                <a:off x="8528332" y="639201"/>
                <a:ext cx="48960" cy="3006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9F1461C-870A-D3FE-4F1D-8B0D84F74A7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510692" y="621201"/>
                  <a:ext cx="8460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E2F7BA84-DE6E-4CE6-B8CC-FD5E6E9FB4E6}"/>
                    </a:ext>
                  </a:extLst>
                </p14:cNvPr>
                <p14:cNvContentPartPr/>
                <p14:nvPr/>
              </p14:nvContentPartPr>
              <p14:xfrm>
                <a:off x="8479012" y="927921"/>
                <a:ext cx="174240" cy="223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E2F7BA84-DE6E-4CE6-B8CC-FD5E6E9FB4E6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461372" y="910281"/>
                  <a:ext cx="20988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7B26F4B-CE3F-3A47-19DF-372C33E0026D}"/>
                    </a:ext>
                  </a:extLst>
                </p14:cNvPr>
                <p14:cNvContentPartPr/>
                <p14:nvPr/>
              </p14:nvContentPartPr>
              <p14:xfrm>
                <a:off x="8477572" y="985161"/>
                <a:ext cx="120240" cy="745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7B26F4B-CE3F-3A47-19DF-372C33E0026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459572" y="967521"/>
                  <a:ext cx="1558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AEF3415-B90E-7675-F8EB-16276D7E3A96}"/>
                    </a:ext>
                  </a:extLst>
                </p14:cNvPr>
                <p14:cNvContentPartPr/>
                <p14:nvPr/>
              </p14:nvContentPartPr>
              <p14:xfrm>
                <a:off x="8598892" y="941601"/>
                <a:ext cx="90360" cy="1051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AEF3415-B90E-7675-F8EB-16276D7E3A9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580892" y="923961"/>
                  <a:ext cx="1260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BB58C5D-EA47-C5F6-B565-4D2C3203AB9B}"/>
                    </a:ext>
                  </a:extLst>
                </p14:cNvPr>
                <p14:cNvContentPartPr/>
                <p14:nvPr/>
              </p14:nvContentPartPr>
              <p14:xfrm>
                <a:off x="8607892" y="1073001"/>
                <a:ext cx="45000" cy="3675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BB58C5D-EA47-C5F6-B565-4D2C3203AB9B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589892" y="1055001"/>
                  <a:ext cx="8064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38E304D4-8428-32DD-58F9-56E310EF073D}"/>
                    </a:ext>
                  </a:extLst>
                </p14:cNvPr>
                <p14:cNvContentPartPr/>
                <p14:nvPr/>
              </p14:nvContentPartPr>
              <p14:xfrm>
                <a:off x="8115772" y="1408161"/>
                <a:ext cx="537840" cy="190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38E304D4-8428-32DD-58F9-56E310EF073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098132" y="1390161"/>
                  <a:ext cx="5734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8CC53FA-9848-9CD5-1F07-D83F934B3435}"/>
                    </a:ext>
                  </a:extLst>
                </p14:cNvPr>
                <p14:cNvContentPartPr/>
                <p14:nvPr/>
              </p14:nvContentPartPr>
              <p14:xfrm>
                <a:off x="7885732" y="1067961"/>
                <a:ext cx="392040" cy="216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8CC53FA-9848-9CD5-1F07-D83F934B3435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868092" y="1050321"/>
                  <a:ext cx="4276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D7520D7-F714-D6CB-53A5-95EF3D88D1CB}"/>
                    </a:ext>
                  </a:extLst>
                </p14:cNvPr>
                <p14:cNvContentPartPr/>
                <p14:nvPr/>
              </p14:nvContentPartPr>
              <p14:xfrm>
                <a:off x="8506372" y="1058241"/>
                <a:ext cx="188640" cy="64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D7520D7-F714-D6CB-53A5-95EF3D88D1CB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488732" y="1040241"/>
                  <a:ext cx="2242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49E54C13-27DA-6711-2DC0-A61699071683}"/>
                    </a:ext>
                  </a:extLst>
                </p14:cNvPr>
                <p14:cNvContentPartPr/>
                <p14:nvPr/>
              </p14:nvContentPartPr>
              <p14:xfrm>
                <a:off x="6700252" y="726681"/>
                <a:ext cx="79920" cy="1378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49E54C13-27DA-6711-2DC0-A61699071683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682252" y="709041"/>
                  <a:ext cx="1155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B36E98A6-850E-4B7C-55AD-77B41999F0AE}"/>
                    </a:ext>
                  </a:extLst>
                </p14:cNvPr>
                <p14:cNvContentPartPr/>
                <p14:nvPr/>
              </p14:nvContentPartPr>
              <p14:xfrm>
                <a:off x="6716092" y="670881"/>
                <a:ext cx="139680" cy="1173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B36E98A6-850E-4B7C-55AD-77B41999F0AE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698092" y="652881"/>
                  <a:ext cx="17532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B67E264B-257A-369D-244E-2EBBEAAC2CA2}"/>
                    </a:ext>
                  </a:extLst>
                </p14:cNvPr>
                <p14:cNvContentPartPr/>
                <p14:nvPr/>
              </p14:nvContentPartPr>
              <p14:xfrm>
                <a:off x="7550572" y="701121"/>
                <a:ext cx="159480" cy="1573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B67E264B-257A-369D-244E-2EBBEAAC2CA2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532932" y="683121"/>
                  <a:ext cx="19512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0833ADC-70E2-F076-5E05-1194E2D244BA}"/>
                    </a:ext>
                  </a:extLst>
                </p14:cNvPr>
                <p14:cNvContentPartPr/>
                <p14:nvPr/>
              </p14:nvContentPartPr>
              <p14:xfrm>
                <a:off x="8266612" y="750081"/>
                <a:ext cx="72360" cy="1040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0833ADC-70E2-F076-5E05-1194E2D244BA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248612" y="732441"/>
                  <a:ext cx="1080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4DDA466-BA27-1EDA-09E4-1FB59CB34C92}"/>
                    </a:ext>
                  </a:extLst>
                </p14:cNvPr>
                <p14:cNvContentPartPr/>
                <p14:nvPr/>
              </p14:nvContentPartPr>
              <p14:xfrm>
                <a:off x="8311252" y="693201"/>
                <a:ext cx="120600" cy="1843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4DDA466-BA27-1EDA-09E4-1FB59CB34C9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293252" y="675561"/>
                  <a:ext cx="156240" cy="21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8E16F8CA-A7F1-94EE-AA62-D9E26B6943D7}"/>
                  </a:ext>
                </a:extLst>
              </p14:cNvPr>
              <p14:cNvContentPartPr/>
              <p14:nvPr/>
            </p14:nvContentPartPr>
            <p14:xfrm>
              <a:off x="6617092" y="520041"/>
              <a:ext cx="611640" cy="66780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8E16F8CA-A7F1-94EE-AA62-D9E26B6943D7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6599092" y="502041"/>
                <a:ext cx="647280" cy="70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5" name="Group 144">
            <a:extLst>
              <a:ext uri="{FF2B5EF4-FFF2-40B4-BE49-F238E27FC236}">
                <a16:creationId xmlns:a16="http://schemas.microsoft.com/office/drawing/2014/main" id="{59EC2603-31EB-80C6-4463-9DE38F77A4EB}"/>
              </a:ext>
            </a:extLst>
          </p:cNvPr>
          <p:cNvGrpSpPr/>
          <p:nvPr/>
        </p:nvGrpSpPr>
        <p:grpSpPr>
          <a:xfrm>
            <a:off x="8299012" y="453081"/>
            <a:ext cx="715680" cy="788040"/>
            <a:chOff x="8299012" y="453081"/>
            <a:chExt cx="715680" cy="78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2E933637-9131-80D9-8458-E6053D6F191C}"/>
                    </a:ext>
                  </a:extLst>
                </p14:cNvPr>
                <p14:cNvContentPartPr/>
                <p14:nvPr/>
              </p14:nvContentPartPr>
              <p14:xfrm>
                <a:off x="8299012" y="470721"/>
                <a:ext cx="623160" cy="7192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2E933637-9131-80D9-8458-E6053D6F191C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281372" y="453081"/>
                  <a:ext cx="658800" cy="75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6024AD27-799E-FF02-A5E2-7A2CED351DF7}"/>
                    </a:ext>
                  </a:extLst>
                </p14:cNvPr>
                <p14:cNvContentPartPr/>
                <p14:nvPr/>
              </p14:nvContentPartPr>
              <p14:xfrm>
                <a:off x="8312692" y="453081"/>
                <a:ext cx="702000" cy="7880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6024AD27-799E-FF02-A5E2-7A2CED351DF7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295052" y="435081"/>
                  <a:ext cx="737640" cy="82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4B56FB44-F6B8-384E-104F-46F7792982D3}"/>
              </a:ext>
            </a:extLst>
          </p:cNvPr>
          <p:cNvGrpSpPr/>
          <p:nvPr/>
        </p:nvGrpSpPr>
        <p:grpSpPr>
          <a:xfrm>
            <a:off x="10625692" y="3449361"/>
            <a:ext cx="227880" cy="923760"/>
            <a:chOff x="10625692" y="3449361"/>
            <a:chExt cx="227880" cy="92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48C3D067-C299-6F21-CE25-2E3DF05C0AC6}"/>
                    </a:ext>
                  </a:extLst>
                </p14:cNvPr>
                <p14:cNvContentPartPr/>
                <p14:nvPr/>
              </p14:nvContentPartPr>
              <p14:xfrm>
                <a:off x="10684012" y="3456201"/>
                <a:ext cx="75600" cy="9169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48C3D067-C299-6F21-CE25-2E3DF05C0AC6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666012" y="3438561"/>
                  <a:ext cx="111240" cy="9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B821F245-AA6C-1F7E-910D-1A3CDED32593}"/>
                    </a:ext>
                  </a:extLst>
                </p14:cNvPr>
                <p14:cNvContentPartPr/>
                <p14:nvPr/>
              </p14:nvContentPartPr>
              <p14:xfrm>
                <a:off x="10625692" y="3449361"/>
                <a:ext cx="227880" cy="1648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B821F245-AA6C-1F7E-910D-1A3CDED32593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608052" y="3431361"/>
                  <a:ext cx="263520" cy="20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0629405C-B4D1-2213-C088-0DB6AD74F8EF}"/>
                  </a:ext>
                </a:extLst>
              </p14:cNvPr>
              <p14:cNvContentPartPr/>
              <p14:nvPr/>
            </p14:nvContentPartPr>
            <p14:xfrm>
              <a:off x="9856012" y="4035081"/>
              <a:ext cx="527400" cy="43380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0629405C-B4D1-2213-C088-0DB6AD74F8EF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9838012" y="4017441"/>
                <a:ext cx="563040" cy="469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8" name="Group 177">
            <a:extLst>
              <a:ext uri="{FF2B5EF4-FFF2-40B4-BE49-F238E27FC236}">
                <a16:creationId xmlns:a16="http://schemas.microsoft.com/office/drawing/2014/main" id="{349C8F88-1C54-29FF-CA02-CD1B7A7FC23B}"/>
              </a:ext>
            </a:extLst>
          </p:cNvPr>
          <p:cNvGrpSpPr/>
          <p:nvPr/>
        </p:nvGrpSpPr>
        <p:grpSpPr>
          <a:xfrm>
            <a:off x="10298092" y="723441"/>
            <a:ext cx="1640880" cy="2115360"/>
            <a:chOff x="10298092" y="723441"/>
            <a:chExt cx="1640880" cy="211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CDE5C7E4-40EF-3261-8110-5489D2EFC956}"/>
                    </a:ext>
                  </a:extLst>
                </p14:cNvPr>
                <p14:cNvContentPartPr/>
                <p14:nvPr/>
              </p14:nvContentPartPr>
              <p14:xfrm>
                <a:off x="10692292" y="1042401"/>
                <a:ext cx="83160" cy="3744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CDE5C7E4-40EF-3261-8110-5489D2EFC956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674292" y="1024401"/>
                  <a:ext cx="11880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640D8D4-446F-60F5-1EE7-3C47C0688B2C}"/>
                    </a:ext>
                  </a:extLst>
                </p14:cNvPr>
                <p14:cNvContentPartPr/>
                <p14:nvPr/>
              </p14:nvContentPartPr>
              <p14:xfrm>
                <a:off x="10540012" y="1379001"/>
                <a:ext cx="384840" cy="439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640D8D4-446F-60F5-1EE7-3C47C0688B2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522012" y="1361001"/>
                  <a:ext cx="4204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3A5C52EA-B57C-BEA7-2225-E3FBDAF67B40}"/>
                    </a:ext>
                  </a:extLst>
                </p14:cNvPr>
                <p14:cNvContentPartPr/>
                <p14:nvPr/>
              </p14:nvContentPartPr>
              <p14:xfrm>
                <a:off x="10682212" y="1480881"/>
                <a:ext cx="167400" cy="388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3A5C52EA-B57C-BEA7-2225-E3FBDAF67B40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664212" y="1463241"/>
                  <a:ext cx="2030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676935E9-D9AB-AB80-A836-933D9A00F387}"/>
                    </a:ext>
                  </a:extLst>
                </p14:cNvPr>
                <p14:cNvContentPartPr/>
                <p14:nvPr/>
              </p14:nvContentPartPr>
              <p14:xfrm>
                <a:off x="10795612" y="1519401"/>
                <a:ext cx="59040" cy="2383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676935E9-D9AB-AB80-A836-933D9A00F387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0777612" y="1501761"/>
                  <a:ext cx="9468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77C5BFD1-85F6-1D5F-5D79-5B71DA8D0AB4}"/>
                    </a:ext>
                  </a:extLst>
                </p14:cNvPr>
                <p14:cNvContentPartPr/>
                <p14:nvPr/>
              </p14:nvContentPartPr>
              <p14:xfrm>
                <a:off x="10666732" y="1053561"/>
                <a:ext cx="524520" cy="309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77C5BFD1-85F6-1D5F-5D79-5B71DA8D0AB4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648732" y="1035561"/>
                  <a:ext cx="5601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7240FB4-2F67-1B1F-C308-510AA081BBB6}"/>
                    </a:ext>
                  </a:extLst>
                </p14:cNvPr>
                <p14:cNvContentPartPr/>
                <p14:nvPr/>
              </p14:nvContentPartPr>
              <p14:xfrm>
                <a:off x="11113132" y="906321"/>
                <a:ext cx="72000" cy="2847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7240FB4-2F67-1B1F-C308-510AA081BBB6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1095492" y="888681"/>
                  <a:ext cx="10764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15DBF867-34E8-E7DA-8C79-3EB9EC34414D}"/>
                    </a:ext>
                  </a:extLst>
                </p14:cNvPr>
                <p14:cNvContentPartPr/>
                <p14:nvPr/>
              </p14:nvContentPartPr>
              <p14:xfrm>
                <a:off x="11111692" y="950241"/>
                <a:ext cx="280800" cy="2091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15DBF867-34E8-E7DA-8C79-3EB9EC34414D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1093692" y="932601"/>
                  <a:ext cx="31644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5C2C5AC-CCB6-3B43-5C65-15BF328C1552}"/>
                    </a:ext>
                  </a:extLst>
                </p14:cNvPr>
                <p14:cNvContentPartPr/>
                <p14:nvPr/>
              </p14:nvContentPartPr>
              <p14:xfrm>
                <a:off x="11366212" y="889761"/>
                <a:ext cx="54360" cy="3103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5C2C5AC-CCB6-3B43-5C65-15BF328C1552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1348572" y="871761"/>
                  <a:ext cx="9000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F22D99DB-B09A-AA8B-56D8-8B66B71CE76F}"/>
                    </a:ext>
                  </a:extLst>
                </p14:cNvPr>
                <p14:cNvContentPartPr/>
                <p14:nvPr/>
              </p14:nvContentPartPr>
              <p14:xfrm>
                <a:off x="11396452" y="1021521"/>
                <a:ext cx="399600" cy="352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F22D99DB-B09A-AA8B-56D8-8B66B71CE76F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1378812" y="1003521"/>
                  <a:ext cx="4352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0E9BCC57-AEEB-F7E1-8AA5-CBC59EC08F14}"/>
                    </a:ext>
                  </a:extLst>
                </p14:cNvPr>
                <p14:cNvContentPartPr/>
                <p14:nvPr/>
              </p14:nvContentPartPr>
              <p14:xfrm>
                <a:off x="11751412" y="1042401"/>
                <a:ext cx="34200" cy="3128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0E9BCC57-AEEB-F7E1-8AA5-CBC59EC08F14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1733772" y="1024401"/>
                  <a:ext cx="6984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E1E9B98C-D452-EC12-CEFA-733AD4E3B60B}"/>
                    </a:ext>
                  </a:extLst>
                </p14:cNvPr>
                <p14:cNvContentPartPr/>
                <p14:nvPr/>
              </p14:nvContentPartPr>
              <p14:xfrm>
                <a:off x="11734492" y="1353081"/>
                <a:ext cx="127440" cy="2646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E1E9B98C-D452-EC12-CEFA-733AD4E3B60B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1716852" y="1335081"/>
                  <a:ext cx="16308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3963CC90-2C2D-890A-BA84-4E957D6ADD47}"/>
                    </a:ext>
                  </a:extLst>
                </p14:cNvPr>
                <p14:cNvContentPartPr/>
                <p14:nvPr/>
              </p14:nvContentPartPr>
              <p14:xfrm>
                <a:off x="10853932" y="1601481"/>
                <a:ext cx="1085040" cy="4035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3963CC90-2C2D-890A-BA84-4E957D6ADD47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836292" y="1583841"/>
                  <a:ext cx="112068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AFDD7B8-F907-469A-58F9-7183E3D06046}"/>
                    </a:ext>
                  </a:extLst>
                </p14:cNvPr>
                <p14:cNvContentPartPr/>
                <p14:nvPr/>
              </p14:nvContentPartPr>
              <p14:xfrm>
                <a:off x="10844572" y="1691481"/>
                <a:ext cx="76320" cy="3520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AFDD7B8-F907-469A-58F9-7183E3D06046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826572" y="1673481"/>
                  <a:ext cx="11196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8EC90E5-4B70-C2B0-24BF-434F39755AC9}"/>
                    </a:ext>
                  </a:extLst>
                </p14:cNvPr>
                <p14:cNvContentPartPr/>
                <p14:nvPr/>
              </p14:nvContentPartPr>
              <p14:xfrm>
                <a:off x="11692732" y="1659801"/>
                <a:ext cx="360" cy="3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8EC90E5-4B70-C2B0-24BF-434F39755AC9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1674732" y="164180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FD760D6B-E251-B8E3-1AA8-CA8811CA06CF}"/>
                    </a:ext>
                  </a:extLst>
                </p14:cNvPr>
                <p14:cNvContentPartPr/>
                <p14:nvPr/>
              </p14:nvContentPartPr>
              <p14:xfrm>
                <a:off x="11440012" y="1604721"/>
                <a:ext cx="274320" cy="8348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FD760D6B-E251-B8E3-1AA8-CA8811CA06CF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1422372" y="1586721"/>
                  <a:ext cx="309960" cy="87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13AF848F-FECD-E2C4-4493-0CB0232D1ABA}"/>
                    </a:ext>
                  </a:extLst>
                </p14:cNvPr>
                <p14:cNvContentPartPr/>
                <p14:nvPr/>
              </p14:nvContentPartPr>
              <p14:xfrm>
                <a:off x="11353612" y="2351001"/>
                <a:ext cx="223920" cy="1101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13AF848F-FECD-E2C4-4493-0CB0232D1ABA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1335972" y="2333001"/>
                  <a:ext cx="25956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F608430A-9145-57C1-FE09-DCE03C8A72F0}"/>
                    </a:ext>
                  </a:extLst>
                </p14:cNvPr>
                <p14:cNvContentPartPr/>
                <p14:nvPr/>
              </p14:nvContentPartPr>
              <p14:xfrm>
                <a:off x="11420932" y="2566281"/>
                <a:ext cx="45720" cy="2725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F608430A-9145-57C1-FE09-DCE03C8A72F0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1402932" y="2548641"/>
                  <a:ext cx="8136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CDD02BBB-1AED-C5AF-4BE3-B64335DEDFFD}"/>
                    </a:ext>
                  </a:extLst>
                </p14:cNvPr>
                <p14:cNvContentPartPr/>
                <p14:nvPr/>
              </p14:nvContentPartPr>
              <p14:xfrm>
                <a:off x="11438932" y="2561961"/>
                <a:ext cx="238680" cy="1900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CDD02BBB-1AED-C5AF-4BE3-B64335DEDFFD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1421292" y="2544321"/>
                  <a:ext cx="2743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F91960EA-19A2-5A1E-72D6-47D14BA17320}"/>
                    </a:ext>
                  </a:extLst>
                </p14:cNvPr>
                <p14:cNvContentPartPr/>
                <p14:nvPr/>
              </p14:nvContentPartPr>
              <p14:xfrm>
                <a:off x="10947892" y="745761"/>
                <a:ext cx="135000" cy="1479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F91960EA-19A2-5A1E-72D6-47D14BA17320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0930252" y="728121"/>
                  <a:ext cx="1706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88801B18-0FA5-A59C-75FE-DA8318E8E975}"/>
                    </a:ext>
                  </a:extLst>
                </p14:cNvPr>
                <p14:cNvContentPartPr/>
                <p14:nvPr/>
              </p14:nvContentPartPr>
              <p14:xfrm>
                <a:off x="11149852" y="774201"/>
                <a:ext cx="25920" cy="10008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88801B18-0FA5-A59C-75FE-DA8318E8E975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1131852" y="756201"/>
                  <a:ext cx="615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CDE8E460-743C-BF56-A5DE-444C7043FBC0}"/>
                    </a:ext>
                  </a:extLst>
                </p14:cNvPr>
                <p14:cNvContentPartPr/>
                <p14:nvPr/>
              </p14:nvContentPartPr>
              <p14:xfrm>
                <a:off x="11134732" y="723441"/>
                <a:ext cx="92880" cy="630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CDE8E460-743C-BF56-A5DE-444C7043FBC0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1116732" y="705441"/>
                  <a:ext cx="1285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E01845C7-0957-0570-EC6A-FE11EA9419B7}"/>
                    </a:ext>
                  </a:extLst>
                </p14:cNvPr>
                <p14:cNvContentPartPr/>
                <p14:nvPr/>
              </p14:nvContentPartPr>
              <p14:xfrm>
                <a:off x="11167132" y="818121"/>
                <a:ext cx="136800" cy="698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E01845C7-0957-0570-EC6A-FE11EA9419B7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1149492" y="800121"/>
                  <a:ext cx="17244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B75FB7FE-FA25-DB42-3690-78C96486CE1D}"/>
                    </a:ext>
                  </a:extLst>
                </p14:cNvPr>
                <p14:cNvContentPartPr/>
                <p14:nvPr/>
              </p14:nvContentPartPr>
              <p14:xfrm>
                <a:off x="11361172" y="754041"/>
                <a:ext cx="28800" cy="925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B75FB7FE-FA25-DB42-3690-78C96486CE1D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1343172" y="736041"/>
                  <a:ext cx="644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580D2905-06D0-A581-7EE6-8C3236F614DF}"/>
                    </a:ext>
                  </a:extLst>
                </p14:cNvPr>
                <p14:cNvContentPartPr/>
                <p14:nvPr/>
              </p14:nvContentPartPr>
              <p14:xfrm>
                <a:off x="11356132" y="738561"/>
                <a:ext cx="100800" cy="968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580D2905-06D0-A581-7EE6-8C3236F614DF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1338132" y="720561"/>
                  <a:ext cx="1364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B30E2A39-0443-31B7-B07D-C7647EB290B0}"/>
                    </a:ext>
                  </a:extLst>
                </p14:cNvPr>
                <p14:cNvContentPartPr/>
                <p14:nvPr/>
              </p14:nvContentPartPr>
              <p14:xfrm>
                <a:off x="10298092" y="1139961"/>
                <a:ext cx="158760" cy="1728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B30E2A39-0443-31B7-B07D-C7647EB290B0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280092" y="1121961"/>
                  <a:ext cx="194400" cy="208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263913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83A80-3B5E-B3B4-9E1B-D0432D952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LED symbols</a:t>
            </a:r>
          </a:p>
        </p:txBody>
      </p:sp>
      <p:pic>
        <p:nvPicPr>
          <p:cNvPr id="6" name="Content Placeholder 5" descr="Different types of led components&#10;&#10;Description automatically generated">
            <a:extLst>
              <a:ext uri="{FF2B5EF4-FFF2-40B4-BE49-F238E27FC236}">
                <a16:creationId xmlns:a16="http://schemas.microsoft.com/office/drawing/2014/main" id="{4612B21D-96AB-92D2-BF2B-3E30F491CE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807" b="33271"/>
          <a:stretch/>
        </p:blipFill>
        <p:spPr>
          <a:xfrm>
            <a:off x="810403" y="861345"/>
            <a:ext cx="3308611" cy="49828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8A1AF-A003-75C8-7738-001CF087AD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18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9D81C25-7F3E-46DC-269C-DCD5758A1BFF}"/>
              </a:ext>
            </a:extLst>
          </p:cNvPr>
          <p:cNvGrpSpPr/>
          <p:nvPr/>
        </p:nvGrpSpPr>
        <p:grpSpPr>
          <a:xfrm>
            <a:off x="6537863" y="1004708"/>
            <a:ext cx="144720" cy="216360"/>
            <a:chOff x="6537863" y="1004708"/>
            <a:chExt cx="144720" cy="21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54CB83E-8ED3-874D-9B38-BA8A6C8CAF53}"/>
                    </a:ext>
                  </a:extLst>
                </p14:cNvPr>
                <p14:cNvContentPartPr/>
                <p14:nvPr/>
              </p14:nvContentPartPr>
              <p14:xfrm>
                <a:off x="6548303" y="1004708"/>
                <a:ext cx="27360" cy="216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54CB83E-8ED3-874D-9B38-BA8A6C8CAF5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530303" y="987068"/>
                  <a:ext cx="630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3D14FD0-99A5-A934-5220-8227883B8F84}"/>
                    </a:ext>
                  </a:extLst>
                </p14:cNvPr>
                <p14:cNvContentPartPr/>
                <p14:nvPr/>
              </p14:nvContentPartPr>
              <p14:xfrm>
                <a:off x="6537863" y="1005068"/>
                <a:ext cx="144720" cy="168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3D14FD0-99A5-A934-5220-8227883B8F8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519863" y="987068"/>
                  <a:ext cx="1803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0D9AAC7-D0AE-1D6A-FFCC-A0ECBCA3D7AB}"/>
                    </a:ext>
                  </a:extLst>
                </p14:cNvPr>
                <p14:cNvContentPartPr/>
                <p14:nvPr/>
              </p14:nvContentPartPr>
              <p14:xfrm>
                <a:off x="6564143" y="1096508"/>
                <a:ext cx="77400" cy="604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0D9AAC7-D0AE-1D6A-FFCC-A0ECBCA3D7A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546503" y="1078868"/>
                  <a:ext cx="113040" cy="9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3A5FBCC-2838-A39C-7E37-26891B0D4589}"/>
              </a:ext>
            </a:extLst>
          </p:cNvPr>
          <p:cNvGrpSpPr/>
          <p:nvPr/>
        </p:nvGrpSpPr>
        <p:grpSpPr>
          <a:xfrm>
            <a:off x="5884463" y="1463348"/>
            <a:ext cx="2041560" cy="693000"/>
            <a:chOff x="5884463" y="1463348"/>
            <a:chExt cx="2041560" cy="69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3D977FE-6872-AAA4-FD39-EBC8190548E4}"/>
                    </a:ext>
                  </a:extLst>
                </p14:cNvPr>
                <p14:cNvContentPartPr/>
                <p14:nvPr/>
              </p14:nvContentPartPr>
              <p14:xfrm>
                <a:off x="6728303" y="1573868"/>
                <a:ext cx="30240" cy="4395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3D977FE-6872-AAA4-FD39-EBC8190548E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710663" y="1555868"/>
                  <a:ext cx="65880" cy="47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63C4B80-8116-7571-2661-A68793B53690}"/>
                    </a:ext>
                  </a:extLst>
                </p14:cNvPr>
                <p14:cNvContentPartPr/>
                <p14:nvPr/>
              </p14:nvContentPartPr>
              <p14:xfrm>
                <a:off x="6727583" y="1610948"/>
                <a:ext cx="274680" cy="3744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63C4B80-8116-7571-2661-A68793B5369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709583" y="1593308"/>
                  <a:ext cx="31032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94D7A85-04A5-4617-4D95-1C1AF6690619}"/>
                    </a:ext>
                  </a:extLst>
                </p14:cNvPr>
                <p14:cNvContentPartPr/>
                <p14:nvPr/>
              </p14:nvContentPartPr>
              <p14:xfrm>
                <a:off x="6977063" y="1463348"/>
                <a:ext cx="63720" cy="6930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94D7A85-04A5-4617-4D95-1C1AF669061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959063" y="1445708"/>
                  <a:ext cx="99360" cy="72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CB6D8A0-8E75-4E73-94A1-7D724F3D2C5B}"/>
                    </a:ext>
                  </a:extLst>
                </p14:cNvPr>
                <p14:cNvContentPartPr/>
                <p14:nvPr/>
              </p14:nvContentPartPr>
              <p14:xfrm>
                <a:off x="7002983" y="1691588"/>
                <a:ext cx="923040" cy="78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CB6D8A0-8E75-4E73-94A1-7D724F3D2C5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985343" y="1673588"/>
                  <a:ext cx="9586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D299A0D-CF1F-0552-7B71-D4598C33F53A}"/>
                    </a:ext>
                  </a:extLst>
                </p14:cNvPr>
                <p14:cNvContentPartPr/>
                <p14:nvPr/>
              </p14:nvContentPartPr>
              <p14:xfrm>
                <a:off x="5884463" y="1790948"/>
                <a:ext cx="906840" cy="17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D299A0D-CF1F-0552-7B71-D4598C33F53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866463" y="1773308"/>
                  <a:ext cx="9424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DAF3256-DECA-755C-C5EE-C86BF430B050}"/>
                    </a:ext>
                  </a:extLst>
                </p14:cNvPr>
                <p14:cNvContentPartPr/>
                <p14:nvPr/>
              </p14:nvContentPartPr>
              <p14:xfrm>
                <a:off x="6487823" y="1514828"/>
                <a:ext cx="166680" cy="637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DAF3256-DECA-755C-C5EE-C86BF430B05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470183" y="1497188"/>
                  <a:ext cx="2023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92933C6-A8C3-F011-4464-F4EF4C980611}"/>
                    </a:ext>
                  </a:extLst>
                </p14:cNvPr>
                <p14:cNvContentPartPr/>
                <p14:nvPr/>
              </p14:nvContentPartPr>
              <p14:xfrm>
                <a:off x="6527423" y="1469828"/>
                <a:ext cx="77400" cy="1447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92933C6-A8C3-F011-4464-F4EF4C98061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509423" y="1451828"/>
                  <a:ext cx="1130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CEF25DF-979C-3D19-26A3-225B09389643}"/>
                    </a:ext>
                  </a:extLst>
                </p14:cNvPr>
                <p14:cNvContentPartPr/>
                <p14:nvPr/>
              </p14:nvContentPartPr>
              <p14:xfrm>
                <a:off x="7078223" y="1517348"/>
                <a:ext cx="128160" cy="536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CEF25DF-979C-3D19-26A3-225B0938964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060223" y="1499348"/>
                  <a:ext cx="163800" cy="8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BDBFBFBD-7B29-BE0E-5FB3-CAF793C9A0DA}"/>
                  </a:ext>
                </a:extLst>
              </p14:cNvPr>
              <p14:cNvContentPartPr/>
              <p14:nvPr/>
            </p14:nvContentPartPr>
            <p14:xfrm>
              <a:off x="7199903" y="944948"/>
              <a:ext cx="118800" cy="1612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BDBFBFBD-7B29-BE0E-5FB3-CAF793C9A0DA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182263" y="926948"/>
                <a:ext cx="154440" cy="19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1BA9D15B-9E75-58C1-733B-451E7A16D8BF}"/>
              </a:ext>
            </a:extLst>
          </p:cNvPr>
          <p:cNvGrpSpPr/>
          <p:nvPr/>
        </p:nvGrpSpPr>
        <p:grpSpPr>
          <a:xfrm>
            <a:off x="6415823" y="2718308"/>
            <a:ext cx="977760" cy="1510200"/>
            <a:chOff x="6415823" y="2718308"/>
            <a:chExt cx="977760" cy="151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B4D95AC-F1ED-1016-5409-E9FF7B4E6C0F}"/>
                    </a:ext>
                  </a:extLst>
                </p14:cNvPr>
                <p14:cNvContentPartPr/>
                <p14:nvPr/>
              </p14:nvContentPartPr>
              <p14:xfrm>
                <a:off x="6495023" y="3322748"/>
                <a:ext cx="204840" cy="326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B4D95AC-F1ED-1016-5409-E9FF7B4E6C0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477383" y="3305108"/>
                  <a:ext cx="24048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ACD7F4B-EBD6-24E8-0A77-E65AD67FEF4F}"/>
                    </a:ext>
                  </a:extLst>
                </p14:cNvPr>
                <p14:cNvContentPartPr/>
                <p14:nvPr/>
              </p14:nvContentPartPr>
              <p14:xfrm>
                <a:off x="6695903" y="3320588"/>
                <a:ext cx="59400" cy="2772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ACD7F4B-EBD6-24E8-0A77-E65AD67FEF4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677903" y="3302588"/>
                  <a:ext cx="9504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A15150B-A7D7-ED81-6B6C-DE355524E5C0}"/>
                    </a:ext>
                  </a:extLst>
                </p14:cNvPr>
                <p14:cNvContentPartPr/>
                <p14:nvPr/>
              </p14:nvContentPartPr>
              <p14:xfrm>
                <a:off x="6420143" y="3247508"/>
                <a:ext cx="347040" cy="500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A15150B-A7D7-ED81-6B6C-DE355524E5C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402143" y="3229508"/>
                  <a:ext cx="3826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8F6B44B-D554-C044-9BC6-067CCACDA022}"/>
                    </a:ext>
                  </a:extLst>
                </p14:cNvPr>
                <p14:cNvContentPartPr/>
                <p14:nvPr/>
              </p14:nvContentPartPr>
              <p14:xfrm>
                <a:off x="6551543" y="2718308"/>
                <a:ext cx="90360" cy="5698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8F6B44B-D554-C044-9BC6-067CCACDA02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533903" y="2700308"/>
                  <a:ext cx="126000" cy="60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D95340A-912A-52EC-3906-91F4A2BD0690}"/>
                    </a:ext>
                  </a:extLst>
                </p14:cNvPr>
                <p14:cNvContentPartPr/>
                <p14:nvPr/>
              </p14:nvContentPartPr>
              <p14:xfrm>
                <a:off x="6717863" y="3593108"/>
                <a:ext cx="51120" cy="635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D95340A-912A-52EC-3906-91F4A2BD069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699863" y="3575108"/>
                  <a:ext cx="86760" cy="67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95E55F2-5D6E-B4B8-45E2-8F22F03FD7C4}"/>
                    </a:ext>
                  </a:extLst>
                </p14:cNvPr>
                <p14:cNvContentPartPr/>
                <p14:nvPr/>
              </p14:nvContentPartPr>
              <p14:xfrm>
                <a:off x="6415823" y="3594908"/>
                <a:ext cx="568800" cy="414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95E55F2-5D6E-B4B8-45E2-8F22F03FD7C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398183" y="3576908"/>
                  <a:ext cx="60444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447CDD2-C7C1-B5E7-5A78-F06BC906A235}"/>
                    </a:ext>
                  </a:extLst>
                </p14:cNvPr>
                <p14:cNvContentPartPr/>
                <p14:nvPr/>
              </p14:nvContentPartPr>
              <p14:xfrm>
                <a:off x="6976343" y="3175148"/>
                <a:ext cx="248040" cy="2095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447CDD2-C7C1-B5E7-5A78-F06BC906A23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958343" y="3157148"/>
                  <a:ext cx="2836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9EAEFBD-2E29-3B93-E777-109201AE494F}"/>
                    </a:ext>
                  </a:extLst>
                </p14:cNvPr>
                <p14:cNvContentPartPr/>
                <p14:nvPr/>
              </p14:nvContentPartPr>
              <p14:xfrm>
                <a:off x="7071743" y="3136268"/>
                <a:ext cx="148680" cy="1209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9EAEFBD-2E29-3B93-E777-109201AE494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053743" y="3118628"/>
                  <a:ext cx="1843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F11618C-7448-F21B-712D-F129DC15F3AA}"/>
                    </a:ext>
                  </a:extLst>
                </p14:cNvPr>
                <p14:cNvContentPartPr/>
                <p14:nvPr/>
              </p14:nvContentPartPr>
              <p14:xfrm>
                <a:off x="7081823" y="3296828"/>
                <a:ext cx="280080" cy="243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F11618C-7448-F21B-712D-F129DC15F3A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063823" y="3279188"/>
                  <a:ext cx="31572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26B92C4-CF2F-B1AF-3A74-7313BEAE4038}"/>
                    </a:ext>
                  </a:extLst>
                </p14:cNvPr>
                <p14:cNvContentPartPr/>
                <p14:nvPr/>
              </p14:nvContentPartPr>
              <p14:xfrm>
                <a:off x="7274423" y="3274508"/>
                <a:ext cx="119160" cy="1368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26B92C4-CF2F-B1AF-3A74-7313BEAE403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256783" y="3256868"/>
                  <a:ext cx="154800" cy="17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5107BBF-4010-8B5B-206C-4D7D34E65FFB}"/>
              </a:ext>
            </a:extLst>
          </p:cNvPr>
          <p:cNvGrpSpPr/>
          <p:nvPr/>
        </p:nvGrpSpPr>
        <p:grpSpPr>
          <a:xfrm>
            <a:off x="8127983" y="2621468"/>
            <a:ext cx="973440" cy="1616760"/>
            <a:chOff x="8127983" y="2621468"/>
            <a:chExt cx="973440" cy="161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8EEFB16-3D84-B76D-0B1C-2B3F0DFFBE6C}"/>
                    </a:ext>
                  </a:extLst>
                </p14:cNvPr>
                <p14:cNvContentPartPr/>
                <p14:nvPr/>
              </p14:nvContentPartPr>
              <p14:xfrm>
                <a:off x="8651783" y="2621468"/>
                <a:ext cx="94320" cy="5414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8EEFB16-3D84-B76D-0B1C-2B3F0DFFBE6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633783" y="2603828"/>
                  <a:ext cx="129960" cy="57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EBBA2F8-C35A-01C5-37C8-85E17E206499}"/>
                    </a:ext>
                  </a:extLst>
                </p14:cNvPr>
                <p14:cNvContentPartPr/>
                <p14:nvPr/>
              </p14:nvContentPartPr>
              <p14:xfrm>
                <a:off x="8491583" y="3090548"/>
                <a:ext cx="609840" cy="727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EBBA2F8-C35A-01C5-37C8-85E17E20649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473943" y="3072548"/>
                  <a:ext cx="6454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5B017EB-C2BB-AF24-B7CA-242785C2BCCC}"/>
                    </a:ext>
                  </a:extLst>
                </p14:cNvPr>
                <p14:cNvContentPartPr/>
                <p14:nvPr/>
              </p14:nvContentPartPr>
              <p14:xfrm>
                <a:off x="8612903" y="3136628"/>
                <a:ext cx="75600" cy="2685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5B017EB-C2BB-AF24-B7CA-242785C2BCC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595263" y="3118628"/>
                  <a:ext cx="11124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7BDAFF9-0E1D-4BFD-B52E-33BC39427DE2}"/>
                    </a:ext>
                  </a:extLst>
                </p14:cNvPr>
                <p14:cNvContentPartPr/>
                <p14:nvPr/>
              </p14:nvContentPartPr>
              <p14:xfrm>
                <a:off x="8755463" y="3138068"/>
                <a:ext cx="178560" cy="2203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7BDAFF9-0E1D-4BFD-B52E-33BC39427DE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737463" y="3120428"/>
                  <a:ext cx="2142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B40E78F-3433-4BEB-C160-2071D85578C5}"/>
                    </a:ext>
                  </a:extLst>
                </p14:cNvPr>
                <p14:cNvContentPartPr/>
                <p14:nvPr/>
              </p14:nvContentPartPr>
              <p14:xfrm>
                <a:off x="8559983" y="3334628"/>
                <a:ext cx="363600" cy="101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B40E78F-3433-4BEB-C160-2071D85578C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541983" y="3316988"/>
                  <a:ext cx="3992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AF2950E-F551-D9F1-71BE-3CB0FEFD6834}"/>
                    </a:ext>
                  </a:extLst>
                </p14:cNvPr>
                <p14:cNvContentPartPr/>
                <p14:nvPr/>
              </p14:nvContentPartPr>
              <p14:xfrm>
                <a:off x="8762663" y="3390428"/>
                <a:ext cx="208440" cy="8478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AF2950E-F551-D9F1-71BE-3CB0FEFD683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745023" y="3372428"/>
                  <a:ext cx="244080" cy="88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9888FC2-9974-3EB9-049A-714BF64D3AFA}"/>
                    </a:ext>
                  </a:extLst>
                </p14:cNvPr>
                <p14:cNvContentPartPr/>
                <p14:nvPr/>
              </p14:nvContentPartPr>
              <p14:xfrm>
                <a:off x="8127983" y="2910188"/>
                <a:ext cx="224640" cy="2487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9888FC2-9974-3EB9-049A-714BF64D3AF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109983" y="2892548"/>
                  <a:ext cx="26028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45A0BD8-BBDE-35A9-11DD-0CEA8091ED97}"/>
                    </a:ext>
                  </a:extLst>
                </p14:cNvPr>
                <p14:cNvContentPartPr/>
                <p14:nvPr/>
              </p14:nvContentPartPr>
              <p14:xfrm>
                <a:off x="8254343" y="3077228"/>
                <a:ext cx="137160" cy="1044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45A0BD8-BBDE-35A9-11DD-0CEA8091ED9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236703" y="3059588"/>
                  <a:ext cx="1728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19A2402-7408-52F9-B459-A5C3768F0425}"/>
                    </a:ext>
                  </a:extLst>
                </p14:cNvPr>
                <p14:cNvContentPartPr/>
                <p14:nvPr/>
              </p14:nvContentPartPr>
              <p14:xfrm>
                <a:off x="8280623" y="2815508"/>
                <a:ext cx="246240" cy="2203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19A2402-7408-52F9-B459-A5C3768F042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262623" y="2797508"/>
                  <a:ext cx="28188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D34606F-311C-ACB4-6F94-B1580065D2AA}"/>
                    </a:ext>
                  </a:extLst>
                </p14:cNvPr>
                <p14:cNvContentPartPr/>
                <p14:nvPr/>
              </p14:nvContentPartPr>
              <p14:xfrm>
                <a:off x="8401223" y="2898668"/>
                <a:ext cx="93600" cy="1166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D34606F-311C-ACB4-6F94-B1580065D2A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383583" y="2880668"/>
                  <a:ext cx="129240" cy="15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BE128E2-569A-030C-92C7-E33A89E46C1D}"/>
              </a:ext>
            </a:extLst>
          </p:cNvPr>
          <p:cNvGrpSpPr/>
          <p:nvPr/>
        </p:nvGrpSpPr>
        <p:grpSpPr>
          <a:xfrm>
            <a:off x="6423743" y="4497068"/>
            <a:ext cx="565560" cy="279360"/>
            <a:chOff x="6423743" y="4497068"/>
            <a:chExt cx="565560" cy="27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2B4D412-86AF-1546-A2E9-02834E758917}"/>
                    </a:ext>
                  </a:extLst>
                </p14:cNvPr>
                <p14:cNvContentPartPr/>
                <p14:nvPr/>
              </p14:nvContentPartPr>
              <p14:xfrm>
                <a:off x="6423743" y="4539188"/>
                <a:ext cx="45720" cy="237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2B4D412-86AF-1546-A2E9-02834E75891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405743" y="4521188"/>
                  <a:ext cx="8136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5FDC59E-1C89-EB31-DDF2-4F8D6EB4C83B}"/>
                    </a:ext>
                  </a:extLst>
                </p14:cNvPr>
                <p14:cNvContentPartPr/>
                <p14:nvPr/>
              </p14:nvContentPartPr>
              <p14:xfrm>
                <a:off x="6454703" y="4711628"/>
                <a:ext cx="124920" cy="280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5FDC59E-1C89-EB31-DDF2-4F8D6EB4C83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436703" y="4693988"/>
                  <a:ext cx="1605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BCDC14E-8108-2154-57EE-2BC299E07012}"/>
                    </a:ext>
                  </a:extLst>
                </p14:cNvPr>
                <p14:cNvContentPartPr/>
                <p14:nvPr/>
              </p14:nvContentPartPr>
              <p14:xfrm>
                <a:off x="6638303" y="4556108"/>
                <a:ext cx="64080" cy="1810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BCDC14E-8108-2154-57EE-2BC299E07012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620303" y="4538468"/>
                  <a:ext cx="997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310386B-B9B8-9624-B94C-68A90B6E820B}"/>
                    </a:ext>
                  </a:extLst>
                </p14:cNvPr>
                <p14:cNvContentPartPr/>
                <p14:nvPr/>
              </p14:nvContentPartPr>
              <p14:xfrm>
                <a:off x="6632183" y="4501388"/>
                <a:ext cx="112680" cy="164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310386B-B9B8-9624-B94C-68A90B6E820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614543" y="4483748"/>
                  <a:ext cx="1483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50799E5-067F-70F8-A13D-852D0AC282E4}"/>
                    </a:ext>
                  </a:extLst>
                </p14:cNvPr>
                <p14:cNvContentPartPr/>
                <p14:nvPr/>
              </p14:nvContentPartPr>
              <p14:xfrm>
                <a:off x="6733703" y="4654388"/>
                <a:ext cx="85320" cy="824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50799E5-067F-70F8-A13D-852D0AC282E4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715703" y="4636748"/>
                  <a:ext cx="1209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87FD86E-1B8B-007A-1FE9-7B7E5CB78CC4}"/>
                    </a:ext>
                  </a:extLst>
                </p14:cNvPr>
                <p14:cNvContentPartPr/>
                <p14:nvPr/>
              </p14:nvContentPartPr>
              <p14:xfrm>
                <a:off x="6866543" y="4497068"/>
                <a:ext cx="122760" cy="2016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87FD86E-1B8B-007A-1FE9-7B7E5CB78CC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848903" y="4479068"/>
                  <a:ext cx="158400" cy="23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D52A4C1-F321-94CF-9F0C-A5299A8D6272}"/>
              </a:ext>
            </a:extLst>
          </p:cNvPr>
          <p:cNvGrpSpPr/>
          <p:nvPr/>
        </p:nvGrpSpPr>
        <p:grpSpPr>
          <a:xfrm>
            <a:off x="8739623" y="4414268"/>
            <a:ext cx="296640" cy="284040"/>
            <a:chOff x="8739623" y="4414268"/>
            <a:chExt cx="296640" cy="28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B1522CC-DE58-6A4F-76C0-8BA47B87B4A4}"/>
                    </a:ext>
                  </a:extLst>
                </p14:cNvPr>
                <p14:cNvContentPartPr/>
                <p14:nvPr/>
              </p14:nvContentPartPr>
              <p14:xfrm>
                <a:off x="8739623" y="4484468"/>
                <a:ext cx="102600" cy="2138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B1522CC-DE58-6A4F-76C0-8BA47B87B4A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721623" y="4466468"/>
                  <a:ext cx="13824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880D364-8628-1ED3-C3FD-C6291810EF4D}"/>
                    </a:ext>
                  </a:extLst>
                </p14:cNvPr>
                <p14:cNvContentPartPr/>
                <p14:nvPr/>
              </p14:nvContentPartPr>
              <p14:xfrm>
                <a:off x="8743583" y="4417868"/>
                <a:ext cx="84960" cy="1227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880D364-8628-1ED3-C3FD-C6291810EF4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725943" y="4400228"/>
                  <a:ext cx="1206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561521D-DD5F-C784-5AE6-F8300F7F481D}"/>
                    </a:ext>
                  </a:extLst>
                </p14:cNvPr>
                <p14:cNvContentPartPr/>
                <p14:nvPr/>
              </p14:nvContentPartPr>
              <p14:xfrm>
                <a:off x="8888663" y="4414268"/>
                <a:ext cx="104040" cy="2181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561521D-DD5F-C784-5AE6-F8300F7F481D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870663" y="4396628"/>
                  <a:ext cx="13968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166E33B-037C-FA72-32C7-545F9553D438}"/>
                    </a:ext>
                  </a:extLst>
                </p14:cNvPr>
                <p14:cNvContentPartPr/>
                <p14:nvPr/>
              </p14:nvContentPartPr>
              <p14:xfrm>
                <a:off x="8913143" y="4440548"/>
                <a:ext cx="123120" cy="192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166E33B-037C-FA72-32C7-545F9553D438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895503" y="4422548"/>
                  <a:ext cx="158760" cy="22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54AE537-B91B-EEA7-A911-12D81130B457}"/>
              </a:ext>
            </a:extLst>
          </p:cNvPr>
          <p:cNvGrpSpPr/>
          <p:nvPr/>
        </p:nvGrpSpPr>
        <p:grpSpPr>
          <a:xfrm>
            <a:off x="809903" y="3921788"/>
            <a:ext cx="2810880" cy="2104560"/>
            <a:chOff x="809903" y="3921788"/>
            <a:chExt cx="2810880" cy="210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B7DBEA0-D6E2-6161-6CB6-603EC8B80703}"/>
                    </a:ext>
                  </a:extLst>
                </p14:cNvPr>
                <p14:cNvContentPartPr/>
                <p14:nvPr/>
              </p14:nvContentPartPr>
              <p14:xfrm>
                <a:off x="1101503" y="4023308"/>
                <a:ext cx="138600" cy="19807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B7DBEA0-D6E2-6161-6CB6-603EC8B80703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83863" y="4005308"/>
                  <a:ext cx="174240" cy="20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AC3DC84-C5B1-CAAA-9D49-68A8ACF9490B}"/>
                    </a:ext>
                  </a:extLst>
                </p14:cNvPr>
                <p14:cNvContentPartPr/>
                <p14:nvPr/>
              </p14:nvContentPartPr>
              <p14:xfrm>
                <a:off x="1177463" y="3921788"/>
                <a:ext cx="2281320" cy="1087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AC3DC84-C5B1-CAAA-9D49-68A8ACF9490B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159823" y="3903788"/>
                  <a:ext cx="23169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27D7821-C899-7E69-6CE1-CE8E5B09284F}"/>
                    </a:ext>
                  </a:extLst>
                </p14:cNvPr>
                <p14:cNvContentPartPr/>
                <p14:nvPr/>
              </p14:nvContentPartPr>
              <p14:xfrm>
                <a:off x="3499823" y="3952748"/>
                <a:ext cx="120960" cy="17773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27D7821-C899-7E69-6CE1-CE8E5B09284F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481823" y="3935108"/>
                  <a:ext cx="156600" cy="18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A64487E-D2B8-F243-3DDB-A4108D1F17E4}"/>
                    </a:ext>
                  </a:extLst>
                </p14:cNvPr>
                <p14:cNvContentPartPr/>
                <p14:nvPr/>
              </p14:nvContentPartPr>
              <p14:xfrm>
                <a:off x="1370783" y="5753108"/>
                <a:ext cx="2213640" cy="2732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A64487E-D2B8-F243-3DDB-A4108D1F17E4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352783" y="5735468"/>
                  <a:ext cx="224928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73A5627-2D9D-02B3-202C-5ABE338699FA}"/>
                    </a:ext>
                  </a:extLst>
                </p14:cNvPr>
                <p14:cNvContentPartPr/>
                <p14:nvPr/>
              </p14:nvContentPartPr>
              <p14:xfrm>
                <a:off x="926903" y="3981548"/>
                <a:ext cx="410040" cy="369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73A5627-2D9D-02B3-202C-5ABE338699FA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09263" y="3963548"/>
                  <a:ext cx="44568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72D04FD-DA19-9721-80F2-EAF0E06BA6B3}"/>
                    </a:ext>
                  </a:extLst>
                </p14:cNvPr>
                <p14:cNvContentPartPr/>
                <p14:nvPr/>
              </p14:nvContentPartPr>
              <p14:xfrm>
                <a:off x="809903" y="4975508"/>
                <a:ext cx="581040" cy="4838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72D04FD-DA19-9721-80F2-EAF0E06BA6B3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92263" y="4957868"/>
                  <a:ext cx="616680" cy="519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C6F732ED-3A9A-5EDC-CA61-5AD416CB3CB7}"/>
                  </a:ext>
                </a:extLst>
              </p14:cNvPr>
              <p14:cNvContentPartPr/>
              <p14:nvPr/>
            </p14:nvContentPartPr>
            <p14:xfrm>
              <a:off x="3793223" y="4661588"/>
              <a:ext cx="155160" cy="9720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C6F732ED-3A9A-5EDC-CA61-5AD416CB3CB7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3775223" y="4643948"/>
                <a:ext cx="190800" cy="13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90" name="Group 89">
            <a:extLst>
              <a:ext uri="{FF2B5EF4-FFF2-40B4-BE49-F238E27FC236}">
                <a16:creationId xmlns:a16="http://schemas.microsoft.com/office/drawing/2014/main" id="{A947BE11-61E7-07C0-F970-2C24B8502403}"/>
              </a:ext>
            </a:extLst>
          </p:cNvPr>
          <p:cNvGrpSpPr/>
          <p:nvPr/>
        </p:nvGrpSpPr>
        <p:grpSpPr>
          <a:xfrm>
            <a:off x="6550103" y="5323988"/>
            <a:ext cx="4077720" cy="1303560"/>
            <a:chOff x="6550103" y="5323988"/>
            <a:chExt cx="4077720" cy="130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091E3EF-1904-ECB6-F399-950AE96123D2}"/>
                    </a:ext>
                  </a:extLst>
                </p14:cNvPr>
                <p14:cNvContentPartPr/>
                <p14:nvPr/>
              </p14:nvContentPartPr>
              <p14:xfrm>
                <a:off x="7963103" y="5367908"/>
                <a:ext cx="25920" cy="4334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091E3EF-1904-ECB6-F399-950AE96123D2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945103" y="5349908"/>
                  <a:ext cx="61560" cy="46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EDBB4F3-4B46-6BBC-F3EB-A5385684D91B}"/>
                    </a:ext>
                  </a:extLst>
                </p14:cNvPr>
                <p14:cNvContentPartPr/>
                <p14:nvPr/>
              </p14:nvContentPartPr>
              <p14:xfrm>
                <a:off x="7965983" y="5323988"/>
                <a:ext cx="348840" cy="5058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EDBB4F3-4B46-6BBC-F3EB-A5385684D91B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947983" y="5305988"/>
                  <a:ext cx="384480" cy="54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2EBCB8F-FDA1-49FB-E399-766E85FADE9B}"/>
                    </a:ext>
                  </a:extLst>
                </p14:cNvPr>
                <p14:cNvContentPartPr/>
                <p14:nvPr/>
              </p14:nvContentPartPr>
              <p14:xfrm>
                <a:off x="8317703" y="5347748"/>
                <a:ext cx="36000" cy="5112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2EBCB8F-FDA1-49FB-E399-766E85FADE9B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300063" y="5329748"/>
                  <a:ext cx="71640" cy="54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69543DB-174B-6126-B0F1-E91D4A601DDA}"/>
                    </a:ext>
                  </a:extLst>
                </p14:cNvPr>
                <p14:cNvContentPartPr/>
                <p14:nvPr/>
              </p14:nvContentPartPr>
              <p14:xfrm>
                <a:off x="8357663" y="5465468"/>
                <a:ext cx="1053720" cy="1501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69543DB-174B-6126-B0F1-E91D4A601DDA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339663" y="5447828"/>
                  <a:ext cx="10893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D0CD291-3449-6FAB-6286-D421314682CB}"/>
                    </a:ext>
                  </a:extLst>
                </p14:cNvPr>
                <p14:cNvContentPartPr/>
                <p14:nvPr/>
              </p14:nvContentPartPr>
              <p14:xfrm>
                <a:off x="7150583" y="5505068"/>
                <a:ext cx="824760" cy="554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D0CD291-3449-6FAB-6286-D421314682CB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132583" y="5487428"/>
                  <a:ext cx="8604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99866BF-0087-1000-0D6B-2FE06593989A}"/>
                    </a:ext>
                  </a:extLst>
                </p14:cNvPr>
                <p14:cNvContentPartPr/>
                <p14:nvPr/>
              </p14:nvContentPartPr>
              <p14:xfrm>
                <a:off x="6586823" y="5475908"/>
                <a:ext cx="102240" cy="2127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99866BF-0087-1000-0D6B-2FE06593989A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569183" y="5458268"/>
                  <a:ext cx="1378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F8FA3D7-8B43-AC76-3B3B-5DDD2F806286}"/>
                    </a:ext>
                  </a:extLst>
                </p14:cNvPr>
                <p14:cNvContentPartPr/>
                <p14:nvPr/>
              </p14:nvContentPartPr>
              <p14:xfrm>
                <a:off x="6550103" y="5389508"/>
                <a:ext cx="231120" cy="1634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F8FA3D7-8B43-AC76-3B3B-5DDD2F806286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532103" y="5371868"/>
                  <a:ext cx="2667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1CD8381-2668-6A9F-4A15-10E2A9153716}"/>
                    </a:ext>
                  </a:extLst>
                </p14:cNvPr>
                <p14:cNvContentPartPr/>
                <p14:nvPr/>
              </p14:nvContentPartPr>
              <p14:xfrm>
                <a:off x="7082183" y="5461868"/>
                <a:ext cx="101160" cy="143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1CD8381-2668-6A9F-4A15-10E2A9153716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064543" y="5443868"/>
                  <a:ext cx="1368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FCEDF8C-D135-A992-B9B4-ECDC3F6751C4}"/>
                    </a:ext>
                  </a:extLst>
                </p14:cNvPr>
                <p14:cNvContentPartPr/>
                <p14:nvPr/>
              </p14:nvContentPartPr>
              <p14:xfrm>
                <a:off x="7165703" y="6291668"/>
                <a:ext cx="105840" cy="1857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FCEDF8C-D135-A992-B9B4-ECDC3F6751C4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148063" y="6274028"/>
                  <a:ext cx="1414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CF21970-7AD8-0534-3AAC-A2FDF9DA43DA}"/>
                    </a:ext>
                  </a:extLst>
                </p14:cNvPr>
                <p14:cNvContentPartPr/>
                <p14:nvPr/>
              </p14:nvContentPartPr>
              <p14:xfrm>
                <a:off x="7294943" y="6343508"/>
                <a:ext cx="573480" cy="165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CF21970-7AD8-0534-3AAC-A2FDF9DA43DA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277303" y="6325868"/>
                  <a:ext cx="6091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09F86E8-A65B-E52C-29BC-93870CAA6106}"/>
                    </a:ext>
                  </a:extLst>
                </p14:cNvPr>
                <p14:cNvContentPartPr/>
                <p14:nvPr/>
              </p14:nvContentPartPr>
              <p14:xfrm>
                <a:off x="7973543" y="6097988"/>
                <a:ext cx="2520" cy="190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09F86E8-A65B-E52C-29BC-93870CAA6106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955903" y="6080348"/>
                  <a:ext cx="381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3463D99-CE4F-1D28-E0F9-12AC09839059}"/>
                    </a:ext>
                  </a:extLst>
                </p14:cNvPr>
                <p14:cNvContentPartPr/>
                <p14:nvPr/>
              </p14:nvContentPartPr>
              <p14:xfrm>
                <a:off x="7964183" y="6115268"/>
                <a:ext cx="21240" cy="5122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3463D99-CE4F-1D28-E0F9-12AC09839059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946543" y="6097268"/>
                  <a:ext cx="56880" cy="54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43D400F-4CAB-004C-B8D9-D8931D4285A5}"/>
                    </a:ext>
                  </a:extLst>
                </p14:cNvPr>
                <p14:cNvContentPartPr/>
                <p14:nvPr/>
              </p14:nvContentPartPr>
              <p14:xfrm>
                <a:off x="7974623" y="6206708"/>
                <a:ext cx="295920" cy="1134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43D400F-4CAB-004C-B8D9-D8931D4285A5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956983" y="6189068"/>
                  <a:ext cx="3315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6EC8CB4-B5A5-4089-1AB6-3E45EC087187}"/>
                    </a:ext>
                  </a:extLst>
                </p14:cNvPr>
                <p14:cNvContentPartPr/>
                <p14:nvPr/>
              </p14:nvContentPartPr>
              <p14:xfrm>
                <a:off x="8010983" y="6275108"/>
                <a:ext cx="323640" cy="3376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6EC8CB4-B5A5-4089-1AB6-3E45EC087187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992983" y="6257108"/>
                  <a:ext cx="35928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026CDB5-B0F8-E985-48BA-095B592E1E9B}"/>
                    </a:ext>
                  </a:extLst>
                </p14:cNvPr>
                <p14:cNvContentPartPr/>
                <p14:nvPr/>
              </p14:nvContentPartPr>
              <p14:xfrm>
                <a:off x="8268383" y="6118148"/>
                <a:ext cx="57240" cy="4874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026CDB5-B0F8-E985-48BA-095B592E1E9B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250383" y="6100148"/>
                  <a:ext cx="92880" cy="52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4B53C12-E10B-310A-DDC6-67E146D9AA00}"/>
                    </a:ext>
                  </a:extLst>
                </p14:cNvPr>
                <p14:cNvContentPartPr/>
                <p14:nvPr/>
              </p14:nvContentPartPr>
              <p14:xfrm>
                <a:off x="8269103" y="6177908"/>
                <a:ext cx="1294560" cy="1663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4B53C12-E10B-310A-DDC6-67E146D9AA00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251463" y="6160268"/>
                  <a:ext cx="13302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E28ACCE-94B5-5DC7-C766-D6C9019837F8}"/>
                    </a:ext>
                  </a:extLst>
                </p14:cNvPr>
                <p14:cNvContentPartPr/>
                <p14:nvPr/>
              </p14:nvContentPartPr>
              <p14:xfrm>
                <a:off x="9471143" y="5476988"/>
                <a:ext cx="45720" cy="6742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E28ACCE-94B5-5DC7-C766-D6C9019837F8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9453143" y="5458988"/>
                  <a:ext cx="81360" cy="70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1EF2876-7B58-9A08-6F2B-2EB4DD89B34B}"/>
                    </a:ext>
                  </a:extLst>
                </p14:cNvPr>
                <p14:cNvContentPartPr/>
                <p14:nvPr/>
              </p14:nvContentPartPr>
              <p14:xfrm>
                <a:off x="9487343" y="5790908"/>
                <a:ext cx="708840" cy="334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1EF2876-7B58-9A08-6F2B-2EB4DD89B34B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9469343" y="5773268"/>
                  <a:ext cx="74448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98E3F19-2805-A287-785F-2F12C4AB57A1}"/>
                    </a:ext>
                  </a:extLst>
                </p14:cNvPr>
                <p14:cNvContentPartPr/>
                <p14:nvPr/>
              </p14:nvContentPartPr>
              <p14:xfrm>
                <a:off x="10191143" y="5857508"/>
                <a:ext cx="12240" cy="79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98E3F19-2805-A287-785F-2F12C4AB57A1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0173503" y="5839508"/>
                  <a:ext cx="478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F1A24D2-4218-A3A9-0B3B-4BA2E76EB425}"/>
                    </a:ext>
                  </a:extLst>
                </p14:cNvPr>
                <p14:cNvContentPartPr/>
                <p14:nvPr/>
              </p14:nvContentPartPr>
              <p14:xfrm>
                <a:off x="10202663" y="5816468"/>
                <a:ext cx="114120" cy="5767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F1A24D2-4218-A3A9-0B3B-4BA2E76EB425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0184663" y="5798468"/>
                  <a:ext cx="149760" cy="61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D33109F-F5C2-01F2-D218-C89F18679E77}"/>
                    </a:ext>
                  </a:extLst>
                </p14:cNvPr>
                <p14:cNvContentPartPr/>
                <p14:nvPr/>
              </p14:nvContentPartPr>
              <p14:xfrm>
                <a:off x="10088543" y="6343868"/>
                <a:ext cx="539280" cy="741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D33109F-F5C2-01F2-D218-C89F18679E77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0070543" y="6325868"/>
                  <a:ext cx="5749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AD55EE7-B8CD-199E-3B42-0B4C8CAA2B97}"/>
                    </a:ext>
                  </a:extLst>
                </p14:cNvPr>
                <p14:cNvContentPartPr/>
                <p14:nvPr/>
              </p14:nvContentPartPr>
              <p14:xfrm>
                <a:off x="10196183" y="6415508"/>
                <a:ext cx="110160" cy="1389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AD55EE7-B8CD-199E-3B42-0B4C8CAA2B97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0178543" y="6397868"/>
                  <a:ext cx="1458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6AD3E64-127B-4174-DD15-1E70AAB7F7F3}"/>
                    </a:ext>
                  </a:extLst>
                </p14:cNvPr>
                <p14:cNvContentPartPr/>
                <p14:nvPr/>
              </p14:nvContentPartPr>
              <p14:xfrm>
                <a:off x="10260623" y="6377708"/>
                <a:ext cx="135720" cy="2268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6AD3E64-127B-4174-DD15-1E70AAB7F7F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0242983" y="6360068"/>
                  <a:ext cx="171360" cy="26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8C9E6EDC-4B12-6BFB-C939-6A081C1B0AE5}"/>
                  </a:ext>
                </a:extLst>
              </p14:cNvPr>
              <p14:cNvContentPartPr/>
              <p14:nvPr/>
            </p14:nvContentPartPr>
            <p14:xfrm>
              <a:off x="6698783" y="6222188"/>
              <a:ext cx="226080" cy="23292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8C9E6EDC-4B12-6BFB-C939-6A081C1B0AE5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6681143" y="6204548"/>
                <a:ext cx="261720" cy="26856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2999CCD2-B087-6915-23FC-F77518849E7F}"/>
              </a:ext>
            </a:extLst>
          </p:cNvPr>
          <p:cNvGrpSpPr/>
          <p:nvPr/>
        </p:nvGrpSpPr>
        <p:grpSpPr>
          <a:xfrm>
            <a:off x="5633183" y="5227868"/>
            <a:ext cx="556200" cy="415080"/>
            <a:chOff x="5633183" y="5227868"/>
            <a:chExt cx="556200" cy="41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49F2839-8DB5-9DA7-D82F-7AD68FE4612F}"/>
                    </a:ext>
                  </a:extLst>
                </p14:cNvPr>
                <p14:cNvContentPartPr/>
                <p14:nvPr/>
              </p14:nvContentPartPr>
              <p14:xfrm>
                <a:off x="5633183" y="5356748"/>
                <a:ext cx="92160" cy="2862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49F2839-8DB5-9DA7-D82F-7AD68FE4612F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5615543" y="5339108"/>
                  <a:ext cx="12780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658D354-D8C2-E28B-FB1A-4F36E33B28AB}"/>
                    </a:ext>
                  </a:extLst>
                </p14:cNvPr>
                <p14:cNvContentPartPr/>
                <p14:nvPr/>
              </p14:nvContentPartPr>
              <p14:xfrm>
                <a:off x="5812103" y="5462588"/>
                <a:ext cx="15840" cy="111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658D354-D8C2-E28B-FB1A-4F36E33B28AB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794103" y="5444948"/>
                  <a:ext cx="5148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293F9EE-76A4-5DBC-EFA9-71B557E6CD6C}"/>
                    </a:ext>
                  </a:extLst>
                </p14:cNvPr>
                <p14:cNvContentPartPr/>
                <p14:nvPr/>
              </p14:nvContentPartPr>
              <p14:xfrm>
                <a:off x="5907143" y="5353148"/>
                <a:ext cx="123480" cy="2023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293F9EE-76A4-5DBC-EFA9-71B557E6CD6C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889503" y="5335508"/>
                  <a:ext cx="15912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C684703-E399-288E-22B8-4D8E9BC78A5A}"/>
                    </a:ext>
                  </a:extLst>
                </p14:cNvPr>
                <p14:cNvContentPartPr/>
                <p14:nvPr/>
              </p14:nvContentPartPr>
              <p14:xfrm>
                <a:off x="6053303" y="5227868"/>
                <a:ext cx="136080" cy="2170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C684703-E399-288E-22B8-4D8E9BC78A5A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6035303" y="5210228"/>
                  <a:ext cx="171720" cy="252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33788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50FFF-DAA1-15E0-2EF8-6155891CA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LED driver circuit</a:t>
            </a:r>
          </a:p>
        </p:txBody>
      </p:sp>
      <p:pic>
        <p:nvPicPr>
          <p:cNvPr id="6" name="Content Placeholder 5" descr="A collage of electrical diagrams&#10;&#10;Description automatically generated">
            <a:extLst>
              <a:ext uri="{FF2B5EF4-FFF2-40B4-BE49-F238E27FC236}">
                <a16:creationId xmlns:a16="http://schemas.microsoft.com/office/drawing/2014/main" id="{6BB0E48F-9219-E6B5-DC03-ADEFDC9A62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71096" b="67974"/>
          <a:stretch/>
        </p:blipFill>
        <p:spPr>
          <a:xfrm>
            <a:off x="1023879" y="1479615"/>
            <a:ext cx="5072121" cy="362319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67F7D0-938F-364B-BC0C-F25D8C640D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19</a:t>
            </a:fld>
            <a:endParaRPr lang="en-US" dirty="0">
              <a:latin typeface="PT Sans" panose="020B05030202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D4217B-B310-D6E5-1133-EC3814A8A41B}"/>
              </a:ext>
            </a:extLst>
          </p:cNvPr>
          <p:cNvSpPr txBox="1"/>
          <p:nvPr/>
        </p:nvSpPr>
        <p:spPr>
          <a:xfrm>
            <a:off x="4697260" y="1365337"/>
            <a:ext cx="2254685" cy="12400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endParaRPr lang="en-US" sz="16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5978501-00F7-6341-7177-D9FB3DCB55BA}"/>
              </a:ext>
            </a:extLst>
          </p:cNvPr>
          <p:cNvGrpSpPr/>
          <p:nvPr/>
        </p:nvGrpSpPr>
        <p:grpSpPr>
          <a:xfrm>
            <a:off x="6235823" y="2558828"/>
            <a:ext cx="324000" cy="462600"/>
            <a:chOff x="6235823" y="2558828"/>
            <a:chExt cx="324000" cy="46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3F31754-71C8-0B71-3617-3BF56F835CD1}"/>
                    </a:ext>
                  </a:extLst>
                </p14:cNvPr>
                <p14:cNvContentPartPr/>
                <p14:nvPr/>
              </p14:nvContentPartPr>
              <p14:xfrm>
                <a:off x="6235823" y="2683388"/>
                <a:ext cx="226080" cy="338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3F31754-71C8-0B71-3617-3BF56F835CD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217823" y="2665388"/>
                  <a:ext cx="26172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B7A9302-8B9C-7A93-FA2D-88B943AA87ED}"/>
                    </a:ext>
                  </a:extLst>
                </p14:cNvPr>
                <p14:cNvContentPartPr/>
                <p14:nvPr/>
              </p14:nvContentPartPr>
              <p14:xfrm>
                <a:off x="6467663" y="2558828"/>
                <a:ext cx="92160" cy="2811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B7A9302-8B9C-7A93-FA2D-88B943AA87E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450023" y="2540828"/>
                  <a:ext cx="127800" cy="316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791BFD3-9E66-D01B-A197-56A8AFBAA682}"/>
                  </a:ext>
                </a:extLst>
              </p14:cNvPr>
              <p14:cNvContentPartPr/>
              <p14:nvPr/>
            </p14:nvContentPartPr>
            <p14:xfrm>
              <a:off x="1444583" y="4681028"/>
              <a:ext cx="435960" cy="691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791BFD3-9E66-D01B-A197-56A8AFBAA68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26583" y="4663028"/>
                <a:ext cx="471600" cy="10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EF0AB3CD-1BC5-EA3F-0ABF-B8D0BC5BD828}"/>
              </a:ext>
            </a:extLst>
          </p:cNvPr>
          <p:cNvGrpSpPr/>
          <p:nvPr/>
        </p:nvGrpSpPr>
        <p:grpSpPr>
          <a:xfrm>
            <a:off x="8120423" y="622388"/>
            <a:ext cx="602640" cy="470160"/>
            <a:chOff x="8120423" y="622388"/>
            <a:chExt cx="602640" cy="47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A84B4E5-CAF0-8FAC-CEC2-D3B4867BE1EF}"/>
                    </a:ext>
                  </a:extLst>
                </p14:cNvPr>
                <p14:cNvContentPartPr/>
                <p14:nvPr/>
              </p14:nvContentPartPr>
              <p14:xfrm>
                <a:off x="8120423" y="811388"/>
                <a:ext cx="74160" cy="281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A84B4E5-CAF0-8FAC-CEC2-D3B4867BE1E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102423" y="793748"/>
                  <a:ext cx="10980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D2694EB-8691-2E0D-A78F-024DCFC3AB1D}"/>
                    </a:ext>
                  </a:extLst>
                </p14:cNvPr>
                <p14:cNvContentPartPr/>
                <p14:nvPr/>
              </p14:nvContentPartPr>
              <p14:xfrm>
                <a:off x="8246063" y="884108"/>
                <a:ext cx="14760" cy="61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D2694EB-8691-2E0D-A78F-024DCFC3AB1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228063" y="866468"/>
                  <a:ext cx="504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C8F9938-87E9-550A-4023-4F3753176540}"/>
                    </a:ext>
                  </a:extLst>
                </p14:cNvPr>
                <p14:cNvContentPartPr/>
                <p14:nvPr/>
              </p14:nvContentPartPr>
              <p14:xfrm>
                <a:off x="8365943" y="734348"/>
                <a:ext cx="165960" cy="206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C8F9938-87E9-550A-4023-4F375317654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348303" y="716708"/>
                  <a:ext cx="20160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62C08C5-ECB8-27D6-2BA7-052A753B8C4D}"/>
                    </a:ext>
                  </a:extLst>
                </p14:cNvPr>
                <p14:cNvContentPartPr/>
                <p14:nvPr/>
              </p14:nvContentPartPr>
              <p14:xfrm>
                <a:off x="8591303" y="622388"/>
                <a:ext cx="131760" cy="2458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62C08C5-ECB8-27D6-2BA7-052A753B8C4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573663" y="604388"/>
                  <a:ext cx="167400" cy="28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FE52864C-3223-B42A-5A0F-765815DEC3D6}"/>
              </a:ext>
            </a:extLst>
          </p:cNvPr>
          <p:cNvGrpSpPr/>
          <p:nvPr/>
        </p:nvGrpSpPr>
        <p:grpSpPr>
          <a:xfrm>
            <a:off x="7018823" y="1308548"/>
            <a:ext cx="3251880" cy="2800800"/>
            <a:chOff x="7018823" y="1308548"/>
            <a:chExt cx="3251880" cy="280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ADFFB86-A5CF-B645-D845-F39E80FFC147}"/>
                    </a:ext>
                  </a:extLst>
                </p14:cNvPr>
                <p14:cNvContentPartPr/>
                <p14:nvPr/>
              </p14:nvContentPartPr>
              <p14:xfrm>
                <a:off x="8167223" y="1381628"/>
                <a:ext cx="61560" cy="5032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ADFFB86-A5CF-B645-D845-F39E80FFC14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149223" y="1363628"/>
                  <a:ext cx="97200" cy="53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7876D23-86BF-267D-0C7C-928DF71CFA4B}"/>
                    </a:ext>
                  </a:extLst>
                </p14:cNvPr>
                <p14:cNvContentPartPr/>
                <p14:nvPr/>
              </p14:nvContentPartPr>
              <p14:xfrm>
                <a:off x="8176943" y="1448948"/>
                <a:ext cx="322200" cy="421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7876D23-86BF-267D-0C7C-928DF71CFA4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159303" y="1431308"/>
                  <a:ext cx="357840" cy="4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A2F7906-62A8-628E-1A9A-594ABCFC782F}"/>
                    </a:ext>
                  </a:extLst>
                </p14:cNvPr>
                <p14:cNvContentPartPr/>
                <p14:nvPr/>
              </p14:nvContentPartPr>
              <p14:xfrm>
                <a:off x="8486903" y="1308548"/>
                <a:ext cx="66600" cy="6591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A2F7906-62A8-628E-1A9A-594ABCFC782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468903" y="1290908"/>
                  <a:ext cx="102240" cy="69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A6BFCF9-C992-73F8-64B3-F363D39BC749}"/>
                    </a:ext>
                  </a:extLst>
                </p14:cNvPr>
                <p14:cNvContentPartPr/>
                <p14:nvPr/>
              </p14:nvContentPartPr>
              <p14:xfrm>
                <a:off x="8543423" y="1700588"/>
                <a:ext cx="633600" cy="17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A6BFCF9-C992-73F8-64B3-F363D39BC74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525423" y="1682588"/>
                  <a:ext cx="6692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78095F2-26BD-40C3-F145-06CC7FA3BFE7}"/>
                    </a:ext>
                  </a:extLst>
                </p14:cNvPr>
                <p14:cNvContentPartPr/>
                <p14:nvPr/>
              </p14:nvContentPartPr>
              <p14:xfrm>
                <a:off x="7550183" y="1641188"/>
                <a:ext cx="669240" cy="331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78095F2-26BD-40C3-F145-06CC7FA3BFE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532183" y="1623548"/>
                  <a:ext cx="7048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8537628-C5E9-E128-62EE-3FE92AA5B4F5}"/>
                    </a:ext>
                  </a:extLst>
                </p14:cNvPr>
                <p14:cNvContentPartPr/>
                <p14:nvPr/>
              </p14:nvContentPartPr>
              <p14:xfrm>
                <a:off x="7330943" y="1650548"/>
                <a:ext cx="270000" cy="205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8537628-C5E9-E128-62EE-3FE92AA5B4F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313303" y="1632548"/>
                  <a:ext cx="3056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9FAE815-46E6-93EA-6782-CAF1D405DDBB}"/>
                    </a:ext>
                  </a:extLst>
                </p14:cNvPr>
                <p14:cNvContentPartPr/>
                <p14:nvPr/>
              </p14:nvContentPartPr>
              <p14:xfrm>
                <a:off x="7314383" y="1653428"/>
                <a:ext cx="35640" cy="11656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9FAE815-46E6-93EA-6782-CAF1D405DDB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296383" y="1635788"/>
                  <a:ext cx="71280" cy="12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519F2B5-5D40-7E52-D929-A6B43EFCA7ED}"/>
                    </a:ext>
                  </a:extLst>
                </p14:cNvPr>
                <p14:cNvContentPartPr/>
                <p14:nvPr/>
              </p14:nvContentPartPr>
              <p14:xfrm>
                <a:off x="7018823" y="2745668"/>
                <a:ext cx="529200" cy="320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519F2B5-5D40-7E52-D929-A6B43EFCA7E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001183" y="2728028"/>
                  <a:ext cx="5648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786F083-72B9-C29A-68C8-C3658C3F9A2E}"/>
                    </a:ext>
                  </a:extLst>
                </p14:cNvPr>
                <p14:cNvContentPartPr/>
                <p14:nvPr/>
              </p14:nvContentPartPr>
              <p14:xfrm>
                <a:off x="7142303" y="2913788"/>
                <a:ext cx="285480" cy="122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786F083-72B9-C29A-68C8-C3658C3F9A2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124663" y="2896148"/>
                  <a:ext cx="3211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01A3C39-2795-D81D-E846-1EDE6866D66A}"/>
                    </a:ext>
                  </a:extLst>
                </p14:cNvPr>
                <p14:cNvContentPartPr/>
                <p14:nvPr/>
              </p14:nvContentPartPr>
              <p14:xfrm>
                <a:off x="7289183" y="2934308"/>
                <a:ext cx="81720" cy="8712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01A3C39-2795-D81D-E846-1EDE6866D66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271183" y="2916668"/>
                  <a:ext cx="117360" cy="90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C1C5A27-56E0-FCE3-F34B-016D6A44C604}"/>
                    </a:ext>
                  </a:extLst>
                </p14:cNvPr>
                <p14:cNvContentPartPr/>
                <p14:nvPr/>
              </p14:nvContentPartPr>
              <p14:xfrm>
                <a:off x="9192863" y="1685828"/>
                <a:ext cx="348480" cy="36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C1C5A27-56E0-FCE3-F34B-016D6A44C60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174863" y="1668188"/>
                  <a:ext cx="3841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72A22AF-7C8A-4D0A-31D8-8F780F0C26E0}"/>
                    </a:ext>
                  </a:extLst>
                </p14:cNvPr>
                <p14:cNvContentPartPr/>
                <p14:nvPr/>
              </p14:nvContentPartPr>
              <p14:xfrm>
                <a:off x="7344263" y="3798668"/>
                <a:ext cx="37080" cy="3106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72A22AF-7C8A-4D0A-31D8-8F780F0C26E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326263" y="3780668"/>
                  <a:ext cx="7272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87C13F7-80F0-DACF-6B98-413CBAB68DB1}"/>
                    </a:ext>
                  </a:extLst>
                </p14:cNvPr>
                <p14:cNvContentPartPr/>
                <p14:nvPr/>
              </p14:nvContentPartPr>
              <p14:xfrm>
                <a:off x="7402943" y="3827108"/>
                <a:ext cx="2585520" cy="180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87C13F7-80F0-DACF-6B98-413CBAB68DB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384943" y="3809468"/>
                  <a:ext cx="26211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072CFB2-0833-3086-74BC-AD9D379A5660}"/>
                    </a:ext>
                  </a:extLst>
                </p14:cNvPr>
                <p14:cNvContentPartPr/>
                <p14:nvPr/>
              </p14:nvContentPartPr>
              <p14:xfrm>
                <a:off x="9610823" y="1676468"/>
                <a:ext cx="57240" cy="424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072CFB2-0833-3086-74BC-AD9D379A566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593183" y="1658828"/>
                  <a:ext cx="92880" cy="45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7D0558E-DD81-9759-AD3F-95F2F89FDFE6}"/>
                    </a:ext>
                  </a:extLst>
                </p14:cNvPr>
                <p14:cNvContentPartPr/>
                <p14:nvPr/>
              </p14:nvContentPartPr>
              <p14:xfrm>
                <a:off x="9668423" y="2080028"/>
                <a:ext cx="35280" cy="2581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7D0558E-DD81-9759-AD3F-95F2F89FDFE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650423" y="2062028"/>
                  <a:ext cx="7092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C34312E-B24A-6F25-4D55-E9E68D0CD6EE}"/>
                    </a:ext>
                  </a:extLst>
                </p14:cNvPr>
                <p14:cNvContentPartPr/>
                <p14:nvPr/>
              </p14:nvContentPartPr>
              <p14:xfrm>
                <a:off x="9561503" y="2385668"/>
                <a:ext cx="245520" cy="4759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C34312E-B24A-6F25-4D55-E9E68D0CD6E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543503" y="2368028"/>
                  <a:ext cx="281160" cy="51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03805CB-FE05-8B4C-F789-1077D18842C2}"/>
                    </a:ext>
                  </a:extLst>
                </p14:cNvPr>
                <p14:cNvContentPartPr/>
                <p14:nvPr/>
              </p14:nvContentPartPr>
              <p14:xfrm>
                <a:off x="9735023" y="2877428"/>
                <a:ext cx="148320" cy="10969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03805CB-FE05-8B4C-F789-1077D18842C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717383" y="2859788"/>
                  <a:ext cx="183960" cy="11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6BE602A-23CA-0C36-AC10-697E6EFF178B}"/>
                    </a:ext>
                  </a:extLst>
                </p14:cNvPr>
                <p14:cNvContentPartPr/>
                <p14:nvPr/>
              </p14:nvContentPartPr>
              <p14:xfrm>
                <a:off x="10065503" y="2460908"/>
                <a:ext cx="67680" cy="196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6BE602A-23CA-0C36-AC10-697E6EFF178B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047863" y="2442908"/>
                  <a:ext cx="10332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4274E51-0E30-7118-A4CB-94DD551ADF39}"/>
                    </a:ext>
                  </a:extLst>
                </p14:cNvPr>
                <p14:cNvContentPartPr/>
                <p14:nvPr/>
              </p14:nvContentPartPr>
              <p14:xfrm>
                <a:off x="10064423" y="2422748"/>
                <a:ext cx="206280" cy="1364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4274E51-0E30-7118-A4CB-94DD551ADF39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046423" y="2404748"/>
                  <a:ext cx="2419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CECB4AA-D7A1-69A8-F112-26E1F2185CC4}"/>
                    </a:ext>
                  </a:extLst>
                </p14:cNvPr>
                <p14:cNvContentPartPr/>
                <p14:nvPr/>
              </p14:nvContentPartPr>
              <p14:xfrm>
                <a:off x="7900103" y="1857908"/>
                <a:ext cx="105480" cy="37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CECB4AA-D7A1-69A8-F112-26E1F2185CC4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882463" y="1840268"/>
                  <a:ext cx="1411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BAF8513-680E-5278-0B26-CDA8D723FFCE}"/>
                    </a:ext>
                  </a:extLst>
                </p14:cNvPr>
                <p14:cNvContentPartPr/>
                <p14:nvPr/>
              </p14:nvContentPartPr>
              <p14:xfrm>
                <a:off x="7963823" y="1799228"/>
                <a:ext cx="9000" cy="1562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BAF8513-680E-5278-0B26-CDA8D723FFC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945823" y="1781588"/>
                  <a:ext cx="446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658FF69-0180-4FFE-25C7-E4AE72606993}"/>
                    </a:ext>
                  </a:extLst>
                </p14:cNvPr>
                <p14:cNvContentPartPr/>
                <p14:nvPr/>
              </p14:nvContentPartPr>
              <p14:xfrm>
                <a:off x="8736743" y="1894988"/>
                <a:ext cx="182880" cy="230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658FF69-0180-4FFE-25C7-E4AE7260699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719103" y="1876988"/>
                  <a:ext cx="2185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BC6ECCC-402B-4EA0-1DAF-F4023F973167}"/>
                    </a:ext>
                  </a:extLst>
                </p14:cNvPr>
                <p14:cNvContentPartPr/>
                <p14:nvPr/>
              </p14:nvContentPartPr>
              <p14:xfrm>
                <a:off x="9313823" y="3066788"/>
                <a:ext cx="108360" cy="147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BC6ECCC-402B-4EA0-1DAF-F4023F97316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295823" y="3048788"/>
                  <a:ext cx="1440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C42321D-7344-269B-48AB-9B0113996CC9}"/>
                    </a:ext>
                  </a:extLst>
                </p14:cNvPr>
                <p14:cNvContentPartPr/>
                <p14:nvPr/>
              </p14:nvContentPartPr>
              <p14:xfrm>
                <a:off x="9190703" y="2220428"/>
                <a:ext cx="102240" cy="187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C42321D-7344-269B-48AB-9B0113996CC9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172703" y="2202788"/>
                  <a:ext cx="1378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597D795-0310-F9EB-3DE8-CD9C090C1864}"/>
                    </a:ext>
                  </a:extLst>
                </p14:cNvPr>
                <p14:cNvContentPartPr/>
                <p14:nvPr/>
              </p14:nvContentPartPr>
              <p14:xfrm>
                <a:off x="9184223" y="2197028"/>
                <a:ext cx="21240" cy="1238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597D795-0310-F9EB-3DE8-CD9C090C186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166223" y="2179028"/>
                  <a:ext cx="568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D38471C-802B-A7A1-5BB9-7BC47B6816C0}"/>
                    </a:ext>
                  </a:extLst>
                </p14:cNvPr>
                <p14:cNvContentPartPr/>
                <p14:nvPr/>
              </p14:nvContentPartPr>
              <p14:xfrm>
                <a:off x="9087743" y="2238428"/>
                <a:ext cx="82800" cy="90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D38471C-802B-A7A1-5BB9-7BC47B6816C0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070103" y="2220788"/>
                  <a:ext cx="11844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A03C209A-50DC-076A-33FC-7BEE2D90E570}"/>
              </a:ext>
            </a:extLst>
          </p:cNvPr>
          <p:cNvGrpSpPr/>
          <p:nvPr/>
        </p:nvGrpSpPr>
        <p:grpSpPr>
          <a:xfrm>
            <a:off x="6918743" y="4360988"/>
            <a:ext cx="4593960" cy="1280160"/>
            <a:chOff x="6918743" y="4360988"/>
            <a:chExt cx="4593960" cy="128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7DFF75B-9917-6507-E848-4D029127AEAF}"/>
                    </a:ext>
                  </a:extLst>
                </p14:cNvPr>
                <p14:cNvContentPartPr/>
                <p14:nvPr/>
              </p14:nvContentPartPr>
              <p14:xfrm>
                <a:off x="6918743" y="4634948"/>
                <a:ext cx="157680" cy="3484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7DFF75B-9917-6507-E848-4D029127AEAF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901103" y="4617308"/>
                  <a:ext cx="19332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8F9EEAC-6C73-2196-9484-52051E506F7F}"/>
                    </a:ext>
                  </a:extLst>
                </p14:cNvPr>
                <p14:cNvContentPartPr/>
                <p14:nvPr/>
              </p14:nvContentPartPr>
              <p14:xfrm>
                <a:off x="7210343" y="4820348"/>
                <a:ext cx="161640" cy="226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8F9EEAC-6C73-2196-9484-52051E506F7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192703" y="4802348"/>
                  <a:ext cx="1972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955BF92-20A1-DE8D-8CCA-2A27D9B72F7B}"/>
                    </a:ext>
                  </a:extLst>
                </p14:cNvPr>
                <p14:cNvContentPartPr/>
                <p14:nvPr/>
              </p14:nvContentPartPr>
              <p14:xfrm>
                <a:off x="7538303" y="4807388"/>
                <a:ext cx="45000" cy="129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955BF92-20A1-DE8D-8CCA-2A27D9B72F7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520663" y="4789388"/>
                  <a:ext cx="806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A398EA4-A53B-9D18-2251-48A6494D8279}"/>
                    </a:ext>
                  </a:extLst>
                </p14:cNvPr>
                <p14:cNvContentPartPr/>
                <p14:nvPr/>
              </p14:nvContentPartPr>
              <p14:xfrm>
                <a:off x="7573223" y="4861028"/>
                <a:ext cx="47880" cy="144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A398EA4-A53B-9D18-2251-48A6494D8279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555583" y="4843028"/>
                  <a:ext cx="835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56A855E-D209-65F2-B614-F6805B3ED2DD}"/>
                    </a:ext>
                  </a:extLst>
                </p14:cNvPr>
                <p14:cNvContentPartPr/>
                <p14:nvPr/>
              </p14:nvContentPartPr>
              <p14:xfrm>
                <a:off x="7942943" y="4580228"/>
                <a:ext cx="187920" cy="3294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56A855E-D209-65F2-B614-F6805B3ED2D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925303" y="4562588"/>
                  <a:ext cx="22356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6687175-7E7F-3E21-7119-DD5922AC8927}"/>
                    </a:ext>
                  </a:extLst>
                </p14:cNvPr>
                <p14:cNvContentPartPr/>
                <p14:nvPr/>
              </p14:nvContentPartPr>
              <p14:xfrm>
                <a:off x="8266583" y="4840868"/>
                <a:ext cx="86400" cy="2181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6687175-7E7F-3E21-7119-DD5922AC8927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248583" y="4822868"/>
                  <a:ext cx="12204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C104EB4-D22B-EB50-FE40-8133EA866904}"/>
                    </a:ext>
                  </a:extLst>
                </p14:cNvPr>
                <p14:cNvContentPartPr/>
                <p14:nvPr/>
              </p14:nvContentPartPr>
              <p14:xfrm>
                <a:off x="8342903" y="5023028"/>
                <a:ext cx="64080" cy="428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C104EB4-D22B-EB50-FE40-8133EA866904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324903" y="5005028"/>
                  <a:ext cx="997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47D3572-4209-3680-BC56-D8B59B2E6A20}"/>
                    </a:ext>
                  </a:extLst>
                </p14:cNvPr>
                <p14:cNvContentPartPr/>
                <p14:nvPr/>
              </p14:nvContentPartPr>
              <p14:xfrm>
                <a:off x="8470343" y="4873268"/>
                <a:ext cx="29880" cy="1303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47D3572-4209-3680-BC56-D8B59B2E6A20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452343" y="4855268"/>
                  <a:ext cx="655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F18AEC2-A1C6-E552-2B19-365D3141D939}"/>
                    </a:ext>
                  </a:extLst>
                </p14:cNvPr>
                <p14:cNvContentPartPr/>
                <p14:nvPr/>
              </p14:nvContentPartPr>
              <p14:xfrm>
                <a:off x="8471063" y="4806668"/>
                <a:ext cx="99360" cy="1062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F18AEC2-A1C6-E552-2B19-365D3141D939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453063" y="4789028"/>
                  <a:ext cx="1350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5FE9034-6822-9D51-C1F8-4C61A0CD83C7}"/>
                    </a:ext>
                  </a:extLst>
                </p14:cNvPr>
                <p14:cNvContentPartPr/>
                <p14:nvPr/>
              </p14:nvContentPartPr>
              <p14:xfrm>
                <a:off x="8542703" y="4943828"/>
                <a:ext cx="90000" cy="504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5FE9034-6822-9D51-C1F8-4C61A0CD83C7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524703" y="4925828"/>
                  <a:ext cx="1256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8F9D33A-89B3-6E6C-6458-8DDF1934280B}"/>
                    </a:ext>
                  </a:extLst>
                </p14:cNvPr>
                <p14:cNvContentPartPr/>
                <p14:nvPr/>
              </p14:nvContentPartPr>
              <p14:xfrm>
                <a:off x="8694623" y="4804508"/>
                <a:ext cx="30240" cy="1839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8F9D33A-89B3-6E6C-6458-8DDF1934280B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676623" y="4786868"/>
                  <a:ext cx="6588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891A540-764F-05D0-A70A-C59B91494297}"/>
                    </a:ext>
                  </a:extLst>
                </p14:cNvPr>
                <p14:cNvContentPartPr/>
                <p14:nvPr/>
              </p14:nvContentPartPr>
              <p14:xfrm>
                <a:off x="8731343" y="4789388"/>
                <a:ext cx="98640" cy="1764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891A540-764F-05D0-A70A-C59B91494297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713343" y="4771748"/>
                  <a:ext cx="1342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8FD6B2B-EB00-8CCF-F2A6-1E4C20029E67}"/>
                    </a:ext>
                  </a:extLst>
                </p14:cNvPr>
                <p14:cNvContentPartPr/>
                <p14:nvPr/>
              </p14:nvContentPartPr>
              <p14:xfrm>
                <a:off x="9077303" y="4700468"/>
                <a:ext cx="153000" cy="475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8FD6B2B-EB00-8CCF-F2A6-1E4C20029E67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059303" y="4682468"/>
                  <a:ext cx="18864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6048366-561E-5120-BBBF-1A4BB0B49F94}"/>
                    </a:ext>
                  </a:extLst>
                </p14:cNvPr>
                <p14:cNvContentPartPr/>
                <p14:nvPr/>
              </p14:nvContentPartPr>
              <p14:xfrm>
                <a:off x="9135983" y="4655468"/>
                <a:ext cx="27360" cy="2041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6048366-561E-5120-BBBF-1A4BB0B49F94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118343" y="4637468"/>
                  <a:ext cx="6300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2AF2B85-C239-4C0B-6F61-4BDD0A6F8C2F}"/>
                    </a:ext>
                  </a:extLst>
                </p14:cNvPr>
                <p14:cNvContentPartPr/>
                <p14:nvPr/>
              </p14:nvContentPartPr>
              <p14:xfrm>
                <a:off x="9714503" y="4504988"/>
                <a:ext cx="66240" cy="3373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2AF2B85-C239-4C0B-6F61-4BDD0A6F8C2F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696503" y="4486988"/>
                  <a:ext cx="10188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A7E0398-252C-1693-37C8-0E7E2CF7A7BB}"/>
                    </a:ext>
                  </a:extLst>
                </p14:cNvPr>
                <p14:cNvContentPartPr/>
                <p14:nvPr/>
              </p14:nvContentPartPr>
              <p14:xfrm>
                <a:off x="9683543" y="4849508"/>
                <a:ext cx="118080" cy="410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A7E0398-252C-1693-37C8-0E7E2CF7A7BB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665903" y="4831868"/>
                  <a:ext cx="1537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767FCF8-EECF-398E-F81D-732ACF8A8780}"/>
                    </a:ext>
                  </a:extLst>
                </p14:cNvPr>
                <p14:cNvContentPartPr/>
                <p14:nvPr/>
              </p14:nvContentPartPr>
              <p14:xfrm>
                <a:off x="10059383" y="4525148"/>
                <a:ext cx="62280" cy="2970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767FCF8-EECF-398E-F81D-732ACF8A8780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041383" y="4507508"/>
                  <a:ext cx="9792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2F11A87-4F47-27EB-5617-05D51F1923F7}"/>
                    </a:ext>
                  </a:extLst>
                </p14:cNvPr>
                <p14:cNvContentPartPr/>
                <p14:nvPr/>
              </p14:nvContentPartPr>
              <p14:xfrm>
                <a:off x="10042463" y="4519748"/>
                <a:ext cx="231120" cy="1702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2F11A87-4F47-27EB-5617-05D51F1923F7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024823" y="4501748"/>
                  <a:ext cx="2667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816631D-C3C9-2345-0044-6841C53FDF4A}"/>
                    </a:ext>
                  </a:extLst>
                </p14:cNvPr>
                <p14:cNvContentPartPr/>
                <p14:nvPr/>
              </p14:nvContentPartPr>
              <p14:xfrm>
                <a:off x="7139783" y="5386988"/>
                <a:ext cx="168120" cy="2541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816631D-C3C9-2345-0044-6841C53FDF4A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121783" y="5368988"/>
                  <a:ext cx="20376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096E340-3EDF-0859-BCFF-5116D121C0EE}"/>
                    </a:ext>
                  </a:extLst>
                </p14:cNvPr>
                <p14:cNvContentPartPr/>
                <p14:nvPr/>
              </p14:nvContentPartPr>
              <p14:xfrm>
                <a:off x="7374503" y="5424068"/>
                <a:ext cx="135720" cy="1728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096E340-3EDF-0859-BCFF-5116D121C0EE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356503" y="5406068"/>
                  <a:ext cx="17136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0370CD7-3EE7-D3F7-41D5-BA9F24E3B782}"/>
                    </a:ext>
                  </a:extLst>
                </p14:cNvPr>
                <p14:cNvContentPartPr/>
                <p14:nvPr/>
              </p14:nvContentPartPr>
              <p14:xfrm>
                <a:off x="7682663" y="5479508"/>
                <a:ext cx="111600" cy="590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0370CD7-3EE7-D3F7-41D5-BA9F24E3B782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665023" y="5461868"/>
                  <a:ext cx="1472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0DF2232-A86E-4DF6-5D69-1B05DDDA5CB1}"/>
                    </a:ext>
                  </a:extLst>
                </p14:cNvPr>
                <p14:cNvContentPartPr/>
                <p14:nvPr/>
              </p14:nvContentPartPr>
              <p14:xfrm>
                <a:off x="7727663" y="5543948"/>
                <a:ext cx="118440" cy="525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0DF2232-A86E-4DF6-5D69-1B05DDDA5CB1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709663" y="5526308"/>
                  <a:ext cx="1540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81D145A-BECE-6502-9A5F-86C1B345C332}"/>
                    </a:ext>
                  </a:extLst>
                </p14:cNvPr>
                <p14:cNvContentPartPr/>
                <p14:nvPr/>
              </p14:nvContentPartPr>
              <p14:xfrm>
                <a:off x="8237063" y="5292668"/>
                <a:ext cx="44640" cy="2624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81D145A-BECE-6502-9A5F-86C1B345C332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219063" y="5274668"/>
                  <a:ext cx="8028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AA79C65-1C0C-E6E8-D7EA-CB607E072DB5}"/>
                    </a:ext>
                  </a:extLst>
                </p14:cNvPr>
                <p14:cNvContentPartPr/>
                <p14:nvPr/>
              </p14:nvContentPartPr>
              <p14:xfrm>
                <a:off x="8358383" y="5395268"/>
                <a:ext cx="5760" cy="43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AA79C65-1C0C-E6E8-D7EA-CB607E072DB5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340383" y="5377628"/>
                  <a:ext cx="414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DDC87D3-038D-CBC1-57A7-656141AAF0B0}"/>
                    </a:ext>
                  </a:extLst>
                </p14:cNvPr>
                <p14:cNvContentPartPr/>
                <p14:nvPr/>
              </p14:nvContentPartPr>
              <p14:xfrm>
                <a:off x="8450183" y="5297708"/>
                <a:ext cx="142560" cy="1886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DDC87D3-038D-CBC1-57A7-656141AAF0B0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432183" y="5279708"/>
                  <a:ext cx="1782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98DDBA1-7089-B3A2-B0F6-D607CD36BDCB}"/>
                    </a:ext>
                  </a:extLst>
                </p14:cNvPr>
                <p14:cNvContentPartPr/>
                <p14:nvPr/>
              </p14:nvContentPartPr>
              <p14:xfrm>
                <a:off x="8787503" y="5330468"/>
                <a:ext cx="223200" cy="367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98DDBA1-7089-B3A2-B0F6-D607CD36BDCB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769863" y="5312468"/>
                  <a:ext cx="2588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F1CC6FD-CF34-55FC-6290-04868A598166}"/>
                    </a:ext>
                  </a:extLst>
                </p14:cNvPr>
                <p14:cNvContentPartPr/>
                <p14:nvPr/>
              </p14:nvContentPartPr>
              <p14:xfrm>
                <a:off x="8911703" y="5253068"/>
                <a:ext cx="48960" cy="2322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F1CC6FD-CF34-55FC-6290-04868A598166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894063" y="5235068"/>
                  <a:ext cx="846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FECA87D-063C-5969-8323-3B53FD0C1D15}"/>
                    </a:ext>
                  </a:extLst>
                </p14:cNvPr>
                <p14:cNvContentPartPr/>
                <p14:nvPr/>
              </p14:nvContentPartPr>
              <p14:xfrm>
                <a:off x="9273863" y="5246948"/>
                <a:ext cx="154080" cy="1890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FECA87D-063C-5969-8323-3B53FD0C1D15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256223" y="5229308"/>
                  <a:ext cx="1897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2C863A3-8C21-B0A9-4452-AD8E5658550C}"/>
                    </a:ext>
                  </a:extLst>
                </p14:cNvPr>
                <p14:cNvContentPartPr/>
                <p14:nvPr/>
              </p14:nvContentPartPr>
              <p14:xfrm>
                <a:off x="9514343" y="5257388"/>
                <a:ext cx="100440" cy="1634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2C863A3-8C21-B0A9-4452-AD8E5658550C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496343" y="5239748"/>
                  <a:ext cx="1360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728B71E-98BC-1682-0DDD-8DC239E80036}"/>
                    </a:ext>
                  </a:extLst>
                </p14:cNvPr>
                <p14:cNvContentPartPr/>
                <p14:nvPr/>
              </p14:nvContentPartPr>
              <p14:xfrm>
                <a:off x="9702623" y="5319668"/>
                <a:ext cx="279000" cy="1173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728B71E-98BC-1682-0DDD-8DC239E8003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684983" y="5301668"/>
                  <a:ext cx="3146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9760F94-B2D7-9AFE-50C5-AB8DF0CF4824}"/>
                    </a:ext>
                  </a:extLst>
                </p14:cNvPr>
                <p14:cNvContentPartPr/>
                <p14:nvPr/>
              </p14:nvContentPartPr>
              <p14:xfrm>
                <a:off x="10093943" y="5251628"/>
                <a:ext cx="31680" cy="192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9760F94-B2D7-9AFE-50C5-AB8DF0CF4824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0075943" y="5233628"/>
                  <a:ext cx="6732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60B81FF-CE22-1B00-5CF5-8EC71803C72A}"/>
                    </a:ext>
                  </a:extLst>
                </p14:cNvPr>
                <p14:cNvContentPartPr/>
                <p14:nvPr/>
              </p14:nvContentPartPr>
              <p14:xfrm>
                <a:off x="10139303" y="5226068"/>
                <a:ext cx="141480" cy="2019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60B81FF-CE22-1B00-5CF5-8EC71803C72A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0121663" y="5208428"/>
                  <a:ext cx="1771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D50B5BD-1B20-5F65-39D4-8AA09E60A948}"/>
                    </a:ext>
                  </a:extLst>
                </p14:cNvPr>
                <p14:cNvContentPartPr/>
                <p14:nvPr/>
              </p14:nvContentPartPr>
              <p14:xfrm>
                <a:off x="10127783" y="5333348"/>
                <a:ext cx="96120" cy="550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D50B5BD-1B20-5F65-39D4-8AA09E60A948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0110143" y="5315708"/>
                  <a:ext cx="1317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FD1F808-6E0B-2FC0-4CD3-6182C5F677E7}"/>
                    </a:ext>
                  </a:extLst>
                </p14:cNvPr>
                <p14:cNvContentPartPr/>
                <p14:nvPr/>
              </p14:nvContentPartPr>
              <p14:xfrm>
                <a:off x="10633583" y="5123828"/>
                <a:ext cx="40320" cy="2257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FD1F808-6E0B-2FC0-4CD3-6182C5F677E7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0615943" y="5105828"/>
                  <a:ext cx="7596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F32859B-2E50-362C-E605-DA0D8FFDE061}"/>
                    </a:ext>
                  </a:extLst>
                </p14:cNvPr>
                <p14:cNvContentPartPr/>
                <p14:nvPr/>
              </p14:nvContentPartPr>
              <p14:xfrm>
                <a:off x="10652303" y="5079548"/>
                <a:ext cx="195480" cy="1674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F32859B-2E50-362C-E605-DA0D8FFDE061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0634663" y="5061908"/>
                  <a:ext cx="2311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296000F-DBCA-8044-25BA-E2F2BF4A638B}"/>
                    </a:ext>
                  </a:extLst>
                </p14:cNvPr>
                <p14:cNvContentPartPr/>
                <p14:nvPr/>
              </p14:nvContentPartPr>
              <p14:xfrm>
                <a:off x="10406783" y="4920068"/>
                <a:ext cx="628560" cy="921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296000F-DBCA-8044-25BA-E2F2BF4A638B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0388783" y="4902428"/>
                  <a:ext cx="66420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B9E5785-8ABA-0D88-8EA6-6ACE259C7507}"/>
                    </a:ext>
                  </a:extLst>
                </p14:cNvPr>
                <p14:cNvContentPartPr/>
                <p14:nvPr/>
              </p14:nvContentPartPr>
              <p14:xfrm>
                <a:off x="10651583" y="4915028"/>
                <a:ext cx="467640" cy="6699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B9E5785-8ABA-0D88-8EA6-6ACE259C7507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0633583" y="4897388"/>
                  <a:ext cx="503280" cy="70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A93D9A3-A6CC-706D-9AD6-9ECC9E351010}"/>
                    </a:ext>
                  </a:extLst>
                </p14:cNvPr>
                <p14:cNvContentPartPr/>
                <p14:nvPr/>
              </p14:nvContentPartPr>
              <p14:xfrm>
                <a:off x="10458623" y="5159468"/>
                <a:ext cx="18720" cy="4125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A93D9A3-A6CC-706D-9AD6-9ECC9E351010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0440623" y="5141468"/>
                  <a:ext cx="54360" cy="44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0FC08D9-CF18-9C79-3505-61AE483BA720}"/>
                    </a:ext>
                  </a:extLst>
                </p14:cNvPr>
                <p14:cNvContentPartPr/>
                <p14:nvPr/>
              </p14:nvContentPartPr>
              <p14:xfrm>
                <a:off x="10920503" y="4569068"/>
                <a:ext cx="339480" cy="6001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0FC08D9-CF18-9C79-3505-61AE483BA720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0902503" y="4551068"/>
                  <a:ext cx="375120" cy="63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FA3275A-2B43-DA7A-52AC-E2618F3417DF}"/>
                    </a:ext>
                  </a:extLst>
                </p14:cNvPr>
                <p14:cNvContentPartPr/>
                <p14:nvPr/>
              </p14:nvContentPartPr>
              <p14:xfrm>
                <a:off x="11365823" y="4360988"/>
                <a:ext cx="138600" cy="2080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FA3275A-2B43-DA7A-52AC-E2618F3417DF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1348183" y="4342988"/>
                  <a:ext cx="17424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9D4428E-83A1-A48A-DA35-0CE1D98E5910}"/>
                    </a:ext>
                  </a:extLst>
                </p14:cNvPr>
                <p14:cNvContentPartPr/>
                <p14:nvPr/>
              </p14:nvContentPartPr>
              <p14:xfrm>
                <a:off x="11482823" y="4723508"/>
                <a:ext cx="29880" cy="108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9D4428E-83A1-A48A-DA35-0CE1D98E5910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1465183" y="4705868"/>
                  <a:ext cx="65520" cy="4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41BE9B2D-799C-082E-E6B3-C045FC286D20}"/>
              </a:ext>
            </a:extLst>
          </p:cNvPr>
          <p:cNvGrpSpPr/>
          <p:nvPr/>
        </p:nvGrpSpPr>
        <p:grpSpPr>
          <a:xfrm>
            <a:off x="7262543" y="5769308"/>
            <a:ext cx="2749320" cy="501480"/>
            <a:chOff x="7262543" y="5769308"/>
            <a:chExt cx="2749320" cy="50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199D8AF-D321-7FF0-02F1-BE5BE6C00FC2}"/>
                    </a:ext>
                  </a:extLst>
                </p14:cNvPr>
                <p14:cNvContentPartPr/>
                <p14:nvPr/>
              </p14:nvContentPartPr>
              <p14:xfrm>
                <a:off x="7262543" y="6007988"/>
                <a:ext cx="197640" cy="2628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199D8AF-D321-7FF0-02F1-BE5BE6C00FC2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244903" y="5990348"/>
                  <a:ext cx="23328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60AD539-0AB9-9554-F0D1-E5B0CA8A672A}"/>
                    </a:ext>
                  </a:extLst>
                </p14:cNvPr>
                <p14:cNvContentPartPr/>
                <p14:nvPr/>
              </p14:nvContentPartPr>
              <p14:xfrm>
                <a:off x="7402583" y="6139748"/>
                <a:ext cx="46080" cy="316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60AD539-0AB9-9554-F0D1-E5B0CA8A672A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384583" y="6122108"/>
                  <a:ext cx="8172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648B71B-531F-5214-0729-A41FB771E029}"/>
                    </a:ext>
                  </a:extLst>
                </p14:cNvPr>
                <p14:cNvContentPartPr/>
                <p14:nvPr/>
              </p14:nvContentPartPr>
              <p14:xfrm>
                <a:off x="7603103" y="6096188"/>
                <a:ext cx="18000" cy="266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648B71B-531F-5214-0729-A41FB771E029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585463" y="6078548"/>
                  <a:ext cx="536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5ED77F8-8788-8B8E-B23C-9EB86EE49118}"/>
                    </a:ext>
                  </a:extLst>
                </p14:cNvPr>
                <p14:cNvContentPartPr/>
                <p14:nvPr/>
              </p14:nvContentPartPr>
              <p14:xfrm>
                <a:off x="7686263" y="6009428"/>
                <a:ext cx="122760" cy="1850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5ED77F8-8788-8B8E-B23C-9EB86EE49118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668263" y="5991428"/>
                  <a:ext cx="1584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C60FAF3-EE0F-1BED-B41A-627ED5B1B154}"/>
                    </a:ext>
                  </a:extLst>
                </p14:cNvPr>
                <p14:cNvContentPartPr/>
                <p14:nvPr/>
              </p14:nvContentPartPr>
              <p14:xfrm>
                <a:off x="7877063" y="5933828"/>
                <a:ext cx="143640" cy="2001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C60FAF3-EE0F-1BED-B41A-627ED5B1B154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7859423" y="5916188"/>
                  <a:ext cx="17928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04A8B6F-D29B-E17E-62C4-1F4CCA412147}"/>
                    </a:ext>
                  </a:extLst>
                </p14:cNvPr>
                <p14:cNvContentPartPr/>
                <p14:nvPr/>
              </p14:nvContentPartPr>
              <p14:xfrm>
                <a:off x="8233103" y="6014828"/>
                <a:ext cx="58680" cy="313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04A8B6F-D29B-E17E-62C4-1F4CCA412147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8215463" y="5996828"/>
                  <a:ext cx="943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B7811E8-B28F-A0FE-C7C2-3731A2059BB7}"/>
                    </a:ext>
                  </a:extLst>
                </p14:cNvPr>
                <p14:cNvContentPartPr/>
                <p14:nvPr/>
              </p14:nvContentPartPr>
              <p14:xfrm>
                <a:off x="8280983" y="6089708"/>
                <a:ext cx="89640" cy="273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B7811E8-B28F-A0FE-C7C2-3731A2059BB7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262983" y="6072068"/>
                  <a:ext cx="1252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50DBBEA9-AE5D-9090-0276-2B2D2B58EACB}"/>
                    </a:ext>
                  </a:extLst>
                </p14:cNvPr>
                <p14:cNvContentPartPr/>
                <p14:nvPr/>
              </p14:nvContentPartPr>
              <p14:xfrm>
                <a:off x="8562863" y="5920868"/>
                <a:ext cx="178560" cy="1897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50DBBEA9-AE5D-9090-0276-2B2D2B58EACB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545223" y="5903228"/>
                  <a:ext cx="2142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9CA2DA3-0842-3524-9327-87135DC261FB}"/>
                    </a:ext>
                  </a:extLst>
                </p14:cNvPr>
                <p14:cNvContentPartPr/>
                <p14:nvPr/>
              </p14:nvContentPartPr>
              <p14:xfrm>
                <a:off x="8795063" y="5951468"/>
                <a:ext cx="127800" cy="1306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9CA2DA3-0842-3524-9327-87135DC261FB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777063" y="5933468"/>
                  <a:ext cx="1634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0239DEE-904E-B583-8966-C60E38C88114}"/>
                    </a:ext>
                  </a:extLst>
                </p14:cNvPr>
                <p14:cNvContentPartPr/>
                <p14:nvPr/>
              </p14:nvContentPartPr>
              <p14:xfrm>
                <a:off x="8986943" y="5989988"/>
                <a:ext cx="263160" cy="1292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0239DEE-904E-B583-8966-C60E38C88114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968943" y="5972348"/>
                  <a:ext cx="2988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EE61AE8-D907-C68A-C5B6-323D26D8EECB}"/>
                    </a:ext>
                  </a:extLst>
                </p14:cNvPr>
                <p14:cNvContentPartPr/>
                <p14:nvPr/>
              </p14:nvContentPartPr>
              <p14:xfrm>
                <a:off x="9331463" y="5902148"/>
                <a:ext cx="42840" cy="2077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EE61AE8-D907-C68A-C5B6-323D26D8EECB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9313463" y="5884148"/>
                  <a:ext cx="7848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284522B-C2AA-AF66-BDAE-268D68D153A9}"/>
                    </a:ext>
                  </a:extLst>
                </p14:cNvPr>
                <p14:cNvContentPartPr/>
                <p14:nvPr/>
              </p14:nvContentPartPr>
              <p14:xfrm>
                <a:off x="9329663" y="5883068"/>
                <a:ext cx="137520" cy="1720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284522B-C2AA-AF66-BDAE-268D68D153A9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9311663" y="5865068"/>
                  <a:ext cx="1731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9CC3D9D6-346E-4892-0FFF-B7EA694C30A5}"/>
                    </a:ext>
                  </a:extLst>
                </p14:cNvPr>
                <p14:cNvContentPartPr/>
                <p14:nvPr/>
              </p14:nvContentPartPr>
              <p14:xfrm>
                <a:off x="9778943" y="5797748"/>
                <a:ext cx="58320" cy="2559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9CC3D9D6-346E-4892-0FFF-B7EA694C30A5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9760943" y="5779748"/>
                  <a:ext cx="9396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B4CDF0A8-A378-FC00-024B-D0E6B540B061}"/>
                    </a:ext>
                  </a:extLst>
                </p14:cNvPr>
                <p14:cNvContentPartPr/>
                <p14:nvPr/>
              </p14:nvContentPartPr>
              <p14:xfrm>
                <a:off x="9755903" y="5769308"/>
                <a:ext cx="255960" cy="1792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B4CDF0A8-A378-FC00-024B-D0E6B540B061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9738263" y="5751668"/>
                  <a:ext cx="29160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F31F95A-B71A-EBE2-153C-338AAB61E287}"/>
                    </a:ext>
                  </a:extLst>
                </p14:cNvPr>
                <p14:cNvContentPartPr/>
                <p14:nvPr/>
              </p14:nvContentPartPr>
              <p14:xfrm>
                <a:off x="9591743" y="5979548"/>
                <a:ext cx="3960" cy="82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F31F95A-B71A-EBE2-153C-338AAB61E287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574103" y="5961548"/>
                  <a:ext cx="39600" cy="4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9006C25F-508F-94C6-2C71-B763C928B13F}"/>
              </a:ext>
            </a:extLst>
          </p:cNvPr>
          <p:cNvGrpSpPr/>
          <p:nvPr/>
        </p:nvGrpSpPr>
        <p:grpSpPr>
          <a:xfrm>
            <a:off x="8410223" y="6412988"/>
            <a:ext cx="511200" cy="275040"/>
            <a:chOff x="8410223" y="6412988"/>
            <a:chExt cx="511200" cy="27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395D398-DA86-D339-E9D9-1E305824A0B6}"/>
                    </a:ext>
                  </a:extLst>
                </p14:cNvPr>
                <p14:cNvContentPartPr/>
                <p14:nvPr/>
              </p14:nvContentPartPr>
              <p14:xfrm>
                <a:off x="8410223" y="6437828"/>
                <a:ext cx="59400" cy="2502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395D398-DA86-D339-E9D9-1E305824A0B6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8392583" y="6419828"/>
                  <a:ext cx="9504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17C2B26-16ED-7148-178A-1901DBA98A86}"/>
                    </a:ext>
                  </a:extLst>
                </p14:cNvPr>
                <p14:cNvContentPartPr/>
                <p14:nvPr/>
              </p14:nvContentPartPr>
              <p14:xfrm>
                <a:off x="8460983" y="6412988"/>
                <a:ext cx="191880" cy="2048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17C2B26-16ED-7148-178A-1901DBA98A86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443343" y="6394988"/>
                  <a:ext cx="2275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291CA0F-252B-A5D3-3F87-67BE31750DA4}"/>
                    </a:ext>
                  </a:extLst>
                </p14:cNvPr>
                <p14:cNvContentPartPr/>
                <p14:nvPr/>
              </p14:nvContentPartPr>
              <p14:xfrm>
                <a:off x="8798663" y="6520988"/>
                <a:ext cx="122760" cy="752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291CA0F-252B-A5D3-3F87-67BE31750DA4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780663" y="6503348"/>
                  <a:ext cx="158400" cy="11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133C6C26-A6FB-3A26-4629-7727A136A121}"/>
              </a:ext>
            </a:extLst>
          </p:cNvPr>
          <p:cNvGrpSpPr/>
          <p:nvPr/>
        </p:nvGrpSpPr>
        <p:grpSpPr>
          <a:xfrm>
            <a:off x="9263423" y="6241268"/>
            <a:ext cx="1139760" cy="525600"/>
            <a:chOff x="9263423" y="6241268"/>
            <a:chExt cx="1139760" cy="52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7AF6DCD0-8DDA-07B1-6220-960E8770FAD0}"/>
                    </a:ext>
                  </a:extLst>
                </p14:cNvPr>
                <p14:cNvContentPartPr/>
                <p14:nvPr/>
              </p14:nvContentPartPr>
              <p14:xfrm>
                <a:off x="9338663" y="6277988"/>
                <a:ext cx="165600" cy="2584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7AF6DCD0-8DDA-07B1-6220-960E8770FAD0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9321023" y="6260348"/>
                  <a:ext cx="20124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FED5540-A4C3-01EB-6F7C-576C2B63DD92}"/>
                    </a:ext>
                  </a:extLst>
                </p14:cNvPr>
                <p14:cNvContentPartPr/>
                <p14:nvPr/>
              </p14:nvContentPartPr>
              <p14:xfrm>
                <a:off x="9361343" y="6332348"/>
                <a:ext cx="294840" cy="1342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FED5540-A4C3-01EB-6F7C-576C2B63DD92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9343703" y="6314708"/>
                  <a:ext cx="33048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284B4D0-C76D-F2FE-44EB-80408D2810DC}"/>
                    </a:ext>
                  </a:extLst>
                </p14:cNvPr>
                <p14:cNvContentPartPr/>
                <p14:nvPr/>
              </p14:nvContentPartPr>
              <p14:xfrm>
                <a:off x="9745103" y="6241268"/>
                <a:ext cx="211320" cy="1728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284B4D0-C76D-F2FE-44EB-80408D2810DC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9727103" y="6223628"/>
                  <a:ext cx="24696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FE44D259-A998-9D47-C630-A949BC04F92A}"/>
                    </a:ext>
                  </a:extLst>
                </p14:cNvPr>
                <p14:cNvContentPartPr/>
                <p14:nvPr/>
              </p14:nvContentPartPr>
              <p14:xfrm>
                <a:off x="9263423" y="6426308"/>
                <a:ext cx="837360" cy="2030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FE44D259-A998-9D47-C630-A949BC04F92A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9245423" y="6408668"/>
                  <a:ext cx="87300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CB7A5635-BD8D-DFDE-1B3C-D3E891F450BB}"/>
                    </a:ext>
                  </a:extLst>
                </p14:cNvPr>
                <p14:cNvContentPartPr/>
                <p14:nvPr/>
              </p14:nvContentPartPr>
              <p14:xfrm>
                <a:off x="9624863" y="6607748"/>
                <a:ext cx="250560" cy="1591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CB7A5635-BD8D-DFDE-1B3C-D3E891F450BB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9606863" y="6590108"/>
                  <a:ext cx="2862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A141DF4-93EF-2371-FCB1-C0F86B862383}"/>
                    </a:ext>
                  </a:extLst>
                </p14:cNvPr>
                <p14:cNvContentPartPr/>
                <p14:nvPr/>
              </p14:nvContentPartPr>
              <p14:xfrm>
                <a:off x="9952103" y="6630788"/>
                <a:ext cx="106200" cy="1256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A141DF4-93EF-2371-FCB1-C0F86B862383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9934463" y="6613148"/>
                  <a:ext cx="1418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530DEDD-7D27-CE91-3992-11121D5AD0E5}"/>
                    </a:ext>
                  </a:extLst>
                </p14:cNvPr>
                <p14:cNvContentPartPr/>
                <p14:nvPr/>
              </p14:nvContentPartPr>
              <p14:xfrm>
                <a:off x="10189703" y="6626468"/>
                <a:ext cx="213480" cy="88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530DEDD-7D27-CE91-3992-11121D5AD0E5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0171703" y="6608468"/>
                  <a:ext cx="249120" cy="12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7DFC686D-C329-6326-B08F-BDB0CFAAD9A8}"/>
              </a:ext>
            </a:extLst>
          </p:cNvPr>
          <p:cNvGrpSpPr/>
          <p:nvPr/>
        </p:nvGrpSpPr>
        <p:grpSpPr>
          <a:xfrm>
            <a:off x="10755983" y="6320108"/>
            <a:ext cx="117720" cy="92520"/>
            <a:chOff x="10755983" y="6320108"/>
            <a:chExt cx="117720" cy="9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4AE777B-B332-83B1-1BBA-CC97B3A0035B}"/>
                    </a:ext>
                  </a:extLst>
                </p14:cNvPr>
                <p14:cNvContentPartPr/>
                <p14:nvPr/>
              </p14:nvContentPartPr>
              <p14:xfrm>
                <a:off x="10755983" y="6320108"/>
                <a:ext cx="48960" cy="248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4AE777B-B332-83B1-1BBA-CC97B3A0035B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0738343" y="6302108"/>
                  <a:ext cx="846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99C67800-21BD-6F5E-BE7E-043B72BC9B30}"/>
                    </a:ext>
                  </a:extLst>
                </p14:cNvPr>
                <p14:cNvContentPartPr/>
                <p14:nvPr/>
              </p14:nvContentPartPr>
              <p14:xfrm>
                <a:off x="10766063" y="6379148"/>
                <a:ext cx="107640" cy="334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99C67800-21BD-6F5E-BE7E-043B72BC9B30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0748423" y="6361148"/>
                  <a:ext cx="143280" cy="6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119A6E12-87B6-B070-8515-C8C659BEDB69}"/>
              </a:ext>
            </a:extLst>
          </p:cNvPr>
          <p:cNvGrpSpPr/>
          <p:nvPr/>
        </p:nvGrpSpPr>
        <p:grpSpPr>
          <a:xfrm>
            <a:off x="11017343" y="6095108"/>
            <a:ext cx="1011240" cy="279000"/>
            <a:chOff x="11017343" y="6095108"/>
            <a:chExt cx="1011240" cy="27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718F8941-BA44-8E0B-EABE-9A73ECCDCBDC}"/>
                    </a:ext>
                  </a:extLst>
                </p14:cNvPr>
                <p14:cNvContentPartPr/>
                <p14:nvPr/>
              </p14:nvContentPartPr>
              <p14:xfrm>
                <a:off x="11017343" y="6125348"/>
                <a:ext cx="241200" cy="2487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718F8941-BA44-8E0B-EABE-9A73ECCDCBDC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0999343" y="6107708"/>
                  <a:ext cx="27684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1C1AA1D3-BABB-7B2B-189B-B5B9B190B9CA}"/>
                    </a:ext>
                  </a:extLst>
                </p14:cNvPr>
                <p14:cNvContentPartPr/>
                <p14:nvPr/>
              </p14:nvContentPartPr>
              <p14:xfrm>
                <a:off x="11384183" y="6126428"/>
                <a:ext cx="86760" cy="1990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1C1AA1D3-BABB-7B2B-189B-B5B9B190B9CA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1366543" y="6108428"/>
                  <a:ext cx="1224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734E6CC9-F632-E276-75C2-0A562D4F445B}"/>
                    </a:ext>
                  </a:extLst>
                </p14:cNvPr>
                <p14:cNvContentPartPr/>
                <p14:nvPr/>
              </p14:nvContentPartPr>
              <p14:xfrm>
                <a:off x="11551943" y="6163148"/>
                <a:ext cx="103320" cy="1231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734E6CC9-F632-E276-75C2-0A562D4F445B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1534303" y="6145148"/>
                  <a:ext cx="1389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C7874D71-12C4-6016-3302-1B54AA450C0B}"/>
                    </a:ext>
                  </a:extLst>
                </p14:cNvPr>
                <p14:cNvContentPartPr/>
                <p14:nvPr/>
              </p14:nvContentPartPr>
              <p14:xfrm>
                <a:off x="11769383" y="6095108"/>
                <a:ext cx="259200" cy="1314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C7874D71-12C4-6016-3302-1B54AA450C0B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1751383" y="6077468"/>
                  <a:ext cx="294840" cy="167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567667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F6BD5-2EAB-D510-618C-B56089678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954F4-E780-57A3-A90A-A83C089A3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LED driver circuit</a:t>
            </a:r>
          </a:p>
        </p:txBody>
      </p:sp>
      <p:pic>
        <p:nvPicPr>
          <p:cNvPr id="6" name="Content Placeholder 5" descr="A collage of electrical diagrams&#10;&#10;Description automatically generated">
            <a:extLst>
              <a:ext uri="{FF2B5EF4-FFF2-40B4-BE49-F238E27FC236}">
                <a16:creationId xmlns:a16="http://schemas.microsoft.com/office/drawing/2014/main" id="{774BD36E-0C73-F551-642C-AF8FE333F3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71096" b="67974"/>
          <a:stretch/>
        </p:blipFill>
        <p:spPr>
          <a:xfrm>
            <a:off x="1023879" y="1479615"/>
            <a:ext cx="5072121" cy="362319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B5B49-0559-43EB-EFAF-BD6DF9947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20</a:t>
            </a:fld>
            <a:endParaRPr lang="en-US" dirty="0">
              <a:latin typeface="PT Sans" panose="020B05030202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167607-2365-C72A-75A4-1E7FBBFA23F1}"/>
              </a:ext>
            </a:extLst>
          </p:cNvPr>
          <p:cNvSpPr txBox="1"/>
          <p:nvPr/>
        </p:nvSpPr>
        <p:spPr>
          <a:xfrm>
            <a:off x="4697260" y="1365337"/>
            <a:ext cx="2254685" cy="12400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endParaRPr lang="en-US" sz="16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E0F54AB-3404-5151-5D73-76EEECC33C3E}"/>
              </a:ext>
            </a:extLst>
          </p:cNvPr>
          <p:cNvGrpSpPr/>
          <p:nvPr/>
        </p:nvGrpSpPr>
        <p:grpSpPr>
          <a:xfrm>
            <a:off x="6235823" y="2558828"/>
            <a:ext cx="324000" cy="462600"/>
            <a:chOff x="6235823" y="2558828"/>
            <a:chExt cx="324000" cy="46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35985FE-CD47-592F-F51C-6896ACDA970B}"/>
                    </a:ext>
                  </a:extLst>
                </p14:cNvPr>
                <p14:cNvContentPartPr/>
                <p14:nvPr/>
              </p14:nvContentPartPr>
              <p14:xfrm>
                <a:off x="6235823" y="2683388"/>
                <a:ext cx="226080" cy="338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35985FE-CD47-592F-F51C-6896ACDA970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217823" y="2665407"/>
                  <a:ext cx="261720" cy="3736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EC28AFE-46EB-0867-2FE1-6F2F1E4824F4}"/>
                    </a:ext>
                  </a:extLst>
                </p14:cNvPr>
                <p14:cNvContentPartPr/>
                <p14:nvPr/>
              </p14:nvContentPartPr>
              <p14:xfrm>
                <a:off x="6467663" y="2558828"/>
                <a:ext cx="92160" cy="2811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EC28AFE-46EB-0867-2FE1-6F2F1E4824F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449663" y="2540828"/>
                  <a:ext cx="127800" cy="316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735DD6D-9ACC-383D-42C4-14B8820DDBCB}"/>
                  </a:ext>
                </a:extLst>
              </p14:cNvPr>
              <p14:cNvContentPartPr/>
              <p14:nvPr/>
            </p14:nvContentPartPr>
            <p14:xfrm>
              <a:off x="1444583" y="4681028"/>
              <a:ext cx="435960" cy="691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735DD6D-9ACC-383D-42C4-14B8820DDBC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26598" y="4663028"/>
                <a:ext cx="471571" cy="10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7ADE85F5-4471-AFD6-AB81-2765AD550E63}"/>
              </a:ext>
            </a:extLst>
          </p:cNvPr>
          <p:cNvGrpSpPr/>
          <p:nvPr/>
        </p:nvGrpSpPr>
        <p:grpSpPr>
          <a:xfrm>
            <a:off x="8120423" y="622388"/>
            <a:ext cx="602640" cy="470160"/>
            <a:chOff x="8120423" y="622388"/>
            <a:chExt cx="602640" cy="47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B79EB04-311F-C25E-6017-0ABE36C86C0E}"/>
                    </a:ext>
                  </a:extLst>
                </p14:cNvPr>
                <p14:cNvContentPartPr/>
                <p14:nvPr/>
              </p14:nvContentPartPr>
              <p14:xfrm>
                <a:off x="8120423" y="811388"/>
                <a:ext cx="74160" cy="281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B79EB04-311F-C25E-6017-0ABE36C86C0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102423" y="793388"/>
                  <a:ext cx="10980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FD426B5-D2D7-979A-FBEC-02508F47BBFC}"/>
                    </a:ext>
                  </a:extLst>
                </p14:cNvPr>
                <p14:cNvContentPartPr/>
                <p14:nvPr/>
              </p14:nvContentPartPr>
              <p14:xfrm>
                <a:off x="8246063" y="884108"/>
                <a:ext cx="14760" cy="61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FD426B5-D2D7-979A-FBEC-02508F47BBF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228492" y="866108"/>
                  <a:ext cx="49551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33BE9E4-906C-F794-D975-31C46355CC2B}"/>
                    </a:ext>
                  </a:extLst>
                </p14:cNvPr>
                <p14:cNvContentPartPr/>
                <p14:nvPr/>
              </p14:nvContentPartPr>
              <p14:xfrm>
                <a:off x="8365943" y="734348"/>
                <a:ext cx="165960" cy="206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33BE9E4-906C-F794-D975-31C46355CC2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347943" y="716317"/>
                  <a:ext cx="201600" cy="2423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4976081-534F-1C43-B4AF-0829C3F93097}"/>
                    </a:ext>
                  </a:extLst>
                </p14:cNvPr>
                <p14:cNvContentPartPr/>
                <p14:nvPr/>
              </p14:nvContentPartPr>
              <p14:xfrm>
                <a:off x="8591303" y="622388"/>
                <a:ext cx="131760" cy="2458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4976081-534F-1C43-B4AF-0829C3F9309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573303" y="604388"/>
                  <a:ext cx="167400" cy="28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6211AE3-D467-FA74-AE36-F4CFEF33E4A0}"/>
              </a:ext>
            </a:extLst>
          </p:cNvPr>
          <p:cNvGrpSpPr/>
          <p:nvPr/>
        </p:nvGrpSpPr>
        <p:grpSpPr>
          <a:xfrm>
            <a:off x="7018823" y="1308548"/>
            <a:ext cx="3251880" cy="2800800"/>
            <a:chOff x="7018823" y="1308548"/>
            <a:chExt cx="3251880" cy="280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C22DED5-6CF4-3BFA-E60D-C64AF92A3DD8}"/>
                    </a:ext>
                  </a:extLst>
                </p14:cNvPr>
                <p14:cNvContentPartPr/>
                <p14:nvPr/>
              </p14:nvContentPartPr>
              <p14:xfrm>
                <a:off x="8167223" y="1381628"/>
                <a:ext cx="61560" cy="5032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C22DED5-6CF4-3BFA-E60D-C64AF92A3DD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149223" y="1363628"/>
                  <a:ext cx="97200" cy="53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C2BAF96-9815-89CF-7190-6BC511FB5062}"/>
                    </a:ext>
                  </a:extLst>
                </p14:cNvPr>
                <p14:cNvContentPartPr/>
                <p14:nvPr/>
              </p14:nvContentPartPr>
              <p14:xfrm>
                <a:off x="8176943" y="1448948"/>
                <a:ext cx="322200" cy="421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C2BAF96-9815-89CF-7190-6BC511FB506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158943" y="1430948"/>
                  <a:ext cx="357840" cy="4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4A89E1B-DC4D-932D-7FD3-2DEC9B6E3133}"/>
                    </a:ext>
                  </a:extLst>
                </p14:cNvPr>
                <p14:cNvContentPartPr/>
                <p14:nvPr/>
              </p14:nvContentPartPr>
              <p14:xfrm>
                <a:off x="8486903" y="1308548"/>
                <a:ext cx="66600" cy="6591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4A89E1B-DC4D-932D-7FD3-2DEC9B6E313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468903" y="1290538"/>
                  <a:ext cx="102240" cy="6948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3873BDB-22BD-D917-4EF5-0043850DA783}"/>
                    </a:ext>
                  </a:extLst>
                </p14:cNvPr>
                <p14:cNvContentPartPr/>
                <p14:nvPr/>
              </p14:nvContentPartPr>
              <p14:xfrm>
                <a:off x="8543423" y="1700588"/>
                <a:ext cx="633600" cy="17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3873BDB-22BD-D917-4EF5-0043850DA78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525423" y="1682588"/>
                  <a:ext cx="6692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DB4A9D2-27F4-3E1A-1D2B-301F7E56F90B}"/>
                    </a:ext>
                  </a:extLst>
                </p14:cNvPr>
                <p14:cNvContentPartPr/>
                <p14:nvPr/>
              </p14:nvContentPartPr>
              <p14:xfrm>
                <a:off x="7550183" y="1641188"/>
                <a:ext cx="669240" cy="331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DB4A9D2-27F4-3E1A-1D2B-301F7E56F90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532193" y="1623188"/>
                  <a:ext cx="704861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B79A53B-B789-7A67-90CF-B5F60715359B}"/>
                    </a:ext>
                  </a:extLst>
                </p14:cNvPr>
                <p14:cNvContentPartPr/>
                <p14:nvPr/>
              </p14:nvContentPartPr>
              <p14:xfrm>
                <a:off x="7330943" y="1650548"/>
                <a:ext cx="270000" cy="205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B79A53B-B789-7A67-90CF-B5F60715359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312919" y="1632548"/>
                  <a:ext cx="305688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AF2834D-B571-1817-75A5-EDAB0E392D58}"/>
                    </a:ext>
                  </a:extLst>
                </p14:cNvPr>
                <p14:cNvContentPartPr/>
                <p14:nvPr/>
              </p14:nvContentPartPr>
              <p14:xfrm>
                <a:off x="7314383" y="1653428"/>
                <a:ext cx="35640" cy="11656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AF2834D-B571-1817-75A5-EDAB0E392D5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296383" y="1635428"/>
                  <a:ext cx="71280" cy="12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A1D5E98-1080-2DED-DCA5-1F4D0BEFF9F2}"/>
                    </a:ext>
                  </a:extLst>
                </p14:cNvPr>
                <p14:cNvContentPartPr/>
                <p14:nvPr/>
              </p14:nvContentPartPr>
              <p14:xfrm>
                <a:off x="7018823" y="2745668"/>
                <a:ext cx="529200" cy="320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A1D5E98-1080-2DED-DCA5-1F4D0BEFF9F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000823" y="2727668"/>
                  <a:ext cx="5648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0621D1E-9A19-A293-CFB2-CD5BF9BACDE3}"/>
                    </a:ext>
                  </a:extLst>
                </p14:cNvPr>
                <p14:cNvContentPartPr/>
                <p14:nvPr/>
              </p14:nvContentPartPr>
              <p14:xfrm>
                <a:off x="7142303" y="2913788"/>
                <a:ext cx="285480" cy="122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0621D1E-9A19-A293-CFB2-CD5BF9BACDE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124280" y="2895788"/>
                  <a:ext cx="321165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6FAA3FF-406C-8D6C-E2C9-EDCB2D0276A6}"/>
                    </a:ext>
                  </a:extLst>
                </p14:cNvPr>
                <p14:cNvContentPartPr/>
                <p14:nvPr/>
              </p14:nvContentPartPr>
              <p14:xfrm>
                <a:off x="7289183" y="2934308"/>
                <a:ext cx="81720" cy="8712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6FAA3FF-406C-8D6C-E2C9-EDCB2D0276A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271183" y="2916308"/>
                  <a:ext cx="117360" cy="90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DD98132-5FAC-8F4F-DCBE-24D751747F3C}"/>
                    </a:ext>
                  </a:extLst>
                </p14:cNvPr>
                <p14:cNvContentPartPr/>
                <p14:nvPr/>
              </p14:nvContentPartPr>
              <p14:xfrm>
                <a:off x="9192863" y="1685828"/>
                <a:ext cx="348480" cy="36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DD98132-5FAC-8F4F-DCBE-24D751747F3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174863" y="1667828"/>
                  <a:ext cx="3841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31FB416-6DDC-92F2-15D1-10076425C882}"/>
                    </a:ext>
                  </a:extLst>
                </p14:cNvPr>
                <p14:cNvContentPartPr/>
                <p14:nvPr/>
              </p14:nvContentPartPr>
              <p14:xfrm>
                <a:off x="7344263" y="3798668"/>
                <a:ext cx="37080" cy="3106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31FB416-6DDC-92F2-15D1-10076425C88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326263" y="3780668"/>
                  <a:ext cx="7272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B34FA01-EF54-EB1F-2D16-A78BDE356F5C}"/>
                    </a:ext>
                  </a:extLst>
                </p14:cNvPr>
                <p14:cNvContentPartPr/>
                <p14:nvPr/>
              </p14:nvContentPartPr>
              <p14:xfrm>
                <a:off x="7402943" y="3827108"/>
                <a:ext cx="2585520" cy="180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B34FA01-EF54-EB1F-2D16-A78BDE356F5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384943" y="3809108"/>
                  <a:ext cx="26211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97C3212-E398-9324-654D-333C3FE6AC07}"/>
                    </a:ext>
                  </a:extLst>
                </p14:cNvPr>
                <p14:cNvContentPartPr/>
                <p14:nvPr/>
              </p14:nvContentPartPr>
              <p14:xfrm>
                <a:off x="9610823" y="1676468"/>
                <a:ext cx="57240" cy="424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97C3212-E398-9324-654D-333C3FE6AC0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592823" y="1658468"/>
                  <a:ext cx="92880" cy="45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70C868C-580F-19D8-D27B-1CDA7E3EE9B8}"/>
                    </a:ext>
                  </a:extLst>
                </p14:cNvPr>
                <p14:cNvContentPartPr/>
                <p14:nvPr/>
              </p14:nvContentPartPr>
              <p14:xfrm>
                <a:off x="9668423" y="2080028"/>
                <a:ext cx="35280" cy="2581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70C868C-580F-19D8-D27B-1CDA7E3EE9B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650423" y="2062028"/>
                  <a:ext cx="7092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C338970-0473-CA7E-9F24-34525702EC86}"/>
                    </a:ext>
                  </a:extLst>
                </p14:cNvPr>
                <p14:cNvContentPartPr/>
                <p14:nvPr/>
              </p14:nvContentPartPr>
              <p14:xfrm>
                <a:off x="9561503" y="2385668"/>
                <a:ext cx="245520" cy="4759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C338970-0473-CA7E-9F24-34525702EC8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543503" y="2367668"/>
                  <a:ext cx="281160" cy="51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4A090BA-E9FA-2D9D-0874-DF607478CB71}"/>
                    </a:ext>
                  </a:extLst>
                </p14:cNvPr>
                <p14:cNvContentPartPr/>
                <p14:nvPr/>
              </p14:nvContentPartPr>
              <p14:xfrm>
                <a:off x="9735023" y="2877428"/>
                <a:ext cx="148320" cy="10969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4A090BA-E9FA-2D9D-0874-DF607478CB7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717023" y="2859428"/>
                  <a:ext cx="183960" cy="11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040A7E5-8446-E801-B06B-F3EAF83FD618}"/>
                    </a:ext>
                  </a:extLst>
                </p14:cNvPr>
                <p14:cNvContentPartPr/>
                <p14:nvPr/>
              </p14:nvContentPartPr>
              <p14:xfrm>
                <a:off x="10065503" y="2460908"/>
                <a:ext cx="67680" cy="196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040A7E5-8446-E801-B06B-F3EAF83FD61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047503" y="2442908"/>
                  <a:ext cx="10332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38BB49A-634B-17D7-511F-20E12B318DD2}"/>
                    </a:ext>
                  </a:extLst>
                </p14:cNvPr>
                <p14:cNvContentPartPr/>
                <p14:nvPr/>
              </p14:nvContentPartPr>
              <p14:xfrm>
                <a:off x="10064423" y="2422748"/>
                <a:ext cx="206280" cy="1364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38BB49A-634B-17D7-511F-20E12B318DD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046423" y="2404748"/>
                  <a:ext cx="2419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1EBF933-DC10-4D5F-EDBC-0B4253FA2FC7}"/>
                    </a:ext>
                  </a:extLst>
                </p14:cNvPr>
                <p14:cNvContentPartPr/>
                <p14:nvPr/>
              </p14:nvContentPartPr>
              <p14:xfrm>
                <a:off x="7900103" y="1857908"/>
                <a:ext cx="105480" cy="37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1EBF933-DC10-4D5F-EDBC-0B4253FA2FC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882103" y="1839735"/>
                  <a:ext cx="141120" cy="737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6ECE0B7-C353-9F05-E677-989C000D0158}"/>
                    </a:ext>
                  </a:extLst>
                </p14:cNvPr>
                <p14:cNvContentPartPr/>
                <p14:nvPr/>
              </p14:nvContentPartPr>
              <p14:xfrm>
                <a:off x="7963823" y="1799228"/>
                <a:ext cx="9000" cy="1562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6ECE0B7-C353-9F05-E677-989C000D015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945823" y="1781228"/>
                  <a:ext cx="446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61E1F44-8D30-641F-1A88-8EE73D0B5BCC}"/>
                    </a:ext>
                  </a:extLst>
                </p14:cNvPr>
                <p14:cNvContentPartPr/>
                <p14:nvPr/>
              </p14:nvContentPartPr>
              <p14:xfrm>
                <a:off x="8736743" y="1894988"/>
                <a:ext cx="182880" cy="230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61E1F44-8D30-641F-1A88-8EE73D0B5BC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718707" y="1876988"/>
                  <a:ext cx="21859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48CECDE-33F3-D05A-86C9-D54F359467CE}"/>
                    </a:ext>
                  </a:extLst>
                </p14:cNvPr>
                <p14:cNvContentPartPr/>
                <p14:nvPr/>
              </p14:nvContentPartPr>
              <p14:xfrm>
                <a:off x="9313823" y="3066788"/>
                <a:ext cx="108360" cy="147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48CECDE-33F3-D05A-86C9-D54F359467CE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295823" y="3049217"/>
                  <a:ext cx="144000" cy="495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F4A316D-D5B8-6374-74EF-C6E4B24C6205}"/>
                    </a:ext>
                  </a:extLst>
                </p14:cNvPr>
                <p14:cNvContentPartPr/>
                <p14:nvPr/>
              </p14:nvContentPartPr>
              <p14:xfrm>
                <a:off x="9190703" y="2220428"/>
                <a:ext cx="102240" cy="187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F4A316D-D5B8-6374-74EF-C6E4B24C620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172703" y="2202428"/>
                  <a:ext cx="1378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98FC2CA-DCC0-AEDE-B6A2-EECADF098BAA}"/>
                    </a:ext>
                  </a:extLst>
                </p14:cNvPr>
                <p14:cNvContentPartPr/>
                <p14:nvPr/>
              </p14:nvContentPartPr>
              <p14:xfrm>
                <a:off x="9184223" y="2197028"/>
                <a:ext cx="21240" cy="1238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98FC2CA-DCC0-AEDE-B6A2-EECADF098BA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166523" y="2179028"/>
                  <a:ext cx="56286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59D5FBD-00A3-F0A3-3A85-C44983E5423E}"/>
                    </a:ext>
                  </a:extLst>
                </p14:cNvPr>
                <p14:cNvContentPartPr/>
                <p14:nvPr/>
              </p14:nvContentPartPr>
              <p14:xfrm>
                <a:off x="9087743" y="2238428"/>
                <a:ext cx="82800" cy="90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59D5FBD-00A3-F0A3-3A85-C44983E5423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069664" y="2220428"/>
                  <a:ext cx="118596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DFD8594-E8C9-9C81-299E-C3CCECBC0A1B}"/>
              </a:ext>
            </a:extLst>
          </p:cNvPr>
          <p:cNvGrpSpPr/>
          <p:nvPr/>
        </p:nvGrpSpPr>
        <p:grpSpPr>
          <a:xfrm>
            <a:off x="6077452" y="2224112"/>
            <a:ext cx="100800" cy="214560"/>
            <a:chOff x="6077452" y="2224112"/>
            <a:chExt cx="100800" cy="21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52F3514-1BDF-5401-F458-DB4790960730}"/>
                    </a:ext>
                  </a:extLst>
                </p14:cNvPr>
                <p14:cNvContentPartPr/>
                <p14:nvPr/>
              </p14:nvContentPartPr>
              <p14:xfrm>
                <a:off x="6081052" y="2254712"/>
                <a:ext cx="33120" cy="122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52F3514-1BDF-5401-F458-DB479096073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063052" y="2236712"/>
                  <a:ext cx="687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15F0065-086E-DE51-60B2-518D3956F579}"/>
                    </a:ext>
                  </a:extLst>
                </p14:cNvPr>
                <p14:cNvContentPartPr/>
                <p14:nvPr/>
              </p14:nvContentPartPr>
              <p14:xfrm>
                <a:off x="6077452" y="2224112"/>
                <a:ext cx="100800" cy="2145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15F0065-086E-DE51-60B2-518D3956F579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059452" y="2206112"/>
                  <a:ext cx="136440" cy="25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29396242-CB21-C052-87AA-485360F32E62}"/>
              </a:ext>
            </a:extLst>
          </p:cNvPr>
          <p:cNvGrpSpPr/>
          <p:nvPr/>
        </p:nvGrpSpPr>
        <p:grpSpPr>
          <a:xfrm>
            <a:off x="6295252" y="2014232"/>
            <a:ext cx="778320" cy="381240"/>
            <a:chOff x="6295252" y="2014232"/>
            <a:chExt cx="778320" cy="38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27FD264-CC05-C228-8CB1-C898305E6ADA}"/>
                    </a:ext>
                  </a:extLst>
                </p14:cNvPr>
                <p14:cNvContentPartPr/>
                <p14:nvPr/>
              </p14:nvContentPartPr>
              <p14:xfrm>
                <a:off x="6295252" y="2290712"/>
                <a:ext cx="79560" cy="1047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27FD264-CC05-C228-8CB1-C898305E6AD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277612" y="2273072"/>
                  <a:ext cx="1152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42D79F8-FAF6-F78E-3521-C7858DE83465}"/>
                    </a:ext>
                  </a:extLst>
                </p14:cNvPr>
                <p14:cNvContentPartPr/>
                <p14:nvPr/>
              </p14:nvContentPartPr>
              <p14:xfrm>
                <a:off x="6454012" y="2219792"/>
                <a:ext cx="141480" cy="1000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42D79F8-FAF6-F78E-3521-C7858DE8346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436012" y="2202152"/>
                  <a:ext cx="17712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E316BD3-303B-C487-DCB4-95AA8FC97671}"/>
                    </a:ext>
                  </a:extLst>
                </p14:cNvPr>
                <p14:cNvContentPartPr/>
                <p14:nvPr/>
              </p14:nvContentPartPr>
              <p14:xfrm>
                <a:off x="6664612" y="2137712"/>
                <a:ext cx="59400" cy="986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E316BD3-303B-C487-DCB4-95AA8FC9767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646612" y="2120072"/>
                  <a:ext cx="950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87B2E90-FEDD-D92F-1041-861CE291F961}"/>
                    </a:ext>
                  </a:extLst>
                </p14:cNvPr>
                <p14:cNvContentPartPr/>
                <p14:nvPr/>
              </p14:nvContentPartPr>
              <p14:xfrm>
                <a:off x="6847492" y="2033672"/>
                <a:ext cx="46440" cy="1101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87B2E90-FEDD-D92F-1041-861CE291F961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829852" y="2016032"/>
                  <a:ext cx="820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8A20E34-821D-96C5-79CC-8D998EC5F9AF}"/>
                    </a:ext>
                  </a:extLst>
                </p14:cNvPr>
                <p14:cNvContentPartPr/>
                <p14:nvPr/>
              </p14:nvContentPartPr>
              <p14:xfrm>
                <a:off x="6956572" y="2014232"/>
                <a:ext cx="66240" cy="896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8A20E34-821D-96C5-79CC-8D998EC5F9AF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938932" y="1996232"/>
                  <a:ext cx="1018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1980596-7C8B-6B4F-30CA-CA23C8C088F2}"/>
                    </a:ext>
                  </a:extLst>
                </p14:cNvPr>
                <p14:cNvContentPartPr/>
                <p14:nvPr/>
              </p14:nvContentPartPr>
              <p14:xfrm>
                <a:off x="7017772" y="2087312"/>
                <a:ext cx="55800" cy="288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1980596-7C8B-6B4F-30CA-CA23C8C088F2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000132" y="2069672"/>
                  <a:ext cx="91440" cy="6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51B32B43-96D9-D92A-34E2-07515A7FDFF0}"/>
              </a:ext>
            </a:extLst>
          </p:cNvPr>
          <p:cNvGrpSpPr/>
          <p:nvPr/>
        </p:nvGrpSpPr>
        <p:grpSpPr>
          <a:xfrm>
            <a:off x="7357972" y="747392"/>
            <a:ext cx="4466880" cy="2652480"/>
            <a:chOff x="7357972" y="747392"/>
            <a:chExt cx="4466880" cy="265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905C03ED-1EE5-8D46-30BD-EB06CE032BEA}"/>
                    </a:ext>
                  </a:extLst>
                </p14:cNvPr>
                <p14:cNvContentPartPr/>
                <p14:nvPr/>
              </p14:nvContentPartPr>
              <p14:xfrm>
                <a:off x="10572772" y="2526152"/>
                <a:ext cx="72000" cy="2026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905C03ED-1EE5-8D46-30BD-EB06CE032BEA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555132" y="2508152"/>
                  <a:ext cx="10764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C6FDF51-903D-C9D5-F752-EF09B283C5D8}"/>
                    </a:ext>
                  </a:extLst>
                </p14:cNvPr>
                <p14:cNvContentPartPr/>
                <p14:nvPr/>
              </p14:nvContentPartPr>
              <p14:xfrm>
                <a:off x="10561252" y="2493032"/>
                <a:ext cx="178560" cy="1231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C6FDF51-903D-C9D5-F752-EF09B283C5D8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543612" y="2475032"/>
                  <a:ext cx="2142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FD08BCB-693E-B3BD-374F-48064C14582E}"/>
                    </a:ext>
                  </a:extLst>
                </p14:cNvPr>
                <p14:cNvContentPartPr/>
                <p14:nvPr/>
              </p14:nvContentPartPr>
              <p14:xfrm>
                <a:off x="10783372" y="2527952"/>
                <a:ext cx="108720" cy="1220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FD08BCB-693E-B3BD-374F-48064C14582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765372" y="2509952"/>
                  <a:ext cx="1443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4CA7B61F-8E37-E682-5D1C-88C7BB1D9404}"/>
                    </a:ext>
                  </a:extLst>
                </p14:cNvPr>
                <p14:cNvContentPartPr/>
                <p14:nvPr/>
              </p14:nvContentPartPr>
              <p14:xfrm>
                <a:off x="11011252" y="2539832"/>
                <a:ext cx="83160" cy="975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4CA7B61F-8E37-E682-5D1C-88C7BB1D9404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993612" y="2521832"/>
                  <a:ext cx="1188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1240B1FB-D849-09AC-A1A8-D85222A660FC}"/>
                    </a:ext>
                  </a:extLst>
                </p14:cNvPr>
                <p14:cNvContentPartPr/>
                <p14:nvPr/>
              </p14:nvContentPartPr>
              <p14:xfrm>
                <a:off x="11012692" y="2539472"/>
                <a:ext cx="95040" cy="1735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1240B1FB-D849-09AC-A1A8-D85222A660FC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995052" y="2521832"/>
                  <a:ext cx="1306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5C8E18C7-C8EA-29CD-479C-64BBC8C7BC5B}"/>
                    </a:ext>
                  </a:extLst>
                </p14:cNvPr>
                <p14:cNvContentPartPr/>
                <p14:nvPr/>
              </p14:nvContentPartPr>
              <p14:xfrm>
                <a:off x="11143012" y="2591312"/>
                <a:ext cx="40680" cy="1166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5C8E18C7-C8EA-29CD-479C-64BBC8C7BC5B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1125012" y="2573312"/>
                  <a:ext cx="763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8712BE3-3C27-A266-8FD7-1E1836548AEA}"/>
                    </a:ext>
                  </a:extLst>
                </p14:cNvPr>
                <p14:cNvContentPartPr/>
                <p14:nvPr/>
              </p14:nvContentPartPr>
              <p14:xfrm>
                <a:off x="11189812" y="2497712"/>
                <a:ext cx="5760" cy="140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88712BE3-3C27-A266-8FD7-1E1836548AE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1171812" y="2479712"/>
                  <a:ext cx="414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54A830D1-22D9-D57D-D45E-DFBD0248622F}"/>
                    </a:ext>
                  </a:extLst>
                </p14:cNvPr>
                <p14:cNvContentPartPr/>
                <p14:nvPr/>
              </p14:nvContentPartPr>
              <p14:xfrm>
                <a:off x="11280892" y="2549912"/>
                <a:ext cx="70200" cy="1407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54A830D1-22D9-D57D-D45E-DFBD0248622F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1263252" y="2531912"/>
                  <a:ext cx="1058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5066CDB7-81D7-FF3E-8421-254D8730C671}"/>
                    </a:ext>
                  </a:extLst>
                </p14:cNvPr>
                <p14:cNvContentPartPr/>
                <p14:nvPr/>
              </p14:nvContentPartPr>
              <p14:xfrm>
                <a:off x="11431012" y="2484392"/>
                <a:ext cx="55440" cy="1562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5066CDB7-81D7-FF3E-8421-254D8730C671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1413012" y="2466752"/>
                  <a:ext cx="910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34C8689C-D1FE-BE3A-5F1D-852A6E03486B}"/>
                    </a:ext>
                  </a:extLst>
                </p14:cNvPr>
                <p14:cNvContentPartPr/>
                <p14:nvPr/>
              </p14:nvContentPartPr>
              <p14:xfrm>
                <a:off x="11440012" y="2532632"/>
                <a:ext cx="200520" cy="874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34C8689C-D1FE-BE3A-5F1D-852A6E03486B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1422372" y="2514632"/>
                  <a:ext cx="2361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E7619C2-099B-8FD5-A3CB-0ECE77E61479}"/>
                    </a:ext>
                  </a:extLst>
                </p14:cNvPr>
                <p14:cNvContentPartPr/>
                <p14:nvPr/>
              </p14:nvContentPartPr>
              <p14:xfrm>
                <a:off x="11696332" y="2437232"/>
                <a:ext cx="128520" cy="1522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E7619C2-099B-8FD5-A3CB-0ECE77E61479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1678332" y="2419232"/>
                  <a:ext cx="1641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6FE699C-7F09-ECC4-F093-174292799A9A}"/>
                    </a:ext>
                  </a:extLst>
                </p14:cNvPr>
                <p14:cNvContentPartPr/>
                <p14:nvPr/>
              </p14:nvContentPartPr>
              <p14:xfrm>
                <a:off x="8990572" y="923072"/>
                <a:ext cx="176760" cy="2448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6FE699C-7F09-ECC4-F093-174292799A9A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972572" y="905072"/>
                  <a:ext cx="21240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2AFC05D-DC47-D4CA-AF03-B358F72C8D4B}"/>
                    </a:ext>
                  </a:extLst>
                </p14:cNvPr>
                <p14:cNvContentPartPr/>
                <p14:nvPr/>
              </p14:nvContentPartPr>
              <p14:xfrm>
                <a:off x="9244012" y="973112"/>
                <a:ext cx="47880" cy="1504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2AFC05D-DC47-D4CA-AF03-B358F72C8D4B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226372" y="955112"/>
                  <a:ext cx="835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2BF2E60-5B56-AE67-6F95-6EDE3D8F6F39}"/>
                    </a:ext>
                  </a:extLst>
                </p14:cNvPr>
                <p14:cNvContentPartPr/>
                <p14:nvPr/>
              </p14:nvContentPartPr>
              <p14:xfrm>
                <a:off x="9244372" y="902552"/>
                <a:ext cx="58320" cy="831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2BF2E60-5B56-AE67-6F95-6EDE3D8F6F39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226372" y="884552"/>
                  <a:ext cx="939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BDAE8C6-A9EB-141F-71E7-2B53C4FCDD5A}"/>
                    </a:ext>
                  </a:extLst>
                </p14:cNvPr>
                <p14:cNvContentPartPr/>
                <p14:nvPr/>
              </p14:nvContentPartPr>
              <p14:xfrm>
                <a:off x="9307372" y="978872"/>
                <a:ext cx="52920" cy="154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BDAE8C6-A9EB-141F-71E7-2B53C4FCDD5A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289372" y="961232"/>
                  <a:ext cx="885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400554D4-E949-B86F-9017-C08B6F8EEF63}"/>
                    </a:ext>
                  </a:extLst>
                </p14:cNvPr>
                <p14:cNvContentPartPr/>
                <p14:nvPr/>
              </p14:nvContentPartPr>
              <p14:xfrm>
                <a:off x="9320332" y="1040792"/>
                <a:ext cx="67680" cy="219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400554D4-E949-B86F-9017-C08B6F8EEF6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302332" y="1022792"/>
                  <a:ext cx="1033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6980CC16-DFAC-3F7D-15D5-66EB61175729}"/>
                    </a:ext>
                  </a:extLst>
                </p14:cNvPr>
                <p14:cNvContentPartPr/>
                <p14:nvPr/>
              </p14:nvContentPartPr>
              <p14:xfrm>
                <a:off x="9493492" y="916232"/>
                <a:ext cx="78840" cy="1875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6980CC16-DFAC-3F7D-15D5-66EB61175729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475492" y="898592"/>
                  <a:ext cx="1144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3A8A85F7-324D-AFC9-E5D8-A60CE42137BF}"/>
                    </a:ext>
                  </a:extLst>
                </p14:cNvPr>
                <p14:cNvContentPartPr/>
                <p14:nvPr/>
              </p14:nvContentPartPr>
              <p14:xfrm>
                <a:off x="9538492" y="913712"/>
                <a:ext cx="101160" cy="2113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3A8A85F7-324D-AFC9-E5D8-A60CE42137BF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520852" y="895712"/>
                  <a:ext cx="13680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C205E8FD-CF33-6032-586D-E61E2FFCBAD4}"/>
                    </a:ext>
                  </a:extLst>
                </p14:cNvPr>
                <p14:cNvContentPartPr/>
                <p14:nvPr/>
              </p14:nvContentPartPr>
              <p14:xfrm>
                <a:off x="7724452" y="1211432"/>
                <a:ext cx="46800" cy="9334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C205E8FD-CF33-6032-586D-E61E2FFCBAD4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706452" y="1193792"/>
                  <a:ext cx="82440" cy="9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9E067448-7F66-68D1-0666-9657F4CE16BD}"/>
                    </a:ext>
                  </a:extLst>
                </p14:cNvPr>
                <p14:cNvContentPartPr/>
                <p14:nvPr/>
              </p14:nvContentPartPr>
              <p14:xfrm>
                <a:off x="7708612" y="1281272"/>
                <a:ext cx="1442520" cy="9619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9E067448-7F66-68D1-0666-9657F4CE16BD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690972" y="1263272"/>
                  <a:ext cx="1478160" cy="9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D0457296-EA07-088F-D064-28E0FBD0B493}"/>
                    </a:ext>
                  </a:extLst>
                </p14:cNvPr>
                <p14:cNvContentPartPr/>
                <p14:nvPr/>
              </p14:nvContentPartPr>
              <p14:xfrm>
                <a:off x="7509892" y="813272"/>
                <a:ext cx="117360" cy="2674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D0457296-EA07-088F-D064-28E0FBD0B493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492252" y="795632"/>
                  <a:ext cx="15300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FD9E3E65-E651-12BB-FB22-EE5A56AD4C7E}"/>
                    </a:ext>
                  </a:extLst>
                </p14:cNvPr>
                <p14:cNvContentPartPr/>
                <p14:nvPr/>
              </p14:nvContentPartPr>
              <p14:xfrm>
                <a:off x="7357972" y="747392"/>
                <a:ext cx="488160" cy="4698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FD9E3E65-E651-12BB-FB22-EE5A56AD4C7E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340332" y="729752"/>
                  <a:ext cx="523800" cy="50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5036FDA3-C12B-A259-817E-A6ADF5455871}"/>
                    </a:ext>
                  </a:extLst>
                </p14:cNvPr>
                <p14:cNvContentPartPr/>
                <p14:nvPr/>
              </p14:nvContentPartPr>
              <p14:xfrm>
                <a:off x="9087052" y="1962392"/>
                <a:ext cx="1299240" cy="14374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5036FDA3-C12B-A259-817E-A6ADF5455871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9069412" y="1944392"/>
                  <a:ext cx="1334880" cy="147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519E844A-56F2-3779-097E-2B1B15B075D9}"/>
                    </a:ext>
                  </a:extLst>
                </p14:cNvPr>
                <p14:cNvContentPartPr/>
                <p14:nvPr/>
              </p14:nvContentPartPr>
              <p14:xfrm>
                <a:off x="8953132" y="2158952"/>
                <a:ext cx="201960" cy="10940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519E844A-56F2-3779-097E-2B1B15B075D9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935132" y="2140952"/>
                  <a:ext cx="237600" cy="11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69FAE659-0B83-CDF2-D53E-12FC56CD5C7E}"/>
                    </a:ext>
                  </a:extLst>
                </p14:cNvPr>
                <p14:cNvContentPartPr/>
                <p14:nvPr/>
              </p14:nvContentPartPr>
              <p14:xfrm>
                <a:off x="10268932" y="1733072"/>
                <a:ext cx="226800" cy="1944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69FAE659-0B83-CDF2-D53E-12FC56CD5C7E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0250932" y="1715072"/>
                  <a:ext cx="262440" cy="23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6C9467B1-7AC1-5795-0FCC-07B84D94398D}"/>
              </a:ext>
            </a:extLst>
          </p:cNvPr>
          <p:cNvGrpSpPr/>
          <p:nvPr/>
        </p:nvGrpSpPr>
        <p:grpSpPr>
          <a:xfrm>
            <a:off x="1251292" y="4441352"/>
            <a:ext cx="10021320" cy="2271600"/>
            <a:chOff x="1251292" y="4441352"/>
            <a:chExt cx="10021320" cy="227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C7DBF096-0373-F482-7A7F-F8DB961EE3E6}"/>
                    </a:ext>
                  </a:extLst>
                </p14:cNvPr>
                <p14:cNvContentPartPr/>
                <p14:nvPr/>
              </p14:nvContentPartPr>
              <p14:xfrm>
                <a:off x="7136572" y="4687592"/>
                <a:ext cx="1440" cy="75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C7DBF096-0373-F482-7A7F-F8DB961EE3E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118572" y="4669592"/>
                  <a:ext cx="370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9FA68DA1-BA5D-3B20-EAD2-A5A0679FB8C2}"/>
                    </a:ext>
                  </a:extLst>
                </p14:cNvPr>
                <p14:cNvContentPartPr/>
                <p14:nvPr/>
              </p14:nvContentPartPr>
              <p14:xfrm>
                <a:off x="7127932" y="4554752"/>
                <a:ext cx="189000" cy="3114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9FA68DA1-BA5D-3B20-EAD2-A5A0679FB8C2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7109932" y="4536752"/>
                  <a:ext cx="22464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8ED96B1A-A76B-DB33-44D5-D11FC4FD5DED}"/>
                    </a:ext>
                  </a:extLst>
                </p14:cNvPr>
                <p14:cNvContentPartPr/>
                <p14:nvPr/>
              </p14:nvContentPartPr>
              <p14:xfrm>
                <a:off x="7463812" y="4776872"/>
                <a:ext cx="103680" cy="1850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8ED96B1A-A76B-DB33-44D5-D11FC4FD5DED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7445812" y="4759232"/>
                  <a:ext cx="1393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9BD67CE-B6E2-C467-C9EE-D43226B612CF}"/>
                    </a:ext>
                  </a:extLst>
                </p14:cNvPr>
                <p14:cNvContentPartPr/>
                <p14:nvPr/>
              </p14:nvContentPartPr>
              <p14:xfrm>
                <a:off x="7690972" y="4811432"/>
                <a:ext cx="54720" cy="147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9BD67CE-B6E2-C467-C9EE-D43226B612CF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672972" y="4793792"/>
                  <a:ext cx="903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E4F8AB2-A7AB-CEB6-93DE-B24986EA45D5}"/>
                    </a:ext>
                  </a:extLst>
                </p14:cNvPr>
                <p14:cNvContentPartPr/>
                <p14:nvPr/>
              </p14:nvContentPartPr>
              <p14:xfrm>
                <a:off x="7755772" y="4875512"/>
                <a:ext cx="60480" cy="104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E4F8AB2-A7AB-CEB6-93DE-B24986EA45D5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737772" y="4857872"/>
                  <a:ext cx="961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17C127DE-EB21-C183-809E-CFA773825F8B}"/>
                    </a:ext>
                  </a:extLst>
                </p14:cNvPr>
                <p14:cNvContentPartPr/>
                <p14:nvPr/>
              </p14:nvContentPartPr>
              <p14:xfrm>
                <a:off x="8014972" y="4449272"/>
                <a:ext cx="263160" cy="2908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17C127DE-EB21-C183-809E-CFA773825F8B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7996972" y="4431272"/>
                  <a:ext cx="29880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699E8FF6-4C1D-C0A3-0975-2523B525D347}"/>
                    </a:ext>
                  </a:extLst>
                </p14:cNvPr>
                <p14:cNvContentPartPr/>
                <p14:nvPr/>
              </p14:nvContentPartPr>
              <p14:xfrm>
                <a:off x="8442652" y="4629632"/>
                <a:ext cx="109440" cy="2502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699E8FF6-4C1D-C0A3-0975-2523B525D347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424652" y="4611632"/>
                  <a:ext cx="14508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AEDE64BA-9039-9E47-8277-A6AF5BF3BCCF}"/>
                    </a:ext>
                  </a:extLst>
                </p14:cNvPr>
                <p14:cNvContentPartPr/>
                <p14:nvPr/>
              </p14:nvContentPartPr>
              <p14:xfrm>
                <a:off x="8602492" y="4725032"/>
                <a:ext cx="78480" cy="1119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AEDE64BA-9039-9E47-8277-A6AF5BF3BCCF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584492" y="4707392"/>
                  <a:ext cx="1141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D47DBA73-318F-A946-0834-FEB2D302F806}"/>
                    </a:ext>
                  </a:extLst>
                </p14:cNvPr>
                <p14:cNvContentPartPr/>
                <p14:nvPr/>
              </p14:nvContentPartPr>
              <p14:xfrm>
                <a:off x="8788252" y="4712432"/>
                <a:ext cx="71640" cy="11160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D47DBA73-318F-A946-0834-FEB2D302F806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8770612" y="4694432"/>
                  <a:ext cx="1072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25B28137-C0BF-8CA9-E2F8-9C42EF6CC905}"/>
                    </a:ext>
                  </a:extLst>
                </p14:cNvPr>
                <p14:cNvContentPartPr/>
                <p14:nvPr/>
              </p14:nvContentPartPr>
              <p14:xfrm>
                <a:off x="8940532" y="4719992"/>
                <a:ext cx="44640" cy="1854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25B28137-C0BF-8CA9-E2F8-9C42EF6CC905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8922532" y="4702352"/>
                  <a:ext cx="802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7A64F746-978B-5E55-2FC3-5203A4BCA8A1}"/>
                    </a:ext>
                  </a:extLst>
                </p14:cNvPr>
                <p14:cNvContentPartPr/>
                <p14:nvPr/>
              </p14:nvContentPartPr>
              <p14:xfrm>
                <a:off x="8958892" y="4729352"/>
                <a:ext cx="80280" cy="792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7A64F746-978B-5E55-2FC3-5203A4BCA8A1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8941252" y="4711712"/>
                  <a:ext cx="1159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CC01C996-000D-B742-8BE5-9FF2F57ED8E5}"/>
                    </a:ext>
                  </a:extLst>
                </p14:cNvPr>
                <p14:cNvContentPartPr/>
                <p14:nvPr/>
              </p14:nvContentPartPr>
              <p14:xfrm>
                <a:off x="9188212" y="4874792"/>
                <a:ext cx="19440" cy="378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CC01C996-000D-B742-8BE5-9FF2F57ED8E5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9170212" y="4857152"/>
                  <a:ext cx="550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3921F4D9-1BFE-B0E7-F058-A4675A934C4C}"/>
                    </a:ext>
                  </a:extLst>
                </p14:cNvPr>
                <p14:cNvContentPartPr/>
                <p14:nvPr/>
              </p14:nvContentPartPr>
              <p14:xfrm>
                <a:off x="9191452" y="4880912"/>
                <a:ext cx="25920" cy="914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3921F4D9-1BFE-B0E7-F058-A4675A934C4C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9173452" y="4862912"/>
                  <a:ext cx="6156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A1BF06D5-400D-521B-4786-9F0958C12C0B}"/>
                    </a:ext>
                  </a:extLst>
                </p14:cNvPr>
                <p14:cNvContentPartPr/>
                <p14:nvPr/>
              </p14:nvContentPartPr>
              <p14:xfrm>
                <a:off x="9328612" y="4782632"/>
                <a:ext cx="20160" cy="673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A1BF06D5-400D-521B-4786-9F0958C12C0B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9310972" y="4764992"/>
                  <a:ext cx="558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A243D67D-9063-2A95-D84B-4443B6FAE9AB}"/>
                    </a:ext>
                  </a:extLst>
                </p14:cNvPr>
                <p14:cNvContentPartPr/>
                <p14:nvPr/>
              </p14:nvContentPartPr>
              <p14:xfrm>
                <a:off x="9539212" y="4647632"/>
                <a:ext cx="280800" cy="374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A243D67D-9063-2A95-D84B-4443B6FAE9AB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9521572" y="4629992"/>
                  <a:ext cx="3164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FF6D767A-DD34-60A5-FCE3-628BA90A9119}"/>
                    </a:ext>
                  </a:extLst>
                </p14:cNvPr>
                <p14:cNvContentPartPr/>
                <p14:nvPr/>
              </p14:nvContentPartPr>
              <p14:xfrm>
                <a:off x="9754132" y="4552952"/>
                <a:ext cx="17280" cy="1670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FF6D767A-DD34-60A5-FCE3-628BA90A9119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9736132" y="4535312"/>
                  <a:ext cx="5292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B6A33AD5-A959-33F1-18E2-D07763AFC7B4}"/>
                    </a:ext>
                  </a:extLst>
                </p14:cNvPr>
                <p14:cNvContentPartPr/>
                <p14:nvPr/>
              </p14:nvContentPartPr>
              <p14:xfrm>
                <a:off x="9957532" y="4441352"/>
                <a:ext cx="217800" cy="2786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B6A33AD5-A959-33F1-18E2-D07763AFC7B4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9939892" y="4423352"/>
                  <a:ext cx="25344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2F45A1D1-5296-B32C-1040-796043B3013B}"/>
                    </a:ext>
                  </a:extLst>
                </p14:cNvPr>
                <p14:cNvContentPartPr/>
                <p14:nvPr/>
              </p14:nvContentPartPr>
              <p14:xfrm>
                <a:off x="10341292" y="4590392"/>
                <a:ext cx="97920" cy="22464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2F45A1D1-5296-B32C-1040-796043B3013B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0323292" y="4572752"/>
                  <a:ext cx="13356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FF3F98B8-EEFE-6ACC-A096-599E38136A0F}"/>
                    </a:ext>
                  </a:extLst>
                </p14:cNvPr>
                <p14:cNvContentPartPr/>
                <p14:nvPr/>
              </p14:nvContentPartPr>
              <p14:xfrm>
                <a:off x="10495372" y="4711712"/>
                <a:ext cx="89280" cy="766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FF3F98B8-EEFE-6ACC-A096-599E38136A0F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0477372" y="4694072"/>
                  <a:ext cx="1249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08D734D9-97F4-7276-BA4D-CDE50FBFCF28}"/>
                    </a:ext>
                  </a:extLst>
                </p14:cNvPr>
                <p14:cNvContentPartPr/>
                <p14:nvPr/>
              </p14:nvContentPartPr>
              <p14:xfrm>
                <a:off x="10678972" y="4681472"/>
                <a:ext cx="54000" cy="1238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08D734D9-97F4-7276-BA4D-CDE50FBFCF28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0661332" y="4663832"/>
                  <a:ext cx="896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7F5032F5-FBF6-C6FE-CA66-22FC63AB7620}"/>
                    </a:ext>
                  </a:extLst>
                </p14:cNvPr>
                <p14:cNvContentPartPr/>
                <p14:nvPr/>
              </p14:nvContentPartPr>
              <p14:xfrm>
                <a:off x="10825492" y="4682912"/>
                <a:ext cx="28800" cy="1692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7F5032F5-FBF6-C6FE-CA66-22FC63AB7620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0807492" y="4665272"/>
                  <a:ext cx="644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608CC847-19A0-0D64-6570-F138B47516F5}"/>
                    </a:ext>
                  </a:extLst>
                </p14:cNvPr>
                <p14:cNvContentPartPr/>
                <p14:nvPr/>
              </p14:nvContentPartPr>
              <p14:xfrm>
                <a:off x="10843132" y="4640792"/>
                <a:ext cx="72720" cy="784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608CC847-19A0-0D64-6570-F138B47516F5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0825492" y="4623152"/>
                  <a:ext cx="1083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0A2F4E2E-48C8-15D9-EF97-A32F404671A8}"/>
                    </a:ext>
                  </a:extLst>
                </p14:cNvPr>
                <p14:cNvContentPartPr/>
                <p14:nvPr/>
              </p14:nvContentPartPr>
              <p14:xfrm>
                <a:off x="10977772" y="4750592"/>
                <a:ext cx="37080" cy="727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0A2F4E2E-48C8-15D9-EF97-A32F404671A8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0959772" y="4732952"/>
                  <a:ext cx="727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C4AED790-F5E6-AC88-B70C-96D001F3792B}"/>
                    </a:ext>
                  </a:extLst>
                </p14:cNvPr>
                <p14:cNvContentPartPr/>
                <p14:nvPr/>
              </p14:nvContentPartPr>
              <p14:xfrm>
                <a:off x="11111692" y="4678592"/>
                <a:ext cx="160920" cy="1270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C4AED790-F5E6-AC88-B70C-96D001F3792B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1094052" y="4660592"/>
                  <a:ext cx="1965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A5FD92ED-3CEA-D9EE-344E-A1D4910ED10C}"/>
                    </a:ext>
                  </a:extLst>
                </p14:cNvPr>
                <p14:cNvContentPartPr/>
                <p14:nvPr/>
              </p14:nvContentPartPr>
              <p14:xfrm>
                <a:off x="7723732" y="5585432"/>
                <a:ext cx="95760" cy="576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A5FD92ED-3CEA-D9EE-344E-A1D4910ED10C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706092" y="5567792"/>
                  <a:ext cx="13140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627A851E-FF18-1819-B0CA-4CC748969C54}"/>
                    </a:ext>
                  </a:extLst>
                </p14:cNvPr>
                <p14:cNvContentPartPr/>
                <p14:nvPr/>
              </p14:nvContentPartPr>
              <p14:xfrm>
                <a:off x="7796812" y="5681552"/>
                <a:ext cx="42480" cy="133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627A851E-FF18-1819-B0CA-4CC748969C54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779172" y="5663912"/>
                  <a:ext cx="781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EC58E3E4-873D-6172-BEB3-302EC29CBEF4}"/>
                    </a:ext>
                  </a:extLst>
                </p14:cNvPr>
                <p14:cNvContentPartPr/>
                <p14:nvPr/>
              </p14:nvContentPartPr>
              <p14:xfrm>
                <a:off x="8201092" y="5410112"/>
                <a:ext cx="53280" cy="3445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EC58E3E4-873D-6172-BEB3-302EC29CBEF4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183092" y="5392472"/>
                  <a:ext cx="8892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6395AEC4-4256-BC15-6670-AB68E6134C5D}"/>
                    </a:ext>
                  </a:extLst>
                </p14:cNvPr>
                <p14:cNvContentPartPr/>
                <p14:nvPr/>
              </p14:nvContentPartPr>
              <p14:xfrm>
                <a:off x="8364892" y="5536112"/>
                <a:ext cx="11160" cy="309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6395AEC4-4256-BC15-6670-AB68E6134C5D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347252" y="5518112"/>
                  <a:ext cx="468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7AD5CC09-0F71-4DBB-E5E9-AAC954D385DD}"/>
                    </a:ext>
                  </a:extLst>
                </p14:cNvPr>
                <p14:cNvContentPartPr/>
                <p14:nvPr/>
              </p14:nvContentPartPr>
              <p14:xfrm>
                <a:off x="8510332" y="5400752"/>
                <a:ext cx="183600" cy="26424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7AD5CC09-0F71-4DBB-E5E9-AAC954D385DD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492692" y="5382752"/>
                  <a:ext cx="21924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26556C5C-17E1-CC26-7AEC-1BB24CB3029D}"/>
                    </a:ext>
                  </a:extLst>
                </p14:cNvPr>
                <p14:cNvContentPartPr/>
                <p14:nvPr/>
              </p14:nvContentPartPr>
              <p14:xfrm>
                <a:off x="8824252" y="5443232"/>
                <a:ext cx="156960" cy="1904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26556C5C-17E1-CC26-7AEC-1BB24CB3029D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806252" y="5425232"/>
                  <a:ext cx="1926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6657A8DC-A371-BF35-392D-67D17E07BACC}"/>
                    </a:ext>
                  </a:extLst>
                </p14:cNvPr>
                <p14:cNvContentPartPr/>
                <p14:nvPr/>
              </p14:nvContentPartPr>
              <p14:xfrm>
                <a:off x="7106692" y="5431352"/>
                <a:ext cx="116280" cy="26352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6657A8DC-A371-BF35-392D-67D17E07BACC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7088692" y="5413352"/>
                  <a:ext cx="15192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62D2B8A6-95F0-4006-8D81-D46B90F22B49}"/>
                    </a:ext>
                  </a:extLst>
                </p14:cNvPr>
                <p14:cNvContentPartPr/>
                <p14:nvPr/>
              </p14:nvContentPartPr>
              <p14:xfrm>
                <a:off x="7387492" y="5425592"/>
                <a:ext cx="123840" cy="2293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62D2B8A6-95F0-4006-8D81-D46B90F22B49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7369492" y="5407592"/>
                  <a:ext cx="15948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96ADBBF1-3876-D323-8BFC-1A8B445E57D1}"/>
                    </a:ext>
                  </a:extLst>
                </p14:cNvPr>
                <p14:cNvContentPartPr/>
                <p14:nvPr/>
              </p14:nvContentPartPr>
              <p14:xfrm>
                <a:off x="9200452" y="5543672"/>
                <a:ext cx="234720" cy="230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96ADBBF1-3876-D323-8BFC-1A8B445E57D1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9182812" y="5525672"/>
                  <a:ext cx="2703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4CA0A203-2692-E135-80BE-D0C8896CC45D}"/>
                    </a:ext>
                  </a:extLst>
                </p14:cNvPr>
                <p14:cNvContentPartPr/>
                <p14:nvPr/>
              </p14:nvContentPartPr>
              <p14:xfrm>
                <a:off x="9346612" y="5437832"/>
                <a:ext cx="20880" cy="21960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4CA0A203-2692-E135-80BE-D0C8896CC45D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9328612" y="5419832"/>
                  <a:ext cx="565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BCCE026F-FAE4-1D2D-DFA6-09DE2DF1BE23}"/>
                    </a:ext>
                  </a:extLst>
                </p14:cNvPr>
                <p14:cNvContentPartPr/>
                <p14:nvPr/>
              </p14:nvContentPartPr>
              <p14:xfrm>
                <a:off x="9798052" y="5365472"/>
                <a:ext cx="28080" cy="3121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BCCE026F-FAE4-1D2D-DFA6-09DE2DF1BE23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9780412" y="5347472"/>
                  <a:ext cx="6372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9CBCC725-DC42-67BE-5E12-7F1CEBC99E55}"/>
                    </a:ext>
                  </a:extLst>
                </p14:cNvPr>
                <p14:cNvContentPartPr/>
                <p14:nvPr/>
              </p14:nvContentPartPr>
              <p14:xfrm>
                <a:off x="9754852" y="5389232"/>
                <a:ext cx="106200" cy="2304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9CBCC725-DC42-67BE-5E12-7F1CEBC99E55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9736852" y="5371592"/>
                  <a:ext cx="1418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75E22861-24AD-C2DB-BFA3-B3B59798ACF4}"/>
                    </a:ext>
                  </a:extLst>
                </p14:cNvPr>
                <p14:cNvContentPartPr/>
                <p14:nvPr/>
              </p14:nvContentPartPr>
              <p14:xfrm>
                <a:off x="9777172" y="5613872"/>
                <a:ext cx="60480" cy="324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75E22861-24AD-C2DB-BFA3-B3B59798ACF4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9759532" y="5596232"/>
                  <a:ext cx="961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C1C3C4F5-F68B-A6E3-232B-3A11A1C69DDE}"/>
                    </a:ext>
                  </a:extLst>
                </p14:cNvPr>
                <p14:cNvContentPartPr/>
                <p14:nvPr/>
              </p14:nvContentPartPr>
              <p14:xfrm>
                <a:off x="10060852" y="5349992"/>
                <a:ext cx="69120" cy="23688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C1C3C4F5-F68B-A6E3-232B-3A11A1C69DDE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0043212" y="5331992"/>
                  <a:ext cx="10476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0CE9D794-8A86-D71A-D25D-F67CEF141A87}"/>
                    </a:ext>
                  </a:extLst>
                </p14:cNvPr>
                <p14:cNvContentPartPr/>
                <p14:nvPr/>
              </p14:nvContentPartPr>
              <p14:xfrm>
                <a:off x="10056892" y="5335232"/>
                <a:ext cx="286920" cy="2160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0CE9D794-8A86-D71A-D25D-F67CEF141A87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0038892" y="5317232"/>
                  <a:ext cx="32256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42EB6D95-F6AB-6C54-E688-38CA24A293A0}"/>
                    </a:ext>
                  </a:extLst>
                </p14:cNvPr>
                <p14:cNvContentPartPr/>
                <p14:nvPr/>
              </p14:nvContentPartPr>
              <p14:xfrm>
                <a:off x="7513852" y="6074672"/>
                <a:ext cx="181800" cy="31212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42EB6D95-F6AB-6C54-E688-38CA24A293A0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7496212" y="6056672"/>
                  <a:ext cx="21744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42827359-9280-91DE-6345-33D72BF20344}"/>
                    </a:ext>
                  </a:extLst>
                </p14:cNvPr>
                <p14:cNvContentPartPr/>
                <p14:nvPr/>
              </p14:nvContentPartPr>
              <p14:xfrm>
                <a:off x="7588732" y="6195632"/>
                <a:ext cx="145440" cy="1944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42827359-9280-91DE-6345-33D72BF20344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7570732" y="6177992"/>
                  <a:ext cx="1810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F0CE2BD7-869B-63EF-E0F0-144EF61D78B5}"/>
                    </a:ext>
                  </a:extLst>
                </p14:cNvPr>
                <p14:cNvContentPartPr/>
                <p14:nvPr/>
              </p14:nvContentPartPr>
              <p14:xfrm>
                <a:off x="7850092" y="6208952"/>
                <a:ext cx="19800" cy="720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F0CE2BD7-869B-63EF-E0F0-144EF61D78B5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7832092" y="6191312"/>
                  <a:ext cx="554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A0509B87-080E-C21A-6854-F33EEEFF5782}"/>
                    </a:ext>
                  </a:extLst>
                </p14:cNvPr>
                <p14:cNvContentPartPr/>
                <p14:nvPr/>
              </p14:nvContentPartPr>
              <p14:xfrm>
                <a:off x="7971772" y="6057032"/>
                <a:ext cx="152640" cy="16488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A0509B87-080E-C21A-6854-F33EEEFF5782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7954132" y="6039032"/>
                  <a:ext cx="1882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FF7E9E98-8D35-0100-C5C5-5A173237E020}"/>
                    </a:ext>
                  </a:extLst>
                </p14:cNvPr>
                <p14:cNvContentPartPr/>
                <p14:nvPr/>
              </p14:nvContentPartPr>
              <p14:xfrm>
                <a:off x="8207932" y="5991872"/>
                <a:ext cx="156960" cy="2577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FF7E9E98-8D35-0100-C5C5-5A173237E020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8190292" y="5974232"/>
                  <a:ext cx="19260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45FEFAAF-C83E-A5F9-78D2-8CCC0DF76513}"/>
                    </a:ext>
                  </a:extLst>
                </p14:cNvPr>
                <p14:cNvContentPartPr/>
                <p14:nvPr/>
              </p14:nvContentPartPr>
              <p14:xfrm>
                <a:off x="8486572" y="6128312"/>
                <a:ext cx="79560" cy="1260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45FEFAAF-C83E-A5F9-78D2-8CCC0DF76513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8468932" y="6110672"/>
                  <a:ext cx="1152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ABD4BD95-5422-7167-C383-533C1E30570C}"/>
                    </a:ext>
                  </a:extLst>
                </p14:cNvPr>
                <p14:cNvContentPartPr/>
                <p14:nvPr/>
              </p14:nvContentPartPr>
              <p14:xfrm>
                <a:off x="8552812" y="6167552"/>
                <a:ext cx="40320" cy="2628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ABD4BD95-5422-7167-C383-533C1E30570C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8535172" y="6149912"/>
                  <a:ext cx="759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2846D645-13FC-E798-8D6B-6EA1DF24AE0A}"/>
                    </a:ext>
                  </a:extLst>
                </p14:cNvPr>
                <p14:cNvContentPartPr/>
                <p14:nvPr/>
              </p14:nvContentPartPr>
              <p14:xfrm>
                <a:off x="8922892" y="5983232"/>
                <a:ext cx="60480" cy="28512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2846D645-13FC-E798-8D6B-6EA1DF24AE0A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8904892" y="5965232"/>
                  <a:ext cx="9612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C921CB6B-58FD-F618-AD74-21EE5B96A61F}"/>
                    </a:ext>
                  </a:extLst>
                </p14:cNvPr>
                <p14:cNvContentPartPr/>
                <p14:nvPr/>
              </p14:nvContentPartPr>
              <p14:xfrm>
                <a:off x="8854132" y="5957312"/>
                <a:ext cx="124920" cy="367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C921CB6B-58FD-F618-AD74-21EE5B96A61F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8836132" y="5939672"/>
                  <a:ext cx="16056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7D4BB337-5160-D84A-4EC5-021A75488E4E}"/>
                    </a:ext>
                  </a:extLst>
                </p14:cNvPr>
                <p14:cNvContentPartPr/>
                <p14:nvPr/>
              </p14:nvContentPartPr>
              <p14:xfrm>
                <a:off x="8913892" y="6222272"/>
                <a:ext cx="122400" cy="3384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7D4BB337-5160-D84A-4EC5-021A75488E4E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8896252" y="6204272"/>
                  <a:ext cx="1580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C5DF0F0A-F83D-885D-BEA3-007EF79405EB}"/>
                    </a:ext>
                  </a:extLst>
                </p14:cNvPr>
                <p14:cNvContentPartPr/>
                <p14:nvPr/>
              </p14:nvContentPartPr>
              <p14:xfrm>
                <a:off x="9161572" y="6042632"/>
                <a:ext cx="200520" cy="1101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C5DF0F0A-F83D-885D-BEA3-007EF79405EB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9143932" y="6024992"/>
                  <a:ext cx="23616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5FDA76C6-CEA7-86FC-3BF1-E043AB77C535}"/>
                    </a:ext>
                  </a:extLst>
                </p14:cNvPr>
                <p14:cNvContentPartPr/>
                <p14:nvPr/>
              </p14:nvContentPartPr>
              <p14:xfrm>
                <a:off x="9228172" y="5987192"/>
                <a:ext cx="97200" cy="17496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5FDA76C6-CEA7-86FC-3BF1-E043AB77C535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9210532" y="5969552"/>
                  <a:ext cx="13284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639568BE-ABFC-09F9-C8C3-25819BE8FCC0}"/>
                    </a:ext>
                  </a:extLst>
                </p14:cNvPr>
                <p14:cNvContentPartPr/>
                <p14:nvPr/>
              </p14:nvContentPartPr>
              <p14:xfrm>
                <a:off x="9600412" y="5956592"/>
                <a:ext cx="49680" cy="28260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639568BE-ABFC-09F9-C8C3-25819BE8FCC0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9582772" y="5938592"/>
                  <a:ext cx="8532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CDED0706-A4A2-A2F7-B5DC-186C4E057A10}"/>
                    </a:ext>
                  </a:extLst>
                </p14:cNvPr>
                <p14:cNvContentPartPr/>
                <p14:nvPr/>
              </p14:nvContentPartPr>
              <p14:xfrm>
                <a:off x="9603292" y="5913392"/>
                <a:ext cx="264600" cy="23292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CDED0706-A4A2-A2F7-B5DC-186C4E057A10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9585292" y="5895392"/>
                  <a:ext cx="30024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84089F14-0F9F-549C-2DE7-14C499A02D9D}"/>
                    </a:ext>
                  </a:extLst>
                </p14:cNvPr>
                <p14:cNvContentPartPr/>
                <p14:nvPr/>
              </p14:nvContentPartPr>
              <p14:xfrm>
                <a:off x="8995972" y="6529712"/>
                <a:ext cx="80280" cy="212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84089F14-0F9F-549C-2DE7-14C499A02D9D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8978332" y="6511712"/>
                  <a:ext cx="1159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2DA51857-27E4-FA63-6AC1-B1F308CE7BFD}"/>
                    </a:ext>
                  </a:extLst>
                </p14:cNvPr>
                <p14:cNvContentPartPr/>
                <p14:nvPr/>
              </p14:nvContentPartPr>
              <p14:xfrm>
                <a:off x="9049612" y="6597392"/>
                <a:ext cx="55440" cy="144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2DA51857-27E4-FA63-6AC1-B1F308CE7BF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9031612" y="6579752"/>
                  <a:ext cx="9108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900C1235-B353-6A60-F679-808D6F14D869}"/>
                    </a:ext>
                  </a:extLst>
                </p14:cNvPr>
                <p14:cNvContentPartPr/>
                <p14:nvPr/>
              </p14:nvContentPartPr>
              <p14:xfrm>
                <a:off x="1251292" y="4678592"/>
                <a:ext cx="888840" cy="50580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900C1235-B353-6A60-F679-808D6F14D869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233652" y="4660592"/>
                  <a:ext cx="924480" cy="54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2F4B27D0-9CA9-9A19-CFD9-8F87C05D7C8A}"/>
                    </a:ext>
                  </a:extLst>
                </p14:cNvPr>
                <p14:cNvContentPartPr/>
                <p14:nvPr/>
              </p14:nvContentPartPr>
              <p14:xfrm>
                <a:off x="9335812" y="6419912"/>
                <a:ext cx="220680" cy="20484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2F4B27D0-9CA9-9A19-CFD9-8F87C05D7C8A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9318172" y="6402272"/>
                  <a:ext cx="2563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D72079E7-E9FC-97A6-B9A7-C7EB2A2D8703}"/>
                    </a:ext>
                  </a:extLst>
                </p14:cNvPr>
                <p14:cNvContentPartPr/>
                <p14:nvPr/>
              </p14:nvContentPartPr>
              <p14:xfrm>
                <a:off x="9629572" y="6410192"/>
                <a:ext cx="118440" cy="18360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D72079E7-E9FC-97A6-B9A7-C7EB2A2D8703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9611932" y="6392192"/>
                  <a:ext cx="15408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BAE5CE77-65A4-BE71-2108-8C95BD08421B}"/>
                    </a:ext>
                  </a:extLst>
                </p14:cNvPr>
                <p14:cNvContentPartPr/>
                <p14:nvPr/>
              </p14:nvContentPartPr>
              <p14:xfrm>
                <a:off x="9851332" y="6446552"/>
                <a:ext cx="252720" cy="11556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BAE5CE77-65A4-BE71-2108-8C95BD08421B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9833692" y="6428552"/>
                  <a:ext cx="28836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606F08BF-E832-C0A8-710B-80641DF9048E}"/>
                    </a:ext>
                  </a:extLst>
                </p14:cNvPr>
                <p14:cNvContentPartPr/>
                <p14:nvPr/>
              </p14:nvContentPartPr>
              <p14:xfrm>
                <a:off x="10213492" y="6287792"/>
                <a:ext cx="44280" cy="27180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606F08BF-E832-C0A8-710B-80641DF9048E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0195492" y="6270152"/>
                  <a:ext cx="7992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E3D70401-5A3F-6602-2AAE-91DF03F3CF16}"/>
                    </a:ext>
                  </a:extLst>
                </p14:cNvPr>
                <p14:cNvContentPartPr/>
                <p14:nvPr/>
              </p14:nvContentPartPr>
              <p14:xfrm>
                <a:off x="10198372" y="6272672"/>
                <a:ext cx="183240" cy="16452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E3D70401-5A3F-6602-2AAE-91DF03F3CF16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0180372" y="6254672"/>
                  <a:ext cx="2188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7AAEBD0E-B268-13AF-7665-7696D61A5CA0}"/>
                    </a:ext>
                  </a:extLst>
                </p14:cNvPr>
                <p14:cNvContentPartPr/>
                <p14:nvPr/>
              </p14:nvContentPartPr>
              <p14:xfrm>
                <a:off x="10234732" y="6413072"/>
                <a:ext cx="124200" cy="4320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7AAEBD0E-B268-13AF-7665-7696D61A5CA0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0216732" y="6395072"/>
                  <a:ext cx="1598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145B4EDE-9C6C-8589-CD34-E1002EEFDA52}"/>
                    </a:ext>
                  </a:extLst>
                </p14:cNvPr>
                <p14:cNvContentPartPr/>
                <p14:nvPr/>
              </p14:nvContentPartPr>
              <p14:xfrm>
                <a:off x="1701292" y="5161352"/>
                <a:ext cx="7166520" cy="150840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145B4EDE-9C6C-8589-CD34-E1002EEFDA52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683652" y="5143352"/>
                  <a:ext cx="7202160" cy="154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3F4DCA73-138D-962F-C884-2F2FC08B3EA8}"/>
                    </a:ext>
                  </a:extLst>
                </p14:cNvPr>
                <p14:cNvContentPartPr/>
                <p14:nvPr/>
              </p14:nvContentPartPr>
              <p14:xfrm>
                <a:off x="8813812" y="6512432"/>
                <a:ext cx="117720" cy="20052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3F4DCA73-138D-962F-C884-2F2FC08B3EA8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8796172" y="6494432"/>
                  <a:ext cx="153360" cy="23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C5828365-478B-E6D9-50CA-8BAD4A79C200}"/>
              </a:ext>
            </a:extLst>
          </p:cNvPr>
          <p:cNvGrpSpPr/>
          <p:nvPr/>
        </p:nvGrpSpPr>
        <p:grpSpPr>
          <a:xfrm>
            <a:off x="10540012" y="6142352"/>
            <a:ext cx="503280" cy="329400"/>
            <a:chOff x="10540012" y="6142352"/>
            <a:chExt cx="503280" cy="32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A0D25457-1813-D3EB-6BB9-6B44AE69779F}"/>
                    </a:ext>
                  </a:extLst>
                </p14:cNvPr>
                <p14:cNvContentPartPr/>
                <p14:nvPr/>
              </p14:nvContentPartPr>
              <p14:xfrm>
                <a:off x="10540012" y="6282032"/>
                <a:ext cx="138960" cy="9216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A0D25457-1813-D3EB-6BB9-6B44AE69779F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0522012" y="6264392"/>
                  <a:ext cx="17460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05FA468B-30AF-0E3C-FB82-698A78576668}"/>
                    </a:ext>
                  </a:extLst>
                </p14:cNvPr>
                <p14:cNvContentPartPr/>
                <p14:nvPr/>
              </p14:nvContentPartPr>
              <p14:xfrm>
                <a:off x="10550812" y="6263672"/>
                <a:ext cx="132840" cy="17100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05FA468B-30AF-0E3C-FB82-698A78576668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0532812" y="6246032"/>
                  <a:ext cx="16848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A0CBE9E8-81D3-7CD2-4920-159193A485A1}"/>
                    </a:ext>
                  </a:extLst>
                </p14:cNvPr>
                <p14:cNvContentPartPr/>
                <p14:nvPr/>
              </p14:nvContentPartPr>
              <p14:xfrm>
                <a:off x="10837372" y="6249632"/>
                <a:ext cx="21240" cy="22212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A0CBE9E8-81D3-7CD2-4920-159193A485A1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0819732" y="6231632"/>
                  <a:ext cx="5688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A714CDB9-7714-465C-68E9-98A9B76DC078}"/>
                    </a:ext>
                  </a:extLst>
                </p14:cNvPr>
                <p14:cNvContentPartPr/>
                <p14:nvPr/>
              </p14:nvContentPartPr>
              <p14:xfrm>
                <a:off x="10842772" y="6142352"/>
                <a:ext cx="200520" cy="26640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A714CDB9-7714-465C-68E9-98A9B76DC078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0825132" y="6124352"/>
                  <a:ext cx="236160" cy="30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8372C77E-51AC-0227-6C6A-69D7729F305A}"/>
              </a:ext>
            </a:extLst>
          </p:cNvPr>
          <p:cNvGrpSpPr/>
          <p:nvPr/>
        </p:nvGrpSpPr>
        <p:grpSpPr>
          <a:xfrm>
            <a:off x="3100252" y="4605152"/>
            <a:ext cx="1707120" cy="1105200"/>
            <a:chOff x="3100252" y="4605152"/>
            <a:chExt cx="1707120" cy="110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D0C5CD4F-B69F-D397-D603-71F111857AF0}"/>
                    </a:ext>
                  </a:extLst>
                </p14:cNvPr>
                <p14:cNvContentPartPr/>
                <p14:nvPr/>
              </p14:nvContentPartPr>
              <p14:xfrm>
                <a:off x="3100252" y="5491112"/>
                <a:ext cx="168480" cy="2192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D0C5CD4F-B69F-D397-D603-71F111857AF0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3082612" y="5473472"/>
                  <a:ext cx="20412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4AC7C15F-07F8-BC4D-CC24-28F0A43C9F2E}"/>
                    </a:ext>
                  </a:extLst>
                </p14:cNvPr>
                <p14:cNvContentPartPr/>
                <p14:nvPr/>
              </p14:nvContentPartPr>
              <p14:xfrm>
                <a:off x="3105292" y="5408672"/>
                <a:ext cx="190440" cy="18864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4AC7C15F-07F8-BC4D-CC24-28F0A43C9F2E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3087652" y="5391032"/>
                  <a:ext cx="2260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FDAAB69B-958F-737F-37E0-312CF82B9E7E}"/>
                    </a:ext>
                  </a:extLst>
                </p14:cNvPr>
                <p14:cNvContentPartPr/>
                <p14:nvPr/>
              </p14:nvContentPartPr>
              <p14:xfrm>
                <a:off x="3380692" y="5401112"/>
                <a:ext cx="15120" cy="4248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FDAAB69B-958F-737F-37E0-312CF82B9E7E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3363052" y="5383112"/>
                  <a:ext cx="507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98E31368-0BBC-FD2B-7572-26CA41BB18D7}"/>
                    </a:ext>
                  </a:extLst>
                </p14:cNvPr>
                <p14:cNvContentPartPr/>
                <p14:nvPr/>
              </p14:nvContentPartPr>
              <p14:xfrm>
                <a:off x="3435052" y="5437832"/>
                <a:ext cx="38880" cy="6300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98E31368-0BBC-FD2B-7572-26CA41BB18D7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3417412" y="5419832"/>
                  <a:ext cx="745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DE5BAC82-DE4E-308C-963D-21D09D2DBF41}"/>
                    </a:ext>
                  </a:extLst>
                </p14:cNvPr>
                <p14:cNvContentPartPr/>
                <p14:nvPr/>
              </p14:nvContentPartPr>
              <p14:xfrm>
                <a:off x="3456292" y="4934552"/>
                <a:ext cx="285120" cy="18972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DE5BAC82-DE4E-308C-963D-21D09D2DBF41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3438292" y="4916912"/>
                  <a:ext cx="3207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F82EDBD1-5E4C-1672-91D4-346D9CBC384D}"/>
                    </a:ext>
                  </a:extLst>
                </p14:cNvPr>
                <p14:cNvContentPartPr/>
                <p14:nvPr/>
              </p14:nvContentPartPr>
              <p14:xfrm>
                <a:off x="3625132" y="5046512"/>
                <a:ext cx="38520" cy="4968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F82EDBD1-5E4C-1672-91D4-346D9CBC384D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3607492" y="5028512"/>
                  <a:ext cx="741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F52D7FA7-6718-0601-3FDA-9DAC0317A916}"/>
                    </a:ext>
                  </a:extLst>
                </p14:cNvPr>
                <p14:cNvContentPartPr/>
                <p14:nvPr/>
              </p14:nvContentPartPr>
              <p14:xfrm>
                <a:off x="3781372" y="4946432"/>
                <a:ext cx="13680" cy="720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F52D7FA7-6718-0601-3FDA-9DAC0317A916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3763372" y="4928792"/>
                  <a:ext cx="493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8903B016-D8DE-B3B5-7674-BB6CD812D3BB}"/>
                    </a:ext>
                  </a:extLst>
                </p14:cNvPr>
                <p14:cNvContentPartPr/>
                <p14:nvPr/>
              </p14:nvContentPartPr>
              <p14:xfrm>
                <a:off x="3789652" y="4815032"/>
                <a:ext cx="181440" cy="11952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8903B016-D8DE-B3B5-7674-BB6CD812D3BB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3772012" y="4797392"/>
                  <a:ext cx="2170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8BA2DB35-65ED-7047-8B80-BB9C60DF206B}"/>
                    </a:ext>
                  </a:extLst>
                </p14:cNvPr>
                <p14:cNvContentPartPr/>
                <p14:nvPr/>
              </p14:nvContentPartPr>
              <p14:xfrm>
                <a:off x="3908452" y="4605152"/>
                <a:ext cx="230040" cy="21996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8BA2DB35-65ED-7047-8B80-BB9C60DF206B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3890812" y="4587152"/>
                  <a:ext cx="2656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51151229-90E0-533E-8743-CCBFE63E82C6}"/>
                    </a:ext>
                  </a:extLst>
                </p14:cNvPr>
                <p14:cNvContentPartPr/>
                <p14:nvPr/>
              </p14:nvContentPartPr>
              <p14:xfrm>
                <a:off x="3770212" y="4702352"/>
                <a:ext cx="734760" cy="59112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51151229-90E0-533E-8743-CCBFE63E82C6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3752572" y="4684352"/>
                  <a:ext cx="770400" cy="62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217581D8-8A81-C45F-446F-EFA799347DD8}"/>
                    </a:ext>
                  </a:extLst>
                </p14:cNvPr>
                <p14:cNvContentPartPr/>
                <p14:nvPr/>
              </p14:nvContentPartPr>
              <p14:xfrm>
                <a:off x="4048132" y="5231912"/>
                <a:ext cx="216000" cy="14976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217581D8-8A81-C45F-446F-EFA799347DD8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4030492" y="5213912"/>
                  <a:ext cx="2516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88E3A1FA-0B8E-267A-9009-62B5059EC269}"/>
                    </a:ext>
                  </a:extLst>
                </p14:cNvPr>
                <p14:cNvContentPartPr/>
                <p14:nvPr/>
              </p14:nvContentPartPr>
              <p14:xfrm>
                <a:off x="4251892" y="5137952"/>
                <a:ext cx="101880" cy="11052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88E3A1FA-0B8E-267A-9009-62B5059EC269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4234252" y="5120312"/>
                  <a:ext cx="1375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B74439CA-B4C3-98A1-BF26-FBE1B25F9956}"/>
                    </a:ext>
                  </a:extLst>
                </p14:cNvPr>
                <p14:cNvContentPartPr/>
                <p14:nvPr/>
              </p14:nvContentPartPr>
              <p14:xfrm>
                <a:off x="4361692" y="5010152"/>
                <a:ext cx="235440" cy="17316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B74439CA-B4C3-98A1-BF26-FBE1B25F9956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4343692" y="4992512"/>
                  <a:ext cx="27108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E41E5E19-25E6-2190-86B0-753BFD991BEA}"/>
                    </a:ext>
                  </a:extLst>
                </p14:cNvPr>
                <p14:cNvContentPartPr/>
                <p14:nvPr/>
              </p14:nvContentPartPr>
              <p14:xfrm>
                <a:off x="4579492" y="4752032"/>
                <a:ext cx="123120" cy="21888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E41E5E19-25E6-2190-86B0-753BFD991BEA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4561492" y="4734032"/>
                  <a:ext cx="1587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ACE99C9B-AEBF-CF4C-CD9A-47137BBD837D}"/>
                    </a:ext>
                  </a:extLst>
                </p14:cNvPr>
                <p14:cNvContentPartPr/>
                <p14:nvPr/>
              </p14:nvContentPartPr>
              <p14:xfrm>
                <a:off x="4621972" y="4733312"/>
                <a:ext cx="185400" cy="11196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ACE99C9B-AEBF-CF4C-CD9A-47137BBD837D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4603972" y="4715672"/>
                  <a:ext cx="2210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F299D2CB-4497-2D6C-64C6-3A8174FAF10A}"/>
                    </a:ext>
                  </a:extLst>
                </p14:cNvPr>
                <p14:cNvContentPartPr/>
                <p14:nvPr/>
              </p14:nvContentPartPr>
              <p14:xfrm>
                <a:off x="4701172" y="4783712"/>
                <a:ext cx="63000" cy="9432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F299D2CB-4497-2D6C-64C6-3A8174FAF10A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4683172" y="4765712"/>
                  <a:ext cx="98640" cy="129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113880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90CB0-3D07-6CA2-466E-A345AE433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LED is a diode</a:t>
            </a:r>
          </a:p>
        </p:txBody>
      </p:sp>
      <p:pic>
        <p:nvPicPr>
          <p:cNvPr id="6" name="Content Placeholder 5" descr="A diagram of a physics experiment&#10;&#10;Description automatically generated">
            <a:extLst>
              <a:ext uri="{FF2B5EF4-FFF2-40B4-BE49-F238E27FC236}">
                <a16:creationId xmlns:a16="http://schemas.microsoft.com/office/drawing/2014/main" id="{47582C49-9753-199A-35C5-0D36B027DB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941" y="1306463"/>
            <a:ext cx="7454196" cy="518641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137D7C-EA53-2489-DED1-D55C75238C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21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2AF2BF3-5807-F3D1-F902-D9ED7CC2538F}"/>
              </a:ext>
            </a:extLst>
          </p:cNvPr>
          <p:cNvGrpSpPr/>
          <p:nvPr/>
        </p:nvGrpSpPr>
        <p:grpSpPr>
          <a:xfrm>
            <a:off x="1187903" y="1614908"/>
            <a:ext cx="834120" cy="2782440"/>
            <a:chOff x="1187903" y="1614908"/>
            <a:chExt cx="834120" cy="278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28784C7-D1EF-C72E-AB12-7472EBA37B4A}"/>
                    </a:ext>
                  </a:extLst>
                </p14:cNvPr>
                <p14:cNvContentPartPr/>
                <p14:nvPr/>
              </p14:nvContentPartPr>
              <p14:xfrm>
                <a:off x="1284743" y="2305028"/>
                <a:ext cx="5040" cy="446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28784C7-D1EF-C72E-AB12-7472EBA37B4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267103" y="2287028"/>
                  <a:ext cx="406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F094F4A-53E9-BEF2-F961-C66FCB6A85BE}"/>
                    </a:ext>
                  </a:extLst>
                </p14:cNvPr>
                <p14:cNvContentPartPr/>
                <p14:nvPr/>
              </p14:nvContentPartPr>
              <p14:xfrm>
                <a:off x="1192583" y="2298548"/>
                <a:ext cx="501120" cy="105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F094F4A-53E9-BEF2-F961-C66FCB6A85B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174943" y="2280908"/>
                  <a:ext cx="5367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BFC8FEB-1BE7-73AD-8841-2481C08E0FD1}"/>
                    </a:ext>
                  </a:extLst>
                </p14:cNvPr>
                <p14:cNvContentPartPr/>
                <p14:nvPr/>
              </p14:nvContentPartPr>
              <p14:xfrm>
                <a:off x="1227503" y="1614908"/>
                <a:ext cx="552960" cy="774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BFC8FEB-1BE7-73AD-8841-2481C08E0FD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209503" y="1596908"/>
                  <a:ext cx="588600" cy="81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877A93F-C9AA-4E9A-EC32-7B06DCA6315D}"/>
                    </a:ext>
                  </a:extLst>
                </p14:cNvPr>
                <p14:cNvContentPartPr/>
                <p14:nvPr/>
              </p14:nvContentPartPr>
              <p14:xfrm>
                <a:off x="1398143" y="2049788"/>
                <a:ext cx="104400" cy="2232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877A93F-C9AA-4E9A-EC32-7B06DCA6315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380503" y="2032148"/>
                  <a:ext cx="140040" cy="226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8FB6806-83D2-ECE4-58E8-9C20D795AF55}"/>
                    </a:ext>
                  </a:extLst>
                </p14:cNvPr>
                <p14:cNvContentPartPr/>
                <p14:nvPr/>
              </p14:nvContentPartPr>
              <p14:xfrm>
                <a:off x="1553663" y="2198828"/>
                <a:ext cx="75600" cy="1463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8FB6806-83D2-ECE4-58E8-9C20D795AF5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536023" y="2181188"/>
                  <a:ext cx="111240" cy="149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96A8F45-FC91-5C78-70E3-F76BFEBAFEDD}"/>
                    </a:ext>
                  </a:extLst>
                </p14:cNvPr>
                <p14:cNvContentPartPr/>
                <p14:nvPr/>
              </p14:nvContentPartPr>
              <p14:xfrm>
                <a:off x="1187903" y="3981548"/>
                <a:ext cx="45360" cy="415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96A8F45-FC91-5C78-70E3-F76BFEBAFED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170263" y="3963548"/>
                  <a:ext cx="81000" cy="4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E3E65D8-326C-B540-D62E-65FBD05E3D3A}"/>
                    </a:ext>
                  </a:extLst>
                </p14:cNvPr>
                <p14:cNvContentPartPr/>
                <p14:nvPr/>
              </p14:nvContentPartPr>
              <p14:xfrm>
                <a:off x="1215263" y="4125188"/>
                <a:ext cx="159480" cy="1609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E3E65D8-326C-B540-D62E-65FBD05E3D3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197623" y="4107188"/>
                  <a:ext cx="1951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A3F9909-3D21-22F7-9EEF-AC7A6F0E75A2}"/>
                    </a:ext>
                  </a:extLst>
                </p14:cNvPr>
                <p14:cNvContentPartPr/>
                <p14:nvPr/>
              </p14:nvContentPartPr>
              <p14:xfrm>
                <a:off x="1208783" y="4153268"/>
                <a:ext cx="165240" cy="141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A3F9909-3D21-22F7-9EEF-AC7A6F0E75A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191143" y="4135628"/>
                  <a:ext cx="2008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E7F6B51-5696-4E71-D883-FBABE0602686}"/>
                    </a:ext>
                  </a:extLst>
                </p14:cNvPr>
                <p14:cNvContentPartPr/>
                <p14:nvPr/>
              </p14:nvContentPartPr>
              <p14:xfrm>
                <a:off x="1879103" y="3472868"/>
                <a:ext cx="142920" cy="162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E7F6B51-5696-4E71-D883-FBABE060268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861463" y="3455228"/>
                  <a:ext cx="178560" cy="19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15935CC-52CC-649E-214F-B1E0ECED62E6}"/>
              </a:ext>
            </a:extLst>
          </p:cNvPr>
          <p:cNvGrpSpPr/>
          <p:nvPr/>
        </p:nvGrpSpPr>
        <p:grpSpPr>
          <a:xfrm>
            <a:off x="6846412" y="548672"/>
            <a:ext cx="2317320" cy="3150720"/>
            <a:chOff x="6846412" y="548672"/>
            <a:chExt cx="2317320" cy="315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BFE30AE-A09B-D858-DC93-865889E11395}"/>
                    </a:ext>
                  </a:extLst>
                </p14:cNvPr>
                <p14:cNvContentPartPr/>
                <p14:nvPr/>
              </p14:nvContentPartPr>
              <p14:xfrm>
                <a:off x="7747492" y="3226712"/>
                <a:ext cx="599400" cy="472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BFE30AE-A09B-D858-DC93-865889E1139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729492" y="3209072"/>
                  <a:ext cx="635040" cy="50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6DAFE0C-865F-4D7E-A4D2-26C415F6F2F4}"/>
                    </a:ext>
                  </a:extLst>
                </p14:cNvPr>
                <p14:cNvContentPartPr/>
                <p14:nvPr/>
              </p14:nvContentPartPr>
              <p14:xfrm>
                <a:off x="6945772" y="1187312"/>
                <a:ext cx="911160" cy="21366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6DAFE0C-865F-4D7E-A4D2-26C415F6F2F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927772" y="1169672"/>
                  <a:ext cx="946800" cy="21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ABDB99C-B975-12FA-633E-57657E41A699}"/>
                    </a:ext>
                  </a:extLst>
                </p14:cNvPr>
                <p14:cNvContentPartPr/>
                <p14:nvPr/>
              </p14:nvContentPartPr>
              <p14:xfrm>
                <a:off x="6846412" y="1147712"/>
                <a:ext cx="181080" cy="1717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ABDB99C-B975-12FA-633E-57657E41A69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828412" y="1129712"/>
                  <a:ext cx="2167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10957E9-CEB4-15AC-1FDE-18A7A743BC4E}"/>
                    </a:ext>
                  </a:extLst>
                </p14:cNvPr>
                <p14:cNvContentPartPr/>
                <p14:nvPr/>
              </p14:nvContentPartPr>
              <p14:xfrm>
                <a:off x="7191292" y="764312"/>
                <a:ext cx="10440" cy="3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10957E9-CEB4-15AC-1FDE-18A7A743BC4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173652" y="746672"/>
                  <a:ext cx="460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5DC6323-299F-599E-0700-55AAEF2FEE3B}"/>
                    </a:ext>
                  </a:extLst>
                </p14:cNvPr>
                <p14:cNvContentPartPr/>
                <p14:nvPr/>
              </p14:nvContentPartPr>
              <p14:xfrm>
                <a:off x="7143772" y="732992"/>
                <a:ext cx="111960" cy="211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5DC6323-299F-599E-0700-55AAEF2FEE3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126132" y="714992"/>
                  <a:ext cx="14760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2733025-D20A-2039-BBA2-66BB978C157C}"/>
                    </a:ext>
                  </a:extLst>
                </p14:cNvPr>
                <p14:cNvContentPartPr/>
                <p14:nvPr/>
              </p14:nvContentPartPr>
              <p14:xfrm>
                <a:off x="7277692" y="766832"/>
                <a:ext cx="383040" cy="1126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2733025-D20A-2039-BBA2-66BB978C157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260052" y="748832"/>
                  <a:ext cx="4186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56B3B8C-8CE0-926F-72BE-800F1BAE24F0}"/>
                    </a:ext>
                  </a:extLst>
                </p14:cNvPr>
                <p14:cNvContentPartPr/>
                <p14:nvPr/>
              </p14:nvContentPartPr>
              <p14:xfrm>
                <a:off x="7683412" y="656672"/>
                <a:ext cx="19440" cy="172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56B3B8C-8CE0-926F-72BE-800F1BAE24F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665412" y="639032"/>
                  <a:ext cx="550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5C2D4B8-DFD0-F3D6-97AC-85F54A0CFB4B}"/>
                    </a:ext>
                  </a:extLst>
                </p14:cNvPr>
                <p14:cNvContentPartPr/>
                <p14:nvPr/>
              </p14:nvContentPartPr>
              <p14:xfrm>
                <a:off x="7735972" y="773312"/>
                <a:ext cx="44280" cy="874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5C2D4B8-DFD0-F3D6-97AC-85F54A0CFB4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717972" y="755672"/>
                  <a:ext cx="799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D874F85-7B43-F2AD-8BD2-E25277E095D0}"/>
                    </a:ext>
                  </a:extLst>
                </p14:cNvPr>
                <p14:cNvContentPartPr/>
                <p14:nvPr/>
              </p14:nvContentPartPr>
              <p14:xfrm>
                <a:off x="7873132" y="719312"/>
                <a:ext cx="67680" cy="936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D874F85-7B43-F2AD-8BD2-E25277E095D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855492" y="701672"/>
                  <a:ext cx="1033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A94E54B-7104-2566-4AC6-A6E4DB287688}"/>
                    </a:ext>
                  </a:extLst>
                </p14:cNvPr>
                <p14:cNvContentPartPr/>
                <p14:nvPr/>
              </p14:nvContentPartPr>
              <p14:xfrm>
                <a:off x="8006692" y="713192"/>
                <a:ext cx="51120" cy="608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A94E54B-7104-2566-4AC6-A6E4DB28768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988692" y="695552"/>
                  <a:ext cx="867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AF77319-F258-90AB-00B0-5DD8C4C2D62D}"/>
                    </a:ext>
                  </a:extLst>
                </p14:cNvPr>
                <p14:cNvContentPartPr/>
                <p14:nvPr/>
              </p14:nvContentPartPr>
              <p14:xfrm>
                <a:off x="8102452" y="691592"/>
                <a:ext cx="106200" cy="669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AF77319-F258-90AB-00B0-5DD8C4C2D62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084812" y="673592"/>
                  <a:ext cx="1418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47AA9FD-C250-C27C-90C5-0306930BC9C4}"/>
                    </a:ext>
                  </a:extLst>
                </p14:cNvPr>
                <p14:cNvContentPartPr/>
                <p14:nvPr/>
              </p14:nvContentPartPr>
              <p14:xfrm>
                <a:off x="8306932" y="559832"/>
                <a:ext cx="70200" cy="1846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47AA9FD-C250-C27C-90C5-0306930BC9C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288932" y="542192"/>
                  <a:ext cx="1058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6700D2F-64A2-1E8A-0B8D-28049A0F92AD}"/>
                    </a:ext>
                  </a:extLst>
                </p14:cNvPr>
                <p14:cNvContentPartPr/>
                <p14:nvPr/>
              </p14:nvContentPartPr>
              <p14:xfrm>
                <a:off x="8448772" y="681512"/>
                <a:ext cx="97200" cy="795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6700D2F-64A2-1E8A-0B8D-28049A0F92A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430772" y="663872"/>
                  <a:ext cx="1328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A58572F-2FFE-BFD3-D08E-845BED985685}"/>
                    </a:ext>
                  </a:extLst>
                </p14:cNvPr>
                <p14:cNvContentPartPr/>
                <p14:nvPr/>
              </p14:nvContentPartPr>
              <p14:xfrm>
                <a:off x="8675212" y="668552"/>
                <a:ext cx="52920" cy="698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A58572F-2FFE-BFD3-D08E-845BED98568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657572" y="650912"/>
                  <a:ext cx="885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8353023-5565-C1CB-3B92-301959107B51}"/>
                    </a:ext>
                  </a:extLst>
                </p14:cNvPr>
                <p14:cNvContentPartPr/>
                <p14:nvPr/>
              </p14:nvContentPartPr>
              <p14:xfrm>
                <a:off x="8801212" y="548672"/>
                <a:ext cx="51120" cy="150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8353023-5565-C1CB-3B92-301959107B51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783572" y="531032"/>
                  <a:ext cx="867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909D71F-E05F-1580-E7A8-21413293A75A}"/>
                    </a:ext>
                  </a:extLst>
                </p14:cNvPr>
                <p14:cNvContentPartPr/>
                <p14:nvPr/>
              </p14:nvContentPartPr>
              <p14:xfrm>
                <a:off x="8813812" y="619592"/>
                <a:ext cx="98640" cy="442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909D71F-E05F-1580-E7A8-21413293A75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796172" y="601952"/>
                  <a:ext cx="1342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65B92C9-D35E-7808-D293-D9F3A16C0CC5}"/>
                    </a:ext>
                  </a:extLst>
                </p14:cNvPr>
                <p14:cNvContentPartPr/>
                <p14:nvPr/>
              </p14:nvContentPartPr>
              <p14:xfrm>
                <a:off x="8930452" y="610232"/>
                <a:ext cx="64080" cy="900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65B92C9-D35E-7808-D293-D9F3A16C0CC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912812" y="592232"/>
                  <a:ext cx="997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A5F8D50-C46F-670E-0F6E-76556AA57DCB}"/>
                    </a:ext>
                  </a:extLst>
                </p14:cNvPr>
                <p14:cNvContentPartPr/>
                <p14:nvPr/>
              </p14:nvContentPartPr>
              <p14:xfrm>
                <a:off x="9071572" y="587192"/>
                <a:ext cx="92160" cy="957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A5F8D50-C46F-670E-0F6E-76556AA57DC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053572" y="569552"/>
                  <a:ext cx="1278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E9A97BC-E4E8-3F34-634B-58C18C0216C7}"/>
                    </a:ext>
                  </a:extLst>
                </p14:cNvPr>
                <p14:cNvContentPartPr/>
                <p14:nvPr/>
              </p14:nvContentPartPr>
              <p14:xfrm>
                <a:off x="7797172" y="993992"/>
                <a:ext cx="468720" cy="1695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E9A97BC-E4E8-3F34-634B-58C18C0216C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779532" y="976352"/>
                  <a:ext cx="5043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8E0F2DC-1571-8535-60C1-DFDA862210F2}"/>
                    </a:ext>
                  </a:extLst>
                </p14:cNvPr>
                <p14:cNvContentPartPr/>
                <p14:nvPr/>
              </p14:nvContentPartPr>
              <p14:xfrm>
                <a:off x="8186332" y="933152"/>
                <a:ext cx="22680" cy="133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8E0F2DC-1571-8535-60C1-DFDA862210F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168692" y="915512"/>
                  <a:ext cx="583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EF17B46-F295-5FFA-69DD-B11D080D19AF}"/>
                    </a:ext>
                  </a:extLst>
                </p14:cNvPr>
                <p14:cNvContentPartPr/>
                <p14:nvPr/>
              </p14:nvContentPartPr>
              <p14:xfrm>
                <a:off x="8332492" y="1039352"/>
                <a:ext cx="79200" cy="1216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EF17B46-F295-5FFA-69DD-B11D080D19A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314492" y="1021712"/>
                  <a:ext cx="11484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B8118D4-D283-AF01-9A52-9CE3A9271E28}"/>
                    </a:ext>
                  </a:extLst>
                </p14:cNvPr>
                <p14:cNvContentPartPr/>
                <p14:nvPr/>
              </p14:nvContentPartPr>
              <p14:xfrm>
                <a:off x="8341852" y="945752"/>
                <a:ext cx="83880" cy="831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B8118D4-D283-AF01-9A52-9CE3A9271E28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324212" y="927752"/>
                  <a:ext cx="119520" cy="118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562443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17D8A-2C2A-18EF-1AD9-5C19CD25D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LED packages</a:t>
            </a:r>
          </a:p>
        </p:txBody>
      </p:sp>
      <p:pic>
        <p:nvPicPr>
          <p:cNvPr id="6" name="Content Placeholder 5" descr="A drawing of different types of leds&#10;&#10;Description automatically generated">
            <a:extLst>
              <a:ext uri="{FF2B5EF4-FFF2-40B4-BE49-F238E27FC236}">
                <a16:creationId xmlns:a16="http://schemas.microsoft.com/office/drawing/2014/main" id="{12F66060-1950-A08F-AFE3-7CC583DB01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182" y="2047020"/>
            <a:ext cx="3314987" cy="172989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7CA9A-6AA6-CA16-BBAF-C6B13C5C66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22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Picture 7" descr="A drawing of a square object&#10;&#10;Description automatically generated">
            <a:extLst>
              <a:ext uri="{FF2B5EF4-FFF2-40B4-BE49-F238E27FC236}">
                <a16:creationId xmlns:a16="http://schemas.microsoft.com/office/drawing/2014/main" id="{431BBB8C-AC36-93F6-CDD7-2B04405165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4893" y="2047020"/>
            <a:ext cx="2857748" cy="1767993"/>
          </a:xfrm>
          <a:prstGeom prst="rect">
            <a:avLst/>
          </a:prstGeom>
        </p:spPr>
      </p:pic>
      <p:pic>
        <p:nvPicPr>
          <p:cNvPr id="10" name="Picture 9" descr="A drawing of a led&#10;&#10;Description automatically generated">
            <a:extLst>
              <a:ext uri="{FF2B5EF4-FFF2-40B4-BE49-F238E27FC236}">
                <a16:creationId xmlns:a16="http://schemas.microsoft.com/office/drawing/2014/main" id="{AB45234E-D0D7-D4F4-3F44-59B0665FFE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0365" y="2085123"/>
            <a:ext cx="1775614" cy="1653683"/>
          </a:xfrm>
          <a:prstGeom prst="rect">
            <a:avLst/>
          </a:prstGeom>
        </p:spPr>
      </p:pic>
      <p:pic>
        <p:nvPicPr>
          <p:cNvPr id="12" name="Picture 11" descr="Diagram of a diagram of a red led&#10;&#10;Description automatically generated">
            <a:extLst>
              <a:ext uri="{FF2B5EF4-FFF2-40B4-BE49-F238E27FC236}">
                <a16:creationId xmlns:a16="http://schemas.microsoft.com/office/drawing/2014/main" id="{6315F864-BC17-9BE3-FAF4-5EECFC682E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0347" y="4410238"/>
            <a:ext cx="3406435" cy="1981372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6CE8ED09-1A03-24AC-7DDD-6ADB08F245E3}"/>
              </a:ext>
            </a:extLst>
          </p:cNvPr>
          <p:cNvGrpSpPr/>
          <p:nvPr/>
        </p:nvGrpSpPr>
        <p:grpSpPr>
          <a:xfrm>
            <a:off x="5124532" y="4167392"/>
            <a:ext cx="1322280" cy="2347200"/>
            <a:chOff x="5124532" y="4167392"/>
            <a:chExt cx="1322280" cy="234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C977EA9-072A-48DB-A793-A3F35B8B9C43}"/>
                    </a:ext>
                  </a:extLst>
                </p14:cNvPr>
                <p14:cNvContentPartPr/>
                <p14:nvPr/>
              </p14:nvContentPartPr>
              <p14:xfrm>
                <a:off x="5124532" y="4167392"/>
                <a:ext cx="1322280" cy="2347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C977EA9-072A-48DB-A793-A3F35B8B9C4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106532" y="4149392"/>
                  <a:ext cx="1357920" cy="238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18023D3-7253-839B-B27E-27B0E041B565}"/>
                    </a:ext>
                  </a:extLst>
                </p14:cNvPr>
                <p14:cNvContentPartPr/>
                <p14:nvPr/>
              </p14:nvContentPartPr>
              <p14:xfrm>
                <a:off x="5247292" y="4226432"/>
                <a:ext cx="38160" cy="20898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18023D3-7253-839B-B27E-27B0E041B56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229292" y="4208792"/>
                  <a:ext cx="73800" cy="212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BCC13B0-4448-653C-E343-59DDEB457D8D}"/>
              </a:ext>
            </a:extLst>
          </p:cNvPr>
          <p:cNvGrpSpPr/>
          <p:nvPr/>
        </p:nvGrpSpPr>
        <p:grpSpPr>
          <a:xfrm>
            <a:off x="4471492" y="236192"/>
            <a:ext cx="3281400" cy="1428840"/>
            <a:chOff x="4471492" y="236192"/>
            <a:chExt cx="3281400" cy="142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99F8DB8-3C38-42C8-5E16-573364205911}"/>
                    </a:ext>
                  </a:extLst>
                </p14:cNvPr>
                <p14:cNvContentPartPr/>
                <p14:nvPr/>
              </p14:nvContentPartPr>
              <p14:xfrm>
                <a:off x="4946332" y="236192"/>
                <a:ext cx="123480" cy="11833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99F8DB8-3C38-42C8-5E16-57336420591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928692" y="218192"/>
                  <a:ext cx="159120" cy="12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BA55416-0B48-78AA-9A2E-808CA582FC9C}"/>
                    </a:ext>
                  </a:extLst>
                </p14:cNvPr>
                <p14:cNvContentPartPr/>
                <p14:nvPr/>
              </p14:nvContentPartPr>
              <p14:xfrm>
                <a:off x="4948492" y="647312"/>
                <a:ext cx="1925280" cy="806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BA55416-0B48-78AA-9A2E-808CA582FC9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930492" y="629312"/>
                  <a:ext cx="19609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B054357-47B9-E53B-E21E-40277EE125A0}"/>
                    </a:ext>
                  </a:extLst>
                </p14:cNvPr>
                <p14:cNvContentPartPr/>
                <p14:nvPr/>
              </p14:nvContentPartPr>
              <p14:xfrm>
                <a:off x="7247812" y="485672"/>
                <a:ext cx="51120" cy="2570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B054357-47B9-E53B-E21E-40277EE125A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229812" y="467672"/>
                  <a:ext cx="8676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4BB809C-4FB9-2613-A3ED-9BF45829991C}"/>
                    </a:ext>
                  </a:extLst>
                </p14:cNvPr>
                <p14:cNvContentPartPr/>
                <p14:nvPr/>
              </p14:nvContentPartPr>
              <p14:xfrm>
                <a:off x="7255372" y="514112"/>
                <a:ext cx="191520" cy="226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4BB809C-4FB9-2613-A3ED-9BF45829991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237372" y="496112"/>
                  <a:ext cx="22716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534828C-4EAE-9E18-7642-DBE2EDCD4426}"/>
                    </a:ext>
                  </a:extLst>
                </p14:cNvPr>
                <p14:cNvContentPartPr/>
                <p14:nvPr/>
              </p14:nvContentPartPr>
              <p14:xfrm>
                <a:off x="7554172" y="547952"/>
                <a:ext cx="198720" cy="159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534828C-4EAE-9E18-7642-DBE2EDCD442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536532" y="529952"/>
                  <a:ext cx="2343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FCCFB30-D8A6-EE0A-09EB-93FB7D3CCD45}"/>
                    </a:ext>
                  </a:extLst>
                </p14:cNvPr>
                <p14:cNvContentPartPr/>
                <p14:nvPr/>
              </p14:nvContentPartPr>
              <p14:xfrm>
                <a:off x="5002852" y="1229432"/>
                <a:ext cx="2142000" cy="1332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FCCFB30-D8A6-EE0A-09EB-93FB7D3CCD4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984852" y="1211432"/>
                  <a:ext cx="21776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40E5350-0BB4-99B1-2650-C6FB19407592}"/>
                    </a:ext>
                  </a:extLst>
                </p14:cNvPr>
                <p14:cNvContentPartPr/>
                <p14:nvPr/>
              </p14:nvContentPartPr>
              <p14:xfrm>
                <a:off x="6043252" y="342752"/>
                <a:ext cx="53280" cy="220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40E5350-0BB4-99B1-2650-C6FB1940759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025612" y="325112"/>
                  <a:ext cx="8892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2E41C47-46B6-B1CF-4693-77AE95F3F823}"/>
                    </a:ext>
                  </a:extLst>
                </p14:cNvPr>
                <p14:cNvContentPartPr/>
                <p14:nvPr/>
              </p14:nvContentPartPr>
              <p14:xfrm>
                <a:off x="6177892" y="336992"/>
                <a:ext cx="84600" cy="1530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2E41C47-46B6-B1CF-4693-77AE95F3F82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160252" y="319352"/>
                  <a:ext cx="1202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97B4DEC-8AE0-C392-143E-24F05A080B8A}"/>
                    </a:ext>
                  </a:extLst>
                </p14:cNvPr>
                <p14:cNvContentPartPr/>
                <p14:nvPr/>
              </p14:nvContentPartPr>
              <p14:xfrm>
                <a:off x="6352852" y="325112"/>
                <a:ext cx="86400" cy="961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97B4DEC-8AE0-C392-143E-24F05A080B8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334852" y="307112"/>
                  <a:ext cx="1220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1725D8F-AAF0-DC64-F6D5-A983920DBE5F}"/>
                    </a:ext>
                  </a:extLst>
                </p14:cNvPr>
                <p14:cNvContentPartPr/>
                <p14:nvPr/>
              </p14:nvContentPartPr>
              <p14:xfrm>
                <a:off x="6510172" y="309992"/>
                <a:ext cx="149400" cy="1137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1725D8F-AAF0-DC64-F6D5-A983920DBE5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492532" y="291992"/>
                  <a:ext cx="1850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A73F1D2-3F8F-807C-3F4E-4587D0B2C933}"/>
                    </a:ext>
                  </a:extLst>
                </p14:cNvPr>
                <p14:cNvContentPartPr/>
                <p14:nvPr/>
              </p14:nvContentPartPr>
              <p14:xfrm>
                <a:off x="6113452" y="1454072"/>
                <a:ext cx="154440" cy="2109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A73F1D2-3F8F-807C-3F4E-4587D0B2C93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095812" y="1436432"/>
                  <a:ext cx="19008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D7FC1FB-0553-B1F8-C094-F74D51DAD2C1}"/>
                    </a:ext>
                  </a:extLst>
                </p14:cNvPr>
                <p14:cNvContentPartPr/>
                <p14:nvPr/>
              </p14:nvContentPartPr>
              <p14:xfrm>
                <a:off x="6132532" y="1553072"/>
                <a:ext cx="84600" cy="439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D7FC1FB-0553-B1F8-C094-F74D51DAD2C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114892" y="1535072"/>
                  <a:ext cx="1202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417197E-B8FA-1298-91F6-6A47AB1EBB13}"/>
                    </a:ext>
                  </a:extLst>
                </p14:cNvPr>
                <p14:cNvContentPartPr/>
                <p14:nvPr/>
              </p14:nvContentPartPr>
              <p14:xfrm>
                <a:off x="6356812" y="1454432"/>
                <a:ext cx="306000" cy="1069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417197E-B8FA-1298-91F6-6A47AB1EBB1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339172" y="1436792"/>
                  <a:ext cx="3416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79C11A1-5C41-2DEE-4BC3-A1093A6AB0F3}"/>
                    </a:ext>
                  </a:extLst>
                </p14:cNvPr>
                <p14:cNvContentPartPr/>
                <p14:nvPr/>
              </p14:nvContentPartPr>
              <p14:xfrm>
                <a:off x="6564172" y="1441832"/>
                <a:ext cx="86760" cy="1321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79C11A1-5C41-2DEE-4BC3-A1093A6AB0F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546532" y="1423832"/>
                  <a:ext cx="1224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6772450-58FE-F7BF-2ECF-CAC97E2F23E4}"/>
                    </a:ext>
                  </a:extLst>
                </p14:cNvPr>
                <p14:cNvContentPartPr/>
                <p14:nvPr/>
              </p14:nvContentPartPr>
              <p14:xfrm>
                <a:off x="4471492" y="909392"/>
                <a:ext cx="209880" cy="1605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6772450-58FE-F7BF-2ECF-CAC97E2F23E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453492" y="891752"/>
                  <a:ext cx="24552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63A1733-96F7-7B2C-43FF-87D75E1035D4}"/>
                    </a:ext>
                  </a:extLst>
                </p14:cNvPr>
                <p14:cNvContentPartPr/>
                <p14:nvPr/>
              </p14:nvContentPartPr>
              <p14:xfrm>
                <a:off x="4521892" y="615632"/>
                <a:ext cx="51480" cy="1695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63A1733-96F7-7B2C-43FF-87D75E1035D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503892" y="597632"/>
                  <a:ext cx="871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8FC565F-11A8-1AB5-5DA8-F820C3FEF3F9}"/>
                    </a:ext>
                  </a:extLst>
                </p14:cNvPr>
                <p14:cNvContentPartPr/>
                <p14:nvPr/>
              </p14:nvContentPartPr>
              <p14:xfrm>
                <a:off x="4514692" y="557312"/>
                <a:ext cx="78480" cy="142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8FC565F-11A8-1AB5-5DA8-F820C3FEF3F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497052" y="539672"/>
                  <a:ext cx="114120" cy="17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0AD361A-81E3-6621-6754-F68E16474724}"/>
              </a:ext>
            </a:extLst>
          </p:cNvPr>
          <p:cNvGrpSpPr/>
          <p:nvPr/>
        </p:nvGrpSpPr>
        <p:grpSpPr>
          <a:xfrm>
            <a:off x="9425092" y="1532192"/>
            <a:ext cx="841320" cy="204480"/>
            <a:chOff x="9425092" y="1532192"/>
            <a:chExt cx="841320" cy="20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8503CB9-1BA4-4980-5A8D-A8390B525AB3}"/>
                    </a:ext>
                  </a:extLst>
                </p14:cNvPr>
                <p14:cNvContentPartPr/>
                <p14:nvPr/>
              </p14:nvContentPartPr>
              <p14:xfrm>
                <a:off x="9456772" y="1545512"/>
                <a:ext cx="192240" cy="1911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8503CB9-1BA4-4980-5A8D-A8390B525AB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439132" y="1527512"/>
                  <a:ext cx="2278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F894D3F-C73B-87C4-28D8-D132FF7E640D}"/>
                    </a:ext>
                  </a:extLst>
                </p14:cNvPr>
                <p14:cNvContentPartPr/>
                <p14:nvPr/>
              </p14:nvContentPartPr>
              <p14:xfrm>
                <a:off x="9425092" y="1619312"/>
                <a:ext cx="138240" cy="817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F894D3F-C73B-87C4-28D8-D132FF7E640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407452" y="1601312"/>
                  <a:ext cx="1738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21DE243-AE28-E630-786C-476521E3F45C}"/>
                    </a:ext>
                  </a:extLst>
                </p14:cNvPr>
                <p14:cNvContentPartPr/>
                <p14:nvPr/>
              </p14:nvContentPartPr>
              <p14:xfrm>
                <a:off x="9776452" y="1571072"/>
                <a:ext cx="452520" cy="478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21DE243-AE28-E630-786C-476521E3F45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758452" y="1553432"/>
                  <a:ext cx="4881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054DB84-D2B1-538E-D470-8E06AC62583A}"/>
                    </a:ext>
                  </a:extLst>
                </p14:cNvPr>
                <p14:cNvContentPartPr/>
                <p14:nvPr/>
              </p14:nvContentPartPr>
              <p14:xfrm>
                <a:off x="10134292" y="1532192"/>
                <a:ext cx="132120" cy="1465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054DB84-D2B1-538E-D470-8E06AC62583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116292" y="1514552"/>
                  <a:ext cx="167760" cy="18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F1F6375-1175-DA42-6CE3-B84AC8F74F61}"/>
              </a:ext>
            </a:extLst>
          </p:cNvPr>
          <p:cNvGrpSpPr/>
          <p:nvPr/>
        </p:nvGrpSpPr>
        <p:grpSpPr>
          <a:xfrm>
            <a:off x="7968532" y="106592"/>
            <a:ext cx="2578320" cy="1215360"/>
            <a:chOff x="7968532" y="106592"/>
            <a:chExt cx="2578320" cy="121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0CB49F1-ADAA-1F3B-C11B-45540746998D}"/>
                    </a:ext>
                  </a:extLst>
                </p14:cNvPr>
                <p14:cNvContentPartPr/>
                <p14:nvPr/>
              </p14:nvContentPartPr>
              <p14:xfrm>
                <a:off x="8245732" y="236552"/>
                <a:ext cx="178200" cy="1076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0CB49F1-ADAA-1F3B-C11B-45540746998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227732" y="218912"/>
                  <a:ext cx="213840" cy="11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8B34B78-F046-6F28-B46C-61B65DD06767}"/>
                    </a:ext>
                  </a:extLst>
                </p14:cNvPr>
                <p14:cNvContentPartPr/>
                <p14:nvPr/>
              </p14:nvContentPartPr>
              <p14:xfrm>
                <a:off x="8353732" y="1191992"/>
                <a:ext cx="2181960" cy="129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8B34B78-F046-6F28-B46C-61B65DD0676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335732" y="1173992"/>
                  <a:ext cx="22176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12D6766-331B-9DC6-D4D3-3F0E69677690}"/>
                    </a:ext>
                  </a:extLst>
                </p14:cNvPr>
                <p14:cNvContentPartPr/>
                <p14:nvPr/>
              </p14:nvContentPartPr>
              <p14:xfrm>
                <a:off x="8371012" y="606272"/>
                <a:ext cx="1785600" cy="1220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12D6766-331B-9DC6-D4D3-3F0E6967769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353012" y="588632"/>
                  <a:ext cx="18212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5502DD8-DAB1-0F36-A00E-0D4CCE80EC16}"/>
                    </a:ext>
                  </a:extLst>
                </p14:cNvPr>
                <p14:cNvContentPartPr/>
                <p14:nvPr/>
              </p14:nvContentPartPr>
              <p14:xfrm>
                <a:off x="10362892" y="525632"/>
                <a:ext cx="127800" cy="1854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5502DD8-DAB1-0F36-A00E-0D4CCE80EC1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345252" y="507992"/>
                  <a:ext cx="1634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93F1264-7489-6995-2495-FDFB378FA318}"/>
                    </a:ext>
                  </a:extLst>
                </p14:cNvPr>
                <p14:cNvContentPartPr/>
                <p14:nvPr/>
              </p14:nvContentPartPr>
              <p14:xfrm>
                <a:off x="8373172" y="333752"/>
                <a:ext cx="1731240" cy="6354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93F1264-7489-6995-2495-FDFB378FA31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355532" y="315752"/>
                  <a:ext cx="1766880" cy="67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D153AF8-B43A-1B93-792B-E457EBA042CB}"/>
                    </a:ext>
                  </a:extLst>
                </p14:cNvPr>
                <p14:cNvContentPartPr/>
                <p14:nvPr/>
              </p14:nvContentPartPr>
              <p14:xfrm>
                <a:off x="8339692" y="388472"/>
                <a:ext cx="240840" cy="244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D153AF8-B43A-1B93-792B-E457EBA042C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322052" y="370832"/>
                  <a:ext cx="2764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F9370C5-D5FC-1304-8EA8-173AE69B6CF5}"/>
                    </a:ext>
                  </a:extLst>
                </p14:cNvPr>
                <p14:cNvContentPartPr/>
                <p14:nvPr/>
              </p14:nvContentPartPr>
              <p14:xfrm>
                <a:off x="8577652" y="193352"/>
                <a:ext cx="37800" cy="126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F9370C5-D5FC-1304-8EA8-173AE69B6CF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560012" y="175712"/>
                  <a:ext cx="734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3D73175-7D98-44D8-70B0-3B3F4CA739ED}"/>
                    </a:ext>
                  </a:extLst>
                </p14:cNvPr>
                <p14:cNvContentPartPr/>
                <p14:nvPr/>
              </p14:nvContentPartPr>
              <p14:xfrm>
                <a:off x="8708692" y="106592"/>
                <a:ext cx="157680" cy="1414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3D73175-7D98-44D8-70B0-3B3F4CA739E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690692" y="88952"/>
                  <a:ext cx="1933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A7F62DE-45C4-04A6-5127-DF57CA7E9C41}"/>
                    </a:ext>
                  </a:extLst>
                </p14:cNvPr>
                <p14:cNvContentPartPr/>
                <p14:nvPr/>
              </p14:nvContentPartPr>
              <p14:xfrm>
                <a:off x="8318452" y="195872"/>
                <a:ext cx="160920" cy="15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A7F62DE-45C4-04A6-5127-DF57CA7E9C4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300812" y="178232"/>
                  <a:ext cx="1965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671182E-3BB3-D13E-9577-34441253AE43}"/>
                    </a:ext>
                  </a:extLst>
                </p14:cNvPr>
                <p14:cNvContentPartPr/>
                <p14:nvPr/>
              </p14:nvContentPartPr>
              <p14:xfrm>
                <a:off x="8403412" y="147992"/>
                <a:ext cx="28440" cy="943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671182E-3BB3-D13E-9577-34441253AE4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385412" y="129992"/>
                  <a:ext cx="6408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CD86660-F38B-57FB-B641-0515A58D641E}"/>
                    </a:ext>
                  </a:extLst>
                </p14:cNvPr>
                <p14:cNvContentPartPr/>
                <p14:nvPr/>
              </p14:nvContentPartPr>
              <p14:xfrm>
                <a:off x="8794012" y="1168592"/>
                <a:ext cx="111240" cy="21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CD86660-F38B-57FB-B641-0515A58D641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776372" y="1150592"/>
                  <a:ext cx="1468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0E9CF1D-20A7-49B1-D8D1-A49D84626AEC}"/>
                    </a:ext>
                  </a:extLst>
                </p14:cNvPr>
                <p14:cNvContentPartPr/>
                <p14:nvPr/>
              </p14:nvContentPartPr>
              <p14:xfrm>
                <a:off x="9008572" y="1087592"/>
                <a:ext cx="16200" cy="1296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0E9CF1D-20A7-49B1-D8D1-A49D84626AE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990932" y="1069592"/>
                  <a:ext cx="518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2ABDF39-7AAF-7D1D-6514-DBD89DF53E86}"/>
                    </a:ext>
                  </a:extLst>
                </p14:cNvPr>
                <p14:cNvContentPartPr/>
                <p14:nvPr/>
              </p14:nvContentPartPr>
              <p14:xfrm>
                <a:off x="9091732" y="1027832"/>
                <a:ext cx="233280" cy="1400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2ABDF39-7AAF-7D1D-6514-DBD89DF53E8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073732" y="1010192"/>
                  <a:ext cx="26892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D4D8FF7-82C1-BFD3-9BC5-1F77DC87D133}"/>
                    </a:ext>
                  </a:extLst>
                </p14:cNvPr>
                <p14:cNvContentPartPr/>
                <p14:nvPr/>
              </p14:nvContentPartPr>
              <p14:xfrm>
                <a:off x="10183252" y="108392"/>
                <a:ext cx="44640" cy="2462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D4D8FF7-82C1-BFD3-9BC5-1F77DC87D13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165252" y="90752"/>
                  <a:ext cx="8028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94EA654-240B-2AD8-238B-ED3DE6E5DE2B}"/>
                    </a:ext>
                  </a:extLst>
                </p14:cNvPr>
                <p14:cNvContentPartPr/>
                <p14:nvPr/>
              </p14:nvContentPartPr>
              <p14:xfrm>
                <a:off x="10204852" y="118112"/>
                <a:ext cx="145440" cy="1573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94EA654-240B-2AD8-238B-ED3DE6E5DE2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186852" y="100112"/>
                  <a:ext cx="18108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E022D57-A356-5598-6FF6-165E191BFF3E}"/>
                    </a:ext>
                  </a:extLst>
                </p14:cNvPr>
                <p14:cNvContentPartPr/>
                <p14:nvPr/>
              </p14:nvContentPartPr>
              <p14:xfrm>
                <a:off x="10180372" y="222152"/>
                <a:ext cx="92880" cy="457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E022D57-A356-5598-6FF6-165E191BFF3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162372" y="204152"/>
                  <a:ext cx="1285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41E58D9-EE70-4F71-0363-2F56CA271682}"/>
                    </a:ext>
                  </a:extLst>
                </p14:cNvPr>
                <p14:cNvContentPartPr/>
                <p14:nvPr/>
              </p14:nvContentPartPr>
              <p14:xfrm>
                <a:off x="10391332" y="133232"/>
                <a:ext cx="155520" cy="1328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41E58D9-EE70-4F71-0363-2F56CA27168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373332" y="115592"/>
                  <a:ext cx="19116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9DCCDDD-C8E7-187F-568A-A2A8CF89A5AB}"/>
                    </a:ext>
                  </a:extLst>
                </p14:cNvPr>
                <p14:cNvContentPartPr/>
                <p14:nvPr/>
              </p14:nvContentPartPr>
              <p14:xfrm>
                <a:off x="7968532" y="789872"/>
                <a:ext cx="190800" cy="1641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9DCCDDD-C8E7-187F-568A-A2A8CF89A5A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950532" y="772232"/>
                  <a:ext cx="2264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D7090AC-98D5-6DB3-2146-1517DDEF4009}"/>
                    </a:ext>
                  </a:extLst>
                </p14:cNvPr>
                <p14:cNvContentPartPr/>
                <p14:nvPr/>
              </p14:nvContentPartPr>
              <p14:xfrm>
                <a:off x="8044492" y="410432"/>
                <a:ext cx="45000" cy="3304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D7090AC-98D5-6DB3-2146-1517DDEF400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026492" y="392432"/>
                  <a:ext cx="8064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F00049C-9DB0-727C-FE83-A66D6618C4EE}"/>
                    </a:ext>
                  </a:extLst>
                </p14:cNvPr>
                <p14:cNvContentPartPr/>
                <p14:nvPr/>
              </p14:nvContentPartPr>
              <p14:xfrm>
                <a:off x="7993012" y="398552"/>
                <a:ext cx="121680" cy="1155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F00049C-9DB0-727C-FE83-A66D6618C4E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975372" y="380552"/>
                  <a:ext cx="157320" cy="15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D3218360-1E13-5925-2767-563EFFC50943}"/>
              </a:ext>
            </a:extLst>
          </p:cNvPr>
          <p:cNvGrpSpPr/>
          <p:nvPr/>
        </p:nvGrpSpPr>
        <p:grpSpPr>
          <a:xfrm>
            <a:off x="8351572" y="3597152"/>
            <a:ext cx="3817440" cy="2670840"/>
            <a:chOff x="8351572" y="3597152"/>
            <a:chExt cx="3817440" cy="267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866880A-21BF-B760-BE99-9CB38ACE8F5F}"/>
                    </a:ext>
                  </a:extLst>
                </p14:cNvPr>
                <p14:cNvContentPartPr/>
                <p14:nvPr/>
              </p14:nvContentPartPr>
              <p14:xfrm>
                <a:off x="10001812" y="4648352"/>
                <a:ext cx="730440" cy="961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866880A-21BF-B760-BE99-9CB38ACE8F5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984172" y="4630712"/>
                  <a:ext cx="7660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B386EE1-FFA5-0714-E9A8-57AFF4FD7DB9}"/>
                    </a:ext>
                  </a:extLst>
                </p14:cNvPr>
                <p14:cNvContentPartPr/>
                <p14:nvPr/>
              </p14:nvContentPartPr>
              <p14:xfrm>
                <a:off x="9968692" y="4746272"/>
                <a:ext cx="95040" cy="5234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B386EE1-FFA5-0714-E9A8-57AFF4FD7DB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950692" y="4728272"/>
                  <a:ext cx="130680" cy="55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F3945BD-7BFB-0E78-7D2B-5F542570D1A0}"/>
                    </a:ext>
                  </a:extLst>
                </p14:cNvPr>
                <p14:cNvContentPartPr/>
                <p14:nvPr/>
              </p14:nvContentPartPr>
              <p14:xfrm>
                <a:off x="9924412" y="5224712"/>
                <a:ext cx="372960" cy="435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F3945BD-7BFB-0E78-7D2B-5F542570D1A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906412" y="5207072"/>
                  <a:ext cx="4086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1E7CA6E-BB21-B03E-F1DD-B58AC776DB9D}"/>
                    </a:ext>
                  </a:extLst>
                </p14:cNvPr>
                <p14:cNvContentPartPr/>
                <p14:nvPr/>
              </p14:nvContentPartPr>
              <p14:xfrm>
                <a:off x="9927292" y="5291672"/>
                <a:ext cx="176400" cy="684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1E7CA6E-BB21-B03E-F1DD-B58AC776DB9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909652" y="5274032"/>
                  <a:ext cx="2120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8B250B1-D520-1F4C-13B9-78C0A8504A25}"/>
                    </a:ext>
                  </a:extLst>
                </p14:cNvPr>
                <p14:cNvContentPartPr/>
                <p14:nvPr/>
              </p14:nvContentPartPr>
              <p14:xfrm>
                <a:off x="10183972" y="5197352"/>
                <a:ext cx="119880" cy="1994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8B250B1-D520-1F4C-13B9-78C0A8504A2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166332" y="5179712"/>
                  <a:ext cx="15552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6156119-D742-AB71-C41A-FAD5CAC7AD49}"/>
                    </a:ext>
                  </a:extLst>
                </p14:cNvPr>
                <p14:cNvContentPartPr/>
                <p14:nvPr/>
              </p14:nvContentPartPr>
              <p14:xfrm>
                <a:off x="10740892" y="4621712"/>
                <a:ext cx="86040" cy="5493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6156119-D742-AB71-C41A-FAD5CAC7AD4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723252" y="4604072"/>
                  <a:ext cx="121680" cy="58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1E67292-0F3C-AAE0-7094-0D69F8614325}"/>
                    </a:ext>
                  </a:extLst>
                </p14:cNvPr>
                <p14:cNvContentPartPr/>
                <p14:nvPr/>
              </p14:nvContentPartPr>
              <p14:xfrm>
                <a:off x="10666012" y="5125712"/>
                <a:ext cx="105840" cy="2167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1E67292-0F3C-AAE0-7094-0D69F861432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648372" y="5107712"/>
                  <a:ext cx="1414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98A7478-A4A3-389C-0AB4-B2934F30DFA3}"/>
                    </a:ext>
                  </a:extLst>
                </p14:cNvPr>
                <p14:cNvContentPartPr/>
                <p14:nvPr/>
              </p14:nvContentPartPr>
              <p14:xfrm>
                <a:off x="10751332" y="5083592"/>
                <a:ext cx="205560" cy="2354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98A7478-A4A3-389C-0AB4-B2934F30DFA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733332" y="5065592"/>
                  <a:ext cx="24120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728432B-952A-A435-6D0A-15B270EB1445}"/>
                    </a:ext>
                  </a:extLst>
                </p14:cNvPr>
                <p14:cNvContentPartPr/>
                <p14:nvPr/>
              </p14:nvContentPartPr>
              <p14:xfrm>
                <a:off x="10586092" y="5074592"/>
                <a:ext cx="419040" cy="457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728432B-952A-A435-6D0A-15B270EB144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568452" y="5056952"/>
                  <a:ext cx="4546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729D01C-5D09-63BE-4A5E-594A77FC4D0A}"/>
                    </a:ext>
                  </a:extLst>
                </p14:cNvPr>
                <p14:cNvContentPartPr/>
                <p14:nvPr/>
              </p14:nvContentPartPr>
              <p14:xfrm>
                <a:off x="11037172" y="5072072"/>
                <a:ext cx="360" cy="3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729D01C-5D09-63BE-4A5E-594A77FC4D0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1019532" y="505407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828C1E3-A499-EC26-932D-DBD65734E9BF}"/>
                    </a:ext>
                  </a:extLst>
                </p14:cNvPr>
                <p14:cNvContentPartPr/>
                <p14:nvPr/>
              </p14:nvContentPartPr>
              <p14:xfrm>
                <a:off x="10013332" y="5410832"/>
                <a:ext cx="349920" cy="306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828C1E3-A499-EC26-932D-DBD65734E9B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995692" y="5392832"/>
                  <a:ext cx="3855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8E88601-C55A-2F37-29A4-AB2077695A2A}"/>
                    </a:ext>
                  </a:extLst>
                </p14:cNvPr>
                <p14:cNvContentPartPr/>
                <p14:nvPr/>
              </p14:nvContentPartPr>
              <p14:xfrm>
                <a:off x="10174252" y="5443232"/>
                <a:ext cx="47520" cy="3974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8E88601-C55A-2F37-29A4-AB2077695A2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156252" y="5425232"/>
                  <a:ext cx="83160" cy="43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351B532-4208-4453-ACD3-FCD0E1AE8594}"/>
                    </a:ext>
                  </a:extLst>
                </p14:cNvPr>
                <p14:cNvContentPartPr/>
                <p14:nvPr/>
              </p14:nvContentPartPr>
              <p14:xfrm>
                <a:off x="10200892" y="5777312"/>
                <a:ext cx="628200" cy="828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351B532-4208-4453-ACD3-FCD0E1AE859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183252" y="5759312"/>
                  <a:ext cx="6638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2D1B845-DC87-4F76-A047-A4C1EA0E3782}"/>
                    </a:ext>
                  </a:extLst>
                </p14:cNvPr>
                <p14:cNvContentPartPr/>
                <p14:nvPr/>
              </p14:nvContentPartPr>
              <p14:xfrm>
                <a:off x="10905052" y="5385632"/>
                <a:ext cx="49680" cy="3610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2D1B845-DC87-4F76-A047-A4C1EA0E378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887412" y="5367632"/>
                  <a:ext cx="8532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32C3A98-27FD-A4DF-6A25-4ADAC77F0C1C}"/>
                    </a:ext>
                  </a:extLst>
                </p14:cNvPr>
                <p14:cNvContentPartPr/>
                <p14:nvPr/>
              </p14:nvContentPartPr>
              <p14:xfrm>
                <a:off x="10606252" y="5829872"/>
                <a:ext cx="31680" cy="3848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32C3A98-27FD-A4DF-6A25-4ADAC77F0C1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588612" y="5811872"/>
                  <a:ext cx="6732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F1C030B-77D0-8A72-95FF-F6A65A1175EE}"/>
                    </a:ext>
                  </a:extLst>
                </p14:cNvPr>
                <p14:cNvContentPartPr/>
                <p14:nvPr/>
              </p14:nvContentPartPr>
              <p14:xfrm>
                <a:off x="9645772" y="6155312"/>
                <a:ext cx="985320" cy="633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F1C030B-77D0-8A72-95FF-F6A65A1175E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628132" y="6137672"/>
                  <a:ext cx="102096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70DDEC8-E14E-1F2B-6075-54274BCCC392}"/>
                    </a:ext>
                  </a:extLst>
                </p14:cNvPr>
                <p14:cNvContentPartPr/>
                <p14:nvPr/>
              </p14:nvContentPartPr>
              <p14:xfrm>
                <a:off x="10235092" y="4191872"/>
                <a:ext cx="82800" cy="4942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70DDEC8-E14E-1F2B-6075-54274BCCC39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217092" y="4174232"/>
                  <a:ext cx="118440" cy="52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07AB867-80D4-EE38-8667-C187097A6D80}"/>
                    </a:ext>
                  </a:extLst>
                </p14:cNvPr>
                <p14:cNvContentPartPr/>
                <p14:nvPr/>
              </p14:nvContentPartPr>
              <p14:xfrm>
                <a:off x="8899852" y="4196552"/>
                <a:ext cx="1364040" cy="1875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07AB867-80D4-EE38-8667-C187097A6D8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882212" y="4178552"/>
                  <a:ext cx="13996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B5A2D3A-8BF2-E167-FC01-26403FB7E97B}"/>
                    </a:ext>
                  </a:extLst>
                </p14:cNvPr>
                <p14:cNvContentPartPr/>
                <p14:nvPr/>
              </p14:nvContentPartPr>
              <p14:xfrm>
                <a:off x="8948812" y="4422272"/>
                <a:ext cx="160200" cy="7146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B5A2D3A-8BF2-E167-FC01-26403FB7E97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930812" y="4404632"/>
                  <a:ext cx="195840" cy="75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597AEFF-0C86-0465-3CC5-4FD74C74FA45}"/>
                    </a:ext>
                  </a:extLst>
                </p14:cNvPr>
                <p14:cNvContentPartPr/>
                <p14:nvPr/>
              </p14:nvContentPartPr>
              <p14:xfrm>
                <a:off x="8795452" y="5001152"/>
                <a:ext cx="507960" cy="6544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597AEFF-0C86-0465-3CC5-4FD74C74FA4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777812" y="4983152"/>
                  <a:ext cx="543600" cy="69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BB6EE0F-07A3-795C-0C91-B3F5D80DFA9D}"/>
                    </a:ext>
                  </a:extLst>
                </p14:cNvPr>
                <p14:cNvContentPartPr/>
                <p14:nvPr/>
              </p14:nvContentPartPr>
              <p14:xfrm>
                <a:off x="8950972" y="5221472"/>
                <a:ext cx="252360" cy="1998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BB6EE0F-07A3-795C-0C91-B3F5D80DFA9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932972" y="5203832"/>
                  <a:ext cx="28800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B92030C-5C48-FB10-DE9A-6B2CBE57DF27}"/>
                    </a:ext>
                  </a:extLst>
                </p14:cNvPr>
                <p14:cNvContentPartPr/>
                <p14:nvPr/>
              </p14:nvContentPartPr>
              <p14:xfrm>
                <a:off x="9056812" y="5672552"/>
                <a:ext cx="200880" cy="5954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B92030C-5C48-FB10-DE9A-6B2CBE57DF2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039172" y="5654552"/>
                  <a:ext cx="236520" cy="63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E527965-EC6F-360F-7B22-B9F0B6162E2E}"/>
                    </a:ext>
                  </a:extLst>
                </p14:cNvPr>
                <p14:cNvContentPartPr/>
                <p14:nvPr/>
              </p14:nvContentPartPr>
              <p14:xfrm>
                <a:off x="9267772" y="6181952"/>
                <a:ext cx="488160" cy="824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E527965-EC6F-360F-7B22-B9F0B6162E2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250132" y="6163952"/>
                  <a:ext cx="5238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5A5A786-3EE5-1042-2AAB-B0029DA8A605}"/>
                    </a:ext>
                  </a:extLst>
                </p14:cNvPr>
                <p14:cNvContentPartPr/>
                <p14:nvPr/>
              </p14:nvContentPartPr>
              <p14:xfrm>
                <a:off x="8372452" y="4763552"/>
                <a:ext cx="63360" cy="3038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5A5A786-3EE5-1042-2AAB-B0029DA8A60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354452" y="4745552"/>
                  <a:ext cx="9900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4F8004E-3D56-E70C-B771-D00950EAE5AA}"/>
                    </a:ext>
                  </a:extLst>
                </p14:cNvPr>
                <p14:cNvContentPartPr/>
                <p14:nvPr/>
              </p14:nvContentPartPr>
              <p14:xfrm>
                <a:off x="8351572" y="4830872"/>
                <a:ext cx="204840" cy="1782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4F8004E-3D56-E70C-B771-D00950EAE5A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333932" y="4813232"/>
                  <a:ext cx="2404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D48E7AC-8C03-A650-466F-DD497DBD4282}"/>
                    </a:ext>
                  </a:extLst>
                </p14:cNvPr>
                <p14:cNvContentPartPr/>
                <p14:nvPr/>
              </p14:nvContentPartPr>
              <p14:xfrm>
                <a:off x="8438692" y="4937072"/>
                <a:ext cx="78480" cy="774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D48E7AC-8C03-A650-466F-DD497DBD428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420692" y="4919072"/>
                  <a:ext cx="1141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48DAC5A-F1F6-5B0B-0E4E-964787107C28}"/>
                    </a:ext>
                  </a:extLst>
                </p14:cNvPr>
                <p14:cNvContentPartPr/>
                <p14:nvPr/>
              </p14:nvContentPartPr>
              <p14:xfrm>
                <a:off x="8581972" y="4795592"/>
                <a:ext cx="132480" cy="1436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48DAC5A-F1F6-5B0B-0E4E-964787107C2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563972" y="4777592"/>
                  <a:ext cx="1681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7BC8172-C0E1-7D82-B52D-C9507E622346}"/>
                    </a:ext>
                  </a:extLst>
                </p14:cNvPr>
                <p14:cNvContentPartPr/>
                <p14:nvPr/>
              </p14:nvContentPartPr>
              <p14:xfrm>
                <a:off x="10855372" y="3837992"/>
                <a:ext cx="37080" cy="2606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7BC8172-C0E1-7D82-B52D-C9507E62234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837732" y="3820352"/>
                  <a:ext cx="7272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8A1ABF8-B740-50F2-29AD-D4A882BA03F8}"/>
                    </a:ext>
                  </a:extLst>
                </p14:cNvPr>
                <p14:cNvContentPartPr/>
                <p14:nvPr/>
              </p14:nvContentPartPr>
              <p14:xfrm>
                <a:off x="10869412" y="3820352"/>
                <a:ext cx="144000" cy="1821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8A1ABF8-B740-50F2-29AD-D4A882BA03F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851412" y="3802352"/>
                  <a:ext cx="1796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908D02E-6BE2-5547-887C-C87D669A4614}"/>
                    </a:ext>
                  </a:extLst>
                </p14:cNvPr>
                <p14:cNvContentPartPr/>
                <p14:nvPr/>
              </p14:nvContentPartPr>
              <p14:xfrm>
                <a:off x="11121772" y="3829352"/>
                <a:ext cx="153360" cy="1926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908D02E-6BE2-5547-887C-C87D669A461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104132" y="3811712"/>
                  <a:ext cx="18900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6E7714D-0EF0-C853-35AE-7FECC7B8CE3C}"/>
                    </a:ext>
                  </a:extLst>
                </p14:cNvPr>
                <p14:cNvContentPartPr/>
                <p14:nvPr/>
              </p14:nvContentPartPr>
              <p14:xfrm>
                <a:off x="11441452" y="3858152"/>
                <a:ext cx="33480" cy="2034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6E7714D-0EF0-C853-35AE-7FECC7B8CE3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423452" y="3840512"/>
                  <a:ext cx="6912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A023FE4-9CC5-FE0D-FA0E-C88F8996AE2E}"/>
                    </a:ext>
                  </a:extLst>
                </p14:cNvPr>
                <p14:cNvContentPartPr/>
                <p14:nvPr/>
              </p14:nvContentPartPr>
              <p14:xfrm>
                <a:off x="11439652" y="3813512"/>
                <a:ext cx="93240" cy="1314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A023FE4-9CC5-FE0D-FA0E-C88F8996AE2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1421652" y="3795872"/>
                  <a:ext cx="1288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A96844B-EA37-CC6C-6B77-5C41B1F193D8}"/>
                    </a:ext>
                  </a:extLst>
                </p14:cNvPr>
                <p14:cNvContentPartPr/>
                <p14:nvPr/>
              </p14:nvContentPartPr>
              <p14:xfrm>
                <a:off x="11710012" y="3823952"/>
                <a:ext cx="134280" cy="1954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A96844B-EA37-CC6C-6B77-5C41B1F193D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1692372" y="3805952"/>
                  <a:ext cx="16992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2E46D1D-128A-673D-A7AB-DE4655A8BA57}"/>
                    </a:ext>
                  </a:extLst>
                </p14:cNvPr>
                <p14:cNvContentPartPr/>
                <p14:nvPr/>
              </p14:nvContentPartPr>
              <p14:xfrm>
                <a:off x="10786252" y="4211672"/>
                <a:ext cx="1382760" cy="295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2E46D1D-128A-673D-A7AB-DE4655A8BA5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768252" y="4193672"/>
                  <a:ext cx="14184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7A867D4-3C69-3DE4-ED08-A638EEBCEA14}"/>
                    </a:ext>
                  </a:extLst>
                </p14:cNvPr>
                <p14:cNvContentPartPr/>
                <p14:nvPr/>
              </p14:nvContentPartPr>
              <p14:xfrm>
                <a:off x="12005932" y="4109792"/>
                <a:ext cx="74880" cy="1789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7A867D4-3C69-3DE4-ED08-A638EEBCEA1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1988292" y="4092152"/>
                  <a:ext cx="11052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98FF1335-7446-B2B3-1866-1EB75AD8A077}"/>
                    </a:ext>
                  </a:extLst>
                </p14:cNvPr>
                <p14:cNvContentPartPr/>
                <p14:nvPr/>
              </p14:nvContentPartPr>
              <p14:xfrm>
                <a:off x="10662772" y="3607952"/>
                <a:ext cx="161640" cy="5950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98FF1335-7446-B2B3-1866-1EB75AD8A07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645132" y="3589952"/>
                  <a:ext cx="197280" cy="63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925AA05-DED2-E0BA-0A64-33F6FDF31F26}"/>
                    </a:ext>
                  </a:extLst>
                </p14:cNvPr>
                <p14:cNvContentPartPr/>
                <p14:nvPr/>
              </p14:nvContentPartPr>
              <p14:xfrm>
                <a:off x="10628932" y="3597152"/>
                <a:ext cx="105120" cy="1069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925AA05-DED2-E0BA-0A64-33F6FDF31F2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611292" y="3579152"/>
                  <a:ext cx="1407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CD9510F-6C0B-1B99-26CC-672D5062667A}"/>
                    </a:ext>
                  </a:extLst>
                </p14:cNvPr>
                <p14:cNvContentPartPr/>
                <p14:nvPr/>
              </p14:nvContentPartPr>
              <p14:xfrm>
                <a:off x="11401492" y="4391672"/>
                <a:ext cx="169560" cy="2397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CD9510F-6C0B-1B99-26CC-672D5062667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1383852" y="4373672"/>
                  <a:ext cx="20520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66F3736-0B00-F9E7-4C49-31A7E44BD355}"/>
                    </a:ext>
                  </a:extLst>
                </p14:cNvPr>
                <p14:cNvContentPartPr/>
                <p14:nvPr/>
              </p14:nvContentPartPr>
              <p14:xfrm>
                <a:off x="11339932" y="4481312"/>
                <a:ext cx="158760" cy="774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66F3736-0B00-F9E7-4C49-31A7E44BD35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1321932" y="4463312"/>
                  <a:ext cx="1944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972EA65-6F50-F9A3-8515-DD0F0E3002CF}"/>
                    </a:ext>
                  </a:extLst>
                </p14:cNvPr>
                <p14:cNvContentPartPr/>
                <p14:nvPr/>
              </p14:nvContentPartPr>
              <p14:xfrm>
                <a:off x="11775172" y="4488512"/>
                <a:ext cx="79200" cy="118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972EA65-6F50-F9A3-8515-DD0F0E3002C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1757172" y="4470512"/>
                  <a:ext cx="1148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94717EF-C261-2928-DF72-84F091CC18B3}"/>
                    </a:ext>
                  </a:extLst>
                </p14:cNvPr>
                <p14:cNvContentPartPr/>
                <p14:nvPr/>
              </p14:nvContentPartPr>
              <p14:xfrm>
                <a:off x="11866972" y="4446032"/>
                <a:ext cx="106920" cy="39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94717EF-C261-2928-DF72-84F091CC18B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1849332" y="4428032"/>
                  <a:ext cx="1425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0A3D7A7-367D-7030-7CFA-3D8691DFFD21}"/>
                    </a:ext>
                  </a:extLst>
                </p14:cNvPr>
                <p14:cNvContentPartPr/>
                <p14:nvPr/>
              </p14:nvContentPartPr>
              <p14:xfrm>
                <a:off x="11901172" y="4404272"/>
                <a:ext cx="32400" cy="176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0A3D7A7-367D-7030-7CFA-3D8691DFFD2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1883532" y="4386272"/>
                  <a:ext cx="680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1E848BE4-9539-7D40-44D4-B41A0AB007D0}"/>
                    </a:ext>
                  </a:extLst>
                </p14:cNvPr>
                <p14:cNvContentPartPr/>
                <p14:nvPr/>
              </p14:nvContentPartPr>
              <p14:xfrm>
                <a:off x="11727292" y="4456832"/>
                <a:ext cx="250920" cy="22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E848BE4-9539-7D40-44D4-B41A0AB007D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1709292" y="4438832"/>
                  <a:ext cx="2865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E01FD3F-06FD-4A96-E274-AAEA167B34F7}"/>
                    </a:ext>
                  </a:extLst>
                </p14:cNvPr>
                <p14:cNvContentPartPr/>
                <p14:nvPr/>
              </p14:nvContentPartPr>
              <p14:xfrm>
                <a:off x="11869852" y="4370432"/>
                <a:ext cx="107640" cy="1803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E01FD3F-06FD-4A96-E274-AAEA167B34F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1852212" y="4352432"/>
                  <a:ext cx="143280" cy="21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4C9581FC-58E5-B0FE-75EC-71AB585521ED}"/>
                  </a:ext>
                </a:extLst>
              </p14:cNvPr>
              <p14:cNvContentPartPr/>
              <p14:nvPr/>
            </p14:nvContentPartPr>
            <p14:xfrm>
              <a:off x="3260812" y="936032"/>
              <a:ext cx="720" cy="36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4C9581FC-58E5-B0FE-75EC-71AB585521ED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3243172" y="918032"/>
                <a:ext cx="3636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18642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4D255-1077-5215-C813-A020B99AE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IV characteristics for LEDs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5506A4-3D8A-C1B5-C12F-149BD4B4D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23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diagram of electrical components&#10;&#10;Description automatically generated with medium confidence">
            <a:extLst>
              <a:ext uri="{FF2B5EF4-FFF2-40B4-BE49-F238E27FC236}">
                <a16:creationId xmlns:a16="http://schemas.microsoft.com/office/drawing/2014/main" id="{EC8CA86C-8227-3A5A-6FCA-9E5A4A729A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461" y="1480185"/>
            <a:ext cx="5486527" cy="4088461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3CAF710A-DFA3-72EF-4073-623CE57435FD}"/>
              </a:ext>
            </a:extLst>
          </p:cNvPr>
          <p:cNvGrpSpPr/>
          <p:nvPr/>
        </p:nvGrpSpPr>
        <p:grpSpPr>
          <a:xfrm>
            <a:off x="7937543" y="425828"/>
            <a:ext cx="1828800" cy="1480320"/>
            <a:chOff x="7937543" y="425828"/>
            <a:chExt cx="1828800" cy="148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4F566D8-0D87-4EFC-8501-9915C42C6E7A}"/>
                    </a:ext>
                  </a:extLst>
                </p14:cNvPr>
                <p14:cNvContentPartPr/>
                <p14:nvPr/>
              </p14:nvContentPartPr>
              <p14:xfrm>
                <a:off x="7937543" y="898148"/>
                <a:ext cx="86040" cy="6616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4F566D8-0D87-4EFC-8501-9915C42C6E7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919543" y="880148"/>
                  <a:ext cx="121680" cy="69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4C6903A-DE23-A8C1-039E-0C7E2AFE0146}"/>
                    </a:ext>
                  </a:extLst>
                </p14:cNvPr>
                <p14:cNvContentPartPr/>
                <p14:nvPr/>
              </p14:nvContentPartPr>
              <p14:xfrm>
                <a:off x="7985783" y="899228"/>
                <a:ext cx="1591920" cy="205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4C6903A-DE23-A8C1-039E-0C7E2AFE014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967783" y="881228"/>
                  <a:ext cx="16275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C7D0E7C-FB9F-9C11-EF35-A81007DCE08A}"/>
                    </a:ext>
                  </a:extLst>
                </p14:cNvPr>
                <p14:cNvContentPartPr/>
                <p14:nvPr/>
              </p14:nvContentPartPr>
              <p14:xfrm>
                <a:off x="8010983" y="869348"/>
                <a:ext cx="1755360" cy="9180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C7D0E7C-FB9F-9C11-EF35-A81007DCE08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992983" y="851348"/>
                  <a:ext cx="1791000" cy="9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CD0371C-D3D6-C1FB-C41D-95480D87F2E7}"/>
                    </a:ext>
                  </a:extLst>
                </p14:cNvPr>
                <p14:cNvContentPartPr/>
                <p14:nvPr/>
              </p14:nvContentPartPr>
              <p14:xfrm>
                <a:off x="8778143" y="890948"/>
                <a:ext cx="93960" cy="10152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CD0371C-D3D6-C1FB-C41D-95480D87F2E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760143" y="873308"/>
                  <a:ext cx="129600" cy="10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C52BA53-FBBC-D105-E379-5BE4104F05CD}"/>
                    </a:ext>
                  </a:extLst>
                </p14:cNvPr>
                <p14:cNvContentPartPr/>
                <p14:nvPr/>
              </p14:nvContentPartPr>
              <p14:xfrm>
                <a:off x="8254343" y="530228"/>
                <a:ext cx="77400" cy="227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C52BA53-FBBC-D105-E379-5BE4104F05C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236343" y="512588"/>
                  <a:ext cx="1130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902F9B0-BAC4-4C15-D8C9-9961720FD7B4}"/>
                    </a:ext>
                  </a:extLst>
                </p14:cNvPr>
                <p14:cNvContentPartPr/>
                <p14:nvPr/>
              </p14:nvContentPartPr>
              <p14:xfrm>
                <a:off x="8269823" y="506828"/>
                <a:ext cx="91080" cy="135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902F9B0-BAC4-4C15-D8C9-9961720FD7B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251823" y="489188"/>
                  <a:ext cx="1267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93B32F3-D473-2448-CE73-5686A553324C}"/>
                    </a:ext>
                  </a:extLst>
                </p14:cNvPr>
                <p14:cNvContentPartPr/>
                <p14:nvPr/>
              </p14:nvContentPartPr>
              <p14:xfrm>
                <a:off x="8927903" y="494588"/>
                <a:ext cx="87480" cy="2340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93B32F3-D473-2448-CE73-5686A553324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909903" y="476588"/>
                  <a:ext cx="12312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0E05515-4433-2B1B-8A37-B79CE9C03EDE}"/>
                    </a:ext>
                  </a:extLst>
                </p14:cNvPr>
                <p14:cNvContentPartPr/>
                <p14:nvPr/>
              </p14:nvContentPartPr>
              <p14:xfrm>
                <a:off x="8948783" y="425828"/>
                <a:ext cx="227880" cy="2019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0E05515-4433-2B1B-8A37-B79CE9C03ED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931143" y="407828"/>
                  <a:ext cx="2635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D676F70-309E-13AA-2026-5E9C6B8DEFCD}"/>
                    </a:ext>
                  </a:extLst>
                </p14:cNvPr>
                <p14:cNvContentPartPr/>
                <p14:nvPr/>
              </p14:nvContentPartPr>
              <p14:xfrm>
                <a:off x="7995863" y="1524188"/>
                <a:ext cx="10080" cy="1875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D676F70-309E-13AA-2026-5E9C6B8DEFC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978223" y="1506188"/>
                  <a:ext cx="45720" cy="22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939EC67B-7F91-61E6-597C-95C5A512629F}"/>
              </a:ext>
            </a:extLst>
          </p:cNvPr>
          <p:cNvGrpSpPr/>
          <p:nvPr/>
        </p:nvGrpSpPr>
        <p:grpSpPr>
          <a:xfrm>
            <a:off x="7240943" y="849188"/>
            <a:ext cx="3095280" cy="2020680"/>
            <a:chOff x="7240943" y="849188"/>
            <a:chExt cx="3095280" cy="202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E88DE6D-4697-2EDD-1AFD-DC142E542117}"/>
                    </a:ext>
                  </a:extLst>
                </p14:cNvPr>
                <p14:cNvContentPartPr/>
                <p14:nvPr/>
              </p14:nvContentPartPr>
              <p14:xfrm>
                <a:off x="8052023" y="990308"/>
                <a:ext cx="106200" cy="158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E88DE6D-4697-2EDD-1AFD-DC142E54211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034383" y="972668"/>
                  <a:ext cx="1418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74EA396-A0DA-F830-C4E7-08CED0ADF305}"/>
                    </a:ext>
                  </a:extLst>
                </p14:cNvPr>
                <p14:cNvContentPartPr/>
                <p14:nvPr/>
              </p14:nvContentPartPr>
              <p14:xfrm>
                <a:off x="8096303" y="906428"/>
                <a:ext cx="36360" cy="1645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74EA396-A0DA-F830-C4E7-08CED0ADF30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078663" y="888788"/>
                  <a:ext cx="720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1D22295-DFD0-A8FF-FA65-024B24231BB6}"/>
                    </a:ext>
                  </a:extLst>
                </p14:cNvPr>
                <p14:cNvContentPartPr/>
                <p14:nvPr/>
              </p14:nvContentPartPr>
              <p14:xfrm>
                <a:off x="8068223" y="1184708"/>
                <a:ext cx="119880" cy="115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1D22295-DFD0-A8FF-FA65-024B24231BB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050583" y="1167068"/>
                  <a:ext cx="1555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19430EC-BFCF-23CA-9E13-03F179C0EAD6}"/>
                    </a:ext>
                  </a:extLst>
                </p14:cNvPr>
                <p14:cNvContentPartPr/>
                <p14:nvPr/>
              </p14:nvContentPartPr>
              <p14:xfrm>
                <a:off x="8131943" y="1129988"/>
                <a:ext cx="16560" cy="1339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19430EC-BFCF-23CA-9E13-03F179C0EAD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114303" y="1111988"/>
                  <a:ext cx="522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E752FE9-F306-7A26-5FDC-11827FD321F9}"/>
                    </a:ext>
                  </a:extLst>
                </p14:cNvPr>
                <p14:cNvContentPartPr/>
                <p14:nvPr/>
              </p14:nvContentPartPr>
              <p14:xfrm>
                <a:off x="8106743" y="1321868"/>
                <a:ext cx="90360" cy="126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E752FE9-F306-7A26-5FDC-11827FD321F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088743" y="1303868"/>
                  <a:ext cx="1260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096987E-6E41-7B11-E59E-3EC592D53D19}"/>
                    </a:ext>
                  </a:extLst>
                </p14:cNvPr>
                <p14:cNvContentPartPr/>
                <p14:nvPr/>
              </p14:nvContentPartPr>
              <p14:xfrm>
                <a:off x="8120423" y="1515908"/>
                <a:ext cx="95760" cy="86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096987E-6E41-7B11-E59E-3EC592D53D1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102783" y="1498268"/>
                  <a:ext cx="1314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8BFCACC-3C70-F78D-A329-A10C1621ED41}"/>
                    </a:ext>
                  </a:extLst>
                </p14:cNvPr>
                <p14:cNvContentPartPr/>
                <p14:nvPr/>
              </p14:nvContentPartPr>
              <p14:xfrm>
                <a:off x="8125823" y="1508348"/>
                <a:ext cx="89640" cy="1566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8BFCACC-3C70-F78D-A329-A10C1621ED4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108183" y="1490348"/>
                  <a:ext cx="1252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24910BA-5569-9B65-050C-80E0C7093360}"/>
                    </a:ext>
                  </a:extLst>
                </p14:cNvPr>
                <p14:cNvContentPartPr/>
                <p14:nvPr/>
              </p14:nvContentPartPr>
              <p14:xfrm>
                <a:off x="8206463" y="1612388"/>
                <a:ext cx="10440" cy="835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24910BA-5569-9B65-050C-80E0C709336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188823" y="1594388"/>
                  <a:ext cx="460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6BAAA3E-1BAA-1D39-0D24-448229A9181E}"/>
                    </a:ext>
                  </a:extLst>
                </p14:cNvPr>
                <p14:cNvContentPartPr/>
                <p14:nvPr/>
              </p14:nvContentPartPr>
              <p14:xfrm>
                <a:off x="8271983" y="949268"/>
                <a:ext cx="144000" cy="619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6BAAA3E-1BAA-1D39-0D24-448229A9181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253983" y="931268"/>
                  <a:ext cx="1796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A05CB1B-9422-8434-3780-F62A7BEE8268}"/>
                    </a:ext>
                  </a:extLst>
                </p14:cNvPr>
                <p14:cNvContentPartPr/>
                <p14:nvPr/>
              </p14:nvContentPartPr>
              <p14:xfrm>
                <a:off x="8349743" y="902828"/>
                <a:ext cx="23400" cy="86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A05CB1B-9422-8434-3780-F62A7BEE826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331743" y="884828"/>
                  <a:ext cx="5904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FA7424E-251B-B651-347A-433D683CFFA3}"/>
                    </a:ext>
                  </a:extLst>
                </p14:cNvPr>
                <p14:cNvContentPartPr/>
                <p14:nvPr/>
              </p14:nvContentPartPr>
              <p14:xfrm>
                <a:off x="8284583" y="1182908"/>
                <a:ext cx="77400" cy="205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FA7424E-251B-B651-347A-433D683CFFA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266943" y="1165268"/>
                  <a:ext cx="1130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87E400E-6577-A374-8F68-64608AF5BE27}"/>
                    </a:ext>
                  </a:extLst>
                </p14:cNvPr>
                <p14:cNvContentPartPr/>
                <p14:nvPr/>
              </p14:nvContentPartPr>
              <p14:xfrm>
                <a:off x="8302583" y="1161308"/>
                <a:ext cx="96840" cy="1868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87E400E-6577-A374-8F68-64608AF5BE2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284583" y="1143308"/>
                  <a:ext cx="1324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E237184-D8CB-99FE-24BF-31B690DFB051}"/>
                    </a:ext>
                  </a:extLst>
                </p14:cNvPr>
                <p14:cNvContentPartPr/>
                <p14:nvPr/>
              </p14:nvContentPartPr>
              <p14:xfrm>
                <a:off x="8342903" y="1275428"/>
                <a:ext cx="18000" cy="889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E237184-D8CB-99FE-24BF-31B690DFB05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325263" y="1257428"/>
                  <a:ext cx="536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4B35DE0-8BA3-BD4C-92A3-B983B4315D84}"/>
                    </a:ext>
                  </a:extLst>
                </p14:cNvPr>
                <p14:cNvContentPartPr/>
                <p14:nvPr/>
              </p14:nvContentPartPr>
              <p14:xfrm>
                <a:off x="8324183" y="1444628"/>
                <a:ext cx="57960" cy="709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4B35DE0-8BA3-BD4C-92A3-B983B4315D8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306543" y="1426628"/>
                  <a:ext cx="936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F2A8FDE-ECE3-B104-8000-4913EFBA5FC0}"/>
                    </a:ext>
                  </a:extLst>
                </p14:cNvPr>
                <p14:cNvContentPartPr/>
                <p14:nvPr/>
              </p14:nvContentPartPr>
              <p14:xfrm>
                <a:off x="8310503" y="1595468"/>
                <a:ext cx="88200" cy="284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F2A8FDE-ECE3-B104-8000-4913EFBA5FC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292863" y="1577828"/>
                  <a:ext cx="1238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EC333AC-BFB7-C5E4-1F8C-4EEC73B50352}"/>
                    </a:ext>
                  </a:extLst>
                </p14:cNvPr>
                <p14:cNvContentPartPr/>
                <p14:nvPr/>
              </p14:nvContentPartPr>
              <p14:xfrm>
                <a:off x="8364863" y="1598348"/>
                <a:ext cx="20520" cy="108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EC333AC-BFB7-C5E4-1F8C-4EEC73B5035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346863" y="1580708"/>
                  <a:ext cx="5616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77A4443-EE61-DA96-F4C0-1058F72D2FAA}"/>
                    </a:ext>
                  </a:extLst>
                </p14:cNvPr>
                <p14:cNvContentPartPr/>
                <p14:nvPr/>
              </p14:nvContentPartPr>
              <p14:xfrm>
                <a:off x="8415263" y="878348"/>
                <a:ext cx="145800" cy="169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77A4443-EE61-DA96-F4C0-1058F72D2FA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397623" y="860348"/>
                  <a:ext cx="1814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5F40AFE-3520-3B82-8F8E-C2C53E186621}"/>
                    </a:ext>
                  </a:extLst>
                </p14:cNvPr>
                <p14:cNvContentPartPr/>
                <p14:nvPr/>
              </p14:nvContentPartPr>
              <p14:xfrm>
                <a:off x="8608943" y="849188"/>
                <a:ext cx="188280" cy="2012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5F40AFE-3520-3B82-8F8E-C2C53E18662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590943" y="831548"/>
                  <a:ext cx="2239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6616EBB-464E-D0F4-7562-9A6EF1EA831F}"/>
                    </a:ext>
                  </a:extLst>
                </p14:cNvPr>
                <p14:cNvContentPartPr/>
                <p14:nvPr/>
              </p14:nvContentPartPr>
              <p14:xfrm>
                <a:off x="8435063" y="1047188"/>
                <a:ext cx="154080" cy="1828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6616EBB-464E-D0F4-7562-9A6EF1EA831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417063" y="1029548"/>
                  <a:ext cx="1897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886613E-F89E-58AA-27A2-249895624C05}"/>
                    </a:ext>
                  </a:extLst>
                </p14:cNvPr>
                <p14:cNvContentPartPr/>
                <p14:nvPr/>
              </p14:nvContentPartPr>
              <p14:xfrm>
                <a:off x="8621543" y="1023428"/>
                <a:ext cx="174600" cy="2023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886613E-F89E-58AA-27A2-249895624C0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603903" y="1005788"/>
                  <a:ext cx="2102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C880CC6-8FB9-A922-41B9-2FA042C1B29C}"/>
                    </a:ext>
                  </a:extLst>
                </p14:cNvPr>
                <p14:cNvContentPartPr/>
                <p14:nvPr/>
              </p14:nvContentPartPr>
              <p14:xfrm>
                <a:off x="8420663" y="1256708"/>
                <a:ext cx="153720" cy="1962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C880CC6-8FB9-A922-41B9-2FA042C1B29C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403023" y="1239068"/>
                  <a:ext cx="1893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8768ECD-2EAD-7EF4-B427-B8B3C2A2ED4A}"/>
                    </a:ext>
                  </a:extLst>
                </p14:cNvPr>
                <p14:cNvContentPartPr/>
                <p14:nvPr/>
              </p14:nvContentPartPr>
              <p14:xfrm>
                <a:off x="8586623" y="1232588"/>
                <a:ext cx="172080" cy="200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8768ECD-2EAD-7EF4-B427-B8B3C2A2ED4A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568983" y="1214588"/>
                  <a:ext cx="2077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D2A7532-7EEE-1B0C-352D-7FE5BE2626C5}"/>
                    </a:ext>
                  </a:extLst>
                </p14:cNvPr>
                <p14:cNvContentPartPr/>
                <p14:nvPr/>
              </p14:nvContentPartPr>
              <p14:xfrm>
                <a:off x="8425703" y="1492508"/>
                <a:ext cx="162720" cy="2120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D2A7532-7EEE-1B0C-352D-7FE5BE2626C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408063" y="1474868"/>
                  <a:ext cx="19836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FAC59B3-0FE1-541F-6C34-725A3FEEBF95}"/>
                    </a:ext>
                  </a:extLst>
                </p14:cNvPr>
                <p14:cNvContentPartPr/>
                <p14:nvPr/>
              </p14:nvContentPartPr>
              <p14:xfrm>
                <a:off x="8616143" y="1423748"/>
                <a:ext cx="156240" cy="2440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FAC59B3-0FE1-541F-6C34-725A3FEEBF9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598503" y="1405748"/>
                  <a:ext cx="19188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BE7B431-BF12-934F-CCD9-1AA67891D1FD}"/>
                    </a:ext>
                  </a:extLst>
                </p14:cNvPr>
                <p14:cNvContentPartPr/>
                <p14:nvPr/>
              </p14:nvContentPartPr>
              <p14:xfrm>
                <a:off x="8482583" y="943868"/>
                <a:ext cx="64440" cy="230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BE7B431-BF12-934F-CCD9-1AA67891D1F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464583" y="925868"/>
                  <a:ext cx="1000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159B9C6-8B32-2E68-2B4D-CDC797831BC8}"/>
                    </a:ext>
                  </a:extLst>
                </p14:cNvPr>
                <p14:cNvContentPartPr/>
                <p14:nvPr/>
              </p14:nvContentPartPr>
              <p14:xfrm>
                <a:off x="8697143" y="964748"/>
                <a:ext cx="59400" cy="176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159B9C6-8B32-2E68-2B4D-CDC797831BC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679503" y="946748"/>
                  <a:ext cx="950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7EFFE1F-DA60-5C9A-442F-E75373CA1CE0}"/>
                    </a:ext>
                  </a:extLst>
                </p14:cNvPr>
                <p14:cNvContentPartPr/>
                <p14:nvPr/>
              </p14:nvContentPartPr>
              <p14:xfrm>
                <a:off x="8477903" y="1140068"/>
                <a:ext cx="60480" cy="79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7EFFE1F-DA60-5C9A-442F-E75373CA1CE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460263" y="1122068"/>
                  <a:ext cx="961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C1B358A-F15E-2249-EA6A-6529A1AAB3D3}"/>
                    </a:ext>
                  </a:extLst>
                </p14:cNvPr>
                <p14:cNvContentPartPr/>
                <p14:nvPr/>
              </p14:nvContentPartPr>
              <p14:xfrm>
                <a:off x="8683463" y="1135028"/>
                <a:ext cx="71640" cy="18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C1B358A-F15E-2249-EA6A-6529A1AAB3D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665823" y="1117028"/>
                  <a:ext cx="1072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071175C-D7E3-DD5B-EC61-D0EAE3A0F2F0}"/>
                    </a:ext>
                  </a:extLst>
                </p14:cNvPr>
                <p14:cNvContentPartPr/>
                <p14:nvPr/>
              </p14:nvContentPartPr>
              <p14:xfrm>
                <a:off x="8465303" y="1358588"/>
                <a:ext cx="64440" cy="162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071175C-D7E3-DD5B-EC61-D0EAE3A0F2F0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447303" y="1340588"/>
                  <a:ext cx="1000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4C59F23-F82C-323F-557A-ACD5820F7F71}"/>
                    </a:ext>
                  </a:extLst>
                </p14:cNvPr>
                <p14:cNvContentPartPr/>
                <p14:nvPr/>
              </p14:nvContentPartPr>
              <p14:xfrm>
                <a:off x="8674463" y="1325828"/>
                <a:ext cx="58680" cy="97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4C59F23-F82C-323F-557A-ACD5820F7F71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656463" y="1308188"/>
                  <a:ext cx="943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6FC190B-F9F7-66C2-3DCA-E19E0FFFA77F}"/>
                    </a:ext>
                  </a:extLst>
                </p14:cNvPr>
                <p14:cNvContentPartPr/>
                <p14:nvPr/>
              </p14:nvContentPartPr>
              <p14:xfrm>
                <a:off x="8462783" y="1607708"/>
                <a:ext cx="68040" cy="75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6FC190B-F9F7-66C2-3DCA-E19E0FFFA77F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445143" y="1589708"/>
                  <a:ext cx="1036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F533289-5631-928C-BFE2-4EF198571946}"/>
                    </a:ext>
                  </a:extLst>
                </p14:cNvPr>
                <p14:cNvContentPartPr/>
                <p14:nvPr/>
              </p14:nvContentPartPr>
              <p14:xfrm>
                <a:off x="8688503" y="1537148"/>
                <a:ext cx="77400" cy="241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F533289-5631-928C-BFE2-4EF19857194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670863" y="1519508"/>
                  <a:ext cx="1130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617A5C5-4AB6-66E4-443B-D6C352D41B21}"/>
                    </a:ext>
                  </a:extLst>
                </p14:cNvPr>
                <p14:cNvContentPartPr/>
                <p14:nvPr/>
              </p14:nvContentPartPr>
              <p14:xfrm>
                <a:off x="9302663" y="1019828"/>
                <a:ext cx="78840" cy="111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617A5C5-4AB6-66E4-443B-D6C352D41B2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285023" y="1002188"/>
                  <a:ext cx="11448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D52D721-DCF7-F4CB-F374-714A30B013EA}"/>
                    </a:ext>
                  </a:extLst>
                </p14:cNvPr>
                <p14:cNvContentPartPr/>
                <p14:nvPr/>
              </p14:nvContentPartPr>
              <p14:xfrm>
                <a:off x="9484823" y="1012988"/>
                <a:ext cx="53640" cy="162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D52D721-DCF7-F4CB-F374-714A30B013EA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467183" y="994988"/>
                  <a:ext cx="892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037ACFB-2D90-8919-7F30-0B6CCF5FD8B1}"/>
                    </a:ext>
                  </a:extLst>
                </p14:cNvPr>
                <p14:cNvContentPartPr/>
                <p14:nvPr/>
              </p14:nvContentPartPr>
              <p14:xfrm>
                <a:off x="9349823" y="1165988"/>
                <a:ext cx="103320" cy="144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037ACFB-2D90-8919-7F30-0B6CCF5FD8B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331823" y="1148348"/>
                  <a:ext cx="1389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14554F4-3C13-F4AB-39DD-6C5984C9CDCA}"/>
                    </a:ext>
                  </a:extLst>
                </p14:cNvPr>
                <p14:cNvContentPartPr/>
                <p14:nvPr/>
              </p14:nvContentPartPr>
              <p14:xfrm>
                <a:off x="9510383" y="1201268"/>
                <a:ext cx="67680" cy="12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14554F4-3C13-F4AB-39DD-6C5984C9CDCA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492383" y="1183268"/>
                  <a:ext cx="1033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A51D3CA-DDD0-7416-676A-9B0A70DE5F2F}"/>
                    </a:ext>
                  </a:extLst>
                </p14:cNvPr>
                <p14:cNvContentPartPr/>
                <p14:nvPr/>
              </p14:nvContentPartPr>
              <p14:xfrm>
                <a:off x="9342263" y="1310708"/>
                <a:ext cx="56520" cy="147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A51D3CA-DDD0-7416-676A-9B0A70DE5F2F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324623" y="1293068"/>
                  <a:ext cx="921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F9F8F06-7472-5E86-D33A-C6626980BF3C}"/>
                    </a:ext>
                  </a:extLst>
                </p14:cNvPr>
                <p14:cNvContentPartPr/>
                <p14:nvPr/>
              </p14:nvContentPartPr>
              <p14:xfrm>
                <a:off x="9492743" y="1327268"/>
                <a:ext cx="75240" cy="216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F9F8F06-7472-5E86-D33A-C6626980BF3C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474743" y="1309628"/>
                  <a:ext cx="1108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6FAD999-46C2-7224-16BA-2649E7BAA1CE}"/>
                    </a:ext>
                  </a:extLst>
                </p14:cNvPr>
                <p14:cNvContentPartPr/>
                <p14:nvPr/>
              </p14:nvContentPartPr>
              <p14:xfrm>
                <a:off x="9390143" y="1455788"/>
                <a:ext cx="72360" cy="126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6FAD999-46C2-7224-16BA-2649E7BAA1CE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372143" y="1438148"/>
                  <a:ext cx="1080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768EEBD-5E41-859D-795B-E81C8FD46344}"/>
                    </a:ext>
                  </a:extLst>
                </p14:cNvPr>
                <p14:cNvContentPartPr/>
                <p14:nvPr/>
              </p14:nvContentPartPr>
              <p14:xfrm>
                <a:off x="9524063" y="1493228"/>
                <a:ext cx="48240" cy="151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768EEBD-5E41-859D-795B-E81C8FD46344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506063" y="1475588"/>
                  <a:ext cx="838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06F462F-A06E-5B01-BAAD-F211570016A1}"/>
                    </a:ext>
                  </a:extLst>
                </p14:cNvPr>
                <p14:cNvContentPartPr/>
                <p14:nvPr/>
              </p14:nvContentPartPr>
              <p14:xfrm>
                <a:off x="9368903" y="1595468"/>
                <a:ext cx="84960" cy="259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06F462F-A06E-5B01-BAAD-F211570016A1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351263" y="1577828"/>
                  <a:ext cx="1206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481667C-9136-23D9-4BEB-C1270495D6EA}"/>
                    </a:ext>
                  </a:extLst>
                </p14:cNvPr>
                <p14:cNvContentPartPr/>
                <p14:nvPr/>
              </p14:nvContentPartPr>
              <p14:xfrm>
                <a:off x="9525503" y="1669268"/>
                <a:ext cx="74880" cy="154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481667C-9136-23D9-4BEB-C1270495D6EA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507503" y="1651268"/>
                  <a:ext cx="1105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7092659-B238-AD75-206F-1F33DBDA3398}"/>
                    </a:ext>
                  </a:extLst>
                </p14:cNvPr>
                <p14:cNvContentPartPr/>
                <p14:nvPr/>
              </p14:nvContentPartPr>
              <p14:xfrm>
                <a:off x="8849063" y="914708"/>
                <a:ext cx="129600" cy="2066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7092659-B238-AD75-206F-1F33DBDA3398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831063" y="896708"/>
                  <a:ext cx="16524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FA4517E-4AED-8081-7153-B1BAC1CAE9EC}"/>
                    </a:ext>
                  </a:extLst>
                </p14:cNvPr>
                <p14:cNvContentPartPr/>
                <p14:nvPr/>
              </p14:nvContentPartPr>
              <p14:xfrm>
                <a:off x="8980463" y="915788"/>
                <a:ext cx="171360" cy="2030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FA4517E-4AED-8081-7153-B1BAC1CAE9EC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962463" y="898148"/>
                  <a:ext cx="20700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B6392B4-0778-4FC1-7152-9C2E9DCFCDE5}"/>
                    </a:ext>
                  </a:extLst>
                </p14:cNvPr>
                <p14:cNvContentPartPr/>
                <p14:nvPr/>
              </p14:nvContentPartPr>
              <p14:xfrm>
                <a:off x="8879303" y="1158068"/>
                <a:ext cx="154080" cy="2019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B6392B4-0778-4FC1-7152-9C2E9DCFCDE5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861663" y="1140068"/>
                  <a:ext cx="1897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9E7E65B-072D-C270-35F4-4D78BC7B948A}"/>
                    </a:ext>
                  </a:extLst>
                </p14:cNvPr>
                <p14:cNvContentPartPr/>
                <p14:nvPr/>
              </p14:nvContentPartPr>
              <p14:xfrm>
                <a:off x="9042383" y="1157708"/>
                <a:ext cx="127800" cy="1540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9E7E65B-072D-C270-35F4-4D78BC7B948A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024743" y="1139708"/>
                  <a:ext cx="1634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C8F60EF-2697-0BFA-D57B-DDC29143E009}"/>
                    </a:ext>
                  </a:extLst>
                </p14:cNvPr>
                <p14:cNvContentPartPr/>
                <p14:nvPr/>
              </p14:nvContentPartPr>
              <p14:xfrm>
                <a:off x="8871743" y="1389908"/>
                <a:ext cx="147960" cy="2167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C8F60EF-2697-0BFA-D57B-DDC29143E00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853743" y="1371908"/>
                  <a:ext cx="1836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C2142E0-47B6-3DD7-8A92-ED9156D8585A}"/>
                    </a:ext>
                  </a:extLst>
                </p14:cNvPr>
                <p14:cNvContentPartPr/>
                <p14:nvPr/>
              </p14:nvContentPartPr>
              <p14:xfrm>
                <a:off x="9060383" y="1398908"/>
                <a:ext cx="128160" cy="1648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C2142E0-47B6-3DD7-8A92-ED9156D8585A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042743" y="1381268"/>
                  <a:ext cx="1638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A8745C9-2610-DBF6-559D-F07E7845AFE9}"/>
                    </a:ext>
                  </a:extLst>
                </p14:cNvPr>
                <p14:cNvContentPartPr/>
                <p14:nvPr/>
              </p14:nvContentPartPr>
              <p14:xfrm>
                <a:off x="8874263" y="1621028"/>
                <a:ext cx="157320" cy="1717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A8745C9-2610-DBF6-559D-F07E7845AFE9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856263" y="1603388"/>
                  <a:ext cx="19296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9DAC2A1-8B56-75AB-3CBF-4B1BB6CCF357}"/>
                    </a:ext>
                  </a:extLst>
                </p14:cNvPr>
                <p14:cNvContentPartPr/>
                <p14:nvPr/>
              </p14:nvContentPartPr>
              <p14:xfrm>
                <a:off x="9096023" y="1598708"/>
                <a:ext cx="106920" cy="1792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9DAC2A1-8B56-75AB-3CBF-4B1BB6CCF357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078383" y="1580708"/>
                  <a:ext cx="1425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0DD897C-44B7-2FAF-A9C4-C14F3DF00835}"/>
                    </a:ext>
                  </a:extLst>
                </p14:cNvPr>
                <p14:cNvContentPartPr/>
                <p14:nvPr/>
              </p14:nvContentPartPr>
              <p14:xfrm>
                <a:off x="8850503" y="1020188"/>
                <a:ext cx="54000" cy="122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0DD897C-44B7-2FAF-A9C4-C14F3DF00835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832503" y="1002188"/>
                  <a:ext cx="896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F6B9BF4-D9D3-F8BB-F9B5-F426CA23574D}"/>
                    </a:ext>
                  </a:extLst>
                </p14:cNvPr>
                <p14:cNvContentPartPr/>
                <p14:nvPr/>
              </p14:nvContentPartPr>
              <p14:xfrm>
                <a:off x="8883623" y="1024868"/>
                <a:ext cx="6480" cy="334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F6B9BF4-D9D3-F8BB-F9B5-F426CA23574D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865623" y="1006868"/>
                  <a:ext cx="421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41F88DA-F494-B59A-B738-7F63FEDCD1BB}"/>
                    </a:ext>
                  </a:extLst>
                </p14:cNvPr>
                <p14:cNvContentPartPr/>
                <p14:nvPr/>
              </p14:nvContentPartPr>
              <p14:xfrm>
                <a:off x="9058943" y="1004348"/>
                <a:ext cx="65160" cy="280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41F88DA-F494-B59A-B738-7F63FEDCD1BB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041303" y="986348"/>
                  <a:ext cx="1008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61586E8-D4B2-0044-7147-BB38D66D0D8A}"/>
                    </a:ext>
                  </a:extLst>
                </p14:cNvPr>
                <p14:cNvContentPartPr/>
                <p14:nvPr/>
              </p14:nvContentPartPr>
              <p14:xfrm>
                <a:off x="9086303" y="1013348"/>
                <a:ext cx="14040" cy="655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61586E8-D4B2-0044-7147-BB38D66D0D8A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068663" y="995708"/>
                  <a:ext cx="496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2EAE3EB-88DD-E6B8-1223-558BE4911DFC}"/>
                    </a:ext>
                  </a:extLst>
                </p14:cNvPr>
                <p14:cNvContentPartPr/>
                <p14:nvPr/>
              </p14:nvContentPartPr>
              <p14:xfrm>
                <a:off x="8909903" y="1246988"/>
                <a:ext cx="37080" cy="172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2EAE3EB-88DD-E6B8-1223-558BE4911DFC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892263" y="1229348"/>
                  <a:ext cx="727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1F39588-CEEA-63A3-1A06-77CEB5A97D1D}"/>
                    </a:ext>
                  </a:extLst>
                </p14:cNvPr>
                <p14:cNvContentPartPr/>
                <p14:nvPr/>
              </p14:nvContentPartPr>
              <p14:xfrm>
                <a:off x="8933303" y="1225748"/>
                <a:ext cx="15840" cy="540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1F39588-CEEA-63A3-1A06-77CEB5A97D1D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915663" y="1207748"/>
                  <a:ext cx="514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1E6989D-B899-5943-965D-8EA1BB4CE234}"/>
                    </a:ext>
                  </a:extLst>
                </p14:cNvPr>
                <p14:cNvContentPartPr/>
                <p14:nvPr/>
              </p14:nvContentPartPr>
              <p14:xfrm>
                <a:off x="9085583" y="1209548"/>
                <a:ext cx="68760" cy="536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1E6989D-B899-5943-965D-8EA1BB4CE234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9067583" y="1191548"/>
                  <a:ext cx="1044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87AADB7-3B48-07C7-355B-C9BB4AEBFADC}"/>
                    </a:ext>
                  </a:extLst>
                </p14:cNvPr>
                <p14:cNvContentPartPr/>
                <p14:nvPr/>
              </p14:nvContentPartPr>
              <p14:xfrm>
                <a:off x="8952743" y="1472708"/>
                <a:ext cx="720" cy="14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87AADB7-3B48-07C7-355B-C9BB4AEBFADC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935103" y="1454708"/>
                  <a:ext cx="363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42F4537-510E-3FA4-0973-C2578E60BA93}"/>
                    </a:ext>
                  </a:extLst>
                </p14:cNvPr>
                <p14:cNvContentPartPr/>
                <p14:nvPr/>
              </p14:nvContentPartPr>
              <p14:xfrm>
                <a:off x="8905223" y="1461908"/>
                <a:ext cx="37080" cy="666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42F4537-510E-3FA4-0973-C2578E60BA93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887223" y="1443908"/>
                  <a:ext cx="727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672C8F2-A1CE-951E-1E23-23CBA5E9CCE7}"/>
                    </a:ext>
                  </a:extLst>
                </p14:cNvPr>
                <p14:cNvContentPartPr/>
                <p14:nvPr/>
              </p14:nvContentPartPr>
              <p14:xfrm>
                <a:off x="9071543" y="1459748"/>
                <a:ext cx="98640" cy="284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672C8F2-A1CE-951E-1E23-23CBA5E9CCE7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9053543" y="1441748"/>
                  <a:ext cx="1342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0584E7D-D335-6F38-174A-5BA6D5EB976A}"/>
                    </a:ext>
                  </a:extLst>
                </p14:cNvPr>
                <p14:cNvContentPartPr/>
                <p14:nvPr/>
              </p14:nvContentPartPr>
              <p14:xfrm>
                <a:off x="9100343" y="1439948"/>
                <a:ext cx="15480" cy="576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0584E7D-D335-6F38-174A-5BA6D5EB976A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9082703" y="1422308"/>
                  <a:ext cx="511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B64B868-193F-E9FB-A95D-48637874515B}"/>
                    </a:ext>
                  </a:extLst>
                </p14:cNvPr>
                <p14:cNvContentPartPr/>
                <p14:nvPr/>
              </p14:nvContentPartPr>
              <p14:xfrm>
                <a:off x="8922143" y="1676828"/>
                <a:ext cx="68400" cy="259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B64B868-193F-E9FB-A95D-48637874515B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904503" y="1659188"/>
                  <a:ext cx="1040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23A0DA8-1B61-F091-3940-45FD2BB8D813}"/>
                    </a:ext>
                  </a:extLst>
                </p14:cNvPr>
                <p14:cNvContentPartPr/>
                <p14:nvPr/>
              </p14:nvContentPartPr>
              <p14:xfrm>
                <a:off x="8934023" y="1671428"/>
                <a:ext cx="11880" cy="457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23A0DA8-1B61-F091-3940-45FD2BB8D81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916023" y="1653788"/>
                  <a:ext cx="475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34B9E22-04FF-19A0-EC84-CF536A37E19C}"/>
                    </a:ext>
                  </a:extLst>
                </p14:cNvPr>
                <p14:cNvContentPartPr/>
                <p14:nvPr/>
              </p14:nvContentPartPr>
              <p14:xfrm>
                <a:off x="9135983" y="1684388"/>
                <a:ext cx="78480" cy="97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34B9E22-04FF-19A0-EC84-CF536A37E19C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118343" y="1666748"/>
                  <a:ext cx="1141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F29FCFF-BD81-4BF5-9E55-5EAF9C6AD855}"/>
                    </a:ext>
                  </a:extLst>
                </p14:cNvPr>
                <p14:cNvContentPartPr/>
                <p14:nvPr/>
              </p14:nvContentPartPr>
              <p14:xfrm>
                <a:off x="9166943" y="1658828"/>
                <a:ext cx="21600" cy="730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F29FCFF-BD81-4BF5-9E55-5EAF9C6AD855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9149303" y="1640828"/>
                  <a:ext cx="572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564C590-C23B-5051-DC88-0406B0063B86}"/>
                    </a:ext>
                  </a:extLst>
                </p14:cNvPr>
                <p14:cNvContentPartPr/>
                <p14:nvPr/>
              </p14:nvContentPartPr>
              <p14:xfrm>
                <a:off x="7343903" y="1234388"/>
                <a:ext cx="682200" cy="403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564C590-C23B-5051-DC88-0406B0063B86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325903" y="1216388"/>
                  <a:ext cx="7178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1136841-9EFA-52B2-CD0F-927E581648F6}"/>
                    </a:ext>
                  </a:extLst>
                </p14:cNvPr>
                <p14:cNvContentPartPr/>
                <p14:nvPr/>
              </p14:nvContentPartPr>
              <p14:xfrm>
                <a:off x="7274423" y="1225748"/>
                <a:ext cx="72000" cy="1008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1136841-9EFA-52B2-CD0F-927E581648F6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256423" y="1208108"/>
                  <a:ext cx="107640" cy="10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555F9D7-FF70-986A-AE00-5995588FDE61}"/>
                    </a:ext>
                  </a:extLst>
                </p14:cNvPr>
                <p14:cNvContentPartPr/>
                <p14:nvPr/>
              </p14:nvContentPartPr>
              <p14:xfrm>
                <a:off x="9645023" y="1214228"/>
                <a:ext cx="632520" cy="9464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555F9D7-FF70-986A-AE00-5995588FDE61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9627383" y="1196588"/>
                  <a:ext cx="668160" cy="9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539A52F-DE6A-EFCB-24E9-BA86F561961A}"/>
                    </a:ext>
                  </a:extLst>
                </p14:cNvPr>
                <p14:cNvContentPartPr/>
                <p14:nvPr/>
              </p14:nvContentPartPr>
              <p14:xfrm>
                <a:off x="7240943" y="2258948"/>
                <a:ext cx="711720" cy="363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539A52F-DE6A-EFCB-24E9-BA86F561961A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223303" y="2241308"/>
                  <a:ext cx="7473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3052740-E1FF-5297-C467-7C766F917909}"/>
                    </a:ext>
                  </a:extLst>
                </p14:cNvPr>
                <p14:cNvContentPartPr/>
                <p14:nvPr/>
              </p14:nvContentPartPr>
              <p14:xfrm>
                <a:off x="7935383" y="2279108"/>
                <a:ext cx="302400" cy="435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3052740-E1FF-5297-C467-7C766F917909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7917743" y="2261468"/>
                  <a:ext cx="3380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1A227525-9E10-3C76-4824-D61BC39BBADD}"/>
                    </a:ext>
                  </a:extLst>
                </p14:cNvPr>
                <p14:cNvContentPartPr/>
                <p14:nvPr/>
              </p14:nvContentPartPr>
              <p14:xfrm>
                <a:off x="8219783" y="2038988"/>
                <a:ext cx="43560" cy="8308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1A227525-9E10-3C76-4824-D61BC39BBADD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8201783" y="2020988"/>
                  <a:ext cx="79200" cy="86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1E6EA46-8B30-19AE-567B-DCBC7344C779}"/>
                    </a:ext>
                  </a:extLst>
                </p14:cNvPr>
                <p14:cNvContentPartPr/>
                <p14:nvPr/>
              </p14:nvContentPartPr>
              <p14:xfrm>
                <a:off x="8376383" y="2284868"/>
                <a:ext cx="23760" cy="1908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1E6EA46-8B30-19AE-567B-DCBC7344C779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358383" y="2267228"/>
                  <a:ext cx="594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F383AD6-423C-9870-A9D1-2B72358EF8FC}"/>
                    </a:ext>
                  </a:extLst>
                </p14:cNvPr>
                <p14:cNvContentPartPr/>
                <p14:nvPr/>
              </p14:nvContentPartPr>
              <p14:xfrm>
                <a:off x="8379623" y="2371988"/>
                <a:ext cx="1935000" cy="712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F383AD6-423C-9870-A9D1-2B72358EF8FC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361983" y="2353988"/>
                  <a:ext cx="19706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76B39B2-86EF-7D5C-08CC-6F6388F639A7}"/>
                    </a:ext>
                  </a:extLst>
                </p14:cNvPr>
                <p14:cNvContentPartPr/>
                <p14:nvPr/>
              </p14:nvContentPartPr>
              <p14:xfrm>
                <a:off x="10253423" y="2160668"/>
                <a:ext cx="82800" cy="2350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76B39B2-86EF-7D5C-08CC-6F6388F639A7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0235783" y="2143028"/>
                  <a:ext cx="11844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971992C-DC2C-0014-C2A5-86F3CF91E7CD}"/>
                    </a:ext>
                  </a:extLst>
                </p14:cNvPr>
                <p14:cNvContentPartPr/>
                <p14:nvPr/>
              </p14:nvContentPartPr>
              <p14:xfrm>
                <a:off x="8224103" y="1965548"/>
                <a:ext cx="25200" cy="763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971992C-DC2C-0014-C2A5-86F3CF91E7CD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206463" y="1947908"/>
                  <a:ext cx="608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9D1748E-67CA-3989-F1EE-73EA9AC7C4DC}"/>
                    </a:ext>
                  </a:extLst>
                </p14:cNvPr>
                <p14:cNvContentPartPr/>
                <p14:nvPr/>
              </p14:nvContentPartPr>
              <p14:xfrm>
                <a:off x="7983263" y="2115308"/>
                <a:ext cx="97560" cy="54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9D1748E-67CA-3989-F1EE-73EA9AC7C4DC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7965263" y="2097668"/>
                  <a:ext cx="1332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FC22E53-307C-0087-36A3-A30BA8368D2F}"/>
                    </a:ext>
                  </a:extLst>
                </p14:cNvPr>
                <p14:cNvContentPartPr/>
                <p14:nvPr/>
              </p14:nvContentPartPr>
              <p14:xfrm>
                <a:off x="8013503" y="2015588"/>
                <a:ext cx="16920" cy="2210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FC22E53-307C-0087-36A3-A30BA8368D2F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7995863" y="1997948"/>
                  <a:ext cx="5256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FB8E74D-844A-D094-51C0-4C8D44BED98E}"/>
                    </a:ext>
                  </a:extLst>
                </p14:cNvPr>
                <p14:cNvContentPartPr/>
                <p14:nvPr/>
              </p14:nvContentPartPr>
              <p14:xfrm>
                <a:off x="8448383" y="2157428"/>
                <a:ext cx="108360" cy="176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FB8E74D-844A-D094-51C0-4C8D44BED98E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8430743" y="2139788"/>
                  <a:ext cx="144000" cy="5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9162C758-E6F1-EFB3-3796-611E1D6CD580}"/>
              </a:ext>
            </a:extLst>
          </p:cNvPr>
          <p:cNvGrpSpPr/>
          <p:nvPr/>
        </p:nvGrpSpPr>
        <p:grpSpPr>
          <a:xfrm>
            <a:off x="8424263" y="199028"/>
            <a:ext cx="534960" cy="196560"/>
            <a:chOff x="8424263" y="199028"/>
            <a:chExt cx="534960" cy="19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9C9F899-F21A-F657-4363-84797D5E384A}"/>
                    </a:ext>
                  </a:extLst>
                </p14:cNvPr>
                <p14:cNvContentPartPr/>
                <p14:nvPr/>
              </p14:nvContentPartPr>
              <p14:xfrm>
                <a:off x="8424263" y="287588"/>
                <a:ext cx="534960" cy="536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9C9F899-F21A-F657-4363-84797D5E384A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8406623" y="269948"/>
                  <a:ext cx="5706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67669769-CEEE-43D9-18B7-AE8E5470066C}"/>
                    </a:ext>
                  </a:extLst>
                </p14:cNvPr>
                <p14:cNvContentPartPr/>
                <p14:nvPr/>
              </p14:nvContentPartPr>
              <p14:xfrm>
                <a:off x="8855183" y="199028"/>
                <a:ext cx="104040" cy="1965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7669769-CEEE-43D9-18B7-AE8E5470066C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8837183" y="181028"/>
                  <a:ext cx="139680" cy="23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A5F725B3-74BE-4D6F-8D4E-A86AF53975BF}"/>
              </a:ext>
            </a:extLst>
          </p:cNvPr>
          <p:cNvGrpSpPr/>
          <p:nvPr/>
        </p:nvGrpSpPr>
        <p:grpSpPr>
          <a:xfrm>
            <a:off x="7646303" y="3166148"/>
            <a:ext cx="2861640" cy="2039040"/>
            <a:chOff x="7646303" y="3166148"/>
            <a:chExt cx="2861640" cy="20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E31C2B70-9CD3-D0AE-E9C7-3B76B40983BA}"/>
                    </a:ext>
                  </a:extLst>
                </p14:cNvPr>
                <p14:cNvContentPartPr/>
                <p14:nvPr/>
              </p14:nvContentPartPr>
              <p14:xfrm>
                <a:off x="8613623" y="3214388"/>
                <a:ext cx="19440" cy="6782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E31C2B70-9CD3-D0AE-E9C7-3B76B40983BA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8595623" y="3196388"/>
                  <a:ext cx="55080" cy="71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877C88C-FF2F-E82D-18F9-C457BABE92F5}"/>
                    </a:ext>
                  </a:extLst>
                </p14:cNvPr>
                <p14:cNvContentPartPr/>
                <p14:nvPr/>
              </p14:nvContentPartPr>
              <p14:xfrm>
                <a:off x="8640983" y="3259748"/>
                <a:ext cx="407880" cy="5281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877C88C-FF2F-E82D-18F9-C457BABE92F5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622983" y="3242108"/>
                  <a:ext cx="443520" cy="56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ED90D3B-25E9-9C15-8D7E-DAB87612177C}"/>
                    </a:ext>
                  </a:extLst>
                </p14:cNvPr>
                <p14:cNvContentPartPr/>
                <p14:nvPr/>
              </p14:nvContentPartPr>
              <p14:xfrm>
                <a:off x="9006383" y="3166148"/>
                <a:ext cx="44280" cy="8082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ED90D3B-25E9-9C15-8D7E-DAB87612177C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988743" y="3148148"/>
                  <a:ext cx="79920" cy="84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211BD33-0A3F-5DA0-9A52-007EAB1CDA3C}"/>
                    </a:ext>
                  </a:extLst>
                </p14:cNvPr>
                <p14:cNvContentPartPr/>
                <p14:nvPr/>
              </p14:nvContentPartPr>
              <p14:xfrm>
                <a:off x="9068663" y="3522908"/>
                <a:ext cx="1439280" cy="748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211BD33-0A3F-5DA0-9A52-007EAB1CDA3C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9051023" y="3505268"/>
                  <a:ext cx="14749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FADB7D6-CD83-3D06-9207-FF0A0E93A168}"/>
                    </a:ext>
                  </a:extLst>
                </p14:cNvPr>
                <p14:cNvContentPartPr/>
                <p14:nvPr/>
              </p14:nvContentPartPr>
              <p14:xfrm>
                <a:off x="7682663" y="3456308"/>
                <a:ext cx="991800" cy="457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FADB7D6-CD83-3D06-9207-FF0A0E93A168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7665023" y="3438668"/>
                  <a:ext cx="10274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1AAA46F-4D0F-4451-5A4E-4C2D02590C2A}"/>
                    </a:ext>
                  </a:extLst>
                </p14:cNvPr>
                <p14:cNvContentPartPr/>
                <p14:nvPr/>
              </p14:nvContentPartPr>
              <p14:xfrm>
                <a:off x="7646303" y="3477908"/>
                <a:ext cx="29160" cy="10731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1AAA46F-4D0F-4451-5A4E-4C2D02590C2A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7628303" y="3460268"/>
                  <a:ext cx="64800" cy="11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06DBD1E3-73B8-C920-FCA4-74D7CD500C5C}"/>
                    </a:ext>
                  </a:extLst>
                </p14:cNvPr>
                <p14:cNvContentPartPr/>
                <p14:nvPr/>
              </p14:nvContentPartPr>
              <p14:xfrm>
                <a:off x="7674023" y="4519388"/>
                <a:ext cx="18720" cy="2030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06DBD1E3-73B8-C920-FCA4-74D7CD500C5C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7656383" y="4501748"/>
                  <a:ext cx="5436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FF53E4A-32B7-0DF8-12DC-372550B808C0}"/>
                    </a:ext>
                  </a:extLst>
                </p14:cNvPr>
                <p14:cNvContentPartPr/>
                <p14:nvPr/>
              </p14:nvContentPartPr>
              <p14:xfrm>
                <a:off x="7669343" y="4693988"/>
                <a:ext cx="825120" cy="432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FF53E4A-32B7-0DF8-12DC-372550B808C0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7651703" y="4676348"/>
                  <a:ext cx="8607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ED8D10E-84D2-E30F-20DC-DACFC90B46E2}"/>
                    </a:ext>
                  </a:extLst>
                </p14:cNvPr>
                <p14:cNvContentPartPr/>
                <p14:nvPr/>
              </p14:nvContentPartPr>
              <p14:xfrm>
                <a:off x="8463503" y="4273868"/>
                <a:ext cx="36720" cy="9313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ED8D10E-84D2-E30F-20DC-DACFC90B46E2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445863" y="4256228"/>
                  <a:ext cx="72360" cy="9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ADC4C55-9525-8AD3-7874-AC0B3E28FEFF}"/>
                    </a:ext>
                  </a:extLst>
                </p14:cNvPr>
                <p14:cNvContentPartPr/>
                <p14:nvPr/>
              </p14:nvContentPartPr>
              <p14:xfrm>
                <a:off x="8614343" y="4532708"/>
                <a:ext cx="10440" cy="2440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ADC4C55-9525-8AD3-7874-AC0B3E28FEFF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596703" y="4515068"/>
                  <a:ext cx="4608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33E9437-306F-17CD-522A-D862A4A9A620}"/>
                    </a:ext>
                  </a:extLst>
                </p14:cNvPr>
                <p14:cNvContentPartPr/>
                <p14:nvPr/>
              </p14:nvContentPartPr>
              <p14:xfrm>
                <a:off x="8619743" y="4544228"/>
                <a:ext cx="1689480" cy="1396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33E9437-306F-17CD-522A-D862A4A9A620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602103" y="4526588"/>
                  <a:ext cx="17251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84134D8F-873B-B6E3-1570-510EBC04D3B3}"/>
                    </a:ext>
                  </a:extLst>
                </p14:cNvPr>
                <p14:cNvContentPartPr/>
                <p14:nvPr/>
              </p14:nvContentPartPr>
              <p14:xfrm>
                <a:off x="10288703" y="3586628"/>
                <a:ext cx="46080" cy="9385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84134D8F-873B-B6E3-1570-510EBC04D3B3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0270703" y="3568628"/>
                  <a:ext cx="81720" cy="9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3F03CB13-5D58-1BE8-0AF4-DC44C5004216}"/>
                    </a:ext>
                  </a:extLst>
                </p14:cNvPr>
                <p14:cNvContentPartPr/>
                <p14:nvPr/>
              </p14:nvContentPartPr>
              <p14:xfrm>
                <a:off x="8266583" y="3248588"/>
                <a:ext cx="52560" cy="1670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3F03CB13-5D58-1BE8-0AF4-DC44C5004216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8248583" y="3230588"/>
                  <a:ext cx="882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E1552D3-F08A-224D-2DC6-3FAE72EF9E43}"/>
                    </a:ext>
                  </a:extLst>
                </p14:cNvPr>
                <p14:cNvContentPartPr/>
                <p14:nvPr/>
              </p14:nvContentPartPr>
              <p14:xfrm>
                <a:off x="8257943" y="3205028"/>
                <a:ext cx="66960" cy="1202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E1552D3-F08A-224D-2DC6-3FAE72EF9E43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8239943" y="3187028"/>
                  <a:ext cx="10260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BBBD78F-34DC-9D17-5CDA-D7B0FC231DDC}"/>
                    </a:ext>
                  </a:extLst>
                </p14:cNvPr>
                <p14:cNvContentPartPr/>
                <p14:nvPr/>
              </p14:nvContentPartPr>
              <p14:xfrm>
                <a:off x="9228863" y="3264068"/>
                <a:ext cx="15840" cy="864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BBBD78F-34DC-9D17-5CDA-D7B0FC231DDC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9210863" y="3246428"/>
                  <a:ext cx="514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6D37300-4A77-4D8E-A016-0EE0A5AF2D2D}"/>
                    </a:ext>
                  </a:extLst>
                </p14:cNvPr>
                <p14:cNvContentPartPr/>
                <p14:nvPr/>
              </p14:nvContentPartPr>
              <p14:xfrm>
                <a:off x="9224543" y="3184148"/>
                <a:ext cx="122760" cy="1281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6D37300-4A77-4D8E-A016-0EE0A5AF2D2D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9206903" y="3166148"/>
                  <a:ext cx="1584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1AF3176-EA8B-75A4-00F1-2F46C7FA09DD}"/>
                    </a:ext>
                  </a:extLst>
                </p14:cNvPr>
                <p14:cNvContentPartPr/>
                <p14:nvPr/>
              </p14:nvContentPartPr>
              <p14:xfrm>
                <a:off x="8248583" y="4427228"/>
                <a:ext cx="120240" cy="640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1AF3176-EA8B-75A4-00F1-2F46C7FA09DD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8230943" y="4409228"/>
                  <a:ext cx="1558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ED7AB4E-5C96-FF04-DB61-614B9FDC1BFD}"/>
                    </a:ext>
                  </a:extLst>
                </p14:cNvPr>
                <p14:cNvContentPartPr/>
                <p14:nvPr/>
              </p14:nvContentPartPr>
              <p14:xfrm>
                <a:off x="8263703" y="4370708"/>
                <a:ext cx="48600" cy="1749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ED7AB4E-5C96-FF04-DB61-614B9FDC1BFD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8245703" y="4352708"/>
                  <a:ext cx="84240" cy="21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CB1A0CD0-82A7-0F5B-F396-D7B395F1A960}"/>
              </a:ext>
            </a:extLst>
          </p:cNvPr>
          <p:cNvGrpSpPr/>
          <p:nvPr/>
        </p:nvGrpSpPr>
        <p:grpSpPr>
          <a:xfrm>
            <a:off x="7552343" y="3765188"/>
            <a:ext cx="214560" cy="234000"/>
            <a:chOff x="7552343" y="3765188"/>
            <a:chExt cx="214560" cy="23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709DEB6-886E-DEA7-7DE1-C1917211AB00}"/>
                    </a:ext>
                  </a:extLst>
                </p14:cNvPr>
                <p14:cNvContentPartPr/>
                <p14:nvPr/>
              </p14:nvContentPartPr>
              <p14:xfrm>
                <a:off x="7552343" y="3765188"/>
                <a:ext cx="107280" cy="2340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709DEB6-886E-DEA7-7DE1-C1917211AB00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7534703" y="3747548"/>
                  <a:ext cx="14292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5046800D-CC79-AE5B-629E-04B668005FF6}"/>
                    </a:ext>
                  </a:extLst>
                </p14:cNvPr>
                <p14:cNvContentPartPr/>
                <p14:nvPr/>
              </p14:nvContentPartPr>
              <p14:xfrm>
                <a:off x="7649903" y="3777428"/>
                <a:ext cx="117000" cy="2127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5046800D-CC79-AE5B-629E-04B668005FF6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7631903" y="3759428"/>
                  <a:ext cx="152640" cy="24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EFE5E40-F6C6-37E2-95C2-4B475AFB774E}"/>
              </a:ext>
            </a:extLst>
          </p:cNvPr>
          <p:cNvGrpSpPr/>
          <p:nvPr/>
        </p:nvGrpSpPr>
        <p:grpSpPr>
          <a:xfrm>
            <a:off x="5790503" y="4983428"/>
            <a:ext cx="2101320" cy="1679400"/>
            <a:chOff x="5790503" y="4983428"/>
            <a:chExt cx="2101320" cy="167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25848F4B-47D7-A894-3672-1CB5377135F7}"/>
                    </a:ext>
                  </a:extLst>
                </p14:cNvPr>
                <p14:cNvContentPartPr/>
                <p14:nvPr/>
              </p14:nvContentPartPr>
              <p14:xfrm>
                <a:off x="6430943" y="5046428"/>
                <a:ext cx="73440" cy="13352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25848F4B-47D7-A894-3672-1CB5377135F7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6413303" y="5028788"/>
                  <a:ext cx="109080" cy="137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5B242F6F-954C-55D1-E7E7-EA97829080EF}"/>
                    </a:ext>
                  </a:extLst>
                </p14:cNvPr>
                <p14:cNvContentPartPr/>
                <p14:nvPr/>
              </p14:nvContentPartPr>
              <p14:xfrm>
                <a:off x="6421223" y="6269348"/>
                <a:ext cx="1470600" cy="936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5B242F6F-954C-55D1-E7E7-EA97829080EF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6403223" y="6251708"/>
                  <a:ext cx="15062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504106E0-E2DE-7571-1472-6759FD089B03}"/>
                    </a:ext>
                  </a:extLst>
                </p14:cNvPr>
                <p14:cNvContentPartPr/>
                <p14:nvPr/>
              </p14:nvContentPartPr>
              <p14:xfrm>
                <a:off x="6426623" y="4983428"/>
                <a:ext cx="946080" cy="13136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504106E0-E2DE-7571-1472-6759FD089B03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408983" y="4965788"/>
                  <a:ext cx="981720" cy="134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732BB20-656D-2FFD-7CA7-3C20C2151500}"/>
                    </a:ext>
                  </a:extLst>
                </p14:cNvPr>
                <p14:cNvContentPartPr/>
                <p14:nvPr/>
              </p14:nvContentPartPr>
              <p14:xfrm>
                <a:off x="5833703" y="5668868"/>
                <a:ext cx="88920" cy="2577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732BB20-656D-2FFD-7CA7-3C20C2151500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5816063" y="5651228"/>
                  <a:ext cx="1245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6B014D6-9A2A-80CA-891B-5C1CA7C9075A}"/>
                    </a:ext>
                  </a:extLst>
                </p14:cNvPr>
                <p14:cNvContentPartPr/>
                <p14:nvPr/>
              </p14:nvContentPartPr>
              <p14:xfrm>
                <a:off x="5865023" y="5947148"/>
                <a:ext cx="67320" cy="212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6B014D6-9A2A-80CA-891B-5C1CA7C9075A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5847383" y="5929148"/>
                  <a:ext cx="1029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47B8A4F7-FEB5-76A0-DA50-E596B0CC458D}"/>
                    </a:ext>
                  </a:extLst>
                </p14:cNvPr>
                <p14:cNvContentPartPr/>
                <p14:nvPr/>
              </p14:nvContentPartPr>
              <p14:xfrm>
                <a:off x="5790503" y="5642948"/>
                <a:ext cx="85680" cy="784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47B8A4F7-FEB5-76A0-DA50-E596B0CC458D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5772863" y="5624948"/>
                  <a:ext cx="1213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15B0D03D-D4A4-EB7E-3E6D-E2F5BBC64417}"/>
                    </a:ext>
                  </a:extLst>
                </p14:cNvPr>
                <p14:cNvContentPartPr/>
                <p14:nvPr/>
              </p14:nvContentPartPr>
              <p14:xfrm>
                <a:off x="6039623" y="5795228"/>
                <a:ext cx="95040" cy="1746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15B0D03D-D4A4-EB7E-3E6D-E2F5BBC64417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6021983" y="5777588"/>
                  <a:ext cx="1306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85A5E22-B1A4-1E21-22BF-547EF2CA5EA5}"/>
                    </a:ext>
                  </a:extLst>
                </p14:cNvPr>
                <p14:cNvContentPartPr/>
                <p14:nvPr/>
              </p14:nvContentPartPr>
              <p14:xfrm>
                <a:off x="6838103" y="6428108"/>
                <a:ext cx="145440" cy="1882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85A5E22-B1A4-1E21-22BF-547EF2CA5EA5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6820463" y="6410468"/>
                  <a:ext cx="1810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92EE1A9D-89D3-B60B-4F06-093B31843291}"/>
                    </a:ext>
                  </a:extLst>
                </p14:cNvPr>
                <p14:cNvContentPartPr/>
                <p14:nvPr/>
              </p14:nvContentPartPr>
              <p14:xfrm>
                <a:off x="7096223" y="6562388"/>
                <a:ext cx="48240" cy="1004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92EE1A9D-89D3-B60B-4F06-093B31843291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7078223" y="6544748"/>
                  <a:ext cx="838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1E247BFF-6245-B086-702D-90272763E181}"/>
                    </a:ext>
                  </a:extLst>
                </p14:cNvPr>
                <p14:cNvContentPartPr/>
                <p14:nvPr/>
              </p14:nvContentPartPr>
              <p14:xfrm>
                <a:off x="7109543" y="6530348"/>
                <a:ext cx="136080" cy="1177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1E247BFF-6245-B086-702D-90272763E181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7091543" y="6512708"/>
                  <a:ext cx="171720" cy="15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F2A870E3-63DE-DB38-632C-D5A78CB4C4F8}"/>
              </a:ext>
            </a:extLst>
          </p:cNvPr>
          <p:cNvGrpSpPr/>
          <p:nvPr/>
        </p:nvGrpSpPr>
        <p:grpSpPr>
          <a:xfrm>
            <a:off x="7994423" y="5483828"/>
            <a:ext cx="1322640" cy="555840"/>
            <a:chOff x="7994423" y="5483828"/>
            <a:chExt cx="1322640" cy="55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E66EC4D4-6801-C125-29BC-7DA881669B4B}"/>
                    </a:ext>
                  </a:extLst>
                </p14:cNvPr>
                <p14:cNvContentPartPr/>
                <p14:nvPr/>
              </p14:nvContentPartPr>
              <p14:xfrm>
                <a:off x="8032943" y="5712788"/>
                <a:ext cx="44280" cy="3268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E66EC4D4-6801-C125-29BC-7DA881669B4B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8014943" y="5695148"/>
                  <a:ext cx="7992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811EA97D-3EAB-EE20-B23D-8A5ADFF3185E}"/>
                    </a:ext>
                  </a:extLst>
                </p14:cNvPr>
                <p14:cNvContentPartPr/>
                <p14:nvPr/>
              </p14:nvContentPartPr>
              <p14:xfrm>
                <a:off x="7994423" y="5710268"/>
                <a:ext cx="114480" cy="885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811EA97D-3EAB-EE20-B23D-8A5ADFF3185E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7976783" y="5692268"/>
                  <a:ext cx="1501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400EAFCB-D8E8-A571-FB04-B5460B3B5800}"/>
                    </a:ext>
                  </a:extLst>
                </p14:cNvPr>
                <p14:cNvContentPartPr/>
                <p14:nvPr/>
              </p14:nvContentPartPr>
              <p14:xfrm>
                <a:off x="8039423" y="5817548"/>
                <a:ext cx="109800" cy="788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400EAFCB-D8E8-A571-FB04-B5460B3B5800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8021783" y="5799548"/>
                  <a:ext cx="1454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DFD7CD1B-C509-81E6-975E-AACBF51B6093}"/>
                    </a:ext>
                  </a:extLst>
                </p14:cNvPr>
                <p14:cNvContentPartPr/>
                <p14:nvPr/>
              </p14:nvContentPartPr>
              <p14:xfrm>
                <a:off x="8190263" y="5814668"/>
                <a:ext cx="87480" cy="1371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DFD7CD1B-C509-81E6-975E-AACBF51B6093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8172263" y="5797028"/>
                  <a:ext cx="1231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5F185C7-3969-586F-7B0C-931D81E0568F}"/>
                    </a:ext>
                  </a:extLst>
                </p14:cNvPr>
                <p14:cNvContentPartPr/>
                <p14:nvPr/>
              </p14:nvContentPartPr>
              <p14:xfrm>
                <a:off x="8301503" y="5800628"/>
                <a:ext cx="99720" cy="1080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5F185C7-3969-586F-7B0C-931D81E0568F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8283863" y="5782628"/>
                  <a:ext cx="1353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492B267F-4253-7E1F-B650-92025CB1EA8B}"/>
                    </a:ext>
                  </a:extLst>
                </p14:cNvPr>
                <p14:cNvContentPartPr/>
                <p14:nvPr/>
              </p14:nvContentPartPr>
              <p14:xfrm>
                <a:off x="8526503" y="5770388"/>
                <a:ext cx="210960" cy="1144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492B267F-4253-7E1F-B650-92025CB1EA8B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8508503" y="5752748"/>
                  <a:ext cx="2466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99358AE8-7485-5531-2656-8D6D41860F6C}"/>
                    </a:ext>
                  </a:extLst>
                </p14:cNvPr>
                <p14:cNvContentPartPr/>
                <p14:nvPr/>
              </p14:nvContentPartPr>
              <p14:xfrm>
                <a:off x="8818103" y="5699468"/>
                <a:ext cx="150840" cy="1458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99358AE8-7485-5531-2656-8D6D41860F6C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8800463" y="5681468"/>
                  <a:ext cx="1864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47EF3F69-3E97-4C35-4920-148AB0FBD5BE}"/>
                    </a:ext>
                  </a:extLst>
                </p14:cNvPr>
                <p14:cNvContentPartPr/>
                <p14:nvPr/>
              </p14:nvContentPartPr>
              <p14:xfrm>
                <a:off x="8991983" y="5685788"/>
                <a:ext cx="66600" cy="759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47EF3F69-3E97-4C35-4920-148AB0FBD5BE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8974343" y="5668148"/>
                  <a:ext cx="1022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1975E0CA-4F42-3777-D39A-A9D53C20C1DE}"/>
                    </a:ext>
                  </a:extLst>
                </p14:cNvPr>
                <p14:cNvContentPartPr/>
                <p14:nvPr/>
              </p14:nvContentPartPr>
              <p14:xfrm>
                <a:off x="9180983" y="5483828"/>
                <a:ext cx="136080" cy="2642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1975E0CA-4F42-3777-D39A-A9D53C20C1DE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9162983" y="5466188"/>
                  <a:ext cx="171720" cy="29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344172FA-F178-D03F-41F6-41EBBB3AB5A6}"/>
              </a:ext>
            </a:extLst>
          </p:cNvPr>
          <p:cNvGrpSpPr/>
          <p:nvPr/>
        </p:nvGrpSpPr>
        <p:grpSpPr>
          <a:xfrm>
            <a:off x="9702623" y="5335148"/>
            <a:ext cx="639720" cy="253080"/>
            <a:chOff x="9702623" y="5335148"/>
            <a:chExt cx="639720" cy="25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07D9689-121B-B812-8B5C-098C930294F6}"/>
                    </a:ext>
                  </a:extLst>
                </p14:cNvPr>
                <p14:cNvContentPartPr/>
                <p14:nvPr/>
              </p14:nvContentPartPr>
              <p14:xfrm>
                <a:off x="9702623" y="5411828"/>
                <a:ext cx="123480" cy="1764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07D9689-121B-B812-8B5C-098C930294F6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9684983" y="5394188"/>
                  <a:ext cx="15912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6AF97C26-4312-E6E1-9390-E9327535DF4F}"/>
                    </a:ext>
                  </a:extLst>
                </p14:cNvPr>
                <p14:cNvContentPartPr/>
                <p14:nvPr/>
              </p14:nvContentPartPr>
              <p14:xfrm>
                <a:off x="9911783" y="5445668"/>
                <a:ext cx="28800" cy="1033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6AF97C26-4312-E6E1-9390-E9327535DF4F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9894143" y="5428028"/>
                  <a:ext cx="644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59CC52FA-AF1A-939E-0EA8-54FC67383891}"/>
                    </a:ext>
                  </a:extLst>
                </p14:cNvPr>
                <p14:cNvContentPartPr/>
                <p14:nvPr/>
              </p14:nvContentPartPr>
              <p14:xfrm>
                <a:off x="9897383" y="5335148"/>
                <a:ext cx="7920" cy="165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59CC52FA-AF1A-939E-0EA8-54FC67383891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9879743" y="5317508"/>
                  <a:ext cx="435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D2350D56-AA6C-970F-90DB-C0FB1E27F403}"/>
                    </a:ext>
                  </a:extLst>
                </p14:cNvPr>
                <p14:cNvContentPartPr/>
                <p14:nvPr/>
              </p14:nvContentPartPr>
              <p14:xfrm>
                <a:off x="10010423" y="5346308"/>
                <a:ext cx="331920" cy="1864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D2350D56-AA6C-970F-90DB-C0FB1E27F403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9992783" y="5328668"/>
                  <a:ext cx="367560" cy="22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BF714D2B-ACEC-A38C-6F82-7773DBDB9EB0}"/>
              </a:ext>
            </a:extLst>
          </p:cNvPr>
          <p:cNvGrpSpPr/>
          <p:nvPr/>
        </p:nvGrpSpPr>
        <p:grpSpPr>
          <a:xfrm>
            <a:off x="3619703" y="4144988"/>
            <a:ext cx="1167120" cy="1611720"/>
            <a:chOff x="3619703" y="4144988"/>
            <a:chExt cx="1167120" cy="161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842960C1-9EF0-DC8C-E995-293C0AE93F6C}"/>
                    </a:ext>
                  </a:extLst>
                </p14:cNvPr>
                <p14:cNvContentPartPr/>
                <p14:nvPr/>
              </p14:nvContentPartPr>
              <p14:xfrm>
                <a:off x="4080863" y="4144988"/>
                <a:ext cx="705960" cy="11581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842960C1-9EF0-DC8C-E995-293C0AE93F6C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4062863" y="4127348"/>
                  <a:ext cx="741600" cy="11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E52DB8F9-1AC3-7AFC-CED3-7634E11B82E1}"/>
                    </a:ext>
                  </a:extLst>
                </p14:cNvPr>
                <p14:cNvContentPartPr/>
                <p14:nvPr/>
              </p14:nvContentPartPr>
              <p14:xfrm>
                <a:off x="4011023" y="5551868"/>
                <a:ext cx="202680" cy="2048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E52DB8F9-1AC3-7AFC-CED3-7634E11B82E1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3993023" y="5534228"/>
                  <a:ext cx="2383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B72D163B-76D4-347C-EAB1-CB65AF67F091}"/>
                    </a:ext>
                  </a:extLst>
                </p14:cNvPr>
                <p14:cNvContentPartPr/>
                <p14:nvPr/>
              </p14:nvContentPartPr>
              <p14:xfrm>
                <a:off x="4214783" y="5581388"/>
                <a:ext cx="29520" cy="43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B72D163B-76D4-347C-EAB1-CB65AF67F091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4196783" y="5563388"/>
                  <a:ext cx="651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9CA4E992-DFDD-3E02-8F6B-22C7A11B637A}"/>
                    </a:ext>
                  </a:extLst>
                </p14:cNvPr>
                <p14:cNvContentPartPr/>
                <p14:nvPr/>
              </p14:nvContentPartPr>
              <p14:xfrm>
                <a:off x="4260503" y="5460068"/>
                <a:ext cx="101880" cy="1616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9CA4E992-DFDD-3E02-8F6B-22C7A11B637A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4242863" y="5442068"/>
                  <a:ext cx="1375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634B6959-3A35-6B0E-8055-783AAE621AF6}"/>
                    </a:ext>
                  </a:extLst>
                </p14:cNvPr>
                <p14:cNvContentPartPr/>
                <p14:nvPr/>
              </p14:nvContentPartPr>
              <p14:xfrm>
                <a:off x="4398023" y="5364308"/>
                <a:ext cx="81360" cy="1688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634B6959-3A35-6B0E-8055-783AAE621AF6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4380383" y="5346668"/>
                  <a:ext cx="1170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A1D1EE32-C86E-787B-2468-CC243AC6D017}"/>
                    </a:ext>
                  </a:extLst>
                </p14:cNvPr>
                <p14:cNvContentPartPr/>
                <p14:nvPr/>
              </p14:nvContentPartPr>
              <p14:xfrm>
                <a:off x="3703943" y="4279268"/>
                <a:ext cx="222480" cy="9662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A1D1EE32-C86E-787B-2468-CC243AC6D017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3685943" y="4261628"/>
                  <a:ext cx="258120" cy="10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8233193E-E0B4-38AD-714C-0020EE9F9ABE}"/>
                    </a:ext>
                  </a:extLst>
                </p14:cNvPr>
                <p14:cNvContentPartPr/>
                <p14:nvPr/>
              </p14:nvContentPartPr>
              <p14:xfrm>
                <a:off x="3619703" y="5374028"/>
                <a:ext cx="97200" cy="1486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8233193E-E0B4-38AD-714C-0020EE9F9ABE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3602063" y="5356388"/>
                  <a:ext cx="132840" cy="184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017509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F5CC1-8E57-AC05-38CF-594696689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Blue LED won the 2014 Nobel in Physics </a:t>
            </a:r>
          </a:p>
        </p:txBody>
      </p:sp>
      <p:pic>
        <p:nvPicPr>
          <p:cNvPr id="6" name="Content Placeholder 5" descr="A group of men in suits and tie with gold coins&#10;&#10;Description automatically generated">
            <a:extLst>
              <a:ext uri="{FF2B5EF4-FFF2-40B4-BE49-F238E27FC236}">
                <a16:creationId xmlns:a16="http://schemas.microsoft.com/office/drawing/2014/main" id="{462EE94D-B4B8-86E9-4EA9-49C0D472F9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193" y="651985"/>
            <a:ext cx="6663128" cy="59635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FB0C17-63A4-FE50-A172-CCA9EC4BCE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24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77207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0674D-81B1-4E66-FE8F-61795327D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0DFFC-EB2E-5417-FC5F-C2D69A299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2FFDC9-456C-5E29-A6C5-79AC805027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25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E0A9A4F6-1E96-365A-183E-ED724A4F3FDE}"/>
                  </a:ext>
                </a:extLst>
              </p14:cNvPr>
              <p14:cNvContentPartPr/>
              <p14:nvPr/>
            </p14:nvContentPartPr>
            <p14:xfrm>
              <a:off x="6073463" y="3210068"/>
              <a:ext cx="169200" cy="6012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E0A9A4F6-1E96-365A-183E-ED724A4F3FD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55823" y="3192068"/>
                <a:ext cx="20484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B962801B-3194-1964-A09D-F36B7F2A7637}"/>
                  </a:ext>
                </a:extLst>
              </p14:cNvPr>
              <p14:cNvContentPartPr/>
              <p14:nvPr/>
            </p14:nvContentPartPr>
            <p14:xfrm>
              <a:off x="5146463" y="1439228"/>
              <a:ext cx="30960" cy="22464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B962801B-3194-1964-A09D-F36B7F2A763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28463" y="1421588"/>
                <a:ext cx="66600" cy="260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4" name="Group 143">
            <a:extLst>
              <a:ext uri="{FF2B5EF4-FFF2-40B4-BE49-F238E27FC236}">
                <a16:creationId xmlns:a16="http://schemas.microsoft.com/office/drawing/2014/main" id="{DDB28DFD-71EA-E600-C444-443C1BF1E80D}"/>
              </a:ext>
            </a:extLst>
          </p:cNvPr>
          <p:cNvGrpSpPr/>
          <p:nvPr/>
        </p:nvGrpSpPr>
        <p:grpSpPr>
          <a:xfrm>
            <a:off x="4038743" y="627788"/>
            <a:ext cx="5406480" cy="5941080"/>
            <a:chOff x="4038743" y="627788"/>
            <a:chExt cx="5406480" cy="594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2A2C0B9-F93B-33C2-E31B-1B59A4E37385}"/>
                    </a:ext>
                  </a:extLst>
                </p14:cNvPr>
                <p14:cNvContentPartPr/>
                <p14:nvPr/>
              </p14:nvContentPartPr>
              <p14:xfrm>
                <a:off x="5530583" y="784748"/>
                <a:ext cx="168120" cy="2764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2A2C0B9-F93B-33C2-E31B-1B59A4E3738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512583" y="766748"/>
                  <a:ext cx="20376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AAD83B4-DC82-5F86-B3BE-0DB5B348A3E8}"/>
                    </a:ext>
                  </a:extLst>
                </p14:cNvPr>
                <p14:cNvContentPartPr/>
                <p14:nvPr/>
              </p14:nvContentPartPr>
              <p14:xfrm>
                <a:off x="5593223" y="724628"/>
                <a:ext cx="73080" cy="180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AAD83B4-DC82-5F86-B3BE-0DB5B348A3E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575223" y="706628"/>
                  <a:ext cx="10872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B562658-C207-7BE3-08DD-7B79F67EB1B2}"/>
                    </a:ext>
                  </a:extLst>
                </p14:cNvPr>
                <p14:cNvContentPartPr/>
                <p14:nvPr/>
              </p14:nvContentPartPr>
              <p14:xfrm>
                <a:off x="7216103" y="721388"/>
                <a:ext cx="70920" cy="1972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B562658-C207-7BE3-08DD-7B79F67EB1B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198463" y="703748"/>
                  <a:ext cx="1065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A6C5A43-470C-5665-BE87-654CC4FED6F7}"/>
                    </a:ext>
                  </a:extLst>
                </p14:cNvPr>
                <p14:cNvContentPartPr/>
                <p14:nvPr/>
              </p14:nvContentPartPr>
              <p14:xfrm>
                <a:off x="7228703" y="627788"/>
                <a:ext cx="157320" cy="177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A6C5A43-470C-5665-BE87-654CC4FED6F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211063" y="609788"/>
                  <a:ext cx="1929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0CC2FE9-FC80-525A-FE28-6F003AD13597}"/>
                    </a:ext>
                  </a:extLst>
                </p14:cNvPr>
                <p14:cNvContentPartPr/>
                <p14:nvPr/>
              </p14:nvContentPartPr>
              <p14:xfrm>
                <a:off x="4926143" y="1275428"/>
                <a:ext cx="116280" cy="1628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0CC2FE9-FC80-525A-FE28-6F003AD1359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908143" y="1257428"/>
                  <a:ext cx="151920" cy="166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0FBB439-1F69-DB68-E92C-D554E3F11E89}"/>
                    </a:ext>
                  </a:extLst>
                </p14:cNvPr>
                <p14:cNvContentPartPr/>
                <p14:nvPr/>
              </p14:nvContentPartPr>
              <p14:xfrm>
                <a:off x="4943783" y="1222508"/>
                <a:ext cx="3177000" cy="142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0FBB439-1F69-DB68-E92C-D554E3F11E8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926143" y="1204868"/>
                  <a:ext cx="321264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D44FFA9-2A03-7CB4-4495-DF69794F3898}"/>
                    </a:ext>
                  </a:extLst>
                </p14:cNvPr>
                <p14:cNvContentPartPr/>
                <p14:nvPr/>
              </p14:nvContentPartPr>
              <p14:xfrm>
                <a:off x="5307383" y="1204508"/>
                <a:ext cx="3065760" cy="1749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D44FFA9-2A03-7CB4-4495-DF69794F389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289743" y="1186508"/>
                  <a:ext cx="3101400" cy="178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A4C3165-AB8B-25C3-212F-FCDC608CEE59}"/>
                    </a:ext>
                  </a:extLst>
                </p14:cNvPr>
                <p14:cNvContentPartPr/>
                <p14:nvPr/>
              </p14:nvContentPartPr>
              <p14:xfrm>
                <a:off x="6679343" y="1241588"/>
                <a:ext cx="131400" cy="16945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A4C3165-AB8B-25C3-212F-FCDC608CEE5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61703" y="1223948"/>
                  <a:ext cx="167040" cy="173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59B5FC2-637F-F85B-F7CE-280A34FE7454}"/>
                    </a:ext>
                  </a:extLst>
                </p14:cNvPr>
                <p14:cNvContentPartPr/>
                <p14:nvPr/>
              </p14:nvContentPartPr>
              <p14:xfrm>
                <a:off x="6006503" y="1431308"/>
                <a:ext cx="1800" cy="50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59B5FC2-637F-F85B-F7CE-280A34FE745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988863" y="1413668"/>
                  <a:ext cx="374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BAA127A-33C7-821E-453B-DA1342F64D1C}"/>
                    </a:ext>
                  </a:extLst>
                </p14:cNvPr>
                <p14:cNvContentPartPr/>
                <p14:nvPr/>
              </p14:nvContentPartPr>
              <p14:xfrm>
                <a:off x="5758103" y="1254188"/>
                <a:ext cx="161280" cy="16340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BAA127A-33C7-821E-453B-DA1342F64D1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740463" y="1236548"/>
                  <a:ext cx="196920" cy="166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6C71D38-3DD6-358A-4697-3A9E5C21B758}"/>
                    </a:ext>
                  </a:extLst>
                </p14:cNvPr>
                <p14:cNvContentPartPr/>
                <p14:nvPr/>
              </p14:nvContentPartPr>
              <p14:xfrm>
                <a:off x="7371983" y="1243028"/>
                <a:ext cx="140760" cy="1660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6C71D38-3DD6-358A-4697-3A9E5C21B75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353983" y="1225028"/>
                  <a:ext cx="176400" cy="169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4945C0D-9C3A-12C2-10D9-1457F5EC984F}"/>
                    </a:ext>
                  </a:extLst>
                </p14:cNvPr>
                <p14:cNvContentPartPr/>
                <p14:nvPr/>
              </p14:nvContentPartPr>
              <p14:xfrm>
                <a:off x="5115503" y="1504028"/>
                <a:ext cx="120960" cy="234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4945C0D-9C3A-12C2-10D9-1457F5EC984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097863" y="1486388"/>
                  <a:ext cx="1566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6F29840-74A8-F140-A4B9-6ACC5914A30B}"/>
                    </a:ext>
                  </a:extLst>
                </p14:cNvPr>
                <p14:cNvContentPartPr/>
                <p14:nvPr/>
              </p14:nvContentPartPr>
              <p14:xfrm>
                <a:off x="5169143" y="1488188"/>
                <a:ext cx="26640" cy="316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6F29840-74A8-F140-A4B9-6ACC5914A30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151143" y="1470548"/>
                  <a:ext cx="622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3F00CEF-878F-6C1A-845B-D0F3705D7CBE}"/>
                    </a:ext>
                  </a:extLst>
                </p14:cNvPr>
                <p14:cNvContentPartPr/>
                <p14:nvPr/>
              </p14:nvContentPartPr>
              <p14:xfrm>
                <a:off x="5365703" y="1485308"/>
                <a:ext cx="31680" cy="1040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3F00CEF-878F-6C1A-845B-D0F3705D7CB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348063" y="1467668"/>
                  <a:ext cx="673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7F91358-5DD5-547A-29BE-84AB4C4B4EF9}"/>
                    </a:ext>
                  </a:extLst>
                </p14:cNvPr>
                <p14:cNvContentPartPr/>
                <p14:nvPr/>
              </p14:nvContentPartPr>
              <p14:xfrm>
                <a:off x="5335103" y="1513748"/>
                <a:ext cx="146880" cy="48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7F91358-5DD5-547A-29BE-84AB4C4B4EF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317463" y="1495748"/>
                  <a:ext cx="1825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9BEE5D9-F488-76B4-8DDC-4B3FDD601EA0}"/>
                    </a:ext>
                  </a:extLst>
                </p14:cNvPr>
                <p14:cNvContentPartPr/>
                <p14:nvPr/>
              </p14:nvContentPartPr>
              <p14:xfrm>
                <a:off x="5172383" y="1724708"/>
                <a:ext cx="33840" cy="1508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9BEE5D9-F488-76B4-8DDC-4B3FDD601EA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154383" y="1706708"/>
                  <a:ext cx="694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6D1D228-B5C8-471C-845A-D01ADD4D441D}"/>
                    </a:ext>
                  </a:extLst>
                </p14:cNvPr>
                <p14:cNvContentPartPr/>
                <p14:nvPr/>
              </p14:nvContentPartPr>
              <p14:xfrm>
                <a:off x="5119103" y="1753508"/>
                <a:ext cx="137880" cy="61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6D1D228-B5C8-471C-845A-D01ADD4D441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101463" y="1735508"/>
                  <a:ext cx="1735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DFCF1A8-98A8-A672-0AF5-CD758DD77832}"/>
                    </a:ext>
                  </a:extLst>
                </p14:cNvPr>
                <p14:cNvContentPartPr/>
                <p14:nvPr/>
              </p14:nvContentPartPr>
              <p14:xfrm>
                <a:off x="5379383" y="1697348"/>
                <a:ext cx="90000" cy="1249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DFCF1A8-98A8-A672-0AF5-CD758DD7783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361383" y="1679708"/>
                  <a:ext cx="1256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DB6E922-EC97-5E3E-A0B3-80268177F210}"/>
                    </a:ext>
                  </a:extLst>
                </p14:cNvPr>
                <p14:cNvContentPartPr/>
                <p14:nvPr/>
              </p14:nvContentPartPr>
              <p14:xfrm>
                <a:off x="5164463" y="2005148"/>
                <a:ext cx="156240" cy="388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DB6E922-EC97-5E3E-A0B3-80268177F21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146823" y="1987148"/>
                  <a:ext cx="1918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84F8589-2B8D-E1D5-1F74-38874893D55B}"/>
                    </a:ext>
                  </a:extLst>
                </p14:cNvPr>
                <p14:cNvContentPartPr/>
                <p14:nvPr/>
              </p14:nvContentPartPr>
              <p14:xfrm>
                <a:off x="5253743" y="2001908"/>
                <a:ext cx="27360" cy="626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84F8589-2B8D-E1D5-1F74-38874893D55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236103" y="1984268"/>
                  <a:ext cx="630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72B87AF-F372-4AED-A13C-4B231AD3F861}"/>
                    </a:ext>
                  </a:extLst>
                </p14:cNvPr>
                <p14:cNvContentPartPr/>
                <p14:nvPr/>
              </p14:nvContentPartPr>
              <p14:xfrm>
                <a:off x="5454983" y="1948988"/>
                <a:ext cx="95040" cy="1501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72B87AF-F372-4AED-A13C-4B231AD3F86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436983" y="1930988"/>
                  <a:ext cx="1306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5E9EDAC-8553-C5E0-5B38-33B711F4266E}"/>
                    </a:ext>
                  </a:extLst>
                </p14:cNvPr>
                <p14:cNvContentPartPr/>
                <p14:nvPr/>
              </p14:nvContentPartPr>
              <p14:xfrm>
                <a:off x="5223503" y="2213948"/>
                <a:ext cx="189000" cy="745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5E9EDAC-8553-C5E0-5B38-33B711F4266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205503" y="2196308"/>
                  <a:ext cx="2246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F79F555-774C-E415-AFEC-1712B0E6F497}"/>
                    </a:ext>
                  </a:extLst>
                </p14:cNvPr>
                <p14:cNvContentPartPr/>
                <p14:nvPr/>
              </p14:nvContentPartPr>
              <p14:xfrm>
                <a:off x="5287583" y="2168948"/>
                <a:ext cx="56520" cy="178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F79F555-774C-E415-AFEC-1712B0E6F49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269943" y="2151308"/>
                  <a:ext cx="921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02AF009-A8D0-931C-5FB2-843DAF5ACCD1}"/>
                    </a:ext>
                  </a:extLst>
                </p14:cNvPr>
                <p14:cNvContentPartPr/>
                <p14:nvPr/>
              </p14:nvContentPartPr>
              <p14:xfrm>
                <a:off x="5504663" y="2167148"/>
                <a:ext cx="93960" cy="1155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02AF009-A8D0-931C-5FB2-843DAF5ACCD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486663" y="2149508"/>
                  <a:ext cx="1296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FD32A76-725E-2B74-B9DB-3DB8FAEC824B}"/>
                    </a:ext>
                  </a:extLst>
                </p14:cNvPr>
                <p14:cNvContentPartPr/>
                <p14:nvPr/>
              </p14:nvContentPartPr>
              <p14:xfrm>
                <a:off x="5258783" y="2582588"/>
                <a:ext cx="147600" cy="111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FD32A76-725E-2B74-B9DB-3DB8FAEC824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241143" y="2564588"/>
                  <a:ext cx="1832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A5002F5-4520-F9AF-C75C-4E00776FA0C2}"/>
                    </a:ext>
                  </a:extLst>
                </p14:cNvPr>
                <p14:cNvContentPartPr/>
                <p14:nvPr/>
              </p14:nvContentPartPr>
              <p14:xfrm>
                <a:off x="5346623" y="2531828"/>
                <a:ext cx="27360" cy="1231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A5002F5-4520-F9AF-C75C-4E00776FA0C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328623" y="2514188"/>
                  <a:ext cx="630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2BBFE20-E6E9-63BA-3E6E-1D806CF7AABB}"/>
                    </a:ext>
                  </a:extLst>
                </p14:cNvPr>
                <p14:cNvContentPartPr/>
                <p14:nvPr/>
              </p14:nvContentPartPr>
              <p14:xfrm>
                <a:off x="5542823" y="2476748"/>
                <a:ext cx="135000" cy="1231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2BBFE20-E6E9-63BA-3E6E-1D806CF7AAB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524823" y="2459108"/>
                  <a:ext cx="1706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1328B82-D325-87A4-97DA-91E9E09A6190}"/>
                    </a:ext>
                  </a:extLst>
                </p14:cNvPr>
                <p14:cNvContentPartPr/>
                <p14:nvPr/>
              </p14:nvContentPartPr>
              <p14:xfrm>
                <a:off x="5821103" y="1482788"/>
                <a:ext cx="162000" cy="1850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1328B82-D325-87A4-97DA-91E9E09A619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803463" y="1464788"/>
                  <a:ext cx="1976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B359861-61A8-5241-BB19-35B0891A5442}"/>
                    </a:ext>
                  </a:extLst>
                </p14:cNvPr>
                <p14:cNvContentPartPr/>
                <p14:nvPr/>
              </p14:nvContentPartPr>
              <p14:xfrm>
                <a:off x="6002183" y="1465868"/>
                <a:ext cx="167760" cy="1670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B359861-61A8-5241-BB19-35B0891A544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984543" y="1448228"/>
                  <a:ext cx="2034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AF525E9-0098-E91E-3E20-D72B332A92E3}"/>
                    </a:ext>
                  </a:extLst>
                </p14:cNvPr>
                <p14:cNvContentPartPr/>
                <p14:nvPr/>
              </p14:nvContentPartPr>
              <p14:xfrm>
                <a:off x="6238703" y="1475588"/>
                <a:ext cx="3960" cy="25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AF525E9-0098-E91E-3E20-D72B332A92E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220703" y="1457588"/>
                  <a:ext cx="396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5A70F43-76DC-5D84-8BB4-A193249EDEE4}"/>
                    </a:ext>
                  </a:extLst>
                </p14:cNvPr>
                <p14:cNvContentPartPr/>
                <p14:nvPr/>
              </p14:nvContentPartPr>
              <p14:xfrm>
                <a:off x="6254183" y="1452548"/>
                <a:ext cx="149760" cy="1857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5A70F43-76DC-5D84-8BB4-A193249EDEE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236183" y="1434548"/>
                  <a:ext cx="1854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78A9ADA-92CF-B32C-C333-AB2B871CAB10}"/>
                    </a:ext>
                  </a:extLst>
                </p14:cNvPr>
                <p14:cNvContentPartPr/>
                <p14:nvPr/>
              </p14:nvContentPartPr>
              <p14:xfrm>
                <a:off x="5960063" y="1747028"/>
                <a:ext cx="191160" cy="1879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78A9ADA-92CF-B32C-C333-AB2B871CAB1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942423" y="1729028"/>
                  <a:ext cx="2268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6A81162-ABBC-82DE-0D5B-8AD0FF7A0C99}"/>
                    </a:ext>
                  </a:extLst>
                </p14:cNvPr>
                <p14:cNvContentPartPr/>
                <p14:nvPr/>
              </p14:nvContentPartPr>
              <p14:xfrm>
                <a:off x="6161663" y="1721828"/>
                <a:ext cx="174960" cy="1735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6A81162-ABBC-82DE-0D5B-8AD0FF7A0C9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143663" y="1703828"/>
                  <a:ext cx="2106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7A4BDD6-D9CE-22E6-3D7C-0588F1BC1515}"/>
                    </a:ext>
                  </a:extLst>
                </p14:cNvPr>
                <p14:cNvContentPartPr/>
                <p14:nvPr/>
              </p14:nvContentPartPr>
              <p14:xfrm>
                <a:off x="5949623" y="2042588"/>
                <a:ext cx="225360" cy="2073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7A4BDD6-D9CE-22E6-3D7C-0588F1BC151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931983" y="2024948"/>
                  <a:ext cx="26100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E1F6FDA-DAA3-1421-DF76-32ECF0E48A32}"/>
                    </a:ext>
                  </a:extLst>
                </p14:cNvPr>
                <p14:cNvContentPartPr/>
                <p14:nvPr/>
              </p14:nvContentPartPr>
              <p14:xfrm>
                <a:off x="6192623" y="2035388"/>
                <a:ext cx="161280" cy="1530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E1F6FDA-DAA3-1421-DF76-32ECF0E48A3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174623" y="2017388"/>
                  <a:ext cx="19692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303444E-0760-8C6D-9064-5D72B0702085}"/>
                    </a:ext>
                  </a:extLst>
                </p14:cNvPr>
                <p14:cNvContentPartPr/>
                <p14:nvPr/>
              </p14:nvContentPartPr>
              <p14:xfrm>
                <a:off x="6007223" y="2406548"/>
                <a:ext cx="186840" cy="156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303444E-0760-8C6D-9064-5D72B070208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989583" y="2388548"/>
                  <a:ext cx="2224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9CF668E-FF84-C9AA-A2D2-A3CE7EBBB0DD}"/>
                    </a:ext>
                  </a:extLst>
                </p14:cNvPr>
                <p14:cNvContentPartPr/>
                <p14:nvPr/>
              </p14:nvContentPartPr>
              <p14:xfrm>
                <a:off x="6280103" y="2285948"/>
                <a:ext cx="189000" cy="261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9CF668E-FF84-C9AA-A2D2-A3CE7EBBB0D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262463" y="2267948"/>
                  <a:ext cx="2246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124AE5A-0C9A-FCC9-3E98-452FF6BF4A28}"/>
                    </a:ext>
                  </a:extLst>
                </p14:cNvPr>
                <p14:cNvContentPartPr/>
                <p14:nvPr/>
              </p14:nvContentPartPr>
              <p14:xfrm>
                <a:off x="6796343" y="1386668"/>
                <a:ext cx="155880" cy="1587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124AE5A-0C9A-FCC9-3E98-452FF6BF4A2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778703" y="1369028"/>
                  <a:ext cx="1915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5942543-AD8A-ABE4-5356-9275D71B2259}"/>
                    </a:ext>
                  </a:extLst>
                </p14:cNvPr>
                <p14:cNvContentPartPr/>
                <p14:nvPr/>
              </p14:nvContentPartPr>
              <p14:xfrm>
                <a:off x="7001183" y="1392068"/>
                <a:ext cx="163800" cy="1656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5942543-AD8A-ABE4-5356-9275D71B225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983183" y="1374068"/>
                  <a:ext cx="1994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91000A7-D5DE-AA93-D250-0C2EBF78F20D}"/>
                    </a:ext>
                  </a:extLst>
                </p14:cNvPr>
                <p14:cNvContentPartPr/>
                <p14:nvPr/>
              </p14:nvContentPartPr>
              <p14:xfrm>
                <a:off x="6716783" y="1673948"/>
                <a:ext cx="219600" cy="2224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91000A7-D5DE-AA93-D250-0C2EBF78F20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699143" y="1656308"/>
                  <a:ext cx="2552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B1E318E-1866-9825-727C-8DD74E19C461}"/>
                    </a:ext>
                  </a:extLst>
                </p14:cNvPr>
                <p14:cNvContentPartPr/>
                <p14:nvPr/>
              </p14:nvContentPartPr>
              <p14:xfrm>
                <a:off x="6973823" y="1669628"/>
                <a:ext cx="161280" cy="2077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B1E318E-1866-9825-727C-8DD74E19C46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955823" y="1651988"/>
                  <a:ext cx="1969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D78B256-78AD-C7F6-C011-06915CE6089D}"/>
                    </a:ext>
                  </a:extLst>
                </p14:cNvPr>
                <p14:cNvContentPartPr/>
                <p14:nvPr/>
              </p14:nvContentPartPr>
              <p14:xfrm>
                <a:off x="6773663" y="2001188"/>
                <a:ext cx="222480" cy="185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D78B256-78AD-C7F6-C011-06915CE6089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756023" y="1983188"/>
                  <a:ext cx="2581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E5745CE-19B4-CDE2-A903-75998D2AB0E5}"/>
                    </a:ext>
                  </a:extLst>
                </p14:cNvPr>
                <p14:cNvContentPartPr/>
                <p14:nvPr/>
              </p14:nvContentPartPr>
              <p14:xfrm>
                <a:off x="7026743" y="2061308"/>
                <a:ext cx="156600" cy="1429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E5745CE-19B4-CDE2-A903-75998D2AB0E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008743" y="2043308"/>
                  <a:ext cx="1922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CBC0E1E-5520-94F4-BAF6-21F07D818D75}"/>
                    </a:ext>
                  </a:extLst>
                </p14:cNvPr>
                <p14:cNvContentPartPr/>
                <p14:nvPr/>
              </p14:nvContentPartPr>
              <p14:xfrm>
                <a:off x="6782303" y="2370188"/>
                <a:ext cx="228600" cy="2185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CBC0E1E-5520-94F4-BAF6-21F07D818D7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764663" y="2352188"/>
                  <a:ext cx="26424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DEB1B33-66FE-F75C-179F-4FE1194A87D4}"/>
                    </a:ext>
                  </a:extLst>
                </p14:cNvPr>
                <p14:cNvContentPartPr/>
                <p14:nvPr/>
              </p14:nvContentPartPr>
              <p14:xfrm>
                <a:off x="7093703" y="2385308"/>
                <a:ext cx="160200" cy="1695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DEB1B33-66FE-F75C-179F-4FE1194A87D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076063" y="2367668"/>
                  <a:ext cx="1958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6170950-FC2B-36A4-F6F4-0123506427C4}"/>
                    </a:ext>
                  </a:extLst>
                </p14:cNvPr>
                <p14:cNvContentPartPr/>
                <p14:nvPr/>
              </p14:nvContentPartPr>
              <p14:xfrm>
                <a:off x="7528943" y="1453988"/>
                <a:ext cx="116640" cy="216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6170950-FC2B-36A4-F6F4-0123506427C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510943" y="1436348"/>
                  <a:ext cx="1522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E0DF0C3-17A3-647F-0AAB-5527CF3534BF}"/>
                    </a:ext>
                  </a:extLst>
                </p14:cNvPr>
                <p14:cNvContentPartPr/>
                <p14:nvPr/>
              </p14:nvContentPartPr>
              <p14:xfrm>
                <a:off x="7851143" y="1412228"/>
                <a:ext cx="115920" cy="144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E0DF0C3-17A3-647F-0AAB-5527CF3534B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833503" y="1394588"/>
                  <a:ext cx="1515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93CFD62-7102-2C38-5C6B-3472906DD3D8}"/>
                    </a:ext>
                  </a:extLst>
                </p14:cNvPr>
                <p14:cNvContentPartPr/>
                <p14:nvPr/>
              </p14:nvContentPartPr>
              <p14:xfrm>
                <a:off x="7496903" y="1703108"/>
                <a:ext cx="140760" cy="532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93CFD62-7102-2C38-5C6B-3472906DD3D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479263" y="1685108"/>
                  <a:ext cx="1764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EC8E6F5-B8FD-85CB-1D95-1D00D9F42EB9}"/>
                    </a:ext>
                  </a:extLst>
                </p14:cNvPr>
                <p14:cNvContentPartPr/>
                <p14:nvPr/>
              </p14:nvContentPartPr>
              <p14:xfrm>
                <a:off x="7863023" y="1644068"/>
                <a:ext cx="150120" cy="450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EC8E6F5-B8FD-85CB-1D95-1D00D9F42EB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845383" y="1626428"/>
                  <a:ext cx="1857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37331A1-21DE-D2CB-B3F6-55DFE012DE8D}"/>
                    </a:ext>
                  </a:extLst>
                </p14:cNvPr>
                <p14:cNvContentPartPr/>
                <p14:nvPr/>
              </p14:nvContentPartPr>
              <p14:xfrm>
                <a:off x="7562423" y="1918388"/>
                <a:ext cx="148680" cy="378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37331A1-21DE-D2CB-B3F6-55DFE012DE8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544783" y="1900748"/>
                  <a:ext cx="1843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3DAB15D-F65D-7356-9379-FF5842B32E74}"/>
                    </a:ext>
                  </a:extLst>
                </p14:cNvPr>
                <p14:cNvContentPartPr/>
                <p14:nvPr/>
              </p14:nvContentPartPr>
              <p14:xfrm>
                <a:off x="7897943" y="1847828"/>
                <a:ext cx="98280" cy="532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3DAB15D-F65D-7356-9379-FF5842B32E7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880303" y="1830188"/>
                  <a:ext cx="1339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E5ED330-E5E8-C618-6663-5C2FF38B4FE9}"/>
                    </a:ext>
                  </a:extLst>
                </p14:cNvPr>
                <p14:cNvContentPartPr/>
                <p14:nvPr/>
              </p14:nvContentPartPr>
              <p14:xfrm>
                <a:off x="7539383" y="2175068"/>
                <a:ext cx="209160" cy="198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E5ED330-E5E8-C618-6663-5C2FF38B4FE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521383" y="2157068"/>
                  <a:ext cx="2448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3D288B8-9FAB-B155-B1D8-80766447B923}"/>
                    </a:ext>
                  </a:extLst>
                </p14:cNvPr>
                <p14:cNvContentPartPr/>
                <p14:nvPr/>
              </p14:nvContentPartPr>
              <p14:xfrm>
                <a:off x="7983983" y="2126468"/>
                <a:ext cx="148320" cy="504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3D288B8-9FAB-B155-B1D8-80766447B92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966343" y="2108468"/>
                  <a:ext cx="1839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1C7D074-8467-0070-5441-A5C9C12AC8F6}"/>
                    </a:ext>
                  </a:extLst>
                </p14:cNvPr>
                <p14:cNvContentPartPr/>
                <p14:nvPr/>
              </p14:nvContentPartPr>
              <p14:xfrm>
                <a:off x="7488623" y="2489708"/>
                <a:ext cx="213120" cy="158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1C7D074-8467-0070-5441-A5C9C12AC8F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470983" y="2471708"/>
                  <a:ext cx="2487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75A79BE-32ED-4E64-CD2E-88FF344F4373}"/>
                    </a:ext>
                  </a:extLst>
                </p14:cNvPr>
                <p14:cNvContentPartPr/>
                <p14:nvPr/>
              </p14:nvContentPartPr>
              <p14:xfrm>
                <a:off x="7866623" y="2433548"/>
                <a:ext cx="102240" cy="680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75A79BE-32ED-4E64-CD2E-88FF344F437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848983" y="2415908"/>
                  <a:ext cx="1378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441FB9B-8B1B-73CE-C73A-96B56843EDF7}"/>
                    </a:ext>
                  </a:extLst>
                </p14:cNvPr>
                <p14:cNvContentPartPr/>
                <p14:nvPr/>
              </p14:nvContentPartPr>
              <p14:xfrm>
                <a:off x="5882663" y="1545428"/>
                <a:ext cx="15120" cy="320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441FB9B-8B1B-73CE-C73A-96B56843EDF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865023" y="1527788"/>
                  <a:ext cx="507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937725A-BBE6-43F5-9AFF-24FB1CAE231B}"/>
                    </a:ext>
                  </a:extLst>
                </p14:cNvPr>
                <p14:cNvContentPartPr/>
                <p14:nvPr/>
              </p14:nvContentPartPr>
              <p14:xfrm>
                <a:off x="6105143" y="1500068"/>
                <a:ext cx="60120" cy="360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937725A-BBE6-43F5-9AFF-24FB1CAE231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087143" y="1482068"/>
                  <a:ext cx="957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330904B-2461-7CF7-33C9-9B0254DB3F8F}"/>
                    </a:ext>
                  </a:extLst>
                </p14:cNvPr>
                <p14:cNvContentPartPr/>
                <p14:nvPr/>
              </p14:nvContentPartPr>
              <p14:xfrm>
                <a:off x="6374783" y="1497188"/>
                <a:ext cx="46440" cy="352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330904B-2461-7CF7-33C9-9B0254DB3F8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356783" y="1479548"/>
                  <a:ext cx="820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A080199-F560-07A0-554F-DF76C389A405}"/>
                    </a:ext>
                  </a:extLst>
                </p14:cNvPr>
                <p14:cNvContentPartPr/>
                <p14:nvPr/>
              </p14:nvContentPartPr>
              <p14:xfrm>
                <a:off x="6019463" y="1795988"/>
                <a:ext cx="54360" cy="309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A080199-F560-07A0-554F-DF76C389A40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001463" y="1778348"/>
                  <a:ext cx="900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50597E2-F8D0-0E40-3942-B2A44987D150}"/>
                    </a:ext>
                  </a:extLst>
                </p14:cNvPr>
                <p14:cNvContentPartPr/>
                <p14:nvPr/>
              </p14:nvContentPartPr>
              <p14:xfrm>
                <a:off x="6222503" y="1789868"/>
                <a:ext cx="57960" cy="349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50597E2-F8D0-0E40-3942-B2A44987D15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204863" y="1771868"/>
                  <a:ext cx="936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E615724-F2BE-D8DE-9493-6170272ED3C4}"/>
                    </a:ext>
                  </a:extLst>
                </p14:cNvPr>
                <p14:cNvContentPartPr/>
                <p14:nvPr/>
              </p14:nvContentPartPr>
              <p14:xfrm>
                <a:off x="6023063" y="2133668"/>
                <a:ext cx="52560" cy="291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E615724-F2BE-D8DE-9493-6170272ED3C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005063" y="2115668"/>
                  <a:ext cx="882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EE5806F-05C2-B7E9-66A1-22C3C503C85D}"/>
                    </a:ext>
                  </a:extLst>
                </p14:cNvPr>
                <p14:cNvContentPartPr/>
                <p14:nvPr/>
              </p14:nvContentPartPr>
              <p14:xfrm>
                <a:off x="6247703" y="2051948"/>
                <a:ext cx="74520" cy="540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EE5806F-05C2-B7E9-66A1-22C3C503C85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229703" y="2034308"/>
                  <a:ext cx="1101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3190239-49E6-FD2A-27FF-26EAB2D05D2A}"/>
                    </a:ext>
                  </a:extLst>
                </p14:cNvPr>
                <p14:cNvContentPartPr/>
                <p14:nvPr/>
              </p14:nvContentPartPr>
              <p14:xfrm>
                <a:off x="6117023" y="2461268"/>
                <a:ext cx="51120" cy="165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3190239-49E6-FD2A-27FF-26EAB2D05D2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099383" y="2443628"/>
                  <a:ext cx="867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6C61D4F-7EA9-43D9-CB60-E72179CAAC14}"/>
                    </a:ext>
                  </a:extLst>
                </p14:cNvPr>
                <p14:cNvContentPartPr/>
                <p14:nvPr/>
              </p14:nvContentPartPr>
              <p14:xfrm>
                <a:off x="6382343" y="2375948"/>
                <a:ext cx="55440" cy="334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6C61D4F-7EA9-43D9-CB60-E72179CAAC1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364343" y="2357948"/>
                  <a:ext cx="9108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D7046B9-87A0-D44F-DE0D-604118A9F0A9}"/>
                    </a:ext>
                  </a:extLst>
                </p14:cNvPr>
                <p14:cNvContentPartPr/>
                <p14:nvPr/>
              </p14:nvContentPartPr>
              <p14:xfrm>
                <a:off x="6862223" y="1438508"/>
                <a:ext cx="18360" cy="673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D7046B9-87A0-D44F-DE0D-604118A9F0A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844223" y="1420868"/>
                  <a:ext cx="540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2EC9DF3-D61F-F723-348F-91BD1C311824}"/>
                    </a:ext>
                  </a:extLst>
                </p14:cNvPr>
                <p14:cNvContentPartPr/>
                <p14:nvPr/>
              </p14:nvContentPartPr>
              <p14:xfrm>
                <a:off x="6864383" y="1461188"/>
                <a:ext cx="74160" cy="252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2EC9DF3-D61F-F723-348F-91BD1C31182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846383" y="1443188"/>
                  <a:ext cx="1098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B3C53BB-3D8D-B899-692F-9E9239FAABB0}"/>
                    </a:ext>
                  </a:extLst>
                </p14:cNvPr>
                <p14:cNvContentPartPr/>
                <p14:nvPr/>
              </p14:nvContentPartPr>
              <p14:xfrm>
                <a:off x="7085063" y="1458308"/>
                <a:ext cx="36000" cy="61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B3C53BB-3D8D-B899-692F-9E9239FAABB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067063" y="1440308"/>
                  <a:ext cx="716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8D660F9-AEE4-4051-B1E0-6103027A143B}"/>
                    </a:ext>
                  </a:extLst>
                </p14:cNvPr>
                <p14:cNvContentPartPr/>
                <p14:nvPr/>
              </p14:nvContentPartPr>
              <p14:xfrm>
                <a:off x="7103783" y="1435268"/>
                <a:ext cx="12600" cy="385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8D660F9-AEE4-4051-B1E0-6103027A143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086143" y="1417628"/>
                  <a:ext cx="482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8BE8923-8B04-2F9D-D98C-FB7128B48461}"/>
                    </a:ext>
                  </a:extLst>
                </p14:cNvPr>
                <p14:cNvContentPartPr/>
                <p14:nvPr/>
              </p14:nvContentPartPr>
              <p14:xfrm>
                <a:off x="6805343" y="1748468"/>
                <a:ext cx="98280" cy="536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8BE8923-8B04-2F9D-D98C-FB7128B4846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787703" y="1730468"/>
                  <a:ext cx="13392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FAD2914-EAC2-AF61-9845-79CF895FBC67}"/>
                    </a:ext>
                  </a:extLst>
                </p14:cNvPr>
                <p14:cNvContentPartPr/>
                <p14:nvPr/>
              </p14:nvContentPartPr>
              <p14:xfrm>
                <a:off x="6838103" y="1717868"/>
                <a:ext cx="34920" cy="1332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FAD2914-EAC2-AF61-9845-79CF895FBC6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820463" y="1700228"/>
                  <a:ext cx="705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3D289DB-1CE3-C683-529E-FE4E3AA546E1}"/>
                    </a:ext>
                  </a:extLst>
                </p14:cNvPr>
                <p14:cNvContentPartPr/>
                <p14:nvPr/>
              </p14:nvContentPartPr>
              <p14:xfrm>
                <a:off x="7053383" y="1746668"/>
                <a:ext cx="54360" cy="367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3D289DB-1CE3-C683-529E-FE4E3AA546E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035743" y="1728668"/>
                  <a:ext cx="900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53355A0-D694-E9E5-CCCF-DA78D292AF6D}"/>
                    </a:ext>
                  </a:extLst>
                </p14:cNvPr>
                <p14:cNvContentPartPr/>
                <p14:nvPr/>
              </p14:nvContentPartPr>
              <p14:xfrm>
                <a:off x="7076423" y="1726868"/>
                <a:ext cx="13680" cy="432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53355A0-D694-E9E5-CCCF-DA78D292AF6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058423" y="1709228"/>
                  <a:ext cx="4932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00DCB81-0499-3EB7-7494-55329A7FA445}"/>
                    </a:ext>
                  </a:extLst>
                </p14:cNvPr>
                <p14:cNvContentPartPr/>
                <p14:nvPr/>
              </p14:nvContentPartPr>
              <p14:xfrm>
                <a:off x="6867983" y="2084348"/>
                <a:ext cx="37800" cy="280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00DCB81-0499-3EB7-7494-55329A7FA44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849983" y="2066708"/>
                  <a:ext cx="734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C468585-3585-DD45-DB70-15E149DBEF80}"/>
                    </a:ext>
                  </a:extLst>
                </p14:cNvPr>
                <p14:cNvContentPartPr/>
                <p14:nvPr/>
              </p14:nvContentPartPr>
              <p14:xfrm>
                <a:off x="6869783" y="2077508"/>
                <a:ext cx="18720" cy="543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C468585-3585-DD45-DB70-15E149DBEF8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852143" y="2059868"/>
                  <a:ext cx="543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27424E1-94CA-63BD-4600-AB12476D659B}"/>
                    </a:ext>
                  </a:extLst>
                </p14:cNvPr>
                <p14:cNvContentPartPr/>
                <p14:nvPr/>
              </p14:nvContentPartPr>
              <p14:xfrm>
                <a:off x="6857543" y="2458388"/>
                <a:ext cx="50400" cy="561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27424E1-94CA-63BD-4600-AB12476D659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839543" y="2440388"/>
                  <a:ext cx="860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0DDB151-7C9C-CC1F-AE46-DB6AB99603F9}"/>
                    </a:ext>
                  </a:extLst>
                </p14:cNvPr>
                <p14:cNvContentPartPr/>
                <p14:nvPr/>
              </p14:nvContentPartPr>
              <p14:xfrm>
                <a:off x="6902903" y="2469188"/>
                <a:ext cx="14040" cy="338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0DDB151-7C9C-CC1F-AE46-DB6AB99603F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885263" y="2451188"/>
                  <a:ext cx="496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803B454-80DF-3E70-050C-8AB57219849B}"/>
                    </a:ext>
                  </a:extLst>
                </p14:cNvPr>
                <p14:cNvContentPartPr/>
                <p14:nvPr/>
              </p14:nvContentPartPr>
              <p14:xfrm>
                <a:off x="7154183" y="2453348"/>
                <a:ext cx="49320" cy="86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803B454-80DF-3E70-050C-8AB57219849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136183" y="2435348"/>
                  <a:ext cx="849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A1DA764-66DC-2D78-46AE-5ABB6035990C}"/>
                    </a:ext>
                  </a:extLst>
                </p14:cNvPr>
                <p14:cNvContentPartPr/>
                <p14:nvPr/>
              </p14:nvContentPartPr>
              <p14:xfrm>
                <a:off x="7127543" y="2123588"/>
                <a:ext cx="31320" cy="41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A1DA764-66DC-2D78-46AE-5ABB6035990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109903" y="2105588"/>
                  <a:ext cx="669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1D8A670C-41B1-7E9F-9933-ABB35D6AFE99}"/>
                    </a:ext>
                  </a:extLst>
                </p14:cNvPr>
                <p14:cNvContentPartPr/>
                <p14:nvPr/>
              </p14:nvContentPartPr>
              <p14:xfrm>
                <a:off x="4424663" y="2036468"/>
                <a:ext cx="512280" cy="734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1D8A670C-41B1-7E9F-9933-ABB35D6AFE9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406663" y="2018468"/>
                  <a:ext cx="5479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132F992-2CF5-6D43-8A0E-46023B306BC7}"/>
                    </a:ext>
                  </a:extLst>
                </p14:cNvPr>
                <p14:cNvContentPartPr/>
                <p14:nvPr/>
              </p14:nvContentPartPr>
              <p14:xfrm>
                <a:off x="4432223" y="2141588"/>
                <a:ext cx="132840" cy="16387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132F992-2CF5-6D43-8A0E-46023B306BC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414223" y="2123588"/>
                  <a:ext cx="168480" cy="167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66E31C6-DA13-A442-E8CE-CF094D03D8AE}"/>
                    </a:ext>
                  </a:extLst>
                </p14:cNvPr>
                <p14:cNvContentPartPr/>
                <p14:nvPr/>
              </p14:nvContentPartPr>
              <p14:xfrm>
                <a:off x="4554263" y="3449828"/>
                <a:ext cx="1790280" cy="1666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66E31C6-DA13-A442-E8CE-CF094D03D8A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536623" y="3431828"/>
                  <a:ext cx="18259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01DE0B96-39FC-1DDA-4D59-228C0DE31B4A}"/>
                    </a:ext>
                  </a:extLst>
                </p14:cNvPr>
                <p14:cNvContentPartPr/>
                <p14:nvPr/>
              </p14:nvContentPartPr>
              <p14:xfrm>
                <a:off x="6334463" y="3291788"/>
                <a:ext cx="36720" cy="3582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01DE0B96-39FC-1DDA-4D59-228C0DE31B4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316823" y="3274148"/>
                  <a:ext cx="7236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C2D1590-5695-A5C8-9DD4-17E7E1CE6A79}"/>
                    </a:ext>
                  </a:extLst>
                </p14:cNvPr>
                <p14:cNvContentPartPr/>
                <p14:nvPr/>
              </p14:nvContentPartPr>
              <p14:xfrm>
                <a:off x="6543623" y="2999108"/>
                <a:ext cx="169920" cy="13669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C2D1590-5695-A5C8-9DD4-17E7E1CE6A7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525983" y="2981468"/>
                  <a:ext cx="205560" cy="140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3737ADE-F289-351F-DA97-551E335EA561}"/>
                    </a:ext>
                  </a:extLst>
                </p14:cNvPr>
                <p14:cNvContentPartPr/>
                <p14:nvPr/>
              </p14:nvContentPartPr>
              <p14:xfrm>
                <a:off x="6573863" y="3265148"/>
                <a:ext cx="2369520" cy="2271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3737ADE-F289-351F-DA97-551E335EA56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555863" y="3247148"/>
                  <a:ext cx="240516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B2E57E4-4A63-16BA-13EA-AB5EBE752642}"/>
                    </a:ext>
                  </a:extLst>
                </p14:cNvPr>
                <p14:cNvContentPartPr/>
                <p14:nvPr/>
              </p14:nvContentPartPr>
              <p14:xfrm>
                <a:off x="8291063" y="1748108"/>
                <a:ext cx="834480" cy="270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B2E57E4-4A63-16BA-13EA-AB5EBE75264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273063" y="1730108"/>
                  <a:ext cx="8701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4544F117-F93C-7CF0-D166-E10E83C904DB}"/>
                    </a:ext>
                  </a:extLst>
                </p14:cNvPr>
                <p14:cNvContentPartPr/>
                <p14:nvPr/>
              </p14:nvContentPartPr>
              <p14:xfrm>
                <a:off x="8952383" y="1738388"/>
                <a:ext cx="244440" cy="14763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4544F117-F93C-7CF0-D166-E10E83C904D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934743" y="1720388"/>
                  <a:ext cx="280080" cy="151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0B3C802-4682-1FE7-59B2-69B1A849CC16}"/>
                    </a:ext>
                  </a:extLst>
                </p14:cNvPr>
                <p14:cNvContentPartPr/>
                <p14:nvPr/>
              </p14:nvContentPartPr>
              <p14:xfrm>
                <a:off x="7268663" y="4092788"/>
                <a:ext cx="54000" cy="9255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0B3C802-4682-1FE7-59B2-69B1A849CC1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250663" y="4074788"/>
                  <a:ext cx="89640" cy="9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DABC217-A781-E5AD-D6DF-0CC202B04E3D}"/>
                    </a:ext>
                  </a:extLst>
                </p14:cNvPr>
                <p14:cNvContentPartPr/>
                <p14:nvPr/>
              </p14:nvContentPartPr>
              <p14:xfrm>
                <a:off x="7290983" y="4256588"/>
                <a:ext cx="553320" cy="6861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DABC217-A781-E5AD-D6DF-0CC202B04E3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272983" y="4238588"/>
                  <a:ext cx="588960" cy="72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7A25E40-566E-BA72-791C-759D7DB4C1EC}"/>
                    </a:ext>
                  </a:extLst>
                </p14:cNvPr>
                <p14:cNvContentPartPr/>
                <p14:nvPr/>
              </p14:nvContentPartPr>
              <p14:xfrm>
                <a:off x="7855823" y="4159748"/>
                <a:ext cx="107280" cy="8121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7A25E40-566E-BA72-791C-759D7DB4C1E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837823" y="4141748"/>
                  <a:ext cx="142920" cy="84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8497C30-F29A-02F7-124F-75F0532D4476}"/>
                    </a:ext>
                  </a:extLst>
                </p14:cNvPr>
                <p14:cNvContentPartPr/>
                <p14:nvPr/>
              </p14:nvContentPartPr>
              <p14:xfrm>
                <a:off x="7886783" y="4422188"/>
                <a:ext cx="1415880" cy="1202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8497C30-F29A-02F7-124F-75F0532D447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869143" y="4404548"/>
                  <a:ext cx="14515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B792FDD-C22E-C682-EB2E-BB41CFACEDCB}"/>
                    </a:ext>
                  </a:extLst>
                </p14:cNvPr>
                <p14:cNvContentPartPr/>
                <p14:nvPr/>
              </p14:nvContentPartPr>
              <p14:xfrm>
                <a:off x="6428783" y="4598228"/>
                <a:ext cx="866160" cy="846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B792FDD-C22E-C682-EB2E-BB41CFACEDC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410783" y="4580588"/>
                  <a:ext cx="9018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ECDB1685-4890-5C58-767E-3EA1982CF0B8}"/>
                    </a:ext>
                  </a:extLst>
                </p14:cNvPr>
                <p14:cNvContentPartPr/>
                <p14:nvPr/>
              </p14:nvContentPartPr>
              <p14:xfrm>
                <a:off x="6374423" y="4688588"/>
                <a:ext cx="153000" cy="13147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ECDB1685-4890-5C58-767E-3EA1982CF0B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356783" y="4670948"/>
                  <a:ext cx="188640" cy="135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0B0BB5F-353F-6590-E398-BAD8DDFE72CC}"/>
                    </a:ext>
                  </a:extLst>
                </p14:cNvPr>
                <p14:cNvContentPartPr/>
                <p14:nvPr/>
              </p14:nvContentPartPr>
              <p14:xfrm>
                <a:off x="6438143" y="5883068"/>
                <a:ext cx="1243080" cy="709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0B0BB5F-353F-6590-E398-BAD8DDFE72C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420143" y="5865068"/>
                  <a:ext cx="12787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EF612E3-F197-ECD8-908A-2967C9374477}"/>
                    </a:ext>
                  </a:extLst>
                </p14:cNvPr>
                <p14:cNvContentPartPr/>
                <p14:nvPr/>
              </p14:nvContentPartPr>
              <p14:xfrm>
                <a:off x="7673303" y="5769668"/>
                <a:ext cx="45000" cy="3135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EF612E3-F197-ECD8-908A-2967C937447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655663" y="5752028"/>
                  <a:ext cx="8064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F6F185D-2782-B09A-F5C9-F96CB78C3A9A}"/>
                    </a:ext>
                  </a:extLst>
                </p14:cNvPr>
                <p14:cNvContentPartPr/>
                <p14:nvPr/>
              </p14:nvContentPartPr>
              <p14:xfrm>
                <a:off x="7842863" y="5430188"/>
                <a:ext cx="149040" cy="11386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F6F185D-2782-B09A-F5C9-F96CB78C3A9A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825223" y="5412188"/>
                  <a:ext cx="184680" cy="11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0F79201-FC3E-0EE2-D5B8-358817CB4469}"/>
                    </a:ext>
                  </a:extLst>
                </p14:cNvPr>
                <p14:cNvContentPartPr/>
                <p14:nvPr/>
              </p14:nvContentPartPr>
              <p14:xfrm>
                <a:off x="7954823" y="5817908"/>
                <a:ext cx="1324800" cy="824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0F79201-FC3E-0EE2-D5B8-358817CB446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936823" y="5800268"/>
                  <a:ext cx="13604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127B5A6-DEDA-C356-5547-1BAD91AD6AAA}"/>
                    </a:ext>
                  </a:extLst>
                </p14:cNvPr>
                <p14:cNvContentPartPr/>
                <p14:nvPr/>
              </p14:nvContentPartPr>
              <p14:xfrm>
                <a:off x="9296183" y="4429388"/>
                <a:ext cx="149040" cy="14497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127B5A6-DEDA-C356-5547-1BAD91AD6AAA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278183" y="4411748"/>
                  <a:ext cx="184680" cy="148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8973C92-5A13-6BCD-DFDD-9A92F66501EB}"/>
                    </a:ext>
                  </a:extLst>
                </p14:cNvPr>
                <p14:cNvContentPartPr/>
                <p14:nvPr/>
              </p14:nvContentPartPr>
              <p14:xfrm>
                <a:off x="5872223" y="964748"/>
                <a:ext cx="1478880" cy="1134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8973C92-5A13-6BCD-DFDD-9A92F66501E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854223" y="947108"/>
                  <a:ext cx="15145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DE2891E4-1155-DC84-5B0A-C68177D75350}"/>
                    </a:ext>
                  </a:extLst>
                </p14:cNvPr>
                <p14:cNvContentPartPr/>
                <p14:nvPr/>
              </p14:nvContentPartPr>
              <p14:xfrm>
                <a:off x="7183703" y="911828"/>
                <a:ext cx="203400" cy="1713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DE2891E4-1155-DC84-5B0A-C68177D75350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165703" y="894188"/>
                  <a:ext cx="2390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860BDE5-C0C7-8AD5-CA4A-D93984FB48CC}"/>
                    </a:ext>
                  </a:extLst>
                </p14:cNvPr>
                <p14:cNvContentPartPr/>
                <p14:nvPr/>
              </p14:nvContentPartPr>
              <p14:xfrm>
                <a:off x="5841263" y="890228"/>
                <a:ext cx="233640" cy="2350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860BDE5-C0C7-8AD5-CA4A-D93984FB48C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823623" y="872228"/>
                  <a:ext cx="26928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34806ED-A881-0A46-FABB-C7A2C27AF7E0}"/>
                    </a:ext>
                  </a:extLst>
                </p14:cNvPr>
                <p14:cNvContentPartPr/>
                <p14:nvPr/>
              </p14:nvContentPartPr>
              <p14:xfrm>
                <a:off x="6239423" y="651188"/>
                <a:ext cx="124920" cy="2300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34806ED-A881-0A46-FABB-C7A2C27AF7E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221423" y="633548"/>
                  <a:ext cx="16056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B4E3F61-5F55-FC63-1C20-6526A4C38410}"/>
                    </a:ext>
                  </a:extLst>
                </p14:cNvPr>
                <p14:cNvContentPartPr/>
                <p14:nvPr/>
              </p14:nvContentPartPr>
              <p14:xfrm>
                <a:off x="6258143" y="682508"/>
                <a:ext cx="127080" cy="1548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B4E3F61-5F55-FC63-1C20-6526A4C3841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240143" y="664508"/>
                  <a:ext cx="1627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311D8C4-5352-0064-20C6-D1B767B844A5}"/>
                    </a:ext>
                  </a:extLst>
                </p14:cNvPr>
                <p14:cNvContentPartPr/>
                <p14:nvPr/>
              </p14:nvContentPartPr>
              <p14:xfrm>
                <a:off x="6434543" y="663068"/>
                <a:ext cx="244800" cy="1785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311D8C4-5352-0064-20C6-D1B767B844A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416543" y="645428"/>
                  <a:ext cx="2804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9A4FB04-3C5C-0559-C0D2-986245386603}"/>
                    </a:ext>
                  </a:extLst>
                </p14:cNvPr>
                <p14:cNvContentPartPr/>
                <p14:nvPr/>
              </p14:nvContentPartPr>
              <p14:xfrm>
                <a:off x="6612743" y="663068"/>
                <a:ext cx="72720" cy="1083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9A4FB04-3C5C-0559-C0D2-98624538660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595103" y="645068"/>
                  <a:ext cx="10836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307E9223-D8DE-FAA7-377C-DDC82DBBF2E5}"/>
                    </a:ext>
                  </a:extLst>
                </p14:cNvPr>
                <p14:cNvContentPartPr/>
                <p14:nvPr/>
              </p14:nvContentPartPr>
              <p14:xfrm>
                <a:off x="4486223" y="1586468"/>
                <a:ext cx="111600" cy="208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307E9223-D8DE-FAA7-377C-DDC82DBBF2E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468223" y="1568828"/>
                  <a:ext cx="1472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158DF010-91EF-6413-650B-52DB133E22A5}"/>
                    </a:ext>
                  </a:extLst>
                </p14:cNvPr>
                <p14:cNvContentPartPr/>
                <p14:nvPr/>
              </p14:nvContentPartPr>
              <p14:xfrm>
                <a:off x="4498103" y="1525628"/>
                <a:ext cx="52560" cy="1648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158DF010-91EF-6413-650B-52DB133E22A5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480103" y="1507628"/>
                  <a:ext cx="882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7AB0A878-1399-789A-56FB-E7F7700727C9}"/>
                    </a:ext>
                  </a:extLst>
                </p14:cNvPr>
                <p14:cNvContentPartPr/>
                <p14:nvPr/>
              </p14:nvContentPartPr>
              <p14:xfrm>
                <a:off x="4339343" y="1531748"/>
                <a:ext cx="27720" cy="1771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7AB0A878-1399-789A-56FB-E7F7700727C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321343" y="1514108"/>
                  <a:ext cx="633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4B1D72F-75C9-85C0-D048-BD89F1E2BFDA}"/>
                    </a:ext>
                  </a:extLst>
                </p14:cNvPr>
                <p14:cNvContentPartPr/>
                <p14:nvPr/>
              </p14:nvContentPartPr>
              <p14:xfrm>
                <a:off x="4292543" y="1635428"/>
                <a:ext cx="125280" cy="385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4B1D72F-75C9-85C0-D048-BD89F1E2BFDA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274543" y="1617788"/>
                  <a:ext cx="1609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F0F8666-D0C0-350A-FEF9-15E915BD237C}"/>
                    </a:ext>
                  </a:extLst>
                </p14:cNvPr>
                <p14:cNvContentPartPr/>
                <p14:nvPr/>
              </p14:nvContentPartPr>
              <p14:xfrm>
                <a:off x="4057463" y="1810748"/>
                <a:ext cx="207000" cy="187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F0F8666-D0C0-350A-FEF9-15E915BD237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039823" y="1792748"/>
                  <a:ext cx="2426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6813FDF0-8725-E25D-7600-1AF13974E5F7}"/>
                    </a:ext>
                  </a:extLst>
                </p14:cNvPr>
                <p14:cNvContentPartPr/>
                <p14:nvPr/>
              </p14:nvContentPartPr>
              <p14:xfrm>
                <a:off x="4038743" y="1839548"/>
                <a:ext cx="80280" cy="8740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6813FDF0-8725-E25D-7600-1AF13974E5F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021103" y="1821908"/>
                  <a:ext cx="115920" cy="90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57D5714D-BC46-18ED-66E2-6B46667B814F}"/>
                    </a:ext>
                  </a:extLst>
                </p14:cNvPr>
                <p14:cNvContentPartPr/>
                <p14:nvPr/>
              </p14:nvContentPartPr>
              <p14:xfrm>
                <a:off x="4039103" y="2606348"/>
                <a:ext cx="128880" cy="1101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57D5714D-BC46-18ED-66E2-6B46667B814F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021103" y="2588708"/>
                  <a:ext cx="1645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307D210-6032-8317-6C15-5C88831F8350}"/>
                    </a:ext>
                  </a:extLst>
                </p14:cNvPr>
                <p14:cNvContentPartPr/>
                <p14:nvPr/>
              </p14:nvContentPartPr>
              <p14:xfrm>
                <a:off x="8966783" y="1323668"/>
                <a:ext cx="302760" cy="8172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307D210-6032-8317-6C15-5C88831F8350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949143" y="1305668"/>
                  <a:ext cx="338400" cy="85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FC7B413C-2045-36D7-FF55-363293184C3C}"/>
                    </a:ext>
                  </a:extLst>
                </p14:cNvPr>
                <p14:cNvContentPartPr/>
                <p14:nvPr/>
              </p14:nvContentPartPr>
              <p14:xfrm>
                <a:off x="9200783" y="2043668"/>
                <a:ext cx="139680" cy="1087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FC7B413C-2045-36D7-FF55-363293184C3C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182783" y="2026028"/>
                  <a:ext cx="175320" cy="14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06CFB2C3-FC4A-67E8-0470-81AB15A2A917}"/>
              </a:ext>
            </a:extLst>
          </p:cNvPr>
          <p:cNvGrpSpPr/>
          <p:nvPr/>
        </p:nvGrpSpPr>
        <p:grpSpPr>
          <a:xfrm>
            <a:off x="5820023" y="5038868"/>
            <a:ext cx="722880" cy="430560"/>
            <a:chOff x="5820023" y="5038868"/>
            <a:chExt cx="722880" cy="43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BCD80089-E218-743A-EB31-60AAAFB2C575}"/>
                    </a:ext>
                  </a:extLst>
                </p14:cNvPr>
                <p14:cNvContentPartPr/>
                <p14:nvPr/>
              </p14:nvContentPartPr>
              <p14:xfrm>
                <a:off x="6286943" y="5038868"/>
                <a:ext cx="255960" cy="2070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BCD80089-E218-743A-EB31-60AAAFB2C575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269303" y="5021228"/>
                  <a:ext cx="29160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831316F3-3E1E-79A8-7826-83230908F40B}"/>
                    </a:ext>
                  </a:extLst>
                </p14:cNvPr>
                <p14:cNvContentPartPr/>
                <p14:nvPr/>
              </p14:nvContentPartPr>
              <p14:xfrm>
                <a:off x="5820023" y="5080988"/>
                <a:ext cx="136440" cy="3675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831316F3-3E1E-79A8-7826-83230908F40B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802383" y="5062988"/>
                  <a:ext cx="17208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0FB8A50F-34AC-EC01-5E66-AAF0175F752A}"/>
                    </a:ext>
                  </a:extLst>
                </p14:cNvPr>
                <p14:cNvContentPartPr/>
                <p14:nvPr/>
              </p14:nvContentPartPr>
              <p14:xfrm>
                <a:off x="5840903" y="5379428"/>
                <a:ext cx="111600" cy="680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0FB8A50F-34AC-EC01-5E66-AAF0175F752A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823263" y="5361788"/>
                  <a:ext cx="1472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F83762F2-9AB8-02B5-E72D-95C537568161}"/>
                    </a:ext>
                  </a:extLst>
                </p14:cNvPr>
                <p14:cNvContentPartPr/>
                <p14:nvPr/>
              </p14:nvContentPartPr>
              <p14:xfrm>
                <a:off x="6033503" y="5277908"/>
                <a:ext cx="101880" cy="1915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F83762F2-9AB8-02B5-E72D-95C537568161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015503" y="5260268"/>
                  <a:ext cx="1375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5B99EE1D-ADA0-9A59-4EAA-22323BC3B794}"/>
                    </a:ext>
                  </a:extLst>
                </p14:cNvPr>
                <p14:cNvContentPartPr/>
                <p14:nvPr/>
              </p14:nvContentPartPr>
              <p14:xfrm>
                <a:off x="6049703" y="5280068"/>
                <a:ext cx="140400" cy="1548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5B99EE1D-ADA0-9A59-4EAA-22323BC3B794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031703" y="5262068"/>
                  <a:ext cx="176040" cy="19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FB0C3FF1-08D1-ECF2-89B3-435372580FD1}"/>
              </a:ext>
            </a:extLst>
          </p:cNvPr>
          <p:cNvGrpSpPr/>
          <p:nvPr/>
        </p:nvGrpSpPr>
        <p:grpSpPr>
          <a:xfrm>
            <a:off x="8404823" y="1363268"/>
            <a:ext cx="398520" cy="192960"/>
            <a:chOff x="8404823" y="1363268"/>
            <a:chExt cx="398520" cy="19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E24E3FA-9A41-4A70-0FC6-61B9B9DDB7D1}"/>
                    </a:ext>
                  </a:extLst>
                </p14:cNvPr>
                <p14:cNvContentPartPr/>
                <p14:nvPr/>
              </p14:nvContentPartPr>
              <p14:xfrm>
                <a:off x="8404823" y="1397828"/>
                <a:ext cx="79200" cy="334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E24E3FA-9A41-4A70-0FC6-61B9B9DDB7D1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387183" y="1379828"/>
                  <a:ext cx="1148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BB530373-085E-E746-6024-B6FA46063CDB}"/>
                    </a:ext>
                  </a:extLst>
                </p14:cNvPr>
                <p14:cNvContentPartPr/>
                <p14:nvPr/>
              </p14:nvContentPartPr>
              <p14:xfrm>
                <a:off x="8667263" y="1363268"/>
                <a:ext cx="66600" cy="158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BB530373-085E-E746-6024-B6FA46063CDB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649263" y="1345268"/>
                  <a:ext cx="1022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25839B22-5F22-E3B0-37DB-D2E628612E48}"/>
                    </a:ext>
                  </a:extLst>
                </p14:cNvPr>
                <p14:cNvContentPartPr/>
                <p14:nvPr/>
              </p14:nvContentPartPr>
              <p14:xfrm>
                <a:off x="8522543" y="1537868"/>
                <a:ext cx="86760" cy="183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25839B22-5F22-E3B0-37DB-D2E628612E4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504543" y="1520228"/>
                  <a:ext cx="1224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EBE9B2B7-B8D3-74B3-7A1B-A49A186147A8}"/>
                    </a:ext>
                  </a:extLst>
                </p14:cNvPr>
                <p14:cNvContentPartPr/>
                <p14:nvPr/>
              </p14:nvContentPartPr>
              <p14:xfrm>
                <a:off x="8732783" y="1521668"/>
                <a:ext cx="70560" cy="208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EBE9B2B7-B8D3-74B3-7A1B-A49A186147A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714783" y="1504028"/>
                  <a:ext cx="106200" cy="56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993501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DCFB7-68D9-19A4-CA1F-677C3C150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to get the Blue LED</a:t>
            </a:r>
          </a:p>
        </p:txBody>
      </p:sp>
      <p:pic>
        <p:nvPicPr>
          <p:cNvPr id="6" name="Content Placeholder 5" descr="Diagram of a diagram showing different colors of a structure&#10;&#10;Description automatically generated">
            <a:extLst>
              <a:ext uri="{FF2B5EF4-FFF2-40B4-BE49-F238E27FC236}">
                <a16:creationId xmlns:a16="http://schemas.microsoft.com/office/drawing/2014/main" id="{C872FC6E-F5A9-BE7E-90FD-9BE44829AB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764" y="1619381"/>
            <a:ext cx="8748518" cy="382557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F780E0-7725-CEF5-3D7D-9583F821D9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26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9926B2A-FB17-4A0E-37C9-DA7CC0187502}"/>
              </a:ext>
            </a:extLst>
          </p:cNvPr>
          <p:cNvGrpSpPr/>
          <p:nvPr/>
        </p:nvGrpSpPr>
        <p:grpSpPr>
          <a:xfrm>
            <a:off x="1520572" y="4497152"/>
            <a:ext cx="1124280" cy="954360"/>
            <a:chOff x="1520572" y="4497152"/>
            <a:chExt cx="1124280" cy="95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2FBB200-F67A-CB27-2275-5604C7838F92}"/>
                    </a:ext>
                  </a:extLst>
                </p14:cNvPr>
                <p14:cNvContentPartPr/>
                <p14:nvPr/>
              </p14:nvContentPartPr>
              <p14:xfrm>
                <a:off x="1520572" y="4497152"/>
                <a:ext cx="543600" cy="6285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2FBB200-F67A-CB27-2275-5604C7838F9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502932" y="4479152"/>
                  <a:ext cx="579240" cy="66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F857E6D-C2FD-5387-14B6-E65ED257EE20}"/>
                    </a:ext>
                  </a:extLst>
                </p14:cNvPr>
                <p14:cNvContentPartPr/>
                <p14:nvPr/>
              </p14:nvContentPartPr>
              <p14:xfrm>
                <a:off x="1794892" y="5392112"/>
                <a:ext cx="849960" cy="594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F857E6D-C2FD-5387-14B6-E65ED257EE2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77252" y="5374112"/>
                  <a:ext cx="885600" cy="9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30D28CE-EBD1-195D-6E8F-AFD1B39D4554}"/>
              </a:ext>
            </a:extLst>
          </p:cNvPr>
          <p:cNvGrpSpPr/>
          <p:nvPr/>
        </p:nvGrpSpPr>
        <p:grpSpPr>
          <a:xfrm>
            <a:off x="1026652" y="3431192"/>
            <a:ext cx="290880" cy="518400"/>
            <a:chOff x="1026652" y="3431192"/>
            <a:chExt cx="290880" cy="51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420CE8A-80BF-A8AC-B86B-772A0716CEE8}"/>
                    </a:ext>
                  </a:extLst>
                </p14:cNvPr>
                <p14:cNvContentPartPr/>
                <p14:nvPr/>
              </p14:nvContentPartPr>
              <p14:xfrm>
                <a:off x="1026652" y="3431192"/>
                <a:ext cx="189360" cy="274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420CE8A-80BF-A8AC-B86B-772A0716CEE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08652" y="3413192"/>
                  <a:ext cx="22500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D92A0CA-0EAF-7B4E-B504-B245F0C71490}"/>
                    </a:ext>
                  </a:extLst>
                </p14:cNvPr>
                <p14:cNvContentPartPr/>
                <p14:nvPr/>
              </p14:nvContentPartPr>
              <p14:xfrm>
                <a:off x="1312132" y="3854192"/>
                <a:ext cx="5400" cy="95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D92A0CA-0EAF-7B4E-B504-B245F0C7149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94132" y="3836192"/>
                  <a:ext cx="41040" cy="13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DACB967-CDEA-0C97-CEDC-6055721DD6FA}"/>
                  </a:ext>
                </a:extLst>
              </p14:cNvPr>
              <p14:cNvContentPartPr/>
              <p14:nvPr/>
            </p14:nvContentPartPr>
            <p14:xfrm>
              <a:off x="1443532" y="4149392"/>
              <a:ext cx="3960" cy="324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DACB967-CDEA-0C97-CEDC-6055721DD6F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425532" y="4131392"/>
                <a:ext cx="39600" cy="6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26EE5CF4-74FC-DCCA-4F90-E8C21DD95E0F}"/>
              </a:ext>
            </a:extLst>
          </p:cNvPr>
          <p:cNvGrpSpPr/>
          <p:nvPr/>
        </p:nvGrpSpPr>
        <p:grpSpPr>
          <a:xfrm>
            <a:off x="1036732" y="1955552"/>
            <a:ext cx="335160" cy="529920"/>
            <a:chOff x="1036732" y="1955552"/>
            <a:chExt cx="335160" cy="52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A2B194D-7818-8252-C1A5-3FBEF0C0EA70}"/>
                    </a:ext>
                  </a:extLst>
                </p14:cNvPr>
                <p14:cNvContentPartPr/>
                <p14:nvPr/>
              </p14:nvContentPartPr>
              <p14:xfrm>
                <a:off x="1036732" y="1955552"/>
                <a:ext cx="227520" cy="387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A2B194D-7818-8252-C1A5-3FBEF0C0EA7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19092" y="1937912"/>
                  <a:ext cx="26316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901EDDC-6219-EDD5-ECFD-7AB39D6EB7E6}"/>
                    </a:ext>
                  </a:extLst>
                </p14:cNvPr>
                <p14:cNvContentPartPr/>
                <p14:nvPr/>
              </p14:nvContentPartPr>
              <p14:xfrm>
                <a:off x="1362892" y="2466752"/>
                <a:ext cx="9000" cy="187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901EDDC-6219-EDD5-ECFD-7AB39D6EB7E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44892" y="2449112"/>
                  <a:ext cx="44640" cy="54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244743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8744F-7A6A-EFDD-4BCA-6F2483B08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InGaN</a:t>
            </a:r>
            <a:r>
              <a:rPr lang="en-US" dirty="0"/>
              <a:t> LEDs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A1D744-60BD-FC60-FE0D-2CF670AE66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27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10" name="Content Placeholder 9" descr="A diagram of a structure&#10;&#10;Description automatically generated">
            <a:extLst>
              <a:ext uri="{FF2B5EF4-FFF2-40B4-BE49-F238E27FC236}">
                <a16:creationId xmlns:a16="http://schemas.microsoft.com/office/drawing/2014/main" id="{FF650CA2-91EA-3CC0-90DB-4FCAE5AD8D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070" y="1108892"/>
            <a:ext cx="8121565" cy="4814829"/>
          </a:xfrm>
        </p:spPr>
      </p:pic>
    </p:spTree>
    <p:extLst>
      <p:ext uri="{BB962C8B-B14F-4D97-AF65-F5344CB8AC3E}">
        <p14:creationId xmlns:p14="http://schemas.microsoft.com/office/powerpoint/2010/main" val="36214326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FFC03-DF60-E0CD-3836-0E7AF6A1D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LED colors – single color from on LED </a:t>
            </a:r>
          </a:p>
        </p:txBody>
      </p:sp>
      <p:pic>
        <p:nvPicPr>
          <p:cNvPr id="6" name="Content Placeholder 5" descr="Diagram of a diagram of a light source&#10;&#10;Description automatically generated">
            <a:extLst>
              <a:ext uri="{FF2B5EF4-FFF2-40B4-BE49-F238E27FC236}">
                <a16:creationId xmlns:a16="http://schemas.microsoft.com/office/drawing/2014/main" id="{4648ED36-BB62-6C8E-A2DF-E2E642B5E0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58"/>
          <a:stretch/>
        </p:blipFill>
        <p:spPr>
          <a:xfrm>
            <a:off x="542255" y="1455088"/>
            <a:ext cx="8320980" cy="415058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E75DB6-CCAA-C4AA-381A-DBA7A53BB8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28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15500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3581F-79D0-1CC2-6C29-CE1B47B4B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Changing emission colors – can you change color?</a:t>
            </a:r>
          </a:p>
        </p:txBody>
      </p:sp>
      <p:pic>
        <p:nvPicPr>
          <p:cNvPr id="6" name="Content Placeholder 5" descr="Diagram of a diagram of a light source&#10;&#10;Description automatically generated">
            <a:extLst>
              <a:ext uri="{FF2B5EF4-FFF2-40B4-BE49-F238E27FC236}">
                <a16:creationId xmlns:a16="http://schemas.microsoft.com/office/drawing/2014/main" id="{3B3E3743-A652-353D-13A8-5A243145C7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027" y="941436"/>
            <a:ext cx="7758995" cy="497512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D56421-E31E-514C-E2B6-C5EC021618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29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89090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129FA-6C75-8B20-71C0-E0C220EE4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get white light </a:t>
            </a:r>
          </a:p>
        </p:txBody>
      </p:sp>
      <p:pic>
        <p:nvPicPr>
          <p:cNvPr id="6" name="Content Placeholder 5" descr="A diagram of different colors&#10;&#10;Description automatically generated">
            <a:extLst>
              <a:ext uri="{FF2B5EF4-FFF2-40B4-BE49-F238E27FC236}">
                <a16:creationId xmlns:a16="http://schemas.microsoft.com/office/drawing/2014/main" id="{6C00AAA2-6FCB-A90C-56E5-2FB6FA0656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610" y="1078203"/>
            <a:ext cx="7204050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F514C-5000-A815-7295-0D42B4E043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30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99109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1F6A8-D078-2FF2-0F75-4CC991C41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LED in our demo 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DBA79B-3C7C-2A28-5106-77240158D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31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Content Placeholder 7" descr="A graph of a normalized wave&#10;&#10;Description automatically generated with medium confidence">
            <a:extLst>
              <a:ext uri="{FF2B5EF4-FFF2-40B4-BE49-F238E27FC236}">
                <a16:creationId xmlns:a16="http://schemas.microsoft.com/office/drawing/2014/main" id="{A2743221-FA98-59FA-8286-B3A5259333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030" y="1734974"/>
            <a:ext cx="5042152" cy="3388052"/>
          </a:xfrm>
          <a:prstGeom prst="rect">
            <a:avLst/>
          </a:prstGeom>
        </p:spPr>
      </p:pic>
      <p:pic>
        <p:nvPicPr>
          <p:cNvPr id="6" name="Picture 5" descr="A graph of a current&#10;&#10;Description automatically generated with medium confidence">
            <a:extLst>
              <a:ext uri="{FF2B5EF4-FFF2-40B4-BE49-F238E27FC236}">
                <a16:creationId xmlns:a16="http://schemas.microsoft.com/office/drawing/2014/main" id="{B06EB339-C1CA-49B0-7241-1D235E97E1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8352" y="662968"/>
            <a:ext cx="4236194" cy="58299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D70FF8-B1A8-AF16-52C4-1280FADEC3F5}"/>
              </a:ext>
            </a:extLst>
          </p:cNvPr>
          <p:cNvSpPr txBox="1"/>
          <p:nvPr/>
        </p:nvSpPr>
        <p:spPr>
          <a:xfrm>
            <a:off x="168965" y="5473336"/>
            <a:ext cx="61900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PT Sans" panose="020B0503020203020204" pitchFamily="34" charset="0"/>
              </a:rPr>
              <a:t>https://fscdn.rohm.com/en/products/databook/datasheet/opto/led/chip_mono/csl0416wbcw1-e.pdf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A9D27CF-B0D3-EC73-3F6E-C281D64ABEBE}"/>
                  </a:ext>
                </a:extLst>
              </p14:cNvPr>
              <p14:cNvContentPartPr/>
              <p14:nvPr/>
            </p14:nvContentPartPr>
            <p14:xfrm>
              <a:off x="620903" y="2108108"/>
              <a:ext cx="997200" cy="63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A9D27CF-B0D3-EC73-3F6E-C281D64ABEB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3263" y="2090108"/>
                <a:ext cx="1032840" cy="9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4D223D0-0581-A2D9-12FE-39ED55607777}"/>
                  </a:ext>
                </a:extLst>
              </p14:cNvPr>
              <p14:cNvContentPartPr/>
              <p14:nvPr/>
            </p14:nvContentPartPr>
            <p14:xfrm>
              <a:off x="5981663" y="3918908"/>
              <a:ext cx="2184840" cy="831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4D223D0-0581-A2D9-12FE-39ED5560777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963663" y="3901268"/>
                <a:ext cx="222048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6107F91-8FBA-5C2A-AAFD-94B98D4F9410}"/>
                  </a:ext>
                </a:extLst>
              </p14:cNvPr>
              <p14:cNvContentPartPr/>
              <p14:nvPr/>
            </p14:nvContentPartPr>
            <p14:xfrm>
              <a:off x="7848263" y="5753828"/>
              <a:ext cx="330480" cy="4179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6107F91-8FBA-5C2A-AAFD-94B98D4F941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830623" y="5735828"/>
                <a:ext cx="366120" cy="453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7314A722-B4CB-6D10-20D2-8DD73FD86FB2}"/>
              </a:ext>
            </a:extLst>
          </p:cNvPr>
          <p:cNvGrpSpPr/>
          <p:nvPr/>
        </p:nvGrpSpPr>
        <p:grpSpPr>
          <a:xfrm>
            <a:off x="10118783" y="5000708"/>
            <a:ext cx="572040" cy="527040"/>
            <a:chOff x="10118783" y="5000708"/>
            <a:chExt cx="572040" cy="52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6450DA8-960D-40E4-D92C-0AE81052C8DA}"/>
                    </a:ext>
                  </a:extLst>
                </p14:cNvPr>
                <p14:cNvContentPartPr/>
                <p14:nvPr/>
              </p14:nvContentPartPr>
              <p14:xfrm>
                <a:off x="10118783" y="5330828"/>
                <a:ext cx="180360" cy="1969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6450DA8-960D-40E4-D92C-0AE81052C8D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100783" y="5312828"/>
                  <a:ext cx="2160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2E8CFED-2589-AF7A-CF7A-7AC5336121BE}"/>
                    </a:ext>
                  </a:extLst>
                </p14:cNvPr>
                <p14:cNvContentPartPr/>
                <p14:nvPr/>
              </p14:nvContentPartPr>
              <p14:xfrm>
                <a:off x="10321103" y="5336588"/>
                <a:ext cx="2160" cy="10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2E8CFED-2589-AF7A-CF7A-7AC5336121B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303463" y="5318588"/>
                  <a:ext cx="378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E369383-1B5F-833E-3C76-2A6F0F0018C5}"/>
                    </a:ext>
                  </a:extLst>
                </p14:cNvPr>
                <p14:cNvContentPartPr/>
                <p14:nvPr/>
              </p14:nvContentPartPr>
              <p14:xfrm>
                <a:off x="10438463" y="5189708"/>
                <a:ext cx="127440" cy="135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E369383-1B5F-833E-3C76-2A6F0F0018C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420463" y="5172068"/>
                  <a:ext cx="1630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D868148-B86F-F295-728B-9B06BDDFC701}"/>
                    </a:ext>
                  </a:extLst>
                </p14:cNvPr>
                <p14:cNvContentPartPr/>
                <p14:nvPr/>
              </p14:nvContentPartPr>
              <p14:xfrm>
                <a:off x="10587503" y="5000708"/>
                <a:ext cx="103320" cy="2109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D868148-B86F-F295-728B-9B06BDDFC70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569863" y="4982708"/>
                  <a:ext cx="138960" cy="24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6CD3530C-A423-33DB-2637-103D38F6B472}"/>
                  </a:ext>
                </a:extLst>
              </p14:cNvPr>
              <p14:cNvContentPartPr/>
              <p14:nvPr/>
            </p14:nvContentPartPr>
            <p14:xfrm>
              <a:off x="3752183" y="1505828"/>
              <a:ext cx="369720" cy="24444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6CD3530C-A423-33DB-2637-103D38F6B472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734183" y="1488188"/>
                <a:ext cx="405360" cy="28008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69834E0E-5EE9-8BE3-D74B-990A960734D4}"/>
              </a:ext>
            </a:extLst>
          </p:cNvPr>
          <p:cNvGrpSpPr/>
          <p:nvPr/>
        </p:nvGrpSpPr>
        <p:grpSpPr>
          <a:xfrm>
            <a:off x="2677943" y="1811828"/>
            <a:ext cx="510480" cy="177120"/>
            <a:chOff x="2677943" y="1811828"/>
            <a:chExt cx="510480" cy="17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B29817F-D3A4-329A-139C-8E799A0B996E}"/>
                    </a:ext>
                  </a:extLst>
                </p14:cNvPr>
                <p14:cNvContentPartPr/>
                <p14:nvPr/>
              </p14:nvContentPartPr>
              <p14:xfrm>
                <a:off x="2685143" y="1821908"/>
                <a:ext cx="143640" cy="167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B29817F-D3A4-329A-139C-8E799A0B996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667503" y="1803908"/>
                  <a:ext cx="1792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12B55AB-20F3-673E-2012-50A0B800A642}"/>
                    </a:ext>
                  </a:extLst>
                </p14:cNvPr>
                <p14:cNvContentPartPr/>
                <p14:nvPr/>
              </p14:nvContentPartPr>
              <p14:xfrm>
                <a:off x="2677943" y="1878788"/>
                <a:ext cx="72720" cy="932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12B55AB-20F3-673E-2012-50A0B800A64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659943" y="1861148"/>
                  <a:ext cx="1083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372599D-A762-126B-5171-129AE20024F7}"/>
                    </a:ext>
                  </a:extLst>
                </p14:cNvPr>
                <p14:cNvContentPartPr/>
                <p14:nvPr/>
              </p14:nvContentPartPr>
              <p14:xfrm>
                <a:off x="2919143" y="1883468"/>
                <a:ext cx="234000" cy="154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372599D-A762-126B-5171-129AE20024F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901143" y="1865468"/>
                  <a:ext cx="2696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0AD0FEB-8DAF-AE26-D0AA-DEBBADA5E96A}"/>
                    </a:ext>
                  </a:extLst>
                </p14:cNvPr>
                <p14:cNvContentPartPr/>
                <p14:nvPr/>
              </p14:nvContentPartPr>
              <p14:xfrm>
                <a:off x="3091943" y="1811828"/>
                <a:ext cx="96480" cy="1476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0AD0FEB-8DAF-AE26-D0AA-DEBBADA5E96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073943" y="1794188"/>
                  <a:ext cx="132120" cy="18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9D89EF59-A9B3-E6E8-D378-93FCC149BA8D}"/>
              </a:ext>
            </a:extLst>
          </p:cNvPr>
          <p:cNvGrpSpPr/>
          <p:nvPr/>
        </p:nvGrpSpPr>
        <p:grpSpPr>
          <a:xfrm>
            <a:off x="2259263" y="596108"/>
            <a:ext cx="1987920" cy="1072440"/>
            <a:chOff x="2259263" y="596108"/>
            <a:chExt cx="1987920" cy="107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3FAEE8C-7375-C3E4-65B4-F294A2B136F0}"/>
                    </a:ext>
                  </a:extLst>
                </p14:cNvPr>
                <p14:cNvContentPartPr/>
                <p14:nvPr/>
              </p14:nvContentPartPr>
              <p14:xfrm>
                <a:off x="2296343" y="596108"/>
                <a:ext cx="1194840" cy="10724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3FAEE8C-7375-C3E4-65B4-F294A2B136F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278343" y="578468"/>
                  <a:ext cx="1230480" cy="11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79096DD-C952-3E9F-81F5-C81AD9F2C445}"/>
                    </a:ext>
                  </a:extLst>
                </p14:cNvPr>
                <p14:cNvContentPartPr/>
                <p14:nvPr/>
              </p14:nvContentPartPr>
              <p14:xfrm>
                <a:off x="3268703" y="1241948"/>
                <a:ext cx="978480" cy="4183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79096DD-C952-3E9F-81F5-C81AD9F2C44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250703" y="1224308"/>
                  <a:ext cx="101412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E1CE76F-09A2-C1D4-D3ED-8F9A6F7F506B}"/>
                    </a:ext>
                  </a:extLst>
                </p14:cNvPr>
                <p14:cNvContentPartPr/>
                <p14:nvPr/>
              </p14:nvContentPartPr>
              <p14:xfrm>
                <a:off x="2259263" y="1034948"/>
                <a:ext cx="131040" cy="151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E1CE76F-09A2-C1D4-D3ED-8F9A6F7F506B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241623" y="1016948"/>
                  <a:ext cx="1666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4C2D076-D70B-0087-368A-95F073A818AB}"/>
                    </a:ext>
                  </a:extLst>
                </p14:cNvPr>
                <p14:cNvContentPartPr/>
                <p14:nvPr/>
              </p14:nvContentPartPr>
              <p14:xfrm>
                <a:off x="2369423" y="1102628"/>
                <a:ext cx="82080" cy="856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4C2D076-D70B-0087-368A-95F073A818A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351783" y="1084988"/>
                  <a:ext cx="1177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4E01C55-E94D-C2F7-C6BA-52E6ABF045AE}"/>
                    </a:ext>
                  </a:extLst>
                </p14:cNvPr>
                <p14:cNvContentPartPr/>
                <p14:nvPr/>
              </p14:nvContentPartPr>
              <p14:xfrm>
                <a:off x="2424143" y="997148"/>
                <a:ext cx="65160" cy="716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4E01C55-E94D-C2F7-C6BA-52E6ABF045AE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406503" y="979148"/>
                  <a:ext cx="10080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C55B90A-4B09-690D-6DBD-850C653BA020}"/>
                    </a:ext>
                  </a:extLst>
                </p14:cNvPr>
                <p14:cNvContentPartPr/>
                <p14:nvPr/>
              </p14:nvContentPartPr>
              <p14:xfrm>
                <a:off x="2391383" y="877988"/>
                <a:ext cx="159840" cy="1717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C55B90A-4B09-690D-6DBD-850C653BA02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373383" y="859988"/>
                  <a:ext cx="1954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7E6A0BB-97D6-FE65-4025-613AA3584825}"/>
                    </a:ext>
                  </a:extLst>
                </p14:cNvPr>
                <p14:cNvContentPartPr/>
                <p14:nvPr/>
              </p14:nvContentPartPr>
              <p14:xfrm>
                <a:off x="2539703" y="887348"/>
                <a:ext cx="77760" cy="93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7E6A0BB-97D6-FE65-4025-613AA358482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521703" y="869708"/>
                  <a:ext cx="1134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4D083B7-7570-0AAB-D2D1-21C3F9F7474D}"/>
                    </a:ext>
                  </a:extLst>
                </p14:cNvPr>
                <p14:cNvContentPartPr/>
                <p14:nvPr/>
              </p14:nvContentPartPr>
              <p14:xfrm>
                <a:off x="2539703" y="811388"/>
                <a:ext cx="118080" cy="1486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4D083B7-7570-0AAB-D2D1-21C3F9F7474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522063" y="793388"/>
                  <a:ext cx="1537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9F1C544-5481-1CC3-DCB5-86AB47C864FA}"/>
                    </a:ext>
                  </a:extLst>
                </p14:cNvPr>
                <p14:cNvContentPartPr/>
                <p14:nvPr/>
              </p14:nvContentPartPr>
              <p14:xfrm>
                <a:off x="2514143" y="669548"/>
                <a:ext cx="1316880" cy="9842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9F1C544-5481-1CC3-DCB5-86AB47C864F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496143" y="651548"/>
                  <a:ext cx="1352520" cy="101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0912CB2E-F2D8-FB46-3040-DA1A584DDDFC}"/>
              </a:ext>
            </a:extLst>
          </p:cNvPr>
          <p:cNvGrpSpPr/>
          <p:nvPr/>
        </p:nvGrpSpPr>
        <p:grpSpPr>
          <a:xfrm>
            <a:off x="3691703" y="692948"/>
            <a:ext cx="1656360" cy="1343880"/>
            <a:chOff x="3691703" y="692948"/>
            <a:chExt cx="1656360" cy="134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10CC2BA-EC5E-562C-02F5-9060BEAF747A}"/>
                    </a:ext>
                  </a:extLst>
                </p14:cNvPr>
                <p14:cNvContentPartPr/>
                <p14:nvPr/>
              </p14:nvContentPartPr>
              <p14:xfrm>
                <a:off x="3691703" y="692948"/>
                <a:ext cx="1655280" cy="9500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10CC2BA-EC5E-562C-02F5-9060BEAF747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673703" y="675308"/>
                  <a:ext cx="1690920" cy="9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4E5E6E8-F111-E1D4-1C54-FA751BA7E220}"/>
                    </a:ext>
                  </a:extLst>
                </p14:cNvPr>
                <p14:cNvContentPartPr/>
                <p14:nvPr/>
              </p14:nvContentPartPr>
              <p14:xfrm>
                <a:off x="5020823" y="1028828"/>
                <a:ext cx="123840" cy="1944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4E5E6E8-F111-E1D4-1C54-FA751BA7E22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002823" y="1011188"/>
                  <a:ext cx="1594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79213EB-78ED-0D35-DE6F-86D2430DCE5A}"/>
                    </a:ext>
                  </a:extLst>
                </p14:cNvPr>
                <p14:cNvContentPartPr/>
                <p14:nvPr/>
              </p14:nvContentPartPr>
              <p14:xfrm>
                <a:off x="5013623" y="1027028"/>
                <a:ext cx="123840" cy="72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79213EB-78ED-0D35-DE6F-86D2430DCE5A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995983" y="1009388"/>
                  <a:ext cx="1594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AA87CA8-F6CA-508A-BB36-FE34A01FF136}"/>
                    </a:ext>
                  </a:extLst>
                </p14:cNvPr>
                <p14:cNvContentPartPr/>
                <p14:nvPr/>
              </p14:nvContentPartPr>
              <p14:xfrm>
                <a:off x="5121983" y="997508"/>
                <a:ext cx="93240" cy="770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AA87CA8-F6CA-508A-BB36-FE34A01FF13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104343" y="979868"/>
                  <a:ext cx="1288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F05724A-8EB5-BC5C-C9C8-D109C88B8BF3}"/>
                    </a:ext>
                  </a:extLst>
                </p14:cNvPr>
                <p14:cNvContentPartPr/>
                <p14:nvPr/>
              </p14:nvContentPartPr>
              <p14:xfrm>
                <a:off x="5183903" y="914708"/>
                <a:ext cx="95400" cy="1562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F05724A-8EB5-BC5C-C9C8-D109C88B8BF3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165903" y="897068"/>
                  <a:ext cx="1310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D87DE4C-0B67-A265-29F4-3C31DCF1E08B}"/>
                    </a:ext>
                  </a:extLst>
                </p14:cNvPr>
                <p14:cNvContentPartPr/>
                <p14:nvPr/>
              </p14:nvContentPartPr>
              <p14:xfrm>
                <a:off x="5246543" y="1102988"/>
                <a:ext cx="1800" cy="21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D87DE4C-0B67-A265-29F4-3C31DCF1E08B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228903" y="1084988"/>
                  <a:ext cx="374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787E48A-354D-D308-B394-2D09C00ED44A}"/>
                    </a:ext>
                  </a:extLst>
                </p14:cNvPr>
                <p14:cNvContentPartPr/>
                <p14:nvPr/>
              </p14:nvContentPartPr>
              <p14:xfrm>
                <a:off x="4877903" y="1835228"/>
                <a:ext cx="134640" cy="1796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787E48A-354D-D308-B394-2D09C00ED44A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859903" y="1817228"/>
                  <a:ext cx="1702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B96164D-5B9C-D4D6-E44D-8E00E069CC67}"/>
                    </a:ext>
                  </a:extLst>
                </p14:cNvPr>
                <p14:cNvContentPartPr/>
                <p14:nvPr/>
              </p14:nvContentPartPr>
              <p14:xfrm>
                <a:off x="4872863" y="1993628"/>
                <a:ext cx="3600" cy="32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B96164D-5B9C-D4D6-E44D-8E00E069CC67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854863" y="1975628"/>
                  <a:ext cx="392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7DF56B0-C62D-07D2-1468-B42C9CECFEB6}"/>
                    </a:ext>
                  </a:extLst>
                </p14:cNvPr>
                <p14:cNvContentPartPr/>
                <p14:nvPr/>
              </p14:nvContentPartPr>
              <p14:xfrm>
                <a:off x="4854863" y="1946108"/>
                <a:ext cx="64080" cy="907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7DF56B0-C62D-07D2-1468-B42C9CECFEB6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837223" y="1928468"/>
                  <a:ext cx="997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1BFEF99-EE17-11CA-E8DB-CF443455C997}"/>
                    </a:ext>
                  </a:extLst>
                </p14:cNvPr>
                <p14:cNvContentPartPr/>
                <p14:nvPr/>
              </p14:nvContentPartPr>
              <p14:xfrm>
                <a:off x="5068343" y="1909388"/>
                <a:ext cx="241920" cy="212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1BFEF99-EE17-11CA-E8DB-CF443455C99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050343" y="1891388"/>
                  <a:ext cx="2775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D98A4DE-30F2-CCED-870A-9BEE68B70E82}"/>
                    </a:ext>
                  </a:extLst>
                </p14:cNvPr>
                <p14:cNvContentPartPr/>
                <p14:nvPr/>
              </p14:nvContentPartPr>
              <p14:xfrm>
                <a:off x="5253383" y="1859348"/>
                <a:ext cx="94680" cy="121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D98A4DE-30F2-CCED-870A-9BEE68B70E8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235743" y="1841348"/>
                  <a:ext cx="1303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20BDCCB-D5CB-B6AA-BC01-DB6075C9152C}"/>
                    </a:ext>
                  </a:extLst>
                </p14:cNvPr>
                <p14:cNvContentPartPr/>
                <p14:nvPr/>
              </p14:nvContentPartPr>
              <p14:xfrm>
                <a:off x="3890783" y="759188"/>
                <a:ext cx="1128600" cy="10677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20BDCCB-D5CB-B6AA-BC01-DB6075C9152C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873143" y="741188"/>
                  <a:ext cx="1164240" cy="110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2ADD9306-3C1D-9D12-D472-10EA4EA31F27}"/>
              </a:ext>
            </a:extLst>
          </p:cNvPr>
          <p:cNvGrpSpPr/>
          <p:nvPr/>
        </p:nvGrpSpPr>
        <p:grpSpPr>
          <a:xfrm>
            <a:off x="5073383" y="1196948"/>
            <a:ext cx="803520" cy="1101960"/>
            <a:chOff x="5073383" y="1196948"/>
            <a:chExt cx="803520" cy="110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686E2E0-9A0A-3565-5E02-576517A6B578}"/>
                    </a:ext>
                  </a:extLst>
                </p14:cNvPr>
                <p14:cNvContentPartPr/>
                <p14:nvPr/>
              </p14:nvContentPartPr>
              <p14:xfrm>
                <a:off x="5151503" y="1497548"/>
                <a:ext cx="30600" cy="1742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686E2E0-9A0A-3565-5E02-576517A6B578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133863" y="1479908"/>
                  <a:ext cx="662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0E1DF48-93BF-B422-BD4F-8EFE37356F95}"/>
                    </a:ext>
                  </a:extLst>
                </p14:cNvPr>
                <p14:cNvContentPartPr/>
                <p14:nvPr/>
              </p14:nvContentPartPr>
              <p14:xfrm>
                <a:off x="5073383" y="2072108"/>
                <a:ext cx="118440" cy="2268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0E1DF48-93BF-B422-BD4F-8EFE37356F95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055383" y="2054468"/>
                  <a:ext cx="15408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8EFE97A-E75C-6E9C-E25C-3E492FD3677E}"/>
                    </a:ext>
                  </a:extLst>
                </p14:cNvPr>
                <p14:cNvContentPartPr/>
                <p14:nvPr/>
              </p14:nvContentPartPr>
              <p14:xfrm>
                <a:off x="5152583" y="2075708"/>
                <a:ext cx="169920" cy="1310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8EFE97A-E75C-6E9C-E25C-3E492FD3677E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134943" y="2057708"/>
                  <a:ext cx="2055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90A6F4F-6E40-9BB1-AEEC-8758687ED5B7}"/>
                    </a:ext>
                  </a:extLst>
                </p14:cNvPr>
                <p14:cNvContentPartPr/>
                <p14:nvPr/>
              </p14:nvContentPartPr>
              <p14:xfrm>
                <a:off x="5360663" y="2021708"/>
                <a:ext cx="84960" cy="925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90A6F4F-6E40-9BB1-AEEC-8758687ED5B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342663" y="2004068"/>
                  <a:ext cx="1206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0E82B02-6444-A82B-8352-8F2185A26D4F}"/>
                    </a:ext>
                  </a:extLst>
                </p14:cNvPr>
                <p14:cNvContentPartPr/>
                <p14:nvPr/>
              </p14:nvContentPartPr>
              <p14:xfrm>
                <a:off x="5465423" y="1944308"/>
                <a:ext cx="62640" cy="892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0E82B02-6444-A82B-8352-8F2185A26D4F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447783" y="1926668"/>
                  <a:ext cx="982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9DC20E7-A86C-FB0A-F57E-3546072D8AF4}"/>
                    </a:ext>
                  </a:extLst>
                </p14:cNvPr>
                <p14:cNvContentPartPr/>
                <p14:nvPr/>
              </p14:nvContentPartPr>
              <p14:xfrm>
                <a:off x="5547143" y="1870868"/>
                <a:ext cx="141120" cy="1123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9DC20E7-A86C-FB0A-F57E-3546072D8AF4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529503" y="1852868"/>
                  <a:ext cx="17676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6394272-2049-82BA-8BEB-AD268EC3B414}"/>
                    </a:ext>
                  </a:extLst>
                </p14:cNvPr>
                <p14:cNvContentPartPr/>
                <p14:nvPr/>
              </p14:nvContentPartPr>
              <p14:xfrm>
                <a:off x="5736863" y="1724708"/>
                <a:ext cx="138960" cy="1404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6394272-2049-82BA-8BEB-AD268EC3B414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719223" y="1707068"/>
                  <a:ext cx="1746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8B14521-3343-EFF6-8654-2A82964837DE}"/>
                    </a:ext>
                  </a:extLst>
                </p14:cNvPr>
                <p14:cNvContentPartPr/>
                <p14:nvPr/>
              </p14:nvContentPartPr>
              <p14:xfrm>
                <a:off x="5490983" y="1339148"/>
                <a:ext cx="137520" cy="2966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8B14521-3343-EFF6-8654-2A82964837DE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472983" y="1321148"/>
                  <a:ext cx="17316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7F11BAF-052E-B310-901F-B79CE2A545BA}"/>
                    </a:ext>
                  </a:extLst>
                </p14:cNvPr>
                <p14:cNvContentPartPr/>
                <p14:nvPr/>
              </p14:nvContentPartPr>
              <p14:xfrm>
                <a:off x="5560463" y="1524908"/>
                <a:ext cx="29520" cy="511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7F11BAF-052E-B310-901F-B79CE2A545BA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542463" y="1507268"/>
                  <a:ext cx="651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EAA8842-5352-F713-7987-8790C6B5B551}"/>
                    </a:ext>
                  </a:extLst>
                </p14:cNvPr>
                <p14:cNvContentPartPr/>
                <p14:nvPr/>
              </p14:nvContentPartPr>
              <p14:xfrm>
                <a:off x="5482343" y="1307468"/>
                <a:ext cx="47160" cy="432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EAA8842-5352-F713-7987-8790C6B5B551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464343" y="1289828"/>
                  <a:ext cx="828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7B14377-C7AF-2114-9255-087EC5176FBA}"/>
                    </a:ext>
                  </a:extLst>
                </p14:cNvPr>
                <p14:cNvContentPartPr/>
                <p14:nvPr/>
              </p14:nvContentPartPr>
              <p14:xfrm>
                <a:off x="5629223" y="1289828"/>
                <a:ext cx="111960" cy="2437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7B14377-C7AF-2114-9255-087EC5176FBA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611223" y="1272188"/>
                  <a:ext cx="14760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3E0C32D-DBC6-615F-984F-890F008965FA}"/>
                    </a:ext>
                  </a:extLst>
                </p14:cNvPr>
                <p14:cNvContentPartPr/>
                <p14:nvPr/>
              </p14:nvContentPartPr>
              <p14:xfrm>
                <a:off x="5636063" y="1196948"/>
                <a:ext cx="240840" cy="1994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3E0C32D-DBC6-615F-984F-890F008965FA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618423" y="1178948"/>
                  <a:ext cx="276480" cy="23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38E4503E-41A0-E1D9-E3EA-0BA98C122F39}"/>
              </a:ext>
            </a:extLst>
          </p:cNvPr>
          <p:cNvGrpSpPr/>
          <p:nvPr/>
        </p:nvGrpSpPr>
        <p:grpSpPr>
          <a:xfrm>
            <a:off x="1992863" y="583868"/>
            <a:ext cx="2403720" cy="1623600"/>
            <a:chOff x="1992863" y="583868"/>
            <a:chExt cx="2403720" cy="162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E0D1426-70E5-CBBB-C7A7-7A86CE2842CD}"/>
                    </a:ext>
                  </a:extLst>
                </p14:cNvPr>
                <p14:cNvContentPartPr/>
                <p14:nvPr/>
              </p14:nvContentPartPr>
              <p14:xfrm>
                <a:off x="2032103" y="1888508"/>
                <a:ext cx="115200" cy="1724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E0D1426-70E5-CBBB-C7A7-7A86CE2842CD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2014103" y="1870508"/>
                  <a:ext cx="1508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C59022F-CCF6-B62B-705A-5B77D658D1D1}"/>
                    </a:ext>
                  </a:extLst>
                </p14:cNvPr>
                <p14:cNvContentPartPr/>
                <p14:nvPr/>
              </p14:nvContentPartPr>
              <p14:xfrm>
                <a:off x="2095823" y="1883468"/>
                <a:ext cx="72360" cy="1501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C59022F-CCF6-B62B-705A-5B77D658D1D1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078183" y="1865828"/>
                  <a:ext cx="1080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B412B7F-8D73-3E78-074D-5B5C7D44BCA0}"/>
                    </a:ext>
                  </a:extLst>
                </p14:cNvPr>
                <p14:cNvContentPartPr/>
                <p14:nvPr/>
              </p14:nvContentPartPr>
              <p14:xfrm>
                <a:off x="2182223" y="1800668"/>
                <a:ext cx="171000" cy="1918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B412B7F-8D73-3E78-074D-5B5C7D44BCA0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2164223" y="1782668"/>
                  <a:ext cx="2066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F50A271-B0AF-37F0-CAE9-4FB142C5C91B}"/>
                    </a:ext>
                  </a:extLst>
                </p14:cNvPr>
                <p14:cNvContentPartPr/>
                <p14:nvPr/>
              </p14:nvContentPartPr>
              <p14:xfrm>
                <a:off x="2365823" y="1776908"/>
                <a:ext cx="128160" cy="1018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F50A271-B0AF-37F0-CAE9-4FB142C5C91B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348183" y="1758908"/>
                  <a:ext cx="1638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A6F67F0-73B5-C522-497A-427A6D36EE87}"/>
                    </a:ext>
                  </a:extLst>
                </p14:cNvPr>
                <p14:cNvContentPartPr/>
                <p14:nvPr/>
              </p14:nvContentPartPr>
              <p14:xfrm>
                <a:off x="2534663" y="1664948"/>
                <a:ext cx="162720" cy="1490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A6F67F0-73B5-C522-497A-427A6D36EE87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517023" y="1647308"/>
                  <a:ext cx="1983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5A0578A-F79C-11DB-F7AF-37D70E6CD1F5}"/>
                    </a:ext>
                  </a:extLst>
                </p14:cNvPr>
                <p14:cNvContentPartPr/>
                <p14:nvPr/>
              </p14:nvContentPartPr>
              <p14:xfrm>
                <a:off x="2010503" y="1381988"/>
                <a:ext cx="104040" cy="2005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5A0578A-F79C-11DB-F7AF-37D70E6CD1F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992503" y="1363988"/>
                  <a:ext cx="1396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A973867-713B-DB88-6786-016B73A6D8FC}"/>
                    </a:ext>
                  </a:extLst>
                </p14:cNvPr>
                <p14:cNvContentPartPr/>
                <p14:nvPr/>
              </p14:nvContentPartPr>
              <p14:xfrm>
                <a:off x="1992863" y="1334828"/>
                <a:ext cx="180360" cy="2005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A973867-713B-DB88-6786-016B73A6D8FC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974863" y="1317188"/>
                  <a:ext cx="21600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0533999-5F39-74E3-41B8-A884DB6AC0DE}"/>
                    </a:ext>
                  </a:extLst>
                </p14:cNvPr>
                <p14:cNvContentPartPr/>
                <p14:nvPr/>
              </p14:nvContentPartPr>
              <p14:xfrm>
                <a:off x="2208503" y="1321868"/>
                <a:ext cx="140040" cy="1191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0533999-5F39-74E3-41B8-A884DB6AC0DE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2190863" y="1303868"/>
                  <a:ext cx="1756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69CD8C9-D985-8BC2-D884-F8B81F991289}"/>
                    </a:ext>
                  </a:extLst>
                </p14:cNvPr>
                <p14:cNvContentPartPr/>
                <p14:nvPr/>
              </p14:nvContentPartPr>
              <p14:xfrm>
                <a:off x="2336663" y="1261028"/>
                <a:ext cx="152280" cy="1000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69CD8C9-D985-8BC2-D884-F8B81F991289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2318663" y="1243028"/>
                  <a:ext cx="18792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B89CB97-DD56-22DD-3231-86726C751713}"/>
                    </a:ext>
                  </a:extLst>
                </p14:cNvPr>
                <p14:cNvContentPartPr/>
                <p14:nvPr/>
              </p14:nvContentPartPr>
              <p14:xfrm>
                <a:off x="2495783" y="1194428"/>
                <a:ext cx="153000" cy="1274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B89CB97-DD56-22DD-3231-86726C751713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2478143" y="1176428"/>
                  <a:ext cx="1886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0DCF8B5-5C23-F965-AF84-0D39CF845F0E}"/>
                    </a:ext>
                  </a:extLst>
                </p14:cNvPr>
                <p14:cNvContentPartPr/>
                <p14:nvPr/>
              </p14:nvContentPartPr>
              <p14:xfrm>
                <a:off x="3647063" y="1498628"/>
                <a:ext cx="220320" cy="2091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0DCF8B5-5C23-F965-AF84-0D39CF845F0E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3629423" y="1480628"/>
                  <a:ext cx="2559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6E31DA7-75C6-D17D-1C32-037E5FF43B02}"/>
                    </a:ext>
                  </a:extLst>
                </p14:cNvPr>
                <p14:cNvContentPartPr/>
                <p14:nvPr/>
              </p14:nvContentPartPr>
              <p14:xfrm>
                <a:off x="3884303" y="1506188"/>
                <a:ext cx="219960" cy="1710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6E31DA7-75C6-D17D-1C32-037E5FF43B02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3866663" y="1488548"/>
                  <a:ext cx="2556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E56D41D-C3E0-140C-8602-0D6063ABAD37}"/>
                    </a:ext>
                  </a:extLst>
                </p14:cNvPr>
                <p14:cNvContentPartPr/>
                <p14:nvPr/>
              </p14:nvContentPartPr>
              <p14:xfrm>
                <a:off x="3773783" y="1523828"/>
                <a:ext cx="261000" cy="2383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E56D41D-C3E0-140C-8602-0D6063ABAD37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3755783" y="1506188"/>
                  <a:ext cx="29664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1951A79-3066-16DD-94BA-5926C1B63B49}"/>
                    </a:ext>
                  </a:extLst>
                </p14:cNvPr>
                <p14:cNvContentPartPr/>
                <p14:nvPr/>
              </p14:nvContentPartPr>
              <p14:xfrm>
                <a:off x="4073663" y="1552628"/>
                <a:ext cx="19080" cy="2340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1951A79-3066-16DD-94BA-5926C1B63B49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056023" y="1534988"/>
                  <a:ext cx="5472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8BF2648-9024-0139-E86E-0E12508FE62A}"/>
                    </a:ext>
                  </a:extLst>
                </p14:cNvPr>
                <p14:cNvContentPartPr/>
                <p14:nvPr/>
              </p14:nvContentPartPr>
              <p14:xfrm>
                <a:off x="3879263" y="1487468"/>
                <a:ext cx="28800" cy="3931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8BF2648-9024-0139-E86E-0E12508FE62A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3861263" y="1469468"/>
                  <a:ext cx="6444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3048774-6548-C3BB-7596-7F7941BA0C7A}"/>
                    </a:ext>
                  </a:extLst>
                </p14:cNvPr>
                <p14:cNvContentPartPr/>
                <p14:nvPr/>
              </p14:nvContentPartPr>
              <p14:xfrm>
                <a:off x="3709703" y="2043668"/>
                <a:ext cx="106200" cy="1638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3048774-6548-C3BB-7596-7F7941BA0C7A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3692063" y="2026028"/>
                  <a:ext cx="1418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058A0E9-1FD5-7661-7E0A-FFA289E03CC9}"/>
                    </a:ext>
                  </a:extLst>
                </p14:cNvPr>
                <p14:cNvContentPartPr/>
                <p14:nvPr/>
              </p14:nvContentPartPr>
              <p14:xfrm>
                <a:off x="3823823" y="1992548"/>
                <a:ext cx="94320" cy="1281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058A0E9-1FD5-7661-7E0A-FFA289E03CC9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805823" y="1974908"/>
                  <a:ext cx="1299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6A05CED-1C50-C7EC-D6BF-07F5EBA08C5D}"/>
                    </a:ext>
                  </a:extLst>
                </p14:cNvPr>
                <p14:cNvContentPartPr/>
                <p14:nvPr/>
              </p14:nvContentPartPr>
              <p14:xfrm>
                <a:off x="3908423" y="1955828"/>
                <a:ext cx="90360" cy="1170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6A05CED-1C50-C7EC-D6BF-07F5EBA08C5D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890783" y="1938188"/>
                  <a:ext cx="1260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8107C5D-B112-3321-1F76-CA5364573AF2}"/>
                    </a:ext>
                  </a:extLst>
                </p14:cNvPr>
                <p14:cNvContentPartPr/>
                <p14:nvPr/>
              </p14:nvContentPartPr>
              <p14:xfrm>
                <a:off x="4073303" y="1921268"/>
                <a:ext cx="126720" cy="997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8107C5D-B112-3321-1F76-CA5364573AF2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055663" y="1903268"/>
                  <a:ext cx="1623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F6D1206-B288-B255-5DE4-3121EA3A5C88}"/>
                    </a:ext>
                  </a:extLst>
                </p14:cNvPr>
                <p14:cNvContentPartPr/>
                <p14:nvPr/>
              </p14:nvContentPartPr>
              <p14:xfrm>
                <a:off x="4241783" y="1842068"/>
                <a:ext cx="154800" cy="1026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F6D1206-B288-B255-5DE4-3121EA3A5C88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4223783" y="1824068"/>
                  <a:ext cx="1904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935AC26-331E-DD49-E2D0-05629EA0E521}"/>
                    </a:ext>
                  </a:extLst>
                </p14:cNvPr>
                <p14:cNvContentPartPr/>
                <p14:nvPr/>
              </p14:nvContentPartPr>
              <p14:xfrm>
                <a:off x="2240543" y="1598708"/>
                <a:ext cx="111600" cy="1126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935AC26-331E-DD49-E2D0-05629EA0E521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2234423" y="1592588"/>
                  <a:ext cx="1238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366876B-AFEF-A460-36A5-83A6C731628E}"/>
                    </a:ext>
                  </a:extLst>
                </p14:cNvPr>
                <p14:cNvContentPartPr/>
                <p14:nvPr/>
              </p14:nvContentPartPr>
              <p14:xfrm>
                <a:off x="2502623" y="1274708"/>
                <a:ext cx="87120" cy="1753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366876B-AFEF-A460-36A5-83A6C731628E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2496503" y="1268588"/>
                  <a:ext cx="9936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D61FCD3-C9ED-37DD-4446-2C44F739C194}"/>
                    </a:ext>
                  </a:extLst>
                </p14:cNvPr>
                <p14:cNvContentPartPr/>
                <p14:nvPr/>
              </p14:nvContentPartPr>
              <p14:xfrm>
                <a:off x="2619623" y="656228"/>
                <a:ext cx="214200" cy="4593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D61FCD3-C9ED-37DD-4446-2C44F739C194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2613503" y="650108"/>
                  <a:ext cx="226440" cy="47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DE246DD-0160-4F22-0446-A46678BCB8BF}"/>
                    </a:ext>
                  </a:extLst>
                </p14:cNvPr>
                <p14:cNvContentPartPr/>
                <p14:nvPr/>
              </p14:nvContentPartPr>
              <p14:xfrm>
                <a:off x="2929943" y="583868"/>
                <a:ext cx="326880" cy="2304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DE246DD-0160-4F22-0446-A46678BCB8BF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2923823" y="577748"/>
                  <a:ext cx="3391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0619EA57-C6BE-E811-8A89-CB34D61E9E8A}"/>
                    </a:ext>
                  </a:extLst>
                </p14:cNvPr>
                <p14:cNvContentPartPr/>
                <p14:nvPr/>
              </p14:nvContentPartPr>
              <p14:xfrm>
                <a:off x="3294983" y="905708"/>
                <a:ext cx="38160" cy="586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0619EA57-C6BE-E811-8A89-CB34D61E9E8A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3288863" y="899588"/>
                  <a:ext cx="504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ECA4208-19F3-0ED7-FA05-E46CADA3B8E0}"/>
                    </a:ext>
                  </a:extLst>
                </p14:cNvPr>
                <p14:cNvContentPartPr/>
                <p14:nvPr/>
              </p14:nvContentPartPr>
              <p14:xfrm>
                <a:off x="3427103" y="989588"/>
                <a:ext cx="150480" cy="2300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ECA4208-19F3-0ED7-FA05-E46CADA3B8E0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3420983" y="983468"/>
                  <a:ext cx="1627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18E00A8-849B-E2BB-161A-5B72233D5943}"/>
                    </a:ext>
                  </a:extLst>
                </p14:cNvPr>
                <p14:cNvContentPartPr/>
                <p14:nvPr/>
              </p14:nvContentPartPr>
              <p14:xfrm>
                <a:off x="3622223" y="1291628"/>
                <a:ext cx="136440" cy="2142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18E00A8-849B-E2BB-161A-5B72233D5943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3616103" y="1285508"/>
                  <a:ext cx="1486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F222DED-CC4C-A78A-E672-428CE8FFB754}"/>
                    </a:ext>
                  </a:extLst>
                </p14:cNvPr>
                <p14:cNvContentPartPr/>
                <p14:nvPr/>
              </p14:nvContentPartPr>
              <p14:xfrm>
                <a:off x="3873863" y="1601588"/>
                <a:ext cx="51120" cy="590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F222DED-CC4C-A78A-E672-428CE8FFB754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3867743" y="1595468"/>
                  <a:ext cx="63360" cy="7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F501180-40E6-1CFD-797C-F47A28F683E0}"/>
              </a:ext>
            </a:extLst>
          </p:cNvPr>
          <p:cNvGrpSpPr/>
          <p:nvPr/>
        </p:nvGrpSpPr>
        <p:grpSpPr>
          <a:xfrm>
            <a:off x="10309972" y="1454432"/>
            <a:ext cx="1571760" cy="1506960"/>
            <a:chOff x="10309972" y="1454432"/>
            <a:chExt cx="1571760" cy="150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DD622D9-7D91-08FC-DC00-346506E6B1EA}"/>
                    </a:ext>
                  </a:extLst>
                </p14:cNvPr>
                <p14:cNvContentPartPr/>
                <p14:nvPr/>
              </p14:nvContentPartPr>
              <p14:xfrm>
                <a:off x="10338412" y="1454432"/>
                <a:ext cx="107280" cy="10627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DD622D9-7D91-08FC-DC00-346506E6B1EA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0320412" y="1436792"/>
                  <a:ext cx="142920" cy="10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F5BF348-4D2E-FFB6-9590-F271447F15FC}"/>
                    </a:ext>
                  </a:extLst>
                </p14:cNvPr>
                <p14:cNvContentPartPr/>
                <p14:nvPr/>
              </p14:nvContentPartPr>
              <p14:xfrm>
                <a:off x="10309972" y="2347952"/>
                <a:ext cx="1557000" cy="1659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F5BF348-4D2E-FFB6-9590-F271447F15FC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0292332" y="2329952"/>
                  <a:ext cx="15926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06687C2-EF01-D6D9-5E8D-6EB756360ED0}"/>
                    </a:ext>
                  </a:extLst>
                </p14:cNvPr>
                <p14:cNvContentPartPr/>
                <p14:nvPr/>
              </p14:nvContentPartPr>
              <p14:xfrm>
                <a:off x="11712892" y="2277752"/>
                <a:ext cx="168840" cy="1702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06687C2-EF01-D6D9-5E8D-6EB756360ED0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1694892" y="2259752"/>
                  <a:ext cx="2044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E6BB70D-5401-4DFD-5B0E-D08D96FD9993}"/>
                    </a:ext>
                  </a:extLst>
                </p14:cNvPr>
                <p14:cNvContentPartPr/>
                <p14:nvPr/>
              </p14:nvContentPartPr>
              <p14:xfrm>
                <a:off x="11082892" y="2678072"/>
                <a:ext cx="298800" cy="1998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E6BB70D-5401-4DFD-5B0E-D08D96FD9993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1064892" y="2660072"/>
                  <a:ext cx="33444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A201836-A249-AFF4-97A3-00D53EE07383}"/>
                    </a:ext>
                  </a:extLst>
                </p14:cNvPr>
                <p14:cNvContentPartPr/>
                <p14:nvPr/>
              </p14:nvContentPartPr>
              <p14:xfrm>
                <a:off x="11193052" y="2808752"/>
                <a:ext cx="91440" cy="1526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A201836-A249-AFF4-97A3-00D53EE07383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1175052" y="2791112"/>
                  <a:ext cx="127080" cy="18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533C06FB-4193-5987-9001-7B0906294796}"/>
              </a:ext>
            </a:extLst>
          </p:cNvPr>
          <p:cNvGrpSpPr/>
          <p:nvPr/>
        </p:nvGrpSpPr>
        <p:grpSpPr>
          <a:xfrm>
            <a:off x="10066612" y="1797872"/>
            <a:ext cx="107640" cy="370800"/>
            <a:chOff x="10066612" y="1797872"/>
            <a:chExt cx="107640" cy="37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878BBB5-85BE-F947-CCBE-06819EE73B4C}"/>
                    </a:ext>
                  </a:extLst>
                </p14:cNvPr>
                <p14:cNvContentPartPr/>
                <p14:nvPr/>
              </p14:nvContentPartPr>
              <p14:xfrm>
                <a:off x="10104772" y="1805792"/>
                <a:ext cx="55440" cy="3628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878BBB5-85BE-F947-CCBE-06819EE73B4C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0087132" y="1787792"/>
                  <a:ext cx="9108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6CA274E-251B-1A98-4059-B45A0F259FC9}"/>
                    </a:ext>
                  </a:extLst>
                </p14:cNvPr>
                <p14:cNvContentPartPr/>
                <p14:nvPr/>
              </p14:nvContentPartPr>
              <p14:xfrm>
                <a:off x="10066612" y="1797872"/>
                <a:ext cx="107640" cy="1393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6CA274E-251B-1A98-4059-B45A0F259FC9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0048972" y="1780232"/>
                  <a:ext cx="143280" cy="17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33CE0999-7887-9A72-43B3-A8B0D07031F2}"/>
              </a:ext>
            </a:extLst>
          </p:cNvPr>
          <p:cNvGrpSpPr/>
          <p:nvPr/>
        </p:nvGrpSpPr>
        <p:grpSpPr>
          <a:xfrm>
            <a:off x="9929452" y="1323752"/>
            <a:ext cx="374040" cy="203400"/>
            <a:chOff x="9929452" y="1323752"/>
            <a:chExt cx="374040" cy="20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BCDCDA2-14DD-3B0C-5D04-E8789009803E}"/>
                    </a:ext>
                  </a:extLst>
                </p14:cNvPr>
                <p14:cNvContentPartPr/>
                <p14:nvPr/>
              </p14:nvContentPartPr>
              <p14:xfrm>
                <a:off x="9929452" y="1389992"/>
                <a:ext cx="122040" cy="1371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BCDCDA2-14DD-3B0C-5D04-E8789009803E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9911452" y="1371992"/>
                  <a:ext cx="1576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7655D76-2363-3709-8D65-0255F16D6434}"/>
                    </a:ext>
                  </a:extLst>
                </p14:cNvPr>
                <p14:cNvContentPartPr/>
                <p14:nvPr/>
              </p14:nvContentPartPr>
              <p14:xfrm>
                <a:off x="10105132" y="1461632"/>
                <a:ext cx="3600" cy="25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7655D76-2363-3709-8D65-0255F16D6434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0087492" y="1443992"/>
                  <a:ext cx="392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2F1752D-B0D6-EEB9-36EB-EF6586179850}"/>
                    </a:ext>
                  </a:extLst>
                </p14:cNvPr>
                <p14:cNvContentPartPr/>
                <p14:nvPr/>
              </p14:nvContentPartPr>
              <p14:xfrm>
                <a:off x="10107292" y="1323752"/>
                <a:ext cx="147600" cy="1022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2F1752D-B0D6-EEB9-36EB-EF6586179850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0089292" y="1305752"/>
                  <a:ext cx="1832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FA546D8-8171-A07D-7696-C0A19F240616}"/>
                    </a:ext>
                  </a:extLst>
                </p14:cNvPr>
                <p14:cNvContentPartPr/>
                <p14:nvPr/>
              </p14:nvContentPartPr>
              <p14:xfrm>
                <a:off x="10299532" y="1352552"/>
                <a:ext cx="3960" cy="18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FA546D8-8171-A07D-7696-C0A19F240616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0281532" y="1334552"/>
                  <a:ext cx="39600" cy="3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B0447416-A40E-3272-025C-DB4B0ECBB04C}"/>
              </a:ext>
            </a:extLst>
          </p:cNvPr>
          <p:cNvGrpSpPr/>
          <p:nvPr/>
        </p:nvGrpSpPr>
        <p:grpSpPr>
          <a:xfrm>
            <a:off x="10014412" y="697712"/>
            <a:ext cx="979560" cy="361080"/>
            <a:chOff x="10014412" y="697712"/>
            <a:chExt cx="979560" cy="36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67851D36-C24D-3FB9-71E0-0B43F498093D}"/>
                    </a:ext>
                  </a:extLst>
                </p14:cNvPr>
                <p14:cNvContentPartPr/>
                <p14:nvPr/>
              </p14:nvContentPartPr>
              <p14:xfrm>
                <a:off x="10015852" y="811832"/>
                <a:ext cx="65160" cy="2070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67851D36-C24D-3FB9-71E0-0B43F498093D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9998212" y="794192"/>
                  <a:ext cx="10080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D178774-0F9F-1598-E338-83CA646BDC7C}"/>
                    </a:ext>
                  </a:extLst>
                </p14:cNvPr>
                <p14:cNvContentPartPr/>
                <p14:nvPr/>
              </p14:nvContentPartPr>
              <p14:xfrm>
                <a:off x="10014412" y="1014152"/>
                <a:ext cx="49680" cy="176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D178774-0F9F-1598-E338-83CA646BDC7C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9996412" y="996512"/>
                  <a:ext cx="853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D1F9326-CCFB-C869-1150-D450630FFAF4}"/>
                    </a:ext>
                  </a:extLst>
                </p14:cNvPr>
                <p14:cNvContentPartPr/>
                <p14:nvPr/>
              </p14:nvContentPartPr>
              <p14:xfrm>
                <a:off x="10137532" y="926672"/>
                <a:ext cx="125280" cy="864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D1F9326-CCFB-C869-1150-D450630FFAF4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0119532" y="909032"/>
                  <a:ext cx="1609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A8E3760-54A6-6DCF-BA8A-2E72C961D19E}"/>
                    </a:ext>
                  </a:extLst>
                </p14:cNvPr>
                <p14:cNvContentPartPr/>
                <p14:nvPr/>
              </p14:nvContentPartPr>
              <p14:xfrm>
                <a:off x="10303852" y="806432"/>
                <a:ext cx="65880" cy="1303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A8E3760-54A6-6DCF-BA8A-2E72C961D19E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0286212" y="788432"/>
                  <a:ext cx="1015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9946155-5F72-7D6A-D594-9F6C0157DECE}"/>
                    </a:ext>
                  </a:extLst>
                </p14:cNvPr>
                <p14:cNvContentPartPr/>
                <p14:nvPr/>
              </p14:nvContentPartPr>
              <p14:xfrm>
                <a:off x="10300972" y="843152"/>
                <a:ext cx="61560" cy="579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9946155-5F72-7D6A-D594-9F6C0157DECE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0283332" y="825152"/>
                  <a:ext cx="972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90D77B1-0DDB-A04C-05D7-7D1F25C44FA3}"/>
                    </a:ext>
                  </a:extLst>
                </p14:cNvPr>
                <p14:cNvContentPartPr/>
                <p14:nvPr/>
              </p14:nvContentPartPr>
              <p14:xfrm>
                <a:off x="10410772" y="838112"/>
                <a:ext cx="194400" cy="896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90D77B1-0DDB-A04C-05D7-7D1F25C44FA3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0392772" y="820112"/>
                  <a:ext cx="2300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4F2B603-4BB9-2316-47B6-B63263EF93B2}"/>
                    </a:ext>
                  </a:extLst>
                </p14:cNvPr>
                <p14:cNvContentPartPr/>
                <p14:nvPr/>
              </p14:nvContentPartPr>
              <p14:xfrm>
                <a:off x="10659172" y="806072"/>
                <a:ext cx="99360" cy="1418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4F2B603-4BB9-2316-47B6-B63263EF93B2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0641172" y="788072"/>
                  <a:ext cx="1350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7827F87-FAC5-58BC-C988-8093057D79FC}"/>
                    </a:ext>
                  </a:extLst>
                </p14:cNvPr>
                <p14:cNvContentPartPr/>
                <p14:nvPr/>
              </p14:nvContentPartPr>
              <p14:xfrm>
                <a:off x="10770772" y="818312"/>
                <a:ext cx="25560" cy="727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7827F87-FAC5-58BC-C988-8093057D79FC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0753132" y="800672"/>
                  <a:ext cx="6120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52D7C66-A2E2-5B8B-20E9-4978977A7060}"/>
                    </a:ext>
                  </a:extLst>
                </p14:cNvPr>
                <p14:cNvContentPartPr/>
                <p14:nvPr/>
              </p14:nvContentPartPr>
              <p14:xfrm>
                <a:off x="10750252" y="697712"/>
                <a:ext cx="16200" cy="230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52D7C66-A2E2-5B8B-20E9-4978977A7060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0732612" y="679712"/>
                  <a:ext cx="518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ADF597BC-F98B-2C4C-1DD8-208E9BFEAB26}"/>
                    </a:ext>
                  </a:extLst>
                </p14:cNvPr>
                <p14:cNvContentPartPr/>
                <p14:nvPr/>
              </p14:nvContentPartPr>
              <p14:xfrm>
                <a:off x="10839532" y="750632"/>
                <a:ext cx="34560" cy="1386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ADF597BC-F98B-2C4C-1DD8-208E9BFEAB26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0821532" y="732632"/>
                  <a:ext cx="702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13153B66-F603-5757-E587-1661C5870A01}"/>
                    </a:ext>
                  </a:extLst>
                </p14:cNvPr>
                <p14:cNvContentPartPr/>
                <p14:nvPr/>
              </p14:nvContentPartPr>
              <p14:xfrm>
                <a:off x="10829452" y="788432"/>
                <a:ext cx="52920" cy="126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13153B66-F603-5757-E587-1661C5870A01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0811452" y="770792"/>
                  <a:ext cx="885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65D64E9-B421-46BC-6B48-C6E1AD1CB224}"/>
                    </a:ext>
                  </a:extLst>
                </p14:cNvPr>
                <p14:cNvContentPartPr/>
                <p14:nvPr/>
              </p14:nvContentPartPr>
              <p14:xfrm>
                <a:off x="10915492" y="788792"/>
                <a:ext cx="78480" cy="2700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65D64E9-B421-46BC-6B48-C6E1AD1CB224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0897852" y="770792"/>
                  <a:ext cx="114120" cy="305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1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82DB0E3D-B1F6-10D6-7B5E-9C83209305CD}"/>
                  </a:ext>
                </a:extLst>
              </p14:cNvPr>
              <p14:cNvContentPartPr/>
              <p14:nvPr/>
            </p14:nvContentPartPr>
            <p14:xfrm>
              <a:off x="2019892" y="2647472"/>
              <a:ext cx="2905560" cy="171216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82DB0E3D-B1F6-10D6-7B5E-9C83209305CD}"/>
                  </a:ext>
                </a:extLst>
              </p:cNvPr>
              <p:cNvPicPr/>
              <p:nvPr/>
            </p:nvPicPr>
            <p:blipFill>
              <a:blip r:embed="rId222"/>
              <a:stretch>
                <a:fillRect/>
              </a:stretch>
            </p:blipFill>
            <p:spPr>
              <a:xfrm>
                <a:off x="2002252" y="2629832"/>
                <a:ext cx="2941200" cy="174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7" name="Group 176">
            <a:extLst>
              <a:ext uri="{FF2B5EF4-FFF2-40B4-BE49-F238E27FC236}">
                <a16:creationId xmlns:a16="http://schemas.microsoft.com/office/drawing/2014/main" id="{894C4970-06FA-B3EE-AAC8-18CB3C9435BA}"/>
              </a:ext>
            </a:extLst>
          </p:cNvPr>
          <p:cNvGrpSpPr/>
          <p:nvPr/>
        </p:nvGrpSpPr>
        <p:grpSpPr>
          <a:xfrm>
            <a:off x="2290972" y="2136632"/>
            <a:ext cx="4189320" cy="2877840"/>
            <a:chOff x="2290972" y="2136632"/>
            <a:chExt cx="4189320" cy="287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33EE156F-B9C8-C569-DA83-4A25DE5EEF80}"/>
                    </a:ext>
                  </a:extLst>
                </p14:cNvPr>
                <p14:cNvContentPartPr/>
                <p14:nvPr/>
              </p14:nvContentPartPr>
              <p14:xfrm>
                <a:off x="2521732" y="2658272"/>
                <a:ext cx="34200" cy="4410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3EE156F-B9C8-C569-DA83-4A25DE5EEF80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2503732" y="2640272"/>
                  <a:ext cx="69840" cy="4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4C3416E4-1EF2-D52C-9BEB-8145F6E7BEA0}"/>
                    </a:ext>
                  </a:extLst>
                </p14:cNvPr>
                <p14:cNvContentPartPr/>
                <p14:nvPr/>
              </p14:nvContentPartPr>
              <p14:xfrm>
                <a:off x="2508772" y="3223472"/>
                <a:ext cx="55080" cy="11664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4C3416E4-1EF2-D52C-9BEB-8145F6E7BEA0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2490772" y="3205472"/>
                  <a:ext cx="90720" cy="12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73FC8A8-E3E1-051D-8EC0-C08C265E4775}"/>
                    </a:ext>
                  </a:extLst>
                </p14:cNvPr>
                <p14:cNvContentPartPr/>
                <p14:nvPr/>
              </p14:nvContentPartPr>
              <p14:xfrm>
                <a:off x="2290972" y="4559072"/>
                <a:ext cx="133200" cy="1227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73FC8A8-E3E1-051D-8EC0-C08C265E4775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2272972" y="4541072"/>
                  <a:ext cx="1688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7093D8B-C81C-7826-7D40-645793A3147B}"/>
                    </a:ext>
                  </a:extLst>
                </p14:cNvPr>
                <p14:cNvContentPartPr/>
                <p14:nvPr/>
              </p14:nvContentPartPr>
              <p14:xfrm>
                <a:off x="2391772" y="4606592"/>
                <a:ext cx="93960" cy="1116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7093D8B-C81C-7826-7D40-645793A3147B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2374132" y="4588952"/>
                  <a:ext cx="1296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54110FE-442F-734A-673F-187ACE8F970A}"/>
                    </a:ext>
                  </a:extLst>
                </p14:cNvPr>
                <p14:cNvContentPartPr/>
                <p14:nvPr/>
              </p14:nvContentPartPr>
              <p14:xfrm>
                <a:off x="2433892" y="4521992"/>
                <a:ext cx="121680" cy="727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54110FE-442F-734A-673F-187ACE8F970A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2416252" y="4503992"/>
                  <a:ext cx="1573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AE96810A-477A-E38C-992D-E16A883BC907}"/>
                    </a:ext>
                  </a:extLst>
                </p14:cNvPr>
                <p14:cNvContentPartPr/>
                <p14:nvPr/>
              </p14:nvContentPartPr>
              <p14:xfrm>
                <a:off x="2520652" y="4500752"/>
                <a:ext cx="82800" cy="1209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AE96810A-477A-E38C-992D-E16A883BC907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2502652" y="4483112"/>
                  <a:ext cx="1184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16FAF751-FABE-584A-4AF5-D2C0F79C4CA6}"/>
                    </a:ext>
                  </a:extLst>
                </p14:cNvPr>
                <p14:cNvContentPartPr/>
                <p14:nvPr/>
              </p14:nvContentPartPr>
              <p14:xfrm>
                <a:off x="2580412" y="4414352"/>
                <a:ext cx="52200" cy="813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16FAF751-FABE-584A-4AF5-D2C0F79C4CA6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2562772" y="4396712"/>
                  <a:ext cx="8784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47156B07-8B0E-17AA-823F-D05FB8A33E7A}"/>
                    </a:ext>
                  </a:extLst>
                </p14:cNvPr>
                <p14:cNvContentPartPr/>
                <p14:nvPr/>
              </p14:nvContentPartPr>
              <p14:xfrm>
                <a:off x="4171252" y="4205912"/>
                <a:ext cx="20880" cy="2167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47156B07-8B0E-17AA-823F-D05FB8A33E7A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4153612" y="4188272"/>
                  <a:ext cx="5652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F3C7C54-E9CC-D321-5075-BD225A9B4F01}"/>
                    </a:ext>
                  </a:extLst>
                </p14:cNvPr>
                <p14:cNvContentPartPr/>
                <p14:nvPr/>
              </p14:nvContentPartPr>
              <p14:xfrm>
                <a:off x="4180252" y="4841672"/>
                <a:ext cx="93600" cy="1728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F3C7C54-E9CC-D321-5075-BD225A9B4F01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4162252" y="4823672"/>
                  <a:ext cx="1292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57247436-0110-3DD5-C089-98E79CB07D15}"/>
                    </a:ext>
                  </a:extLst>
                </p14:cNvPr>
                <p14:cNvContentPartPr/>
                <p14:nvPr/>
              </p14:nvContentPartPr>
              <p14:xfrm>
                <a:off x="4270612" y="4815392"/>
                <a:ext cx="57960" cy="900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57247436-0110-3DD5-C089-98E79CB07D15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4252612" y="4797752"/>
                  <a:ext cx="936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ACC0938-208A-353D-E281-F526930332FC}"/>
                    </a:ext>
                  </a:extLst>
                </p14:cNvPr>
                <p14:cNvContentPartPr/>
                <p14:nvPr/>
              </p14:nvContentPartPr>
              <p14:xfrm>
                <a:off x="4359172" y="4710272"/>
                <a:ext cx="71280" cy="788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ACC0938-208A-353D-E281-F526930332FC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4341172" y="4692272"/>
                  <a:ext cx="1069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010F759-5929-ACD7-5F7C-87B9922828D3}"/>
                    </a:ext>
                  </a:extLst>
                </p14:cNvPr>
                <p14:cNvContentPartPr/>
                <p14:nvPr/>
              </p14:nvContentPartPr>
              <p14:xfrm>
                <a:off x="4258732" y="4710992"/>
                <a:ext cx="37440" cy="1533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010F759-5929-ACD7-5F7C-87B9922828D3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4240732" y="4693352"/>
                  <a:ext cx="730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B7052278-AC11-499D-13C3-AB5B3B21BBC5}"/>
                    </a:ext>
                  </a:extLst>
                </p14:cNvPr>
                <p14:cNvContentPartPr/>
                <p14:nvPr/>
              </p14:nvContentPartPr>
              <p14:xfrm>
                <a:off x="3388612" y="3734312"/>
                <a:ext cx="34560" cy="6663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B7052278-AC11-499D-13C3-AB5B3B21BBC5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3370612" y="3716312"/>
                  <a:ext cx="70200" cy="70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236A6E54-DD81-FC48-DB87-83419EDCC769}"/>
                    </a:ext>
                  </a:extLst>
                </p14:cNvPr>
                <p14:cNvContentPartPr/>
                <p14:nvPr/>
              </p14:nvContentPartPr>
              <p14:xfrm>
                <a:off x="3238852" y="4446392"/>
                <a:ext cx="47520" cy="846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236A6E54-DD81-FC48-DB87-83419EDCC769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3221212" y="4428392"/>
                  <a:ext cx="831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887C562C-00C1-F4AE-360A-94D4CFB52660}"/>
                    </a:ext>
                  </a:extLst>
                </p14:cNvPr>
                <p14:cNvContentPartPr/>
                <p14:nvPr/>
              </p14:nvContentPartPr>
              <p14:xfrm>
                <a:off x="3259732" y="4512272"/>
                <a:ext cx="77760" cy="1123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887C562C-00C1-F4AE-360A-94D4CFB52660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3242092" y="4494272"/>
                  <a:ext cx="1134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4EE6687E-13BB-E6A3-6064-0FC28AD89266}"/>
                    </a:ext>
                  </a:extLst>
                </p14:cNvPr>
                <p14:cNvContentPartPr/>
                <p14:nvPr/>
              </p14:nvContentPartPr>
              <p14:xfrm>
                <a:off x="3348292" y="4405712"/>
                <a:ext cx="185040" cy="1854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4EE6687E-13BB-E6A3-6064-0FC28AD89266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3330652" y="4388072"/>
                  <a:ext cx="2206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9DE7BB2-D280-5B04-5203-0F0DEF478A52}"/>
                    </a:ext>
                  </a:extLst>
                </p14:cNvPr>
                <p14:cNvContentPartPr/>
                <p14:nvPr/>
              </p14:nvContentPartPr>
              <p14:xfrm>
                <a:off x="3539092" y="4383752"/>
                <a:ext cx="97920" cy="1022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9DE7BB2-D280-5B04-5203-0F0DEF478A52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3521092" y="4365752"/>
                  <a:ext cx="1335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B8174ACC-7DAF-4FD8-806B-6259AD4D70C8}"/>
                    </a:ext>
                  </a:extLst>
                </p14:cNvPr>
                <p14:cNvContentPartPr/>
                <p14:nvPr/>
              </p14:nvContentPartPr>
              <p14:xfrm>
                <a:off x="4204012" y="3806672"/>
                <a:ext cx="189720" cy="1677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B8174ACC-7DAF-4FD8-806B-6259AD4D70C8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4186372" y="3788672"/>
                  <a:ext cx="2253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393A8E4-DA4C-44BE-E534-320C13012CB7}"/>
                    </a:ext>
                  </a:extLst>
                </p14:cNvPr>
                <p14:cNvContentPartPr/>
                <p14:nvPr/>
              </p14:nvContentPartPr>
              <p14:xfrm>
                <a:off x="4224172" y="3727832"/>
                <a:ext cx="185400" cy="1231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393A8E4-DA4C-44BE-E534-320C13012CB7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4206532" y="3709832"/>
                  <a:ext cx="2210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4032262B-F8AC-B119-5FED-B25183667464}"/>
                    </a:ext>
                  </a:extLst>
                </p14:cNvPr>
                <p14:cNvContentPartPr/>
                <p14:nvPr/>
              </p14:nvContentPartPr>
              <p14:xfrm>
                <a:off x="3382132" y="3200432"/>
                <a:ext cx="239760" cy="1350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4032262B-F8AC-B119-5FED-B25183667464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3364492" y="3182792"/>
                  <a:ext cx="2754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FCD84B3-81AB-520F-C970-D0E2BD0C506C}"/>
                    </a:ext>
                  </a:extLst>
                </p14:cNvPr>
                <p14:cNvContentPartPr/>
                <p14:nvPr/>
              </p14:nvContentPartPr>
              <p14:xfrm>
                <a:off x="2631532" y="2446952"/>
                <a:ext cx="197280" cy="1879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FCD84B3-81AB-520F-C970-D0E2BD0C506C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2613892" y="2429312"/>
                  <a:ext cx="2329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857325E5-65A6-8099-75F8-67F607572FC1}"/>
                    </a:ext>
                  </a:extLst>
                </p14:cNvPr>
                <p14:cNvContentPartPr/>
                <p14:nvPr/>
              </p14:nvContentPartPr>
              <p14:xfrm>
                <a:off x="2658892" y="2368832"/>
                <a:ext cx="233280" cy="2383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857325E5-65A6-8099-75F8-67F607572FC1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2640892" y="2351192"/>
                  <a:ext cx="26892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B702253C-9933-1103-54BD-A87AD5C8E09A}"/>
                    </a:ext>
                  </a:extLst>
                </p14:cNvPr>
                <p14:cNvContentPartPr/>
                <p14:nvPr/>
              </p14:nvContentPartPr>
              <p14:xfrm>
                <a:off x="2551612" y="2136632"/>
                <a:ext cx="618840" cy="7797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B702253C-9933-1103-54BD-A87AD5C8E09A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2533612" y="2118992"/>
                  <a:ext cx="654480" cy="81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01B94B8F-4105-8F5F-5A93-7F97F8B34C10}"/>
                    </a:ext>
                  </a:extLst>
                </p14:cNvPr>
                <p14:cNvContentPartPr/>
                <p14:nvPr/>
              </p14:nvContentPartPr>
              <p14:xfrm>
                <a:off x="3170452" y="2910272"/>
                <a:ext cx="628200" cy="7171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01B94B8F-4105-8F5F-5A93-7F97F8B34C10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3152452" y="2892272"/>
                  <a:ext cx="663840" cy="75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D7CEE934-D9C9-9BDB-45A3-A845964AC7E8}"/>
                    </a:ext>
                  </a:extLst>
                </p14:cNvPr>
                <p14:cNvContentPartPr/>
                <p14:nvPr/>
              </p14:nvContentPartPr>
              <p14:xfrm>
                <a:off x="3995932" y="3501032"/>
                <a:ext cx="655200" cy="7063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D7CEE934-D9C9-9BDB-45A3-A845964AC7E8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3978292" y="3483032"/>
                  <a:ext cx="690840" cy="74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CC919D42-6EE9-76CA-4248-F2A3541851C9}"/>
                    </a:ext>
                  </a:extLst>
                </p14:cNvPr>
                <p14:cNvContentPartPr/>
                <p14:nvPr/>
              </p14:nvContentPartPr>
              <p14:xfrm>
                <a:off x="3488332" y="2381072"/>
                <a:ext cx="1604880" cy="6206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CC919D42-6EE9-76CA-4248-F2A3541851C9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3470692" y="2363432"/>
                  <a:ext cx="1640520" cy="65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958C7A41-32B8-05A3-5260-9A64585EF692}"/>
                    </a:ext>
                  </a:extLst>
                </p14:cNvPr>
                <p14:cNvContentPartPr/>
                <p14:nvPr/>
              </p14:nvContentPartPr>
              <p14:xfrm>
                <a:off x="3957052" y="3005672"/>
                <a:ext cx="1026000" cy="1170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958C7A41-32B8-05A3-5260-9A64585EF692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3939052" y="2987672"/>
                  <a:ext cx="10616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6603E82-09BB-B8E9-6519-AF5F8A377C75}"/>
                    </a:ext>
                  </a:extLst>
                </p14:cNvPr>
                <p14:cNvContentPartPr/>
                <p14:nvPr/>
              </p14:nvContentPartPr>
              <p14:xfrm>
                <a:off x="4734292" y="3048872"/>
                <a:ext cx="330120" cy="4341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6603E82-09BB-B8E9-6519-AF5F8A377C75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4716652" y="3031232"/>
                  <a:ext cx="365760" cy="46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E1DDD016-06AA-F48A-8355-8E06F8813C84}"/>
                    </a:ext>
                  </a:extLst>
                </p14:cNvPr>
                <p14:cNvContentPartPr/>
                <p14:nvPr/>
              </p14:nvContentPartPr>
              <p14:xfrm>
                <a:off x="5087452" y="2918912"/>
                <a:ext cx="237960" cy="1051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E1DDD016-06AA-F48A-8355-8E06F8813C84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5069452" y="2901272"/>
                  <a:ext cx="2736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E5D063F1-4305-BE5A-3D3F-3C8D4FAF12DA}"/>
                    </a:ext>
                  </a:extLst>
                </p14:cNvPr>
                <p14:cNvContentPartPr/>
                <p14:nvPr/>
              </p14:nvContentPartPr>
              <p14:xfrm>
                <a:off x="5244772" y="2840072"/>
                <a:ext cx="121320" cy="1814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E5D063F1-4305-BE5A-3D3F-3C8D4FAF12DA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5226772" y="2822072"/>
                  <a:ext cx="1569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D70F00E3-230B-D9B6-C1EF-F20BA9F741D6}"/>
                    </a:ext>
                  </a:extLst>
                </p14:cNvPr>
                <p14:cNvContentPartPr/>
                <p14:nvPr/>
              </p14:nvContentPartPr>
              <p14:xfrm>
                <a:off x="5477692" y="2718392"/>
                <a:ext cx="158040" cy="1688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D70F00E3-230B-D9B6-C1EF-F20BA9F741D6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5460052" y="2700392"/>
                  <a:ext cx="1936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D225726-21E1-73BB-DAA4-F6CAB733AC4D}"/>
                    </a:ext>
                  </a:extLst>
                </p14:cNvPr>
                <p14:cNvContentPartPr/>
                <p14:nvPr/>
              </p14:nvContentPartPr>
              <p14:xfrm>
                <a:off x="5716732" y="2651792"/>
                <a:ext cx="259920" cy="1159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D225726-21E1-73BB-DAA4-F6CAB733AC4D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5699092" y="2634152"/>
                  <a:ext cx="2955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00D302DC-6AB6-2A7F-C2E1-A6C2C3D15F8E}"/>
                    </a:ext>
                  </a:extLst>
                </p14:cNvPr>
                <p14:cNvContentPartPr/>
                <p14:nvPr/>
              </p14:nvContentPartPr>
              <p14:xfrm>
                <a:off x="5911492" y="2489432"/>
                <a:ext cx="15120" cy="464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00D302DC-6AB6-2A7F-C2E1-A6C2C3D15F8E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5893852" y="2471792"/>
                  <a:ext cx="507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6766519C-DF8E-48BC-51D7-6501A54CCBE4}"/>
                    </a:ext>
                  </a:extLst>
                </p14:cNvPr>
                <p14:cNvContentPartPr/>
                <p14:nvPr/>
              </p14:nvContentPartPr>
              <p14:xfrm>
                <a:off x="6026692" y="2424992"/>
                <a:ext cx="102960" cy="2142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6766519C-DF8E-48BC-51D7-6501A54CCBE4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6008692" y="2407352"/>
                  <a:ext cx="13860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22F3DAE7-92BC-6E6C-FF09-F8E1700D8364}"/>
                    </a:ext>
                  </a:extLst>
                </p14:cNvPr>
                <p14:cNvContentPartPr/>
                <p14:nvPr/>
              </p14:nvContentPartPr>
              <p14:xfrm>
                <a:off x="6054052" y="2503472"/>
                <a:ext cx="91800" cy="986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22F3DAE7-92BC-6E6C-FF09-F8E1700D8364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6036052" y="2485832"/>
                  <a:ext cx="1274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4E325E85-166D-022C-C69F-DB35E98B121F}"/>
                    </a:ext>
                  </a:extLst>
                </p14:cNvPr>
                <p14:cNvContentPartPr/>
                <p14:nvPr/>
              </p14:nvContentPartPr>
              <p14:xfrm>
                <a:off x="6187972" y="2446952"/>
                <a:ext cx="76680" cy="1076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4E325E85-166D-022C-C69F-DB35E98B121F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6170332" y="2429312"/>
                  <a:ext cx="1123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67CDE1C0-1A2C-4FC2-BDEE-2536DF9CFDEC}"/>
                    </a:ext>
                  </a:extLst>
                </p14:cNvPr>
                <p14:cNvContentPartPr/>
                <p14:nvPr/>
              </p14:nvContentPartPr>
              <p14:xfrm>
                <a:off x="5727892" y="3224912"/>
                <a:ext cx="124560" cy="2174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67CDE1C0-1A2C-4FC2-BDEE-2536DF9CFDEC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5709892" y="3206912"/>
                  <a:ext cx="16020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28501D67-5B2D-97CC-603E-2AEC2510F425}"/>
                    </a:ext>
                  </a:extLst>
                </p14:cNvPr>
                <p14:cNvContentPartPr/>
                <p14:nvPr/>
              </p14:nvContentPartPr>
              <p14:xfrm>
                <a:off x="5750932" y="3110072"/>
                <a:ext cx="11880" cy="151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28501D67-5B2D-97CC-603E-2AEC2510F425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5733292" y="3092072"/>
                  <a:ext cx="475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D97F5E43-EADE-53BC-AD78-FD266A39DC00}"/>
                    </a:ext>
                  </a:extLst>
                </p14:cNvPr>
                <p14:cNvContentPartPr/>
                <p14:nvPr/>
              </p14:nvContentPartPr>
              <p14:xfrm>
                <a:off x="5940292" y="3270632"/>
                <a:ext cx="54000" cy="1231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D97F5E43-EADE-53BC-AD78-FD266A39DC00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5922652" y="3252992"/>
                  <a:ext cx="896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DE3189E8-7101-F692-7F55-CF17849CEB64}"/>
                    </a:ext>
                  </a:extLst>
                </p14:cNvPr>
                <p14:cNvContentPartPr/>
                <p14:nvPr/>
              </p14:nvContentPartPr>
              <p14:xfrm>
                <a:off x="5932372" y="3100352"/>
                <a:ext cx="17280" cy="234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DE3189E8-7101-F692-7F55-CF17849CEB64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5914372" y="3082352"/>
                  <a:ext cx="529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DF6211A1-3CCB-90D3-5699-D55D55A21282}"/>
                    </a:ext>
                  </a:extLst>
                </p14:cNvPr>
                <p14:cNvContentPartPr/>
                <p14:nvPr/>
              </p14:nvContentPartPr>
              <p14:xfrm>
                <a:off x="6031732" y="2907392"/>
                <a:ext cx="281880" cy="34884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DF6211A1-3CCB-90D3-5699-D55D55A21282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6013732" y="2889752"/>
                  <a:ext cx="31752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06A87E9F-F04A-551C-8D94-47976EE5BE29}"/>
                    </a:ext>
                  </a:extLst>
                </p14:cNvPr>
                <p14:cNvContentPartPr/>
                <p14:nvPr/>
              </p14:nvContentPartPr>
              <p14:xfrm>
                <a:off x="6364732" y="2775272"/>
                <a:ext cx="115560" cy="1267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06A87E9F-F04A-551C-8D94-47976EE5BE29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6347092" y="2757632"/>
                  <a:ext cx="1512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3DB65A1E-6595-5713-61B4-AA8642F1E366}"/>
                    </a:ext>
                  </a:extLst>
                </p14:cNvPr>
                <p14:cNvContentPartPr/>
                <p14:nvPr/>
              </p14:nvContentPartPr>
              <p14:xfrm>
                <a:off x="6345652" y="2757632"/>
                <a:ext cx="122400" cy="1508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3DB65A1E-6595-5713-61B4-AA8642F1E366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6328012" y="2739632"/>
                  <a:ext cx="158040" cy="18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6E2A9B74-7A4D-C868-9475-6851FBDF6B74}"/>
              </a:ext>
            </a:extLst>
          </p:cNvPr>
          <p:cNvGrpSpPr/>
          <p:nvPr/>
        </p:nvGrpSpPr>
        <p:grpSpPr>
          <a:xfrm>
            <a:off x="10382332" y="3081992"/>
            <a:ext cx="1791000" cy="1434960"/>
            <a:chOff x="10382332" y="3081992"/>
            <a:chExt cx="1791000" cy="143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434C483-5DCB-BD3F-2823-7461B26C70C1}"/>
                    </a:ext>
                  </a:extLst>
                </p14:cNvPr>
                <p14:cNvContentPartPr/>
                <p14:nvPr/>
              </p14:nvContentPartPr>
              <p14:xfrm>
                <a:off x="10741612" y="3200792"/>
                <a:ext cx="234720" cy="207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434C483-5DCB-BD3F-2823-7461B26C70C1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0723972" y="3182792"/>
                  <a:ext cx="27036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55882FD-C50D-B161-5036-6E08D47AA8A8}"/>
                    </a:ext>
                  </a:extLst>
                </p14:cNvPr>
                <p14:cNvContentPartPr/>
                <p14:nvPr/>
              </p14:nvContentPartPr>
              <p14:xfrm>
                <a:off x="11047252" y="3245792"/>
                <a:ext cx="103680" cy="99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55882FD-C50D-B161-5036-6E08D47AA8A8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1029612" y="3227792"/>
                  <a:ext cx="1393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7F0175D-F3BA-254F-C526-CFD2469FFFEB}"/>
                    </a:ext>
                  </a:extLst>
                </p14:cNvPr>
                <p14:cNvContentPartPr/>
                <p14:nvPr/>
              </p14:nvContentPartPr>
              <p14:xfrm>
                <a:off x="11166772" y="3213032"/>
                <a:ext cx="127440" cy="84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7F0175D-F3BA-254F-C526-CFD2469FFFEB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1149132" y="3195032"/>
                  <a:ext cx="1630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58768A0-614E-4E0F-3035-03152ABDD495}"/>
                    </a:ext>
                  </a:extLst>
                </p14:cNvPr>
                <p14:cNvContentPartPr/>
                <p14:nvPr/>
              </p14:nvContentPartPr>
              <p14:xfrm>
                <a:off x="11325532" y="3189992"/>
                <a:ext cx="92880" cy="1260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58768A0-614E-4E0F-3035-03152ABDD495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1307892" y="3172352"/>
                  <a:ext cx="1285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D291428-A006-7502-C538-E7ADD06A1B5A}"/>
                    </a:ext>
                  </a:extLst>
                </p14:cNvPr>
                <p14:cNvContentPartPr/>
                <p14:nvPr/>
              </p14:nvContentPartPr>
              <p14:xfrm>
                <a:off x="11468452" y="3113312"/>
                <a:ext cx="51840" cy="1382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D291428-A006-7502-C538-E7ADD06A1B5A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1450452" y="3095672"/>
                  <a:ext cx="8748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999A07D-55DE-E4F2-3B95-7BFD23B5D8A6}"/>
                    </a:ext>
                  </a:extLst>
                </p14:cNvPr>
                <p14:cNvContentPartPr/>
                <p14:nvPr/>
              </p14:nvContentPartPr>
              <p14:xfrm>
                <a:off x="11610292" y="3182432"/>
                <a:ext cx="78480" cy="961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999A07D-55DE-E4F2-3B95-7BFD23B5D8A6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1592292" y="3164792"/>
                  <a:ext cx="1141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0D993F6-F304-B76E-C504-9F86D851C2B7}"/>
                    </a:ext>
                  </a:extLst>
                </p14:cNvPr>
                <p14:cNvContentPartPr/>
                <p14:nvPr/>
              </p14:nvContentPartPr>
              <p14:xfrm>
                <a:off x="11734132" y="3180272"/>
                <a:ext cx="91440" cy="777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0D993F6-F304-B76E-C504-9F86D851C2B7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1716492" y="3162272"/>
                  <a:ext cx="1270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503F543-D2B1-B937-A86E-80BB2195724F}"/>
                    </a:ext>
                  </a:extLst>
                </p14:cNvPr>
                <p14:cNvContentPartPr/>
                <p14:nvPr/>
              </p14:nvContentPartPr>
              <p14:xfrm>
                <a:off x="11900452" y="3175592"/>
                <a:ext cx="41040" cy="1177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503F543-D2B1-B937-A86E-80BB2195724F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11882812" y="3157592"/>
                  <a:ext cx="766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177E20E-C765-F7E8-100F-17FCD42428FE}"/>
                    </a:ext>
                  </a:extLst>
                </p14:cNvPr>
                <p14:cNvContentPartPr/>
                <p14:nvPr/>
              </p14:nvContentPartPr>
              <p14:xfrm>
                <a:off x="11972812" y="3090272"/>
                <a:ext cx="40320" cy="1796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177E20E-C765-F7E8-100F-17FCD42428FE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11954812" y="3072632"/>
                  <a:ext cx="759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B5F766A-FCD6-4BA9-2CAA-C6F46B83BED8}"/>
                    </a:ext>
                  </a:extLst>
                </p14:cNvPr>
                <p14:cNvContentPartPr/>
                <p14:nvPr/>
              </p14:nvContentPartPr>
              <p14:xfrm>
                <a:off x="11963452" y="3081992"/>
                <a:ext cx="209880" cy="1036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B5F766A-FCD6-4BA9-2CAA-C6F46B83BED8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11945812" y="3064352"/>
                  <a:ext cx="2455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43A5ADE3-3272-C9F3-E0D5-EE9D1F2CB599}"/>
                    </a:ext>
                  </a:extLst>
                </p14:cNvPr>
                <p14:cNvContentPartPr/>
                <p14:nvPr/>
              </p14:nvContentPartPr>
              <p14:xfrm>
                <a:off x="10429852" y="3787592"/>
                <a:ext cx="133200" cy="6580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43A5ADE3-3272-C9F3-E0D5-EE9D1F2CB599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10411852" y="3769952"/>
                  <a:ext cx="168840" cy="69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FFA3AACF-071B-9B2D-0F40-CA0BACECF6EC}"/>
                    </a:ext>
                  </a:extLst>
                </p14:cNvPr>
                <p14:cNvContentPartPr/>
                <p14:nvPr/>
              </p14:nvContentPartPr>
              <p14:xfrm>
                <a:off x="10510852" y="4353872"/>
                <a:ext cx="1408320" cy="1630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FFA3AACF-071B-9B2D-0F40-CA0BACECF6EC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10493212" y="4336232"/>
                  <a:ext cx="14439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02DE3D0D-6D9B-0B5D-FD1F-71E1ABF6AA20}"/>
                    </a:ext>
                  </a:extLst>
                </p14:cNvPr>
                <p14:cNvContentPartPr/>
                <p14:nvPr/>
              </p14:nvContentPartPr>
              <p14:xfrm>
                <a:off x="10382332" y="3706232"/>
                <a:ext cx="150480" cy="18144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02DE3D0D-6D9B-0B5D-FD1F-71E1ABF6AA20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10364692" y="3688232"/>
                  <a:ext cx="1861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2557E146-498D-EEF4-149A-75D82CB6695E}"/>
                    </a:ext>
                  </a:extLst>
                </p14:cNvPr>
                <p14:cNvContentPartPr/>
                <p14:nvPr/>
              </p14:nvContentPartPr>
              <p14:xfrm>
                <a:off x="11782372" y="4285112"/>
                <a:ext cx="170280" cy="1389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2557E146-498D-EEF4-149A-75D82CB6695E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11764372" y="4267472"/>
                  <a:ext cx="20592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8970BC28-FADA-BFF2-407E-348B5FCDEAE6}"/>
                    </a:ext>
                  </a:extLst>
                </p14:cNvPr>
                <p14:cNvContentPartPr/>
                <p14:nvPr/>
              </p14:nvContentPartPr>
              <p14:xfrm>
                <a:off x="10626772" y="3458552"/>
                <a:ext cx="1059120" cy="9342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8970BC28-FADA-BFF2-407E-348B5FCDEAE6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0608772" y="3440552"/>
                  <a:ext cx="1094760" cy="9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0A331533-47BA-3CB3-F6B1-B005FB63807E}"/>
                    </a:ext>
                  </a:extLst>
                </p14:cNvPr>
                <p14:cNvContentPartPr/>
                <p14:nvPr/>
              </p14:nvContentPartPr>
              <p14:xfrm>
                <a:off x="11114212" y="3653312"/>
                <a:ext cx="2520" cy="1425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0A331533-47BA-3CB3-F6B1-B005FB63807E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11096212" y="3635312"/>
                  <a:ext cx="381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F1338977-8E6A-0CD6-230F-2E8AB1FEB979}"/>
                    </a:ext>
                  </a:extLst>
                </p14:cNvPr>
                <p14:cNvContentPartPr/>
                <p14:nvPr/>
              </p14:nvContentPartPr>
              <p14:xfrm>
                <a:off x="11153812" y="4006112"/>
                <a:ext cx="32040" cy="900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F1338977-8E6A-0CD6-230F-2E8AB1FEB979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1136172" y="3988112"/>
                  <a:ext cx="676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C8571425-3A79-4F1B-41EE-2777C3809853}"/>
                    </a:ext>
                  </a:extLst>
                </p14:cNvPr>
                <p14:cNvContentPartPr/>
                <p14:nvPr/>
              </p14:nvContentPartPr>
              <p14:xfrm>
                <a:off x="11219692" y="4327232"/>
                <a:ext cx="20880" cy="5040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C8571425-3A79-4F1B-41EE-2777C3809853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1202052" y="4309592"/>
                  <a:ext cx="56520" cy="8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08280A1B-FF4E-9420-D680-BD53E3B00756}"/>
              </a:ext>
            </a:extLst>
          </p:cNvPr>
          <p:cNvGrpSpPr/>
          <p:nvPr/>
        </p:nvGrpSpPr>
        <p:grpSpPr>
          <a:xfrm>
            <a:off x="10164172" y="4137152"/>
            <a:ext cx="114480" cy="209880"/>
            <a:chOff x="10164172" y="4137152"/>
            <a:chExt cx="114480" cy="20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E81A60B8-8457-53C9-DBDE-0D979A5BE667}"/>
                    </a:ext>
                  </a:extLst>
                </p14:cNvPr>
                <p14:cNvContentPartPr/>
                <p14:nvPr/>
              </p14:nvContentPartPr>
              <p14:xfrm>
                <a:off x="10164172" y="4149032"/>
                <a:ext cx="63360" cy="1980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E81A60B8-8457-53C9-DBDE-0D979A5BE667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0146172" y="4131392"/>
                  <a:ext cx="990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6F3C5FB6-6E48-8E95-0696-AD4366E03C7B}"/>
                    </a:ext>
                  </a:extLst>
                </p14:cNvPr>
                <p14:cNvContentPartPr/>
                <p14:nvPr/>
              </p14:nvContentPartPr>
              <p14:xfrm>
                <a:off x="10165972" y="4137152"/>
                <a:ext cx="112680" cy="11016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6F3C5FB6-6E48-8E95-0696-AD4366E03C7B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10148332" y="4119512"/>
                  <a:ext cx="148320" cy="14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1200A215-43FB-5EF6-24DF-5553346C50ED}"/>
              </a:ext>
            </a:extLst>
          </p:cNvPr>
          <p:cNvGrpSpPr/>
          <p:nvPr/>
        </p:nvGrpSpPr>
        <p:grpSpPr>
          <a:xfrm>
            <a:off x="10044652" y="3836192"/>
            <a:ext cx="120600" cy="166320"/>
            <a:chOff x="10044652" y="3836192"/>
            <a:chExt cx="120600" cy="16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0ABCE365-B756-CFB5-E831-5E114C01F188}"/>
                    </a:ext>
                  </a:extLst>
                </p14:cNvPr>
                <p14:cNvContentPartPr/>
                <p14:nvPr/>
              </p14:nvContentPartPr>
              <p14:xfrm>
                <a:off x="10044652" y="3867872"/>
                <a:ext cx="70200" cy="1220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0ABCE365-B756-CFB5-E831-5E114C01F188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0027012" y="3850232"/>
                  <a:ext cx="1058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5825A783-3087-34F9-D178-CB95327A4F3B}"/>
                    </a:ext>
                  </a:extLst>
                </p14:cNvPr>
                <p14:cNvContentPartPr/>
                <p14:nvPr/>
              </p14:nvContentPartPr>
              <p14:xfrm>
                <a:off x="10058332" y="3836192"/>
                <a:ext cx="31320" cy="507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5825A783-3087-34F9-D178-CB95327A4F3B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0040332" y="3818552"/>
                  <a:ext cx="669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26978905-D9C6-78B3-31DA-BA9970204A15}"/>
                    </a:ext>
                  </a:extLst>
                </p14:cNvPr>
                <p14:cNvContentPartPr/>
                <p14:nvPr/>
              </p14:nvContentPartPr>
              <p14:xfrm>
                <a:off x="10114852" y="3969752"/>
                <a:ext cx="50400" cy="327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26978905-D9C6-78B3-31DA-BA9970204A15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0097212" y="3952112"/>
                  <a:ext cx="86040" cy="6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469AE615-C211-CCE3-1997-6C90C50476DD}"/>
              </a:ext>
            </a:extLst>
          </p:cNvPr>
          <p:cNvGrpSpPr/>
          <p:nvPr/>
        </p:nvGrpSpPr>
        <p:grpSpPr>
          <a:xfrm>
            <a:off x="10682212" y="4608032"/>
            <a:ext cx="1474560" cy="366840"/>
            <a:chOff x="10682212" y="4608032"/>
            <a:chExt cx="1474560" cy="36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848CF52B-7E98-9636-1970-23893DD4637A}"/>
                    </a:ext>
                  </a:extLst>
                </p14:cNvPr>
                <p14:cNvContentPartPr/>
                <p14:nvPr/>
              </p14:nvContentPartPr>
              <p14:xfrm>
                <a:off x="11225812" y="4654112"/>
                <a:ext cx="78840" cy="1782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848CF52B-7E98-9636-1970-23893DD4637A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1208172" y="4636112"/>
                  <a:ext cx="1144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CCA43CEB-2C41-3E83-F0E1-6D369C417E32}"/>
                    </a:ext>
                  </a:extLst>
                </p14:cNvPr>
                <p14:cNvContentPartPr/>
                <p14:nvPr/>
              </p14:nvContentPartPr>
              <p14:xfrm>
                <a:off x="11404012" y="4668512"/>
                <a:ext cx="79560" cy="1425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CCA43CEB-2C41-3E83-F0E1-6D369C417E32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1386372" y="4650512"/>
                  <a:ext cx="1152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180A4313-78F9-E57E-9018-C7A8C5D411F0}"/>
                    </a:ext>
                  </a:extLst>
                </p14:cNvPr>
                <p14:cNvContentPartPr/>
                <p14:nvPr/>
              </p14:nvContentPartPr>
              <p14:xfrm>
                <a:off x="11533972" y="4674272"/>
                <a:ext cx="90720" cy="10800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180A4313-78F9-E57E-9018-C7A8C5D411F0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11515972" y="4656632"/>
                  <a:ext cx="1263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B5CDFB27-BCDA-4E9A-E33C-F4645C739262}"/>
                    </a:ext>
                  </a:extLst>
                </p14:cNvPr>
                <p14:cNvContentPartPr/>
                <p14:nvPr/>
              </p14:nvContentPartPr>
              <p14:xfrm>
                <a:off x="10682212" y="4699472"/>
                <a:ext cx="164880" cy="11700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B5CDFB27-BCDA-4E9A-E33C-F4645C739262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10664212" y="4681472"/>
                  <a:ext cx="2005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266E3FAA-4C8C-095D-379E-028179A381BE}"/>
                    </a:ext>
                  </a:extLst>
                </p14:cNvPr>
                <p14:cNvContentPartPr/>
                <p14:nvPr/>
              </p14:nvContentPartPr>
              <p14:xfrm>
                <a:off x="10793812" y="4746992"/>
                <a:ext cx="36720" cy="1425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266E3FAA-4C8C-095D-379E-028179A381BE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0776172" y="4729352"/>
                  <a:ext cx="723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58AF9E5C-05FE-A26A-40FD-42CA643C28D2}"/>
                    </a:ext>
                  </a:extLst>
                </p14:cNvPr>
                <p14:cNvContentPartPr/>
                <p14:nvPr/>
              </p14:nvContentPartPr>
              <p14:xfrm>
                <a:off x="11069572" y="4670312"/>
                <a:ext cx="142920" cy="3045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58AF9E5C-05FE-A26A-40FD-42CA643C28D2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1051572" y="4652312"/>
                  <a:ext cx="17856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B40A5045-7524-4417-CEC5-ABCEFBA6796F}"/>
                    </a:ext>
                  </a:extLst>
                </p14:cNvPr>
                <p14:cNvContentPartPr/>
                <p14:nvPr/>
              </p14:nvContentPartPr>
              <p14:xfrm>
                <a:off x="11791012" y="4715672"/>
                <a:ext cx="95040" cy="8928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B40A5045-7524-4417-CEC5-ABCEFBA6796F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1773372" y="4697672"/>
                  <a:ext cx="1306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65CABC90-8A99-DB6D-3920-76CA80722D6D}"/>
                    </a:ext>
                  </a:extLst>
                </p14:cNvPr>
                <p14:cNvContentPartPr/>
                <p14:nvPr/>
              </p14:nvContentPartPr>
              <p14:xfrm>
                <a:off x="11934292" y="4705952"/>
                <a:ext cx="138960" cy="6984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65CABC90-8A99-DB6D-3920-76CA80722D6D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1916292" y="4687952"/>
                  <a:ext cx="17460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62FB03E6-DC5C-C3A8-92E6-3EAFF46B248B}"/>
                    </a:ext>
                  </a:extLst>
                </p14:cNvPr>
                <p14:cNvContentPartPr/>
                <p14:nvPr/>
              </p14:nvContentPartPr>
              <p14:xfrm>
                <a:off x="12060652" y="4608032"/>
                <a:ext cx="96120" cy="35928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62FB03E6-DC5C-C3A8-92E6-3EAFF46B248B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2042652" y="4590032"/>
                  <a:ext cx="131760" cy="39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74147C62-95F7-1D46-D18A-21B379CCF2C7}"/>
              </a:ext>
            </a:extLst>
          </p:cNvPr>
          <p:cNvGrpSpPr/>
          <p:nvPr/>
        </p:nvGrpSpPr>
        <p:grpSpPr>
          <a:xfrm>
            <a:off x="9769252" y="3383672"/>
            <a:ext cx="2350800" cy="1943640"/>
            <a:chOff x="9769252" y="3383672"/>
            <a:chExt cx="2350800" cy="194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CAC76C4B-EB6E-676C-42FB-A09F7D28EC6E}"/>
                    </a:ext>
                  </a:extLst>
                </p14:cNvPr>
                <p14:cNvContentPartPr/>
                <p14:nvPr/>
              </p14:nvContentPartPr>
              <p14:xfrm>
                <a:off x="9769252" y="3398792"/>
                <a:ext cx="2235600" cy="1033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CAC76C4B-EB6E-676C-42FB-A09F7D28EC6E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9751252" y="3380792"/>
                  <a:ext cx="22712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CD29F086-67D3-2D4B-96E8-607D384A99BD}"/>
                    </a:ext>
                  </a:extLst>
                </p14:cNvPr>
                <p14:cNvContentPartPr/>
                <p14:nvPr/>
              </p14:nvContentPartPr>
              <p14:xfrm>
                <a:off x="10204132" y="3466472"/>
                <a:ext cx="1915920" cy="172620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CD29F086-67D3-2D4B-96E8-607D384A99BD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10186492" y="3448472"/>
                  <a:ext cx="1951560" cy="176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DC3D204E-7C13-4F63-D417-23771F13E988}"/>
                    </a:ext>
                  </a:extLst>
                </p14:cNvPr>
                <p14:cNvContentPartPr/>
                <p14:nvPr/>
              </p14:nvContentPartPr>
              <p14:xfrm>
                <a:off x="9772852" y="3383672"/>
                <a:ext cx="328680" cy="194364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DC3D204E-7C13-4F63-D417-23771F13E988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9755212" y="3366032"/>
                  <a:ext cx="364320" cy="19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05D38F1A-A7FE-1645-A547-8F3AA945CA94}"/>
                    </a:ext>
                  </a:extLst>
                </p14:cNvPr>
                <p14:cNvContentPartPr/>
                <p14:nvPr/>
              </p14:nvContentPartPr>
              <p14:xfrm>
                <a:off x="11107372" y="3538472"/>
                <a:ext cx="39240" cy="20052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05D38F1A-A7FE-1645-A547-8F3AA945CA94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1089372" y="3520472"/>
                  <a:ext cx="748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1F464CED-2AE4-6958-7978-AEC843A0910C}"/>
                    </a:ext>
                  </a:extLst>
                </p14:cNvPr>
                <p14:cNvContentPartPr/>
                <p14:nvPr/>
              </p14:nvContentPartPr>
              <p14:xfrm>
                <a:off x="11175412" y="3832232"/>
                <a:ext cx="17280" cy="30276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1F464CED-2AE4-6958-7978-AEC843A0910C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1157772" y="3814232"/>
                  <a:ext cx="5292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143FD491-5021-E92E-9E61-389F95182FCC}"/>
                    </a:ext>
                  </a:extLst>
                </p14:cNvPr>
                <p14:cNvContentPartPr/>
                <p14:nvPr/>
              </p14:nvContentPartPr>
              <p14:xfrm>
                <a:off x="11173972" y="4197272"/>
                <a:ext cx="28440" cy="1929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143FD491-5021-E92E-9E61-389F95182FCC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1155972" y="4179632"/>
                  <a:ext cx="64080" cy="22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82A2F8BC-A043-7B33-2256-A3028A85CF2E}"/>
              </a:ext>
            </a:extLst>
          </p:cNvPr>
          <p:cNvGrpSpPr/>
          <p:nvPr/>
        </p:nvGrpSpPr>
        <p:grpSpPr>
          <a:xfrm>
            <a:off x="11120692" y="5430632"/>
            <a:ext cx="608760" cy="337320"/>
            <a:chOff x="11120692" y="5430632"/>
            <a:chExt cx="608760" cy="33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029E03A4-BFD5-F6BD-96BC-5BE5A277E356}"/>
                    </a:ext>
                  </a:extLst>
                </p14:cNvPr>
                <p14:cNvContentPartPr/>
                <p14:nvPr/>
              </p14:nvContentPartPr>
              <p14:xfrm>
                <a:off x="11120692" y="5459432"/>
                <a:ext cx="27720" cy="3085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029E03A4-BFD5-F6BD-96BC-5BE5A277E356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1102692" y="5441432"/>
                  <a:ext cx="6336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E7E6D93E-D90A-6402-BF38-855D520F1C73}"/>
                    </a:ext>
                  </a:extLst>
                </p14:cNvPr>
                <p14:cNvContentPartPr/>
                <p14:nvPr/>
              </p14:nvContentPartPr>
              <p14:xfrm>
                <a:off x="11135812" y="5430632"/>
                <a:ext cx="197640" cy="16848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E7E6D93E-D90A-6402-BF38-855D520F1C73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1117812" y="5412992"/>
                  <a:ext cx="2332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C32602DF-2F9E-ACD0-2690-CB82881F391B}"/>
                    </a:ext>
                  </a:extLst>
                </p14:cNvPr>
                <p14:cNvContentPartPr/>
                <p14:nvPr/>
              </p14:nvContentPartPr>
              <p14:xfrm>
                <a:off x="11355772" y="5549792"/>
                <a:ext cx="78840" cy="11124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C32602DF-2F9E-ACD0-2690-CB82881F391B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1338132" y="5531792"/>
                  <a:ext cx="1144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5C6B1ACE-1888-0714-B3A0-F3FA7A482F27}"/>
                    </a:ext>
                  </a:extLst>
                </p14:cNvPr>
                <p14:cNvContentPartPr/>
                <p14:nvPr/>
              </p14:nvContentPartPr>
              <p14:xfrm>
                <a:off x="11555932" y="5463752"/>
                <a:ext cx="173520" cy="2923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5C6B1ACE-1888-0714-B3A0-F3FA7A482F27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1538292" y="5446112"/>
                  <a:ext cx="209160" cy="32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C1C656B3-A844-4739-DC81-E5B60F18CA26}"/>
              </a:ext>
            </a:extLst>
          </p:cNvPr>
          <p:cNvGrpSpPr/>
          <p:nvPr/>
        </p:nvGrpSpPr>
        <p:grpSpPr>
          <a:xfrm>
            <a:off x="11049772" y="6037232"/>
            <a:ext cx="847440" cy="290880"/>
            <a:chOff x="11049772" y="6037232"/>
            <a:chExt cx="847440" cy="29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DBC35915-5618-88F9-4110-447CB82621FE}"/>
                    </a:ext>
                  </a:extLst>
                </p14:cNvPr>
                <p14:cNvContentPartPr/>
                <p14:nvPr/>
              </p14:nvContentPartPr>
              <p14:xfrm>
                <a:off x="11049772" y="6037232"/>
                <a:ext cx="131760" cy="27000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DBC35915-5618-88F9-4110-447CB82621FE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11031772" y="6019592"/>
                  <a:ext cx="16740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BF7D68AC-9BC5-FE90-30D8-2722606021EE}"/>
                    </a:ext>
                  </a:extLst>
                </p14:cNvPr>
                <p14:cNvContentPartPr/>
                <p14:nvPr/>
              </p14:nvContentPartPr>
              <p14:xfrm>
                <a:off x="11262172" y="6092672"/>
                <a:ext cx="108360" cy="2210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BF7D68AC-9BC5-FE90-30D8-2722606021EE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11244532" y="6074672"/>
                  <a:ext cx="14400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E1DB2BC1-FC13-8C05-0519-289928A9CD1E}"/>
                    </a:ext>
                  </a:extLst>
                </p14:cNvPr>
                <p14:cNvContentPartPr/>
                <p14:nvPr/>
              </p14:nvContentPartPr>
              <p14:xfrm>
                <a:off x="11434252" y="6124352"/>
                <a:ext cx="123480" cy="19944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E1DB2BC1-FC13-8C05-0519-289928A9CD1E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1416252" y="6106712"/>
                  <a:ext cx="15912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E6726858-9BF9-9DE1-D7D9-96A73622B85E}"/>
                    </a:ext>
                  </a:extLst>
                </p14:cNvPr>
                <p14:cNvContentPartPr/>
                <p14:nvPr/>
              </p14:nvContentPartPr>
              <p14:xfrm>
                <a:off x="11706772" y="6187712"/>
                <a:ext cx="190440" cy="14040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E6726858-9BF9-9DE1-D7D9-96A73622B85E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1689132" y="6170072"/>
                  <a:ext cx="2260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5B5EDB12-B325-99B8-2828-471E3863E057}"/>
                    </a:ext>
                  </a:extLst>
                </p14:cNvPr>
                <p14:cNvContentPartPr/>
                <p14:nvPr/>
              </p14:nvContentPartPr>
              <p14:xfrm>
                <a:off x="11598412" y="6191312"/>
                <a:ext cx="127440" cy="12240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5B5EDB12-B325-99B8-2828-471E3863E057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1580412" y="6173672"/>
                  <a:ext cx="163080" cy="158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644662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9DDBB3-9919-295C-9CC1-77691545B9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32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905416D-CAFA-EB4F-74BF-918F5039EF76}"/>
                  </a:ext>
                </a:extLst>
              </p14:cNvPr>
              <p14:cNvContentPartPr/>
              <p14:nvPr/>
            </p14:nvContentPartPr>
            <p14:xfrm>
              <a:off x="1273972" y="937832"/>
              <a:ext cx="67320" cy="1740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905416D-CAFA-EB4F-74BF-918F5039EF7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56332" y="920192"/>
                <a:ext cx="102960" cy="177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76C9A12-573B-3092-29FB-A4BEEEBF1769}"/>
                  </a:ext>
                </a:extLst>
              </p14:cNvPr>
              <p14:cNvContentPartPr/>
              <p14:nvPr/>
            </p14:nvContentPartPr>
            <p14:xfrm>
              <a:off x="1306372" y="2480792"/>
              <a:ext cx="3148200" cy="2790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76C9A12-573B-3092-29FB-A4BEEEBF176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88732" y="2463152"/>
                <a:ext cx="3183840" cy="3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0F45A5C-927C-5E9C-25DF-5B4BBF372600}"/>
                  </a:ext>
                </a:extLst>
              </p14:cNvPr>
              <p14:cNvContentPartPr/>
              <p14:nvPr/>
            </p14:nvContentPartPr>
            <p14:xfrm>
              <a:off x="4305172" y="2413472"/>
              <a:ext cx="264600" cy="288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0F45A5C-927C-5E9C-25DF-5B4BBF37260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287532" y="2395472"/>
                <a:ext cx="300240" cy="32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5F7E02B-F021-D241-3D28-F7AB07B43542}"/>
                  </a:ext>
                </a:extLst>
              </p14:cNvPr>
              <p14:cNvContentPartPr/>
              <p14:nvPr/>
            </p14:nvContentPartPr>
            <p14:xfrm>
              <a:off x="1187572" y="883112"/>
              <a:ext cx="268560" cy="2178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5F7E02B-F021-D241-3D28-F7AB07B4354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69572" y="865472"/>
                <a:ext cx="30420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113FDF9-A85D-2B1F-75DA-D30E0D5DBC7A}"/>
                  </a:ext>
                </a:extLst>
              </p14:cNvPr>
              <p14:cNvContentPartPr/>
              <p14:nvPr/>
            </p14:nvContentPartPr>
            <p14:xfrm>
              <a:off x="1448572" y="754952"/>
              <a:ext cx="2962440" cy="18882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113FDF9-A85D-2B1F-75DA-D30E0D5DBC7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30572" y="736952"/>
                <a:ext cx="2998080" cy="19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47C48EA-49DE-88B2-D67E-AE8F48F9385B}"/>
                  </a:ext>
                </a:extLst>
              </p14:cNvPr>
              <p14:cNvContentPartPr/>
              <p14:nvPr/>
            </p14:nvContentPartPr>
            <p14:xfrm>
              <a:off x="2728372" y="471632"/>
              <a:ext cx="23040" cy="2808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47C48EA-49DE-88B2-D67E-AE8F48F9385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710732" y="453632"/>
                <a:ext cx="58680" cy="31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E2BAC9F-8E0C-5712-7E4F-A32EEE78DB5C}"/>
                  </a:ext>
                </a:extLst>
              </p14:cNvPr>
              <p14:cNvContentPartPr/>
              <p14:nvPr/>
            </p14:nvContentPartPr>
            <p14:xfrm>
              <a:off x="2730892" y="1312592"/>
              <a:ext cx="87840" cy="9842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E2BAC9F-8E0C-5712-7E4F-A32EEE78DB5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712892" y="1294952"/>
                <a:ext cx="123480" cy="10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164326A-EB16-060E-784D-789338D5783C}"/>
                  </a:ext>
                </a:extLst>
              </p14:cNvPr>
              <p14:cNvContentPartPr/>
              <p14:nvPr/>
            </p14:nvContentPartPr>
            <p14:xfrm>
              <a:off x="2866612" y="2644952"/>
              <a:ext cx="15480" cy="1875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164326A-EB16-060E-784D-789338D5783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848972" y="2626952"/>
                <a:ext cx="5112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B1D3219-F4CB-5ADA-92CE-02CAB882B9EA}"/>
                  </a:ext>
                </a:extLst>
              </p14:cNvPr>
              <p14:cNvContentPartPr/>
              <p14:nvPr/>
            </p14:nvContentPartPr>
            <p14:xfrm>
              <a:off x="2661052" y="2819912"/>
              <a:ext cx="158040" cy="2890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B1D3219-F4CB-5ADA-92CE-02CAB882B9E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643412" y="2802272"/>
                <a:ext cx="193680" cy="32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8078524-8420-21A2-26D3-9775EBDF8FDC}"/>
                  </a:ext>
                </a:extLst>
              </p14:cNvPr>
              <p14:cNvContentPartPr/>
              <p14:nvPr/>
            </p14:nvContentPartPr>
            <p14:xfrm>
              <a:off x="2852212" y="2893352"/>
              <a:ext cx="105840" cy="1562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8078524-8420-21A2-26D3-9775EBDF8FD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834212" y="2875712"/>
                <a:ext cx="14148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E3AC1FA-E616-E192-3954-36EC15D77624}"/>
                  </a:ext>
                </a:extLst>
              </p14:cNvPr>
              <p14:cNvContentPartPr/>
              <p14:nvPr/>
            </p14:nvContentPartPr>
            <p14:xfrm>
              <a:off x="3003772" y="2869952"/>
              <a:ext cx="130680" cy="1324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E3AC1FA-E616-E192-3954-36EC15D7762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986132" y="2852312"/>
                <a:ext cx="16632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1267B68-E3AC-55EB-1555-DAD1208ABD20}"/>
                  </a:ext>
                </a:extLst>
              </p14:cNvPr>
              <p14:cNvContentPartPr/>
              <p14:nvPr/>
            </p14:nvContentPartPr>
            <p14:xfrm>
              <a:off x="3198172" y="2819552"/>
              <a:ext cx="136440" cy="824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1267B68-E3AC-55EB-1555-DAD1208ABD2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180172" y="2801552"/>
                <a:ext cx="17208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00293A4-6E2D-560C-43EE-36E5ED3FDADF}"/>
                  </a:ext>
                </a:extLst>
              </p14:cNvPr>
              <p14:cNvContentPartPr/>
              <p14:nvPr/>
            </p14:nvContentPartPr>
            <p14:xfrm>
              <a:off x="3426412" y="2786072"/>
              <a:ext cx="217080" cy="1054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00293A4-6E2D-560C-43EE-36E5ED3FDAD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408772" y="2768072"/>
                <a:ext cx="25272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5AFA8B29-09D7-BB10-737F-89A4FD9261C3}"/>
                  </a:ext>
                </a:extLst>
              </p14:cNvPr>
              <p14:cNvContentPartPr/>
              <p14:nvPr/>
            </p14:nvContentPartPr>
            <p14:xfrm>
              <a:off x="2784532" y="3339752"/>
              <a:ext cx="320760" cy="1782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5AFA8B29-09D7-BB10-737F-89A4FD9261C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766532" y="3322112"/>
                <a:ext cx="35640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762C2E51-A45C-F621-FB64-E6B8D4FF3B67}"/>
                  </a:ext>
                </a:extLst>
              </p14:cNvPr>
              <p14:cNvContentPartPr/>
              <p14:nvPr/>
            </p14:nvContentPartPr>
            <p14:xfrm>
              <a:off x="2920252" y="3432632"/>
              <a:ext cx="130320" cy="2034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762C2E51-A45C-F621-FB64-E6B8D4FF3B6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902612" y="3414632"/>
                <a:ext cx="16596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CDB32BD4-D47A-82B8-67AF-1D6753421A75}"/>
                  </a:ext>
                </a:extLst>
              </p14:cNvPr>
              <p14:cNvContentPartPr/>
              <p14:nvPr/>
            </p14:nvContentPartPr>
            <p14:xfrm>
              <a:off x="3308692" y="3333992"/>
              <a:ext cx="870840" cy="871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CDB32BD4-D47A-82B8-67AF-1D6753421A7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291052" y="3316352"/>
                <a:ext cx="90648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F89653B0-517E-5323-7304-B7EDEF698B7B}"/>
                  </a:ext>
                </a:extLst>
              </p14:cNvPr>
              <p14:cNvContentPartPr/>
              <p14:nvPr/>
            </p14:nvContentPartPr>
            <p14:xfrm>
              <a:off x="4033732" y="3251192"/>
              <a:ext cx="178200" cy="2505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F89653B0-517E-5323-7304-B7EDEF698B7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016092" y="3233192"/>
                <a:ext cx="213840" cy="2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4264941-01E1-FF5F-B45C-6859BD1386B1}"/>
                  </a:ext>
                </a:extLst>
              </p14:cNvPr>
              <p14:cNvContentPartPr/>
              <p14:nvPr/>
            </p14:nvContentPartPr>
            <p14:xfrm>
              <a:off x="651532" y="1663952"/>
              <a:ext cx="109080" cy="3960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4264941-01E1-FF5F-B45C-6859BD1386B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33892" y="1645952"/>
                <a:ext cx="144720" cy="43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BB242BD4-B7CA-1CA1-A5E0-9A5196785B95}"/>
                  </a:ext>
                </a:extLst>
              </p14:cNvPr>
              <p14:cNvContentPartPr/>
              <p14:nvPr/>
            </p14:nvContentPartPr>
            <p14:xfrm>
              <a:off x="620212" y="1669712"/>
              <a:ext cx="149400" cy="475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BB242BD4-B7CA-1CA1-A5E0-9A5196785B9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02212" y="1651712"/>
                <a:ext cx="18504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9318E50-3A06-9678-5EC5-A645C6AB30B9}"/>
                  </a:ext>
                </a:extLst>
              </p14:cNvPr>
              <p14:cNvContentPartPr/>
              <p14:nvPr/>
            </p14:nvContentPartPr>
            <p14:xfrm>
              <a:off x="703012" y="2022872"/>
              <a:ext cx="111960" cy="932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9318E50-3A06-9678-5EC5-A645C6AB30B9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85012" y="2005232"/>
                <a:ext cx="147600" cy="12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73914ECE-4DA9-D4EB-A8D5-63D21C871292}"/>
                  </a:ext>
                </a:extLst>
              </p14:cNvPr>
              <p14:cNvContentPartPr/>
              <p14:nvPr/>
            </p14:nvContentPartPr>
            <p14:xfrm>
              <a:off x="576652" y="1158152"/>
              <a:ext cx="103680" cy="3340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73914ECE-4DA9-D4EB-A8D5-63D21C871292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58652" y="1140152"/>
                <a:ext cx="139320" cy="36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B6478D99-888F-A8D6-35F1-26C0242E11D0}"/>
                  </a:ext>
                </a:extLst>
              </p14:cNvPr>
              <p14:cNvContentPartPr/>
              <p14:nvPr/>
            </p14:nvContentPartPr>
            <p14:xfrm>
              <a:off x="555772" y="1128272"/>
              <a:ext cx="145440" cy="1447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B6478D99-888F-A8D6-35F1-26C0242E11D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38132" y="1110272"/>
                <a:ext cx="18108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5ABB5895-F899-0F17-AC67-E4B968597715}"/>
                  </a:ext>
                </a:extLst>
              </p14:cNvPr>
              <p14:cNvContentPartPr/>
              <p14:nvPr/>
            </p14:nvContentPartPr>
            <p14:xfrm>
              <a:off x="1078492" y="563792"/>
              <a:ext cx="13320" cy="295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5ABB5895-F899-0F17-AC67-E4B96859771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60852" y="546152"/>
                <a:ext cx="4896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18007757-BABD-E042-1287-3706AF0AF5D0}"/>
                  </a:ext>
                </a:extLst>
              </p14:cNvPr>
              <p14:cNvContentPartPr/>
              <p14:nvPr/>
            </p14:nvContentPartPr>
            <p14:xfrm>
              <a:off x="516892" y="426632"/>
              <a:ext cx="4191120" cy="860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18007757-BABD-E042-1287-3706AF0AF5D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99252" y="408992"/>
                <a:ext cx="422676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9F6192FB-D718-01B0-B77D-299DB7207CE7}"/>
                  </a:ext>
                </a:extLst>
              </p14:cNvPr>
              <p14:cNvContentPartPr/>
              <p14:nvPr/>
            </p14:nvContentPartPr>
            <p14:xfrm>
              <a:off x="423925" y="519152"/>
              <a:ext cx="4514040" cy="345312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9F6192FB-D718-01B0-B77D-299DB7207CE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06285" y="501512"/>
                <a:ext cx="4549680" cy="348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C60E646F-DF94-A110-F894-952672ED59D5}"/>
                  </a:ext>
                </a:extLst>
              </p14:cNvPr>
              <p14:cNvContentPartPr/>
              <p14:nvPr/>
            </p14:nvContentPartPr>
            <p14:xfrm>
              <a:off x="4674085" y="427712"/>
              <a:ext cx="636840" cy="35503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C60E646F-DF94-A110-F894-952672ED59D5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656085" y="410072"/>
                <a:ext cx="672480" cy="358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1D0756F0-B38D-4B69-39C2-C01F629030A1}"/>
                  </a:ext>
                </a:extLst>
              </p14:cNvPr>
              <p14:cNvContentPartPr/>
              <p14:nvPr/>
            </p14:nvContentPartPr>
            <p14:xfrm>
              <a:off x="5508292" y="532472"/>
              <a:ext cx="70200" cy="20271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1D0756F0-B38D-4B69-39C2-C01F629030A1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490292" y="514832"/>
                <a:ext cx="105840" cy="20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1547C9C6-E9DD-4F25-126F-4F05F17E322F}"/>
                  </a:ext>
                </a:extLst>
              </p14:cNvPr>
              <p14:cNvContentPartPr/>
              <p14:nvPr/>
            </p14:nvContentPartPr>
            <p14:xfrm>
              <a:off x="5539612" y="2306912"/>
              <a:ext cx="3022920" cy="2743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1547C9C6-E9DD-4F25-126F-4F05F17E322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521612" y="2288912"/>
                <a:ext cx="3058560" cy="30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EC4BEE7F-C7B9-4BC7-5E0E-2ED4B5364105}"/>
                  </a:ext>
                </a:extLst>
              </p14:cNvPr>
              <p14:cNvContentPartPr/>
              <p14:nvPr/>
            </p14:nvContentPartPr>
            <p14:xfrm>
              <a:off x="8396932" y="2256512"/>
              <a:ext cx="169920" cy="2095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EC4BEE7F-C7B9-4BC7-5E0E-2ED4B536410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379292" y="2238512"/>
                <a:ext cx="20556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94A0E088-0E78-C0C5-59C7-5D7841C4ABE5}"/>
                  </a:ext>
                </a:extLst>
              </p14:cNvPr>
              <p14:cNvContentPartPr/>
              <p14:nvPr/>
            </p14:nvContentPartPr>
            <p14:xfrm>
              <a:off x="5687125" y="431672"/>
              <a:ext cx="2932560" cy="199692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94A0E088-0E78-C0C5-59C7-5D7841C4ABE5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669125" y="413672"/>
                <a:ext cx="2968200" cy="20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91C99856-A433-614D-0AFA-3C67EA4175E8}"/>
                  </a:ext>
                </a:extLst>
              </p14:cNvPr>
              <p14:cNvContentPartPr/>
              <p14:nvPr/>
            </p14:nvContentPartPr>
            <p14:xfrm>
              <a:off x="7004005" y="2682032"/>
              <a:ext cx="351360" cy="25092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91C99856-A433-614D-0AFA-3C67EA4175E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986005" y="2664032"/>
                <a:ext cx="387000" cy="28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E035CEA6-FBDA-ADA8-378F-EE8FC72F5A37}"/>
                  </a:ext>
                </a:extLst>
              </p14:cNvPr>
              <p14:cNvContentPartPr/>
              <p14:nvPr/>
            </p14:nvContentPartPr>
            <p14:xfrm>
              <a:off x="7116685" y="2860592"/>
              <a:ext cx="155160" cy="1602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E035CEA6-FBDA-ADA8-378F-EE8FC72F5A37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098685" y="2842592"/>
                <a:ext cx="19080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F2201F57-F240-A3EA-369E-95323856F1C2}"/>
                  </a:ext>
                </a:extLst>
              </p14:cNvPr>
              <p14:cNvContentPartPr/>
              <p14:nvPr/>
            </p14:nvContentPartPr>
            <p14:xfrm>
              <a:off x="7480285" y="2768792"/>
              <a:ext cx="542160" cy="4392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F2201F57-F240-A3EA-369E-95323856F1C2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462645" y="2751152"/>
                <a:ext cx="57780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A16D4B89-273D-F1B7-D4A7-F38252EB4BF4}"/>
                  </a:ext>
                </a:extLst>
              </p14:cNvPr>
              <p14:cNvContentPartPr/>
              <p14:nvPr/>
            </p14:nvContentPartPr>
            <p14:xfrm>
              <a:off x="8014885" y="2683832"/>
              <a:ext cx="100440" cy="25524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A16D4B89-273D-F1B7-D4A7-F38252EB4BF4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997245" y="2665832"/>
                <a:ext cx="136080" cy="2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8276CCE6-C47F-2519-A52C-2BCBA5757D3F}"/>
                  </a:ext>
                </a:extLst>
              </p14:cNvPr>
              <p14:cNvContentPartPr/>
              <p14:nvPr/>
            </p14:nvContentPartPr>
            <p14:xfrm>
              <a:off x="7035685" y="1776632"/>
              <a:ext cx="23400" cy="2127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8276CCE6-C47F-2519-A52C-2BCBA5757D3F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017685" y="1758992"/>
                <a:ext cx="5904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93A70555-D47A-7EF9-125A-8EDA25915AE9}"/>
                  </a:ext>
                </a:extLst>
              </p14:cNvPr>
              <p14:cNvContentPartPr/>
              <p14:nvPr/>
            </p14:nvContentPartPr>
            <p14:xfrm>
              <a:off x="7114525" y="2185952"/>
              <a:ext cx="27720" cy="12456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93A70555-D47A-7EF9-125A-8EDA25915AE9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096885" y="2167952"/>
                <a:ext cx="6336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B6F18547-E828-7302-1DCA-E222080FA3D1}"/>
                  </a:ext>
                </a:extLst>
              </p14:cNvPr>
              <p14:cNvContentPartPr/>
              <p14:nvPr/>
            </p14:nvContentPartPr>
            <p14:xfrm>
              <a:off x="7149445" y="2412032"/>
              <a:ext cx="20880" cy="1087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B6F18547-E828-7302-1DCA-E222080FA3D1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7131805" y="2394032"/>
                <a:ext cx="5652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6696C685-EBA9-6C6B-E684-05A906C73BDD}"/>
                  </a:ext>
                </a:extLst>
              </p14:cNvPr>
              <p14:cNvContentPartPr/>
              <p14:nvPr/>
            </p14:nvContentPartPr>
            <p14:xfrm>
              <a:off x="7158805" y="3288632"/>
              <a:ext cx="143640" cy="19908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6696C685-EBA9-6C6B-E684-05A906C73BDD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140805" y="3270992"/>
                <a:ext cx="17928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2BAF5BF1-974E-EC12-2E18-4562497A4D80}"/>
                  </a:ext>
                </a:extLst>
              </p14:cNvPr>
              <p14:cNvContentPartPr/>
              <p14:nvPr/>
            </p14:nvContentPartPr>
            <p14:xfrm>
              <a:off x="7384525" y="3223472"/>
              <a:ext cx="117000" cy="18792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2BAF5BF1-974E-EC12-2E18-4562497A4D80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7366885" y="3205472"/>
                <a:ext cx="15264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920292D3-6556-69DF-3D0C-641CE4D72596}"/>
                  </a:ext>
                </a:extLst>
              </p14:cNvPr>
              <p14:cNvContentPartPr/>
              <p14:nvPr/>
            </p14:nvContentPartPr>
            <p14:xfrm>
              <a:off x="7581085" y="3210872"/>
              <a:ext cx="100440" cy="12420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920292D3-6556-69DF-3D0C-641CE4D72596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7563085" y="3193232"/>
                <a:ext cx="13608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5F10AA4D-B144-0CAC-6C39-69AE5EA074F1}"/>
                  </a:ext>
                </a:extLst>
              </p14:cNvPr>
              <p14:cNvContentPartPr/>
              <p14:nvPr/>
            </p14:nvContentPartPr>
            <p14:xfrm>
              <a:off x="6055045" y="1321232"/>
              <a:ext cx="24840" cy="28044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5F10AA4D-B144-0CAC-6C39-69AE5EA074F1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037405" y="1303592"/>
                <a:ext cx="60480" cy="31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AA71D8C9-C37C-075C-9D43-A40B2879367D}"/>
                  </a:ext>
                </a:extLst>
              </p14:cNvPr>
              <p14:cNvContentPartPr/>
              <p14:nvPr/>
            </p14:nvContentPartPr>
            <p14:xfrm>
              <a:off x="6109765" y="1931432"/>
              <a:ext cx="54720" cy="24768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AA71D8C9-C37C-075C-9D43-A40B2879367D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092125" y="1913432"/>
                <a:ext cx="90360" cy="28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2A00F6CE-048E-7484-3EB3-83DC087A7772}"/>
                  </a:ext>
                </a:extLst>
              </p14:cNvPr>
              <p14:cNvContentPartPr/>
              <p14:nvPr/>
            </p14:nvContentPartPr>
            <p14:xfrm>
              <a:off x="6196165" y="2301512"/>
              <a:ext cx="15840" cy="11160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2A00F6CE-048E-7484-3EB3-83DC087A7772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6178165" y="2283872"/>
                <a:ext cx="5148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C3B3C122-CF59-431B-8A8A-77BC2EC1DCC3}"/>
                  </a:ext>
                </a:extLst>
              </p14:cNvPr>
              <p14:cNvContentPartPr/>
              <p14:nvPr/>
            </p14:nvContentPartPr>
            <p14:xfrm>
              <a:off x="6064045" y="2959592"/>
              <a:ext cx="187920" cy="19008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C3B3C122-CF59-431B-8A8A-77BC2EC1DCC3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046045" y="2941592"/>
                <a:ext cx="22356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CCC5D2C5-4C58-657C-C47A-EC3682BBAD0C}"/>
                  </a:ext>
                </a:extLst>
              </p14:cNvPr>
              <p14:cNvContentPartPr/>
              <p14:nvPr/>
            </p14:nvContentPartPr>
            <p14:xfrm>
              <a:off x="6232525" y="3007832"/>
              <a:ext cx="61200" cy="19656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CCC5D2C5-4C58-657C-C47A-EC3682BBAD0C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6214525" y="2990192"/>
                <a:ext cx="9684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2241A5DA-03D4-A45B-53EE-BCC9F31C282B}"/>
                  </a:ext>
                </a:extLst>
              </p14:cNvPr>
              <p14:cNvContentPartPr/>
              <p14:nvPr/>
            </p14:nvContentPartPr>
            <p14:xfrm>
              <a:off x="6333685" y="2890472"/>
              <a:ext cx="211680" cy="19944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2241A5DA-03D4-A45B-53EE-BCC9F31C282B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6316045" y="2872472"/>
                <a:ext cx="24732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11AA72D7-06BE-A548-9425-5C1ED410749A}"/>
                  </a:ext>
                </a:extLst>
              </p14:cNvPr>
              <p14:cNvContentPartPr/>
              <p14:nvPr/>
            </p14:nvContentPartPr>
            <p14:xfrm>
              <a:off x="8053765" y="1825592"/>
              <a:ext cx="14040" cy="39528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11AA72D7-06BE-A548-9425-5C1ED410749A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8036125" y="1807952"/>
                <a:ext cx="49680" cy="43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C9F242C1-CBD0-469A-22A2-F3F53E66FF77}"/>
                  </a:ext>
                </a:extLst>
              </p14:cNvPr>
              <p14:cNvContentPartPr/>
              <p14:nvPr/>
            </p14:nvContentPartPr>
            <p14:xfrm>
              <a:off x="8165365" y="3020792"/>
              <a:ext cx="167400" cy="23544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C9F242C1-CBD0-469A-22A2-F3F53E66FF77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147725" y="3003152"/>
                <a:ext cx="203040" cy="2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679E8F1C-AAE8-0BB3-CBEE-5A223E4BC45C}"/>
                  </a:ext>
                </a:extLst>
              </p14:cNvPr>
              <p14:cNvContentPartPr/>
              <p14:nvPr/>
            </p14:nvContentPartPr>
            <p14:xfrm>
              <a:off x="8350765" y="3037712"/>
              <a:ext cx="139680" cy="13824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679E8F1C-AAE8-0BB3-CBEE-5A223E4BC45C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8333125" y="3019712"/>
                <a:ext cx="17532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24809E49-046C-C7B9-AF70-979D759D2124}"/>
                  </a:ext>
                </a:extLst>
              </p14:cNvPr>
              <p14:cNvContentPartPr/>
              <p14:nvPr/>
            </p14:nvContentPartPr>
            <p14:xfrm>
              <a:off x="8543005" y="2933312"/>
              <a:ext cx="124560" cy="12348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24809E49-046C-C7B9-AF70-979D759D2124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8525365" y="2915312"/>
                <a:ext cx="16020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636B1F41-D89E-4652-68A8-9F9C4C8D81C7}"/>
                  </a:ext>
                </a:extLst>
              </p14:cNvPr>
              <p14:cNvContentPartPr/>
              <p14:nvPr/>
            </p14:nvContentPartPr>
            <p14:xfrm>
              <a:off x="5456725" y="502592"/>
              <a:ext cx="138600" cy="14580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636B1F41-D89E-4652-68A8-9F9C4C8D81C7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5439085" y="484592"/>
                <a:ext cx="174240" cy="18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A2338F06-616D-F366-06BB-B6FDD9B2CBF5}"/>
                  </a:ext>
                </a:extLst>
              </p14:cNvPr>
              <p14:cNvContentPartPr/>
              <p14:nvPr/>
            </p14:nvContentPartPr>
            <p14:xfrm>
              <a:off x="5199325" y="1069232"/>
              <a:ext cx="98640" cy="21780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A2338F06-616D-F366-06BB-B6FDD9B2CBF5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5181325" y="1051232"/>
                <a:ext cx="13428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670BFA80-A9B2-4845-FFA6-70748532F81F}"/>
                  </a:ext>
                </a:extLst>
              </p14:cNvPr>
              <p14:cNvContentPartPr/>
              <p14:nvPr/>
            </p14:nvContentPartPr>
            <p14:xfrm>
              <a:off x="5175925" y="1037912"/>
              <a:ext cx="106200" cy="8496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670BFA80-A9B2-4845-FFA6-70748532F81F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158285" y="1019912"/>
                <a:ext cx="14184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8003C120-0FE7-2E24-66BD-ED6B4331CFDC}"/>
                  </a:ext>
                </a:extLst>
              </p14:cNvPr>
              <p14:cNvContentPartPr/>
              <p14:nvPr/>
            </p14:nvContentPartPr>
            <p14:xfrm>
              <a:off x="5246845" y="1246712"/>
              <a:ext cx="46080" cy="3240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8003C120-0FE7-2E24-66BD-ED6B4331CFDC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229205" y="1229072"/>
                <a:ext cx="8172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B266D91B-A56B-2256-0BB8-B51C608EC04F}"/>
                  </a:ext>
                </a:extLst>
              </p14:cNvPr>
              <p14:cNvContentPartPr/>
              <p14:nvPr/>
            </p14:nvContentPartPr>
            <p14:xfrm>
              <a:off x="5178445" y="581432"/>
              <a:ext cx="39600" cy="21744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B266D91B-A56B-2256-0BB8-B51C608EC04F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5160445" y="563792"/>
                <a:ext cx="7524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F4E5CF96-52FD-6732-CBDF-13A1A079182A}"/>
                  </a:ext>
                </a:extLst>
              </p14:cNvPr>
              <p14:cNvContentPartPr/>
              <p14:nvPr/>
            </p14:nvContentPartPr>
            <p14:xfrm>
              <a:off x="5152165" y="568472"/>
              <a:ext cx="80280" cy="12708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F4E5CF96-52FD-6732-CBDF-13A1A079182A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5134525" y="550832"/>
                <a:ext cx="11592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2F2C11C7-498E-CDFC-6624-EB09F12E74E5}"/>
                  </a:ext>
                </a:extLst>
              </p14:cNvPr>
              <p14:cNvContentPartPr/>
              <p14:nvPr/>
            </p14:nvContentPartPr>
            <p14:xfrm>
              <a:off x="5200045" y="154472"/>
              <a:ext cx="4607280" cy="390312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2F2C11C7-498E-CDFC-6624-EB09F12E74E5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5182405" y="136472"/>
                <a:ext cx="4642920" cy="393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F0D445C2-78A6-8F9E-1246-C53B87FC35D4}"/>
                  </a:ext>
                </a:extLst>
              </p14:cNvPr>
              <p14:cNvContentPartPr/>
              <p14:nvPr/>
            </p14:nvContentPartPr>
            <p14:xfrm>
              <a:off x="4985125" y="277232"/>
              <a:ext cx="1162440" cy="356040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F0D445C2-78A6-8F9E-1246-C53B87FC35D4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4967125" y="259592"/>
                <a:ext cx="1198080" cy="359604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5E17121A-7ED6-9414-CA32-CFB5CDF42D05}"/>
              </a:ext>
            </a:extLst>
          </p:cNvPr>
          <p:cNvGrpSpPr/>
          <p:nvPr/>
        </p:nvGrpSpPr>
        <p:grpSpPr>
          <a:xfrm>
            <a:off x="7040005" y="4345592"/>
            <a:ext cx="579600" cy="531720"/>
            <a:chOff x="7040005" y="4345592"/>
            <a:chExt cx="579600" cy="53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799FA96-1006-9172-9404-959CED621414}"/>
                    </a:ext>
                  </a:extLst>
                </p14:cNvPr>
                <p14:cNvContentPartPr/>
                <p14:nvPr/>
              </p14:nvContentPartPr>
              <p14:xfrm>
                <a:off x="7040005" y="4345592"/>
                <a:ext cx="95400" cy="5317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799FA96-1006-9172-9404-959CED62141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022005" y="4327952"/>
                  <a:ext cx="131040" cy="56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6106FC2-2AF7-A770-8D0F-4203C560F2C7}"/>
                    </a:ext>
                  </a:extLst>
                </p14:cNvPr>
                <p14:cNvContentPartPr/>
                <p14:nvPr/>
              </p14:nvContentPartPr>
              <p14:xfrm>
                <a:off x="7054765" y="4417592"/>
                <a:ext cx="133200" cy="2282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6106FC2-2AF7-A770-8D0F-4203C560F2C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036765" y="4399952"/>
                  <a:ext cx="16884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F928CAF-9DCF-684D-AB7C-7251053A78C1}"/>
                    </a:ext>
                  </a:extLst>
                </p14:cNvPr>
                <p14:cNvContentPartPr/>
                <p14:nvPr/>
              </p14:nvContentPartPr>
              <p14:xfrm>
                <a:off x="7374805" y="4515872"/>
                <a:ext cx="20880" cy="2509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F928CAF-9DCF-684D-AB7C-7251053A78C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356805" y="4498232"/>
                  <a:ext cx="5652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98BF691-44AF-3898-D810-825564274191}"/>
                    </a:ext>
                  </a:extLst>
                </p14:cNvPr>
                <p14:cNvContentPartPr/>
                <p14:nvPr/>
              </p14:nvContentPartPr>
              <p14:xfrm>
                <a:off x="7286605" y="4497872"/>
                <a:ext cx="333000" cy="3240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98BF691-44AF-3898-D810-82556427419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268965" y="4479872"/>
                  <a:ext cx="368640" cy="35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52C8AAB0-49F1-7186-66FD-EEFBE0E20A52}"/>
              </a:ext>
            </a:extLst>
          </p:cNvPr>
          <p:cNvGrpSpPr/>
          <p:nvPr/>
        </p:nvGrpSpPr>
        <p:grpSpPr>
          <a:xfrm>
            <a:off x="2543605" y="4309592"/>
            <a:ext cx="1982160" cy="1663920"/>
            <a:chOff x="2543605" y="4309592"/>
            <a:chExt cx="1982160" cy="166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F7CD6D5-636E-7B30-1B97-19E437A73682}"/>
                    </a:ext>
                  </a:extLst>
                </p14:cNvPr>
                <p14:cNvContentPartPr/>
                <p14:nvPr/>
              </p14:nvContentPartPr>
              <p14:xfrm>
                <a:off x="2543605" y="4309592"/>
                <a:ext cx="302400" cy="5108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F7CD6D5-636E-7B30-1B97-19E437A7368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525605" y="4291592"/>
                  <a:ext cx="338040" cy="54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8F2FC22-8FE2-A8EB-89C0-2094BCFD728B}"/>
                    </a:ext>
                  </a:extLst>
                </p14:cNvPr>
                <p14:cNvContentPartPr/>
                <p14:nvPr/>
              </p14:nvContentPartPr>
              <p14:xfrm>
                <a:off x="2870125" y="4483832"/>
                <a:ext cx="41040" cy="3247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8F2FC22-8FE2-A8EB-89C0-2094BCFD728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852125" y="4466192"/>
                  <a:ext cx="7668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2D66504-0B1A-4348-C30F-95B202B6DD1D}"/>
                    </a:ext>
                  </a:extLst>
                </p14:cNvPr>
                <p14:cNvContentPartPr/>
                <p14:nvPr/>
              </p14:nvContentPartPr>
              <p14:xfrm>
                <a:off x="2871565" y="4410392"/>
                <a:ext cx="172080" cy="853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2D66504-0B1A-4348-C30F-95B202B6DD1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853565" y="4392392"/>
                  <a:ext cx="2077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0348AF7-D90A-5779-0EBD-C83B8B1610DE}"/>
                    </a:ext>
                  </a:extLst>
                </p14:cNvPr>
                <p14:cNvContentPartPr/>
                <p14:nvPr/>
              </p14:nvContentPartPr>
              <p14:xfrm>
                <a:off x="2965165" y="4511192"/>
                <a:ext cx="172440" cy="774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0348AF7-D90A-5779-0EBD-C83B8B1610D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947165" y="4493192"/>
                  <a:ext cx="2080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79AB55A-5954-7F3A-BFAC-71FB1F478865}"/>
                    </a:ext>
                  </a:extLst>
                </p14:cNvPr>
                <p14:cNvContentPartPr/>
                <p14:nvPr/>
              </p14:nvContentPartPr>
              <p14:xfrm>
                <a:off x="2975245" y="4692992"/>
                <a:ext cx="178200" cy="457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79AB55A-5954-7F3A-BFAC-71FB1F47886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957245" y="4675352"/>
                  <a:ext cx="2138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1BEA743-79AA-84FD-6DDB-2A168A40F9CB}"/>
                    </a:ext>
                  </a:extLst>
                </p14:cNvPr>
                <p14:cNvContentPartPr/>
                <p14:nvPr/>
              </p14:nvContentPartPr>
              <p14:xfrm>
                <a:off x="3231565" y="4449632"/>
                <a:ext cx="78120" cy="3560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1BEA743-79AA-84FD-6DDB-2A168A40F9C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213925" y="4431632"/>
                  <a:ext cx="11376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2D3EEFD-7C25-60EB-4E47-1D0A9AFBB984}"/>
                    </a:ext>
                  </a:extLst>
                </p14:cNvPr>
                <p14:cNvContentPartPr/>
                <p14:nvPr/>
              </p14:nvContentPartPr>
              <p14:xfrm>
                <a:off x="3229045" y="4487072"/>
                <a:ext cx="308160" cy="3466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2D3EEFD-7C25-60EB-4E47-1D0A9AFBB98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211045" y="4469432"/>
                  <a:ext cx="34380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079A222-B924-46A5-20FD-5DA69B899AFA}"/>
                    </a:ext>
                  </a:extLst>
                </p14:cNvPr>
                <p14:cNvContentPartPr/>
                <p14:nvPr/>
              </p14:nvContentPartPr>
              <p14:xfrm>
                <a:off x="2566645" y="5195552"/>
                <a:ext cx="559080" cy="2635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079A222-B924-46A5-20FD-5DA69B899AF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549005" y="5177912"/>
                  <a:ext cx="59472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200D8CF-4C4F-9860-6EE6-C48BA24CA122}"/>
                    </a:ext>
                  </a:extLst>
                </p14:cNvPr>
                <p14:cNvContentPartPr/>
                <p14:nvPr/>
              </p14:nvContentPartPr>
              <p14:xfrm>
                <a:off x="3270085" y="5196632"/>
                <a:ext cx="26280" cy="1454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200D8CF-4C4F-9860-6EE6-C48BA24CA12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252445" y="5178632"/>
                  <a:ext cx="619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DB3D254-44F9-F7C8-E870-A01283427E86}"/>
                    </a:ext>
                  </a:extLst>
                </p14:cNvPr>
                <p14:cNvContentPartPr/>
                <p14:nvPr/>
              </p14:nvContentPartPr>
              <p14:xfrm>
                <a:off x="3276925" y="5046512"/>
                <a:ext cx="5400" cy="331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DB3D254-44F9-F7C8-E870-A01283427E8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259285" y="5028872"/>
                  <a:ext cx="410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DDB0293-CA40-88F3-5DC8-06BA1A125E45}"/>
                    </a:ext>
                  </a:extLst>
                </p14:cNvPr>
                <p14:cNvContentPartPr/>
                <p14:nvPr/>
              </p14:nvContentPartPr>
              <p14:xfrm>
                <a:off x="3531445" y="5033192"/>
                <a:ext cx="42840" cy="3405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DDB0293-CA40-88F3-5DC8-06BA1A125E4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513805" y="5015192"/>
                  <a:ext cx="7848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43B625D-9EFB-0981-572B-3196E8BFDF33}"/>
                    </a:ext>
                  </a:extLst>
                </p14:cNvPr>
                <p14:cNvContentPartPr/>
                <p14:nvPr/>
              </p14:nvContentPartPr>
              <p14:xfrm>
                <a:off x="3443245" y="5148752"/>
                <a:ext cx="157680" cy="381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43B625D-9EFB-0981-572B-3196E8BFDF3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425605" y="5131112"/>
                  <a:ext cx="19332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2E38E7B-EB39-F147-64AC-1F977681419E}"/>
                    </a:ext>
                  </a:extLst>
                </p14:cNvPr>
                <p14:cNvContentPartPr/>
                <p14:nvPr/>
              </p14:nvContentPartPr>
              <p14:xfrm>
                <a:off x="3883165" y="5088272"/>
                <a:ext cx="220320" cy="1803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2E38E7B-EB39-F147-64AC-1F977681419E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865165" y="5070272"/>
                  <a:ext cx="2559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BDBF9FF-5D7A-849B-C089-1BD38E91D053}"/>
                    </a:ext>
                  </a:extLst>
                </p14:cNvPr>
                <p14:cNvContentPartPr/>
                <p14:nvPr/>
              </p14:nvContentPartPr>
              <p14:xfrm>
                <a:off x="4149565" y="5090432"/>
                <a:ext cx="69480" cy="1656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BDBF9FF-5D7A-849B-C089-1BD38E91D05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131565" y="5072792"/>
                  <a:ext cx="1051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EF7038B-0694-0D57-ABDF-780E15A7D6EC}"/>
                    </a:ext>
                  </a:extLst>
                </p14:cNvPr>
                <p14:cNvContentPartPr/>
                <p14:nvPr/>
              </p14:nvContentPartPr>
              <p14:xfrm>
                <a:off x="4361605" y="4932032"/>
                <a:ext cx="164160" cy="2790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EF7038B-0694-0D57-ABDF-780E15A7D6E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343965" y="4914032"/>
                  <a:ext cx="19980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7D07FC9-D7AD-4A89-418F-60FEFFE8176C}"/>
                    </a:ext>
                  </a:extLst>
                </p14:cNvPr>
                <p14:cNvContentPartPr/>
                <p14:nvPr/>
              </p14:nvContentPartPr>
              <p14:xfrm>
                <a:off x="3436765" y="5724752"/>
                <a:ext cx="100800" cy="2376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7D07FC9-D7AD-4A89-418F-60FEFFE8176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419125" y="5706752"/>
                  <a:ext cx="13644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E5CED2B-FB11-E5EC-12D5-FAF48ABA3227}"/>
                    </a:ext>
                  </a:extLst>
                </p14:cNvPr>
                <p14:cNvContentPartPr/>
                <p14:nvPr/>
              </p14:nvContentPartPr>
              <p14:xfrm>
                <a:off x="3485005" y="5628272"/>
                <a:ext cx="22680" cy="496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E5CED2B-FB11-E5EC-12D5-FAF48ABA322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467005" y="5610632"/>
                  <a:ext cx="583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6AAA2496-6687-C041-BE44-854CD6EBAE1B}"/>
                    </a:ext>
                  </a:extLst>
                </p14:cNvPr>
                <p14:cNvContentPartPr/>
                <p14:nvPr/>
              </p14:nvContentPartPr>
              <p14:xfrm>
                <a:off x="3664645" y="5833472"/>
                <a:ext cx="62280" cy="1400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6AAA2496-6687-C041-BE44-854CD6EBAE1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646645" y="5815472"/>
                  <a:ext cx="9792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7C69106-4E80-D364-26B9-D970D0C8B6E4}"/>
                    </a:ext>
                  </a:extLst>
                </p14:cNvPr>
                <p14:cNvContentPartPr/>
                <p14:nvPr/>
              </p14:nvContentPartPr>
              <p14:xfrm>
                <a:off x="3792445" y="5605232"/>
                <a:ext cx="417960" cy="3319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7C69106-4E80-D364-26B9-D970D0C8B6E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774805" y="5587232"/>
                  <a:ext cx="45360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60CFA9A-F717-D132-A92B-0FA9B36890F8}"/>
                    </a:ext>
                  </a:extLst>
                </p14:cNvPr>
                <p14:cNvContentPartPr/>
                <p14:nvPr/>
              </p14:nvContentPartPr>
              <p14:xfrm>
                <a:off x="4291045" y="5443232"/>
                <a:ext cx="115200" cy="2228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60CFA9A-F717-D132-A92B-0FA9B36890F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273045" y="5425232"/>
                  <a:ext cx="15084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4E9E2F3-BE4D-4074-DF8C-25CEE826E4BB}"/>
                    </a:ext>
                  </a:extLst>
                </p14:cNvPr>
                <p14:cNvContentPartPr/>
                <p14:nvPr/>
              </p14:nvContentPartPr>
              <p14:xfrm>
                <a:off x="4313365" y="5517392"/>
                <a:ext cx="111960" cy="673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4E9E2F3-BE4D-4074-DF8C-25CEE826E4B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295365" y="5499392"/>
                  <a:ext cx="14760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3D5F706D-44BB-E8F4-4D72-FC501BD38CA2}"/>
              </a:ext>
            </a:extLst>
          </p:cNvPr>
          <p:cNvGrpSpPr/>
          <p:nvPr/>
        </p:nvGrpSpPr>
        <p:grpSpPr>
          <a:xfrm>
            <a:off x="7891045" y="4501832"/>
            <a:ext cx="1468440" cy="382680"/>
            <a:chOff x="7891045" y="4501832"/>
            <a:chExt cx="1468440" cy="38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16D5582-E94A-0E7F-7FEB-C82415DFA6C9}"/>
                    </a:ext>
                  </a:extLst>
                </p14:cNvPr>
                <p14:cNvContentPartPr/>
                <p14:nvPr/>
              </p14:nvContentPartPr>
              <p14:xfrm>
                <a:off x="7891045" y="4626032"/>
                <a:ext cx="59400" cy="1620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16D5582-E94A-0E7F-7FEB-C82415DFA6C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873045" y="4608392"/>
                  <a:ext cx="9504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B92AD56-E718-775D-2B5D-7394506FF4D7}"/>
                    </a:ext>
                  </a:extLst>
                </p14:cNvPr>
                <p14:cNvContentPartPr/>
                <p14:nvPr/>
              </p14:nvContentPartPr>
              <p14:xfrm>
                <a:off x="8077525" y="4644752"/>
                <a:ext cx="152640" cy="1072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B92AD56-E718-775D-2B5D-7394506FF4D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059885" y="4626752"/>
                  <a:ext cx="1882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40857693-382F-84E8-11D3-DDF4414ABC30}"/>
                    </a:ext>
                  </a:extLst>
                </p14:cNvPr>
                <p14:cNvContentPartPr/>
                <p14:nvPr/>
              </p14:nvContentPartPr>
              <p14:xfrm>
                <a:off x="8359405" y="4660232"/>
                <a:ext cx="41760" cy="2242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40857693-382F-84E8-11D3-DDF4414ABC3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341765" y="4642592"/>
                  <a:ext cx="7740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0D1A5B6-A442-286F-A91A-6FE9045225E0}"/>
                    </a:ext>
                  </a:extLst>
                </p14:cNvPr>
                <p14:cNvContentPartPr/>
                <p14:nvPr/>
              </p14:nvContentPartPr>
              <p14:xfrm>
                <a:off x="8361925" y="4632512"/>
                <a:ext cx="107640" cy="2228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0D1A5B6-A442-286F-A91A-6FE9045225E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344285" y="4614512"/>
                  <a:ext cx="14328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E78059C-2567-C617-1A03-C3C78D95A4E5}"/>
                    </a:ext>
                  </a:extLst>
                </p14:cNvPr>
                <p14:cNvContentPartPr/>
                <p14:nvPr/>
              </p14:nvContentPartPr>
              <p14:xfrm>
                <a:off x="8562805" y="4501832"/>
                <a:ext cx="58320" cy="2505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E78059C-2567-C617-1A03-C3C78D95A4E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544805" y="4483832"/>
                  <a:ext cx="9396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23070F4-E52C-8FDA-88E9-A53536932A68}"/>
                    </a:ext>
                  </a:extLst>
                </p14:cNvPr>
                <p14:cNvContentPartPr/>
                <p14:nvPr/>
              </p14:nvContentPartPr>
              <p14:xfrm>
                <a:off x="8564605" y="4595432"/>
                <a:ext cx="268200" cy="1173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23070F4-E52C-8FDA-88E9-A53536932A6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546965" y="4577432"/>
                  <a:ext cx="3038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AFE7625-8436-05AB-05F2-59257A4F2194}"/>
                    </a:ext>
                  </a:extLst>
                </p14:cNvPr>
                <p14:cNvContentPartPr/>
                <p14:nvPr/>
              </p14:nvContentPartPr>
              <p14:xfrm>
                <a:off x="8896525" y="4581032"/>
                <a:ext cx="124200" cy="1378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AFE7625-8436-05AB-05F2-59257A4F219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878525" y="4563392"/>
                  <a:ext cx="1598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82A2F85-E092-742B-21C8-85A8F148B8C4}"/>
                    </a:ext>
                  </a:extLst>
                </p14:cNvPr>
                <p14:cNvContentPartPr/>
                <p14:nvPr/>
              </p14:nvContentPartPr>
              <p14:xfrm>
                <a:off x="9043405" y="4575272"/>
                <a:ext cx="94680" cy="950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82A2F85-E092-742B-21C8-85A8F148B8C4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025405" y="4557632"/>
                  <a:ext cx="1303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B02BD3D-2DCA-8202-A388-4DC87C3A2F84}"/>
                    </a:ext>
                  </a:extLst>
                </p14:cNvPr>
                <p14:cNvContentPartPr/>
                <p14:nvPr/>
              </p14:nvContentPartPr>
              <p14:xfrm>
                <a:off x="9273445" y="4532432"/>
                <a:ext cx="86040" cy="2336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B02BD3D-2DCA-8202-A388-4DC87C3A2F8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255805" y="4514792"/>
                  <a:ext cx="121680" cy="26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36D87FAF-2D9A-3740-D7B5-BB0BBF2EA089}"/>
              </a:ext>
            </a:extLst>
          </p:cNvPr>
          <p:cNvGrpSpPr/>
          <p:nvPr/>
        </p:nvGrpSpPr>
        <p:grpSpPr>
          <a:xfrm>
            <a:off x="7076725" y="5327312"/>
            <a:ext cx="793080" cy="248040"/>
            <a:chOff x="7076725" y="5327312"/>
            <a:chExt cx="793080" cy="24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DDDE0EB2-0460-67C0-456F-1EC4F0221345}"/>
                    </a:ext>
                  </a:extLst>
                </p14:cNvPr>
                <p14:cNvContentPartPr/>
                <p14:nvPr/>
              </p14:nvContentPartPr>
              <p14:xfrm>
                <a:off x="7076725" y="5347832"/>
                <a:ext cx="143640" cy="2275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DDDE0EB2-0460-67C0-456F-1EC4F022134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058725" y="5330192"/>
                  <a:ext cx="17928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57F3BCE-A550-5C08-D4DA-9F12C939F47A}"/>
                    </a:ext>
                  </a:extLst>
                </p14:cNvPr>
                <p14:cNvContentPartPr/>
                <p14:nvPr/>
              </p14:nvContentPartPr>
              <p14:xfrm>
                <a:off x="7347805" y="5327312"/>
                <a:ext cx="84960" cy="2282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57F3BCE-A550-5C08-D4DA-9F12C939F47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329805" y="5309672"/>
                  <a:ext cx="12060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DDDD48B-9029-4F96-DDE7-C21710B3F62D}"/>
                    </a:ext>
                  </a:extLst>
                </p14:cNvPr>
                <p14:cNvContentPartPr/>
                <p14:nvPr/>
              </p14:nvContentPartPr>
              <p14:xfrm>
                <a:off x="7510165" y="5449712"/>
                <a:ext cx="206280" cy="964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DDDD48B-9029-4F96-DDE7-C21710B3F62D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492165" y="5431712"/>
                  <a:ext cx="2419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558A5498-58DF-CC70-7EFA-ECFF0BF1E7DF}"/>
                    </a:ext>
                  </a:extLst>
                </p14:cNvPr>
                <p14:cNvContentPartPr/>
                <p14:nvPr/>
              </p14:nvContentPartPr>
              <p14:xfrm>
                <a:off x="7783765" y="5379872"/>
                <a:ext cx="86040" cy="1432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558A5498-58DF-CC70-7EFA-ECFF0BF1E7D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765765" y="5361872"/>
                  <a:ext cx="121680" cy="17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BA84DAE0-A24C-CECC-6706-36F98DED6ED8}"/>
              </a:ext>
            </a:extLst>
          </p:cNvPr>
          <p:cNvGrpSpPr/>
          <p:nvPr/>
        </p:nvGrpSpPr>
        <p:grpSpPr>
          <a:xfrm>
            <a:off x="8340325" y="5137592"/>
            <a:ext cx="619560" cy="320760"/>
            <a:chOff x="8340325" y="5137592"/>
            <a:chExt cx="619560" cy="32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77B8709F-D0EB-29FD-207E-18CF0639D7B1}"/>
                    </a:ext>
                  </a:extLst>
                </p14:cNvPr>
                <p14:cNvContentPartPr/>
                <p14:nvPr/>
              </p14:nvContentPartPr>
              <p14:xfrm>
                <a:off x="8340325" y="5330912"/>
                <a:ext cx="359280" cy="1274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77B8709F-D0EB-29FD-207E-18CF0639D7B1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322325" y="5312912"/>
                  <a:ext cx="3949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10C9E694-59A6-11CF-9D2F-D99114546050}"/>
                    </a:ext>
                  </a:extLst>
                </p14:cNvPr>
                <p14:cNvContentPartPr/>
                <p14:nvPr/>
              </p14:nvContentPartPr>
              <p14:xfrm>
                <a:off x="8792125" y="5137592"/>
                <a:ext cx="167760" cy="2707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10C9E694-59A6-11CF-9D2F-D9911454605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774485" y="5119952"/>
                  <a:ext cx="203400" cy="30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AAE2623A-F489-5980-7425-45E8BAB87FE5}"/>
              </a:ext>
            </a:extLst>
          </p:cNvPr>
          <p:cNvGrpSpPr/>
          <p:nvPr/>
        </p:nvGrpSpPr>
        <p:grpSpPr>
          <a:xfrm>
            <a:off x="9425365" y="5033192"/>
            <a:ext cx="871920" cy="295560"/>
            <a:chOff x="9425365" y="5033192"/>
            <a:chExt cx="871920" cy="29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03F6F51-94BF-9AB2-59A1-A8F9614DB599}"/>
                    </a:ext>
                  </a:extLst>
                </p14:cNvPr>
                <p14:cNvContentPartPr/>
                <p14:nvPr/>
              </p14:nvContentPartPr>
              <p14:xfrm>
                <a:off x="9461725" y="5100512"/>
                <a:ext cx="30600" cy="2282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03F6F51-94BF-9AB2-59A1-A8F9614DB599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443725" y="5082512"/>
                  <a:ext cx="6624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C3C382D-59CC-3514-B0EE-608744CF6E89}"/>
                    </a:ext>
                  </a:extLst>
                </p14:cNvPr>
                <p14:cNvContentPartPr/>
                <p14:nvPr/>
              </p14:nvContentPartPr>
              <p14:xfrm>
                <a:off x="9425365" y="5082152"/>
                <a:ext cx="304200" cy="2221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C3C382D-59CC-3514-B0EE-608744CF6E8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407725" y="5064152"/>
                  <a:ext cx="3398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A7676A8-BBD7-17C5-AA3C-C22617577948}"/>
                    </a:ext>
                  </a:extLst>
                </p14:cNvPr>
                <p14:cNvContentPartPr/>
                <p14:nvPr/>
              </p14:nvContentPartPr>
              <p14:xfrm>
                <a:off x="9904525" y="5043272"/>
                <a:ext cx="32040" cy="2674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A7676A8-BBD7-17C5-AA3C-C2261757794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886885" y="5025632"/>
                  <a:ext cx="6768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5F46F1C6-475E-44A6-7A73-7860C71B95FC}"/>
                    </a:ext>
                  </a:extLst>
                </p14:cNvPr>
                <p14:cNvContentPartPr/>
                <p14:nvPr/>
              </p14:nvContentPartPr>
              <p14:xfrm>
                <a:off x="10043845" y="5063792"/>
                <a:ext cx="41040" cy="2538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5F46F1C6-475E-44A6-7A73-7860C71B95F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025845" y="5045792"/>
                  <a:ext cx="7668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0DB2B23-DC44-50E2-6B88-FB4A41F4F781}"/>
                    </a:ext>
                  </a:extLst>
                </p14:cNvPr>
                <p14:cNvContentPartPr/>
                <p14:nvPr/>
              </p14:nvContentPartPr>
              <p14:xfrm>
                <a:off x="10059685" y="5033192"/>
                <a:ext cx="237600" cy="2005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0DB2B23-DC44-50E2-6B88-FB4A41F4F78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041685" y="5015552"/>
                  <a:ext cx="273240" cy="23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5C111CE3-9604-715F-2EC2-4EFDE6DA3608}"/>
              </a:ext>
            </a:extLst>
          </p:cNvPr>
          <p:cNvGrpSpPr/>
          <p:nvPr/>
        </p:nvGrpSpPr>
        <p:grpSpPr>
          <a:xfrm>
            <a:off x="8092645" y="5763272"/>
            <a:ext cx="1004040" cy="358560"/>
            <a:chOff x="8092645" y="5763272"/>
            <a:chExt cx="1004040" cy="35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D4CF1AC-E75A-7131-3874-CFC0D17C75E4}"/>
                    </a:ext>
                  </a:extLst>
                </p14:cNvPr>
                <p14:cNvContentPartPr/>
                <p14:nvPr/>
              </p14:nvContentPartPr>
              <p14:xfrm>
                <a:off x="8092645" y="5917712"/>
                <a:ext cx="142200" cy="2041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D4CF1AC-E75A-7131-3874-CFC0D17C75E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075005" y="5900072"/>
                  <a:ext cx="1778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0D234B1-2879-8411-B7C5-EDF99AD148B4}"/>
                    </a:ext>
                  </a:extLst>
                </p14:cNvPr>
                <p14:cNvContentPartPr/>
                <p14:nvPr/>
              </p14:nvContentPartPr>
              <p14:xfrm>
                <a:off x="8316565" y="5960912"/>
                <a:ext cx="9720" cy="241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0D234B1-2879-8411-B7C5-EDF99AD148B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298565" y="5942912"/>
                  <a:ext cx="453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B4ABDDC2-800D-DB03-4E99-6F08B52266C0}"/>
                    </a:ext>
                  </a:extLst>
                </p14:cNvPr>
                <p14:cNvContentPartPr/>
                <p14:nvPr/>
              </p14:nvContentPartPr>
              <p14:xfrm>
                <a:off x="8285245" y="5841752"/>
                <a:ext cx="40680" cy="223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B4ABDDC2-800D-DB03-4E99-6F08B52266C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267605" y="5824112"/>
                  <a:ext cx="763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78BA39B6-6F7E-AF18-EF03-180AEE954A25}"/>
                    </a:ext>
                  </a:extLst>
                </p14:cNvPr>
                <p14:cNvContentPartPr/>
                <p14:nvPr/>
              </p14:nvContentPartPr>
              <p14:xfrm>
                <a:off x="8453365" y="5780912"/>
                <a:ext cx="396720" cy="2718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78BA39B6-6F7E-AF18-EF03-180AEE954A2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435725" y="5763272"/>
                  <a:ext cx="43236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5A2A287-EF56-E61E-3A67-B1ECEE8FC70F}"/>
                    </a:ext>
                  </a:extLst>
                </p14:cNvPr>
                <p14:cNvContentPartPr/>
                <p14:nvPr/>
              </p14:nvContentPartPr>
              <p14:xfrm>
                <a:off x="8904445" y="5763272"/>
                <a:ext cx="150840" cy="2203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5A2A287-EF56-E61E-3A67-B1ECEE8FC70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886445" y="5745632"/>
                  <a:ext cx="18648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CBB33CA7-FF79-B9A5-EB70-E5CAFC65850F}"/>
                    </a:ext>
                  </a:extLst>
                </p14:cNvPr>
                <p14:cNvContentPartPr/>
                <p14:nvPr/>
              </p14:nvContentPartPr>
              <p14:xfrm>
                <a:off x="8940085" y="5789552"/>
                <a:ext cx="156600" cy="1245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CBB33CA7-FF79-B9A5-EB70-E5CAFC65850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922445" y="5771912"/>
                  <a:ext cx="192240" cy="16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B0EC8921-6775-A3E3-073E-041DBAFA92E3}"/>
                  </a:ext>
                </a:extLst>
              </p14:cNvPr>
              <p14:cNvContentPartPr/>
              <p14:nvPr/>
            </p14:nvContentPartPr>
            <p14:xfrm>
              <a:off x="1517245" y="770792"/>
              <a:ext cx="2873520" cy="190872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B0EC8921-6775-A3E3-073E-041DBAFA92E3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1499605" y="752792"/>
                <a:ext cx="2909160" cy="194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8" name="Group 147">
            <a:extLst>
              <a:ext uri="{FF2B5EF4-FFF2-40B4-BE49-F238E27FC236}">
                <a16:creationId xmlns:a16="http://schemas.microsoft.com/office/drawing/2014/main" id="{DBCF4903-50B2-6A21-31EB-3945F222FE01}"/>
              </a:ext>
            </a:extLst>
          </p:cNvPr>
          <p:cNvGrpSpPr/>
          <p:nvPr/>
        </p:nvGrpSpPr>
        <p:grpSpPr>
          <a:xfrm>
            <a:off x="5762725" y="382712"/>
            <a:ext cx="2797560" cy="2042280"/>
            <a:chOff x="5762725" y="382712"/>
            <a:chExt cx="2797560" cy="204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73AA147-0F10-3518-1EBB-E054F4C87DD0}"/>
                    </a:ext>
                  </a:extLst>
                </p14:cNvPr>
                <p14:cNvContentPartPr/>
                <p14:nvPr/>
              </p14:nvContentPartPr>
              <p14:xfrm>
                <a:off x="5762725" y="418352"/>
                <a:ext cx="2797560" cy="20066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73AA147-0F10-3518-1EBB-E054F4C87DD0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745085" y="400712"/>
                  <a:ext cx="2833200" cy="20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1EA3F080-E746-FFBC-BD8E-98CE2B877E0B}"/>
                    </a:ext>
                  </a:extLst>
                </p14:cNvPr>
                <p14:cNvContentPartPr/>
                <p14:nvPr/>
              </p14:nvContentPartPr>
              <p14:xfrm>
                <a:off x="7273645" y="382712"/>
                <a:ext cx="217080" cy="2178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1EA3F080-E746-FFBC-BD8E-98CE2B877E0B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256005" y="364712"/>
                  <a:ext cx="25272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0621693-DB10-F6FD-B4EB-F75E9618CFAE}"/>
                    </a:ext>
                  </a:extLst>
                </p14:cNvPr>
                <p14:cNvContentPartPr/>
                <p14:nvPr/>
              </p14:nvContentPartPr>
              <p14:xfrm>
                <a:off x="7518805" y="416192"/>
                <a:ext cx="79200" cy="1756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0621693-DB10-F6FD-B4EB-F75E9618CFAE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501165" y="398192"/>
                  <a:ext cx="1148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630A1FD-00EF-8D41-2E22-67B51E8AD440}"/>
                    </a:ext>
                  </a:extLst>
                </p14:cNvPr>
                <p14:cNvContentPartPr/>
                <p14:nvPr/>
              </p14:nvContentPartPr>
              <p14:xfrm>
                <a:off x="7547965" y="386672"/>
                <a:ext cx="90360" cy="1011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630A1FD-00EF-8D41-2E22-67B51E8AD440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529965" y="369032"/>
                  <a:ext cx="1260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C481E009-7488-F8F4-8CA4-6C693EFC46C2}"/>
                    </a:ext>
                  </a:extLst>
                </p14:cNvPr>
                <p14:cNvContentPartPr/>
                <p14:nvPr/>
              </p14:nvContentPartPr>
              <p14:xfrm>
                <a:off x="7569565" y="497192"/>
                <a:ext cx="87840" cy="547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C481E009-7488-F8F4-8CA4-6C693EFC46C2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551925" y="479192"/>
                  <a:ext cx="1234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B82C06E1-0DF2-D181-ABC1-299762D797CE}"/>
                    </a:ext>
                  </a:extLst>
                </p14:cNvPr>
                <p14:cNvContentPartPr/>
                <p14:nvPr/>
              </p14:nvContentPartPr>
              <p14:xfrm>
                <a:off x="7626805" y="554792"/>
                <a:ext cx="69840" cy="352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B82C06E1-0DF2-D181-ABC1-299762D797C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609165" y="536792"/>
                  <a:ext cx="1054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5233D482-4511-D3B4-8732-D21A51E181A3}"/>
                    </a:ext>
                  </a:extLst>
                </p14:cNvPr>
                <p14:cNvContentPartPr/>
                <p14:nvPr/>
              </p14:nvContentPartPr>
              <p14:xfrm>
                <a:off x="7737685" y="382712"/>
                <a:ext cx="72000" cy="1800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5233D482-4511-D3B4-8732-D21A51E181A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719685" y="364712"/>
                  <a:ext cx="10764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160FDEE-679D-250B-A256-23D7454C46C8}"/>
                    </a:ext>
                  </a:extLst>
                </p14:cNvPr>
                <p14:cNvContentPartPr/>
                <p14:nvPr/>
              </p14:nvContentPartPr>
              <p14:xfrm>
                <a:off x="7723645" y="386312"/>
                <a:ext cx="136440" cy="1897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160FDEE-679D-250B-A256-23D7454C46C8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705645" y="368312"/>
                  <a:ext cx="172080" cy="22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3A459B26-CE8C-E61C-59C9-1CC913AAEA34}"/>
              </a:ext>
            </a:extLst>
          </p:cNvPr>
          <p:cNvGrpSpPr/>
          <p:nvPr/>
        </p:nvGrpSpPr>
        <p:grpSpPr>
          <a:xfrm>
            <a:off x="7981765" y="527792"/>
            <a:ext cx="772560" cy="1074600"/>
            <a:chOff x="7981765" y="527792"/>
            <a:chExt cx="772560" cy="107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D4C4700-F591-8612-E72B-C0B9C8D19214}"/>
                    </a:ext>
                  </a:extLst>
                </p14:cNvPr>
                <p14:cNvContentPartPr/>
                <p14:nvPr/>
              </p14:nvContentPartPr>
              <p14:xfrm>
                <a:off x="7981765" y="527792"/>
                <a:ext cx="55800" cy="5248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D4C4700-F591-8612-E72B-C0B9C8D1921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963765" y="509792"/>
                  <a:ext cx="91440" cy="56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2CB08DD-F799-5943-586F-909B888B3C3D}"/>
                    </a:ext>
                  </a:extLst>
                </p14:cNvPr>
                <p14:cNvContentPartPr/>
                <p14:nvPr/>
              </p14:nvContentPartPr>
              <p14:xfrm>
                <a:off x="8041525" y="1322312"/>
                <a:ext cx="8640" cy="2800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2CB08DD-F799-5943-586F-909B888B3C3D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023525" y="1304312"/>
                  <a:ext cx="4428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21E9DA0-0125-E44D-083E-AFD884473598}"/>
                    </a:ext>
                  </a:extLst>
                </p14:cNvPr>
                <p14:cNvContentPartPr/>
                <p14:nvPr/>
              </p14:nvContentPartPr>
              <p14:xfrm>
                <a:off x="8408005" y="1200632"/>
                <a:ext cx="88560" cy="2170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21E9DA0-0125-E44D-083E-AFD884473598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390365" y="1182632"/>
                  <a:ext cx="12420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116B4605-02F7-72BB-BCEA-B5535D67DA4A}"/>
                    </a:ext>
                  </a:extLst>
                </p14:cNvPr>
                <p14:cNvContentPartPr/>
                <p14:nvPr/>
              </p14:nvContentPartPr>
              <p14:xfrm>
                <a:off x="8375245" y="1173272"/>
                <a:ext cx="157680" cy="1191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116B4605-02F7-72BB-BCEA-B5535D67DA4A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357245" y="1155632"/>
                  <a:ext cx="1933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CF2C17C-D82F-E113-4BA0-62E4F3520E4F}"/>
                    </a:ext>
                  </a:extLst>
                </p14:cNvPr>
                <p14:cNvContentPartPr/>
                <p14:nvPr/>
              </p14:nvContentPartPr>
              <p14:xfrm>
                <a:off x="8573245" y="1207472"/>
                <a:ext cx="103320" cy="1688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CF2C17C-D82F-E113-4BA0-62E4F3520E4F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555245" y="1189472"/>
                  <a:ext cx="1389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99B30250-4DD1-71B3-9B57-2C260A0E788A}"/>
                    </a:ext>
                  </a:extLst>
                </p14:cNvPr>
                <p14:cNvContentPartPr/>
                <p14:nvPr/>
              </p14:nvContentPartPr>
              <p14:xfrm>
                <a:off x="8591605" y="1181912"/>
                <a:ext cx="162720" cy="1778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99B30250-4DD1-71B3-9B57-2C260A0E788A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573965" y="1164272"/>
                  <a:ext cx="198360" cy="21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5774BC9F-8283-3A8A-8EEF-360E476DC0F7}"/>
              </a:ext>
            </a:extLst>
          </p:cNvPr>
          <p:cNvGrpSpPr/>
          <p:nvPr/>
        </p:nvGrpSpPr>
        <p:grpSpPr>
          <a:xfrm>
            <a:off x="9886525" y="1081112"/>
            <a:ext cx="369000" cy="330480"/>
            <a:chOff x="9886525" y="1081112"/>
            <a:chExt cx="369000" cy="33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97154026-E30A-86F0-33F8-26C82EEE93E5}"/>
                    </a:ext>
                  </a:extLst>
                </p14:cNvPr>
                <p14:cNvContentPartPr/>
                <p14:nvPr/>
              </p14:nvContentPartPr>
              <p14:xfrm>
                <a:off x="9886525" y="1095152"/>
                <a:ext cx="81720" cy="3164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97154026-E30A-86F0-33F8-26C82EEE93E5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868525" y="1077512"/>
                  <a:ext cx="11736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0B800F39-48B2-86B8-D7AD-B82270AD398E}"/>
                    </a:ext>
                  </a:extLst>
                </p14:cNvPr>
                <p14:cNvContentPartPr/>
                <p14:nvPr/>
              </p14:nvContentPartPr>
              <p14:xfrm>
                <a:off x="9907765" y="1081112"/>
                <a:ext cx="136440" cy="1648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0B800F39-48B2-86B8-D7AD-B82270AD398E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890125" y="1063112"/>
                  <a:ext cx="1720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48F52395-960D-C4FC-3AF4-0D266B146C2F}"/>
                    </a:ext>
                  </a:extLst>
                </p14:cNvPr>
                <p14:cNvContentPartPr/>
                <p14:nvPr/>
              </p14:nvContentPartPr>
              <p14:xfrm>
                <a:off x="10075885" y="1126832"/>
                <a:ext cx="65520" cy="2235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48F52395-960D-C4FC-3AF4-0D266B146C2F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0057885" y="1109192"/>
                  <a:ext cx="1011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F0F4B94F-7E9B-FE59-7C15-AFFC40A13BAB}"/>
                    </a:ext>
                  </a:extLst>
                </p14:cNvPr>
                <p14:cNvContentPartPr/>
                <p14:nvPr/>
              </p14:nvContentPartPr>
              <p14:xfrm>
                <a:off x="10134925" y="1128272"/>
                <a:ext cx="120600" cy="1998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F0F4B94F-7E9B-FE59-7C15-AFFC40A13BAB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116925" y="1110272"/>
                  <a:ext cx="156240" cy="23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2D48C5D8-06C7-81F3-150A-0CF2ED3CA021}"/>
              </a:ext>
            </a:extLst>
          </p:cNvPr>
          <p:cNvGrpSpPr/>
          <p:nvPr/>
        </p:nvGrpSpPr>
        <p:grpSpPr>
          <a:xfrm>
            <a:off x="10548925" y="927392"/>
            <a:ext cx="865440" cy="422640"/>
            <a:chOff x="10548925" y="927392"/>
            <a:chExt cx="865440" cy="42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E53A1943-056D-52A7-55FF-C92605E0A8A8}"/>
                    </a:ext>
                  </a:extLst>
                </p14:cNvPr>
                <p14:cNvContentPartPr/>
                <p14:nvPr/>
              </p14:nvContentPartPr>
              <p14:xfrm>
                <a:off x="10548925" y="1192352"/>
                <a:ext cx="239400" cy="1418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E53A1943-056D-52A7-55FF-C92605E0A8A8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531285" y="1174352"/>
                  <a:ext cx="2750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66A8ACC4-C750-8191-BD95-4BDBAA88AB11}"/>
                    </a:ext>
                  </a:extLst>
                </p14:cNvPr>
                <p14:cNvContentPartPr/>
                <p14:nvPr/>
              </p14:nvContentPartPr>
              <p14:xfrm>
                <a:off x="10899565" y="1207112"/>
                <a:ext cx="75600" cy="730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6A8ACC4-C750-8191-BD95-4BDBAA88AB1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881925" y="1189112"/>
                  <a:ext cx="1112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D5C4A30-B3D5-3C4D-EB9F-D90829C70F7B}"/>
                    </a:ext>
                  </a:extLst>
                </p14:cNvPr>
                <p14:cNvContentPartPr/>
                <p14:nvPr/>
              </p14:nvContentPartPr>
              <p14:xfrm>
                <a:off x="11041045" y="1207472"/>
                <a:ext cx="158400" cy="6444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D5C4A30-B3D5-3C4D-EB9F-D90829C70F7B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1023405" y="1189472"/>
                  <a:ext cx="1940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AACFBCF8-8091-2238-FC8E-7A4B896406EF}"/>
                    </a:ext>
                  </a:extLst>
                </p14:cNvPr>
                <p14:cNvContentPartPr/>
                <p14:nvPr/>
              </p14:nvContentPartPr>
              <p14:xfrm>
                <a:off x="11288725" y="1069952"/>
                <a:ext cx="61560" cy="2800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AACFBCF8-8091-2238-FC8E-7A4B896406EF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1270725" y="1052312"/>
                  <a:ext cx="9720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EC6A7844-56AC-F7B3-B335-187203C46F7B}"/>
                    </a:ext>
                  </a:extLst>
                </p14:cNvPr>
                <p14:cNvContentPartPr/>
                <p14:nvPr/>
              </p14:nvContentPartPr>
              <p14:xfrm>
                <a:off x="11268565" y="1172192"/>
                <a:ext cx="145800" cy="673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EC6A7844-56AC-F7B3-B335-187203C46F7B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1250565" y="1154192"/>
                  <a:ext cx="1814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C608F896-5E49-AA31-59FA-6C736D81C6F8}"/>
                    </a:ext>
                  </a:extLst>
                </p14:cNvPr>
                <p14:cNvContentPartPr/>
                <p14:nvPr/>
              </p14:nvContentPartPr>
              <p14:xfrm>
                <a:off x="11155885" y="927392"/>
                <a:ext cx="6120" cy="1976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C608F896-5E49-AA31-59FA-6C736D81C6F8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1138245" y="909392"/>
                  <a:ext cx="41760" cy="23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F99388D2-D5CA-2102-E3FF-4D66553C90EE}"/>
              </a:ext>
            </a:extLst>
          </p:cNvPr>
          <p:cNvGrpSpPr/>
          <p:nvPr/>
        </p:nvGrpSpPr>
        <p:grpSpPr>
          <a:xfrm>
            <a:off x="10010005" y="1638752"/>
            <a:ext cx="1182600" cy="321480"/>
            <a:chOff x="10010005" y="1638752"/>
            <a:chExt cx="1182600" cy="32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8E5A1E98-1258-4CA0-72CD-3045297D8E6A}"/>
                    </a:ext>
                  </a:extLst>
                </p14:cNvPr>
                <p14:cNvContentPartPr/>
                <p14:nvPr/>
              </p14:nvContentPartPr>
              <p14:xfrm>
                <a:off x="10010005" y="1726592"/>
                <a:ext cx="109800" cy="2026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8E5A1E98-1258-4CA0-72CD-3045297D8E6A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992005" y="1708592"/>
                  <a:ext cx="14544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E48C0300-CD43-9949-A80C-388C3A68F78E}"/>
                    </a:ext>
                  </a:extLst>
                </p14:cNvPr>
                <p14:cNvContentPartPr/>
                <p14:nvPr/>
              </p14:nvContentPartPr>
              <p14:xfrm>
                <a:off x="10205845" y="1773032"/>
                <a:ext cx="160560" cy="1162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E48C0300-CD43-9949-A80C-388C3A68F78E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187845" y="1755392"/>
                  <a:ext cx="1962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624F4050-3BCF-7D5B-4FA2-191EEB8A0015}"/>
                    </a:ext>
                  </a:extLst>
                </p14:cNvPr>
                <p14:cNvContentPartPr/>
                <p14:nvPr/>
              </p14:nvContentPartPr>
              <p14:xfrm>
                <a:off x="10471165" y="1762952"/>
                <a:ext cx="20520" cy="1972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624F4050-3BCF-7D5B-4FA2-191EEB8A0015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453165" y="1745312"/>
                  <a:ext cx="561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7CE90C55-2ACC-DCE1-96E6-A9A9F3839860}"/>
                    </a:ext>
                  </a:extLst>
                </p14:cNvPr>
                <p14:cNvContentPartPr/>
                <p14:nvPr/>
              </p14:nvContentPartPr>
              <p14:xfrm>
                <a:off x="10402765" y="1753592"/>
                <a:ext cx="110880" cy="543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7CE90C55-2ACC-DCE1-96E6-A9A9F3839860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384765" y="1735592"/>
                  <a:ext cx="1465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31D4BEEA-623B-373A-1C0A-2BCD6B8F8FFA}"/>
                    </a:ext>
                  </a:extLst>
                </p14:cNvPr>
                <p14:cNvContentPartPr/>
                <p14:nvPr/>
              </p14:nvContentPartPr>
              <p14:xfrm>
                <a:off x="10600765" y="1638752"/>
                <a:ext cx="42480" cy="1976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31D4BEEA-623B-373A-1C0A-2BCD6B8F8FFA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583125" y="1621112"/>
                  <a:ext cx="7812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8AA9854A-4D00-A32E-4A04-BE4F447D891C}"/>
                    </a:ext>
                  </a:extLst>
                </p14:cNvPr>
                <p14:cNvContentPartPr/>
                <p14:nvPr/>
              </p14:nvContentPartPr>
              <p14:xfrm>
                <a:off x="10602205" y="1733432"/>
                <a:ext cx="219240" cy="838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8AA9854A-4D00-A32E-4A04-BE4F447D891C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584565" y="1715432"/>
                  <a:ext cx="2548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4CAA3394-335D-7EF6-A16A-A16FD4E60993}"/>
                    </a:ext>
                  </a:extLst>
                </p14:cNvPr>
                <p14:cNvContentPartPr/>
                <p14:nvPr/>
              </p14:nvContentPartPr>
              <p14:xfrm>
                <a:off x="10836205" y="1748552"/>
                <a:ext cx="28080" cy="136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4CAA3394-335D-7EF6-A16A-A16FD4E60993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818565" y="1730912"/>
                  <a:ext cx="637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75C6EE9F-0A3E-13BF-7180-B2566B72C601}"/>
                    </a:ext>
                  </a:extLst>
                </p14:cNvPr>
                <p14:cNvContentPartPr/>
                <p14:nvPr/>
              </p14:nvContentPartPr>
              <p14:xfrm>
                <a:off x="10956805" y="1679072"/>
                <a:ext cx="111240" cy="1461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75C6EE9F-0A3E-13BF-7180-B2566B72C601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0939165" y="1661432"/>
                  <a:ext cx="1468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B9D45F80-0B2E-C71D-A8EC-5096E6B03DE2}"/>
                    </a:ext>
                  </a:extLst>
                </p14:cNvPr>
                <p14:cNvContentPartPr/>
                <p14:nvPr/>
              </p14:nvContentPartPr>
              <p14:xfrm>
                <a:off x="11116645" y="1697792"/>
                <a:ext cx="75960" cy="7056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B9D45F80-0B2E-C71D-A8EC-5096E6B03DE2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1098645" y="1679792"/>
                  <a:ext cx="111600" cy="10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6F05D371-1C5A-3FCF-6618-72DF06908FC3}"/>
              </a:ext>
            </a:extLst>
          </p:cNvPr>
          <p:cNvGrpSpPr/>
          <p:nvPr/>
        </p:nvGrpSpPr>
        <p:grpSpPr>
          <a:xfrm>
            <a:off x="11499685" y="1548752"/>
            <a:ext cx="448560" cy="247320"/>
            <a:chOff x="11499685" y="1548752"/>
            <a:chExt cx="448560" cy="24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969961DF-CECC-D458-2077-5F7AE19292FC}"/>
                    </a:ext>
                  </a:extLst>
                </p14:cNvPr>
                <p14:cNvContentPartPr/>
                <p14:nvPr/>
              </p14:nvContentPartPr>
              <p14:xfrm>
                <a:off x="11528845" y="1548752"/>
                <a:ext cx="25560" cy="2473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969961DF-CECC-D458-2077-5F7AE19292FC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1511205" y="1530752"/>
                  <a:ext cx="6120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A32C8E53-62CA-53AA-8CC0-3D6E3C00ADA2}"/>
                    </a:ext>
                  </a:extLst>
                </p14:cNvPr>
                <p14:cNvContentPartPr/>
                <p14:nvPr/>
              </p14:nvContentPartPr>
              <p14:xfrm>
                <a:off x="11499685" y="1610672"/>
                <a:ext cx="252000" cy="1818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A32C8E53-62CA-53AA-8CC0-3D6E3C00ADA2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1482045" y="1592672"/>
                  <a:ext cx="28764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DEFE3EB0-DF1F-7A22-0235-BBB10A730356}"/>
                    </a:ext>
                  </a:extLst>
                </p14:cNvPr>
                <p14:cNvContentPartPr/>
                <p14:nvPr/>
              </p14:nvContentPartPr>
              <p14:xfrm>
                <a:off x="11806045" y="1667552"/>
                <a:ext cx="142200" cy="10908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DEFE3EB0-DF1F-7A22-0235-BBB10A730356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1788045" y="1649912"/>
                  <a:ext cx="177840" cy="14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8A3C0328-FA54-C546-AC70-08530F2A7105}"/>
              </a:ext>
            </a:extLst>
          </p:cNvPr>
          <p:cNvGrpSpPr/>
          <p:nvPr/>
        </p:nvGrpSpPr>
        <p:grpSpPr>
          <a:xfrm>
            <a:off x="10583845" y="2079032"/>
            <a:ext cx="640800" cy="322200"/>
            <a:chOff x="10583845" y="2079032"/>
            <a:chExt cx="640800" cy="32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B1F7486-BCC3-F914-4D2C-23B030CB1C0E}"/>
                    </a:ext>
                  </a:extLst>
                </p14:cNvPr>
                <p14:cNvContentPartPr/>
                <p14:nvPr/>
              </p14:nvContentPartPr>
              <p14:xfrm>
                <a:off x="10583845" y="2253632"/>
                <a:ext cx="176040" cy="1476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B1F7486-BCC3-F914-4D2C-23B030CB1C0E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0566205" y="2235632"/>
                  <a:ext cx="2116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F01B9A3-D8A0-E9DF-ABD4-C40318018846}"/>
                    </a:ext>
                  </a:extLst>
                </p14:cNvPr>
                <p14:cNvContentPartPr/>
                <p14:nvPr/>
              </p14:nvContentPartPr>
              <p14:xfrm>
                <a:off x="10857445" y="2242112"/>
                <a:ext cx="94680" cy="1026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F01B9A3-D8A0-E9DF-ABD4-C40318018846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839805" y="2224112"/>
                  <a:ext cx="1303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B0E76779-9539-D128-E6BA-0D8988E84784}"/>
                    </a:ext>
                  </a:extLst>
                </p14:cNvPr>
                <p14:cNvContentPartPr/>
                <p14:nvPr/>
              </p14:nvContentPartPr>
              <p14:xfrm>
                <a:off x="11055445" y="2079032"/>
                <a:ext cx="169200" cy="2426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B0E76779-9539-D128-E6BA-0D8988E84784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1037445" y="2061032"/>
                  <a:ext cx="204840" cy="27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C73A999A-16F7-272A-FDEC-83EB35482441}"/>
              </a:ext>
            </a:extLst>
          </p:cNvPr>
          <p:cNvGrpSpPr/>
          <p:nvPr/>
        </p:nvGrpSpPr>
        <p:grpSpPr>
          <a:xfrm>
            <a:off x="10616245" y="2677712"/>
            <a:ext cx="1103040" cy="279720"/>
            <a:chOff x="10616245" y="2677712"/>
            <a:chExt cx="1103040" cy="27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2447E213-AAAD-FBD2-0F57-66A9DBFF073D}"/>
                    </a:ext>
                  </a:extLst>
                </p14:cNvPr>
                <p14:cNvContentPartPr/>
                <p14:nvPr/>
              </p14:nvContentPartPr>
              <p14:xfrm>
                <a:off x="10616245" y="2720912"/>
                <a:ext cx="149400" cy="2365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2447E213-AAAD-FBD2-0F57-66A9DBFF073D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0598605" y="2703272"/>
                  <a:ext cx="18504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D80DA95F-90CD-685F-CA4B-B67A3B722F98}"/>
                    </a:ext>
                  </a:extLst>
                </p14:cNvPr>
                <p14:cNvContentPartPr/>
                <p14:nvPr/>
              </p14:nvContentPartPr>
              <p14:xfrm>
                <a:off x="10844125" y="2822072"/>
                <a:ext cx="29520" cy="619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D80DA95F-90CD-685F-CA4B-B67A3B722F98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0826485" y="2804072"/>
                  <a:ext cx="651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DFD62A8E-75DB-1FA1-64D0-00225DF8C244}"/>
                    </a:ext>
                  </a:extLst>
                </p14:cNvPr>
                <p14:cNvContentPartPr/>
                <p14:nvPr/>
              </p14:nvContentPartPr>
              <p14:xfrm>
                <a:off x="10861765" y="2696792"/>
                <a:ext cx="14040" cy="306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DFD62A8E-75DB-1FA1-64D0-00225DF8C244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843765" y="2678792"/>
                  <a:ext cx="496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EA7BBF29-5F20-5028-7520-201A8A70AD01}"/>
                    </a:ext>
                  </a:extLst>
                </p14:cNvPr>
                <p14:cNvContentPartPr/>
                <p14:nvPr/>
              </p14:nvContentPartPr>
              <p14:xfrm>
                <a:off x="10980925" y="2677712"/>
                <a:ext cx="343800" cy="2397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EA7BBF29-5F20-5028-7520-201A8A70AD01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962925" y="2659712"/>
                  <a:ext cx="37944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F7E926CB-3C6B-CCBC-63B0-9B1FAFB77254}"/>
                    </a:ext>
                  </a:extLst>
                </p14:cNvPr>
                <p14:cNvContentPartPr/>
                <p14:nvPr/>
              </p14:nvContentPartPr>
              <p14:xfrm>
                <a:off x="11391325" y="2689232"/>
                <a:ext cx="98640" cy="1227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F7E926CB-3C6B-CCBC-63B0-9B1FAFB77254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1373325" y="2671592"/>
                  <a:ext cx="1342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0CB4AF19-D986-BEA5-E4C5-8DC20ADA15B5}"/>
                    </a:ext>
                  </a:extLst>
                </p14:cNvPr>
                <p14:cNvContentPartPr/>
                <p14:nvPr/>
              </p14:nvContentPartPr>
              <p14:xfrm>
                <a:off x="11400325" y="2715512"/>
                <a:ext cx="164520" cy="6084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0CB4AF19-D986-BEA5-E4C5-8DC20ADA15B5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1382685" y="2697512"/>
                  <a:ext cx="2001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7BE04AE5-2918-9FC3-7D15-7D361C87D9E8}"/>
                    </a:ext>
                  </a:extLst>
                </p14:cNvPr>
                <p14:cNvContentPartPr/>
                <p14:nvPr/>
              </p14:nvContentPartPr>
              <p14:xfrm>
                <a:off x="11717845" y="2810552"/>
                <a:ext cx="1440" cy="180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7BE04AE5-2918-9FC3-7D15-7D361C87D9E8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1700205" y="2792912"/>
                  <a:ext cx="370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01A33073-4EF2-B537-3910-1C68E250C0BB}"/>
                    </a:ext>
                  </a:extLst>
                </p14:cNvPr>
                <p14:cNvContentPartPr/>
                <p14:nvPr/>
              </p14:nvContentPartPr>
              <p14:xfrm>
                <a:off x="11715325" y="2823872"/>
                <a:ext cx="360" cy="3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01A33073-4EF2-B537-3910-1C68E250C0BB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1697325" y="280623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E6E0F955-D5FB-3A44-BF09-1CF32C981D30}"/>
              </a:ext>
            </a:extLst>
          </p:cNvPr>
          <p:cNvGrpSpPr/>
          <p:nvPr/>
        </p:nvGrpSpPr>
        <p:grpSpPr>
          <a:xfrm>
            <a:off x="10269925" y="3181352"/>
            <a:ext cx="629640" cy="1330920"/>
            <a:chOff x="10269925" y="3181352"/>
            <a:chExt cx="629640" cy="133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441F3F5A-7522-218B-8419-28E90DFEF609}"/>
                    </a:ext>
                  </a:extLst>
                </p14:cNvPr>
                <p14:cNvContentPartPr/>
                <p14:nvPr/>
              </p14:nvContentPartPr>
              <p14:xfrm>
                <a:off x="10293685" y="3181352"/>
                <a:ext cx="605880" cy="11649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441F3F5A-7522-218B-8419-28E90DFEF609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276045" y="3163352"/>
                  <a:ext cx="641520" cy="12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F6D7AB61-5A57-0688-3941-71316F5163BC}"/>
                    </a:ext>
                  </a:extLst>
                </p14:cNvPr>
                <p14:cNvContentPartPr/>
                <p14:nvPr/>
              </p14:nvContentPartPr>
              <p14:xfrm>
                <a:off x="10269925" y="4250192"/>
                <a:ext cx="178200" cy="2620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F6D7AB61-5A57-0688-3941-71316F5163BC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251925" y="4232192"/>
                  <a:ext cx="213840" cy="297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6142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FCB19-88B2-4430-3E27-14927651D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a photodiode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6D07A-B05A-B95B-FACC-6F03BACB2E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33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FFC835B-637A-6561-1B38-B2C79A78FA59}"/>
              </a:ext>
            </a:extLst>
          </p:cNvPr>
          <p:cNvGrpSpPr/>
          <p:nvPr/>
        </p:nvGrpSpPr>
        <p:grpSpPr>
          <a:xfrm>
            <a:off x="4907317" y="1732038"/>
            <a:ext cx="217440" cy="339480"/>
            <a:chOff x="4907317" y="1732038"/>
            <a:chExt cx="217440" cy="33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ECA0436-121C-D6BE-F692-1D537B39A185}"/>
                    </a:ext>
                  </a:extLst>
                </p14:cNvPr>
                <p14:cNvContentPartPr/>
                <p14:nvPr/>
              </p14:nvContentPartPr>
              <p14:xfrm>
                <a:off x="4949077" y="1837518"/>
                <a:ext cx="29880" cy="2340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ECA0436-121C-D6BE-F692-1D537B39A18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931077" y="1819518"/>
                  <a:ext cx="6552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F7F21E7-D168-C721-B367-38576C4CD8DA}"/>
                    </a:ext>
                  </a:extLst>
                </p14:cNvPr>
                <p14:cNvContentPartPr/>
                <p14:nvPr/>
              </p14:nvContentPartPr>
              <p14:xfrm>
                <a:off x="4907317" y="1732038"/>
                <a:ext cx="217440" cy="177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F7F21E7-D168-C721-B367-38576C4CD8D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889677" y="1714398"/>
                  <a:ext cx="253080" cy="21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07ACC30-D64E-3DE5-F8FE-F776E52FA90E}"/>
              </a:ext>
            </a:extLst>
          </p:cNvPr>
          <p:cNvGrpSpPr/>
          <p:nvPr/>
        </p:nvGrpSpPr>
        <p:grpSpPr>
          <a:xfrm>
            <a:off x="5043397" y="2251158"/>
            <a:ext cx="581760" cy="1156320"/>
            <a:chOff x="5043397" y="2251158"/>
            <a:chExt cx="581760" cy="115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60EF106-02CB-BF92-89D9-7DDF6AD8912B}"/>
                    </a:ext>
                  </a:extLst>
                </p14:cNvPr>
                <p14:cNvContentPartPr/>
                <p14:nvPr/>
              </p14:nvContentPartPr>
              <p14:xfrm>
                <a:off x="5043397" y="2251158"/>
                <a:ext cx="255960" cy="296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60EF106-02CB-BF92-89D9-7DDF6AD8912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025757" y="2233518"/>
                  <a:ext cx="29160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7CB04B1-EC36-F913-212D-EC62C2D53813}"/>
                    </a:ext>
                  </a:extLst>
                </p14:cNvPr>
                <p14:cNvContentPartPr/>
                <p14:nvPr/>
              </p14:nvContentPartPr>
              <p14:xfrm>
                <a:off x="5371357" y="2261598"/>
                <a:ext cx="201960" cy="300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7CB04B1-EC36-F913-212D-EC62C2D5381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353357" y="2243598"/>
                  <a:ext cx="23760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27587F6-6698-32F2-DDD6-81D9FBBB265E}"/>
                    </a:ext>
                  </a:extLst>
                </p14:cNvPr>
                <p14:cNvContentPartPr/>
                <p14:nvPr/>
              </p14:nvContentPartPr>
              <p14:xfrm>
                <a:off x="5094877" y="2577678"/>
                <a:ext cx="204120" cy="2887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27587F6-6698-32F2-DDD6-81D9FBBB265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76877" y="2560038"/>
                  <a:ext cx="23976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90B7E8D-7AD9-3FF3-D9F3-B3237928F462}"/>
                    </a:ext>
                  </a:extLst>
                </p14:cNvPr>
                <p14:cNvContentPartPr/>
                <p14:nvPr/>
              </p14:nvContentPartPr>
              <p14:xfrm>
                <a:off x="5381797" y="2542758"/>
                <a:ext cx="216000" cy="2592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90B7E8D-7AD9-3FF3-D9F3-B3237928F46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363797" y="2524758"/>
                  <a:ext cx="2516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CAF4E40-7683-E505-91A5-0232CE3CABF2}"/>
                    </a:ext>
                  </a:extLst>
                </p14:cNvPr>
                <p14:cNvContentPartPr/>
                <p14:nvPr/>
              </p14:nvContentPartPr>
              <p14:xfrm>
                <a:off x="5078317" y="2903118"/>
                <a:ext cx="217440" cy="266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CAF4E40-7683-E505-91A5-0232CE3CABF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060317" y="2885118"/>
                  <a:ext cx="25308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277A1A1-90BD-F7CE-1112-B24951E50D12}"/>
                    </a:ext>
                  </a:extLst>
                </p14:cNvPr>
                <p14:cNvContentPartPr/>
                <p14:nvPr/>
              </p14:nvContentPartPr>
              <p14:xfrm>
                <a:off x="5383597" y="2884038"/>
                <a:ext cx="188640" cy="204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277A1A1-90BD-F7CE-1112-B24951E50D1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365597" y="2866038"/>
                  <a:ext cx="2242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95A9D23-186B-3C70-9849-27C348D52B3D}"/>
                    </a:ext>
                  </a:extLst>
                </p14:cNvPr>
                <p14:cNvContentPartPr/>
                <p14:nvPr/>
              </p14:nvContentPartPr>
              <p14:xfrm>
                <a:off x="5126917" y="3179958"/>
                <a:ext cx="171720" cy="223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95A9D23-186B-3C70-9849-27C348D52B3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108917" y="3161958"/>
                  <a:ext cx="2073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7C5CA16-8389-4A84-044B-2A6D3D1B090E}"/>
                    </a:ext>
                  </a:extLst>
                </p14:cNvPr>
                <p14:cNvContentPartPr/>
                <p14:nvPr/>
              </p14:nvContentPartPr>
              <p14:xfrm>
                <a:off x="5360557" y="3177798"/>
                <a:ext cx="194400" cy="2296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7C5CA16-8389-4A84-044B-2A6D3D1B090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342917" y="3159798"/>
                  <a:ext cx="23004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2BA9F7A-921C-F4F1-9740-873A2F25D29E}"/>
                    </a:ext>
                  </a:extLst>
                </p14:cNvPr>
                <p14:cNvContentPartPr/>
                <p14:nvPr/>
              </p14:nvContentPartPr>
              <p14:xfrm>
                <a:off x="5096677" y="2415318"/>
                <a:ext cx="82800" cy="302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2BA9F7A-921C-F4F1-9740-873A2F25D29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079037" y="2397678"/>
                  <a:ext cx="1184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3CAE988-6ABC-1450-A68F-3CFCB385F82F}"/>
                    </a:ext>
                  </a:extLst>
                </p14:cNvPr>
                <p14:cNvContentPartPr/>
                <p14:nvPr/>
              </p14:nvContentPartPr>
              <p14:xfrm>
                <a:off x="5470717" y="2364198"/>
                <a:ext cx="138240" cy="399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3CAE988-6ABC-1450-A68F-3CFCB385F82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453077" y="2346198"/>
                  <a:ext cx="1738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98AE2D7-E2B1-77FC-600B-BEA6C55ED231}"/>
                    </a:ext>
                  </a:extLst>
                </p14:cNvPr>
                <p14:cNvContentPartPr/>
                <p14:nvPr/>
              </p14:nvContentPartPr>
              <p14:xfrm>
                <a:off x="5159677" y="2719518"/>
                <a:ext cx="120240" cy="42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98AE2D7-E2B1-77FC-600B-BEA6C55ED23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142037" y="2701518"/>
                  <a:ext cx="1558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7888649-6547-488A-20D2-3F07ADBE2D64}"/>
                    </a:ext>
                  </a:extLst>
                </p14:cNvPr>
                <p14:cNvContentPartPr/>
                <p14:nvPr/>
              </p14:nvContentPartPr>
              <p14:xfrm>
                <a:off x="5487277" y="2683878"/>
                <a:ext cx="137880" cy="547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7888649-6547-488A-20D2-3F07ADBE2D6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469637" y="2665878"/>
                  <a:ext cx="1735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986A513-DC91-468F-3AE2-CA9D4EB9E817}"/>
                    </a:ext>
                  </a:extLst>
                </p14:cNvPr>
                <p14:cNvContentPartPr/>
                <p14:nvPr/>
              </p14:nvContentPartPr>
              <p14:xfrm>
                <a:off x="5126917" y="3039558"/>
                <a:ext cx="140760" cy="212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986A513-DC91-468F-3AE2-CA9D4EB9E81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108917" y="3021558"/>
                  <a:ext cx="1764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655D233-70FB-29E6-5988-13AA9FA98667}"/>
                    </a:ext>
                  </a:extLst>
                </p14:cNvPr>
                <p14:cNvContentPartPr/>
                <p14:nvPr/>
              </p14:nvContentPartPr>
              <p14:xfrm>
                <a:off x="5487277" y="3007158"/>
                <a:ext cx="76320" cy="9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655D233-70FB-29E6-5988-13AA9FA9866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469277" y="2989158"/>
                  <a:ext cx="1119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95986B6-7882-B1A6-0BE3-3EDCAB47555A}"/>
                    </a:ext>
                  </a:extLst>
                </p14:cNvPr>
                <p14:cNvContentPartPr/>
                <p14:nvPr/>
              </p14:nvContentPartPr>
              <p14:xfrm>
                <a:off x="5152117" y="3320718"/>
                <a:ext cx="114840" cy="176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95986B6-7882-B1A6-0BE3-3EDCAB47555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134117" y="3303078"/>
                  <a:ext cx="1504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133CDF6-8535-DA24-7FF7-499AEA3860EC}"/>
                    </a:ext>
                  </a:extLst>
                </p14:cNvPr>
                <p14:cNvContentPartPr/>
                <p14:nvPr/>
              </p14:nvContentPartPr>
              <p14:xfrm>
                <a:off x="5455237" y="3316758"/>
                <a:ext cx="129960" cy="90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133CDF6-8535-DA24-7FF7-499AEA3860E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437237" y="3299118"/>
                  <a:ext cx="16560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418D67D-2249-24F3-A22A-D1FB25E9F383}"/>
              </a:ext>
            </a:extLst>
          </p:cNvPr>
          <p:cNvGrpSpPr/>
          <p:nvPr/>
        </p:nvGrpSpPr>
        <p:grpSpPr>
          <a:xfrm>
            <a:off x="5747197" y="1855518"/>
            <a:ext cx="551520" cy="1546200"/>
            <a:chOff x="5747197" y="1855518"/>
            <a:chExt cx="551520" cy="154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28FADEA-0F44-26DD-D461-F131C2AB0E5C}"/>
                    </a:ext>
                  </a:extLst>
                </p14:cNvPr>
                <p14:cNvContentPartPr/>
                <p14:nvPr/>
              </p14:nvContentPartPr>
              <p14:xfrm>
                <a:off x="6134917" y="1962798"/>
                <a:ext cx="33120" cy="2318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28FADEA-0F44-26DD-D461-F131C2AB0E5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116917" y="1945158"/>
                  <a:ext cx="6876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B8BF9FB-F097-3D8B-66A0-1DD10021A577}"/>
                    </a:ext>
                  </a:extLst>
                </p14:cNvPr>
                <p14:cNvContentPartPr/>
                <p14:nvPr/>
              </p14:nvContentPartPr>
              <p14:xfrm>
                <a:off x="6135637" y="1855518"/>
                <a:ext cx="163080" cy="234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B8BF9FB-F097-3D8B-66A0-1DD10021A57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117637" y="1837518"/>
                  <a:ext cx="19872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E849EFB-6AAD-E1A5-BF11-6F7650DEB35E}"/>
                    </a:ext>
                  </a:extLst>
                </p14:cNvPr>
                <p14:cNvContentPartPr/>
                <p14:nvPr/>
              </p14:nvContentPartPr>
              <p14:xfrm>
                <a:off x="5761237" y="2335038"/>
                <a:ext cx="141840" cy="2430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E849EFB-6AAD-E1A5-BF11-6F7650DEB35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743237" y="2317398"/>
                  <a:ext cx="1774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FBD5039-F119-349C-B539-AB2CC4108475}"/>
                    </a:ext>
                  </a:extLst>
                </p14:cNvPr>
                <p14:cNvContentPartPr/>
                <p14:nvPr/>
              </p14:nvContentPartPr>
              <p14:xfrm>
                <a:off x="6003517" y="2293638"/>
                <a:ext cx="168480" cy="205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FBD5039-F119-349C-B539-AB2CC410847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985877" y="2275998"/>
                  <a:ext cx="2041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5DE176C-3F25-541F-C2D1-54477CCCA1D6}"/>
                    </a:ext>
                  </a:extLst>
                </p14:cNvPr>
                <p14:cNvContentPartPr/>
                <p14:nvPr/>
              </p14:nvContentPartPr>
              <p14:xfrm>
                <a:off x="5764837" y="2607918"/>
                <a:ext cx="208800" cy="260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5DE176C-3F25-541F-C2D1-54477CCCA1D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746837" y="2590278"/>
                  <a:ext cx="24444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7A6E316-3A09-1EA0-B0AB-57EF13D47001}"/>
                    </a:ext>
                  </a:extLst>
                </p14:cNvPr>
                <p14:cNvContentPartPr/>
                <p14:nvPr/>
              </p14:nvContentPartPr>
              <p14:xfrm>
                <a:off x="6000277" y="2580198"/>
                <a:ext cx="141120" cy="2948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7A6E316-3A09-1EA0-B0AB-57EF13D4700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982277" y="2562198"/>
                  <a:ext cx="17676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4E8BB96-E0C8-E176-D6BA-AACBCCFD5CD7}"/>
                    </a:ext>
                  </a:extLst>
                </p14:cNvPr>
                <p14:cNvContentPartPr/>
                <p14:nvPr/>
              </p14:nvContentPartPr>
              <p14:xfrm>
                <a:off x="5758717" y="2926878"/>
                <a:ext cx="190800" cy="2203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4E8BB96-E0C8-E176-D6BA-AACBCCFD5CD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740717" y="2909238"/>
                  <a:ext cx="22644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5D5A715-BF38-4A10-26FF-F4F97CD0DA81}"/>
                    </a:ext>
                  </a:extLst>
                </p14:cNvPr>
                <p14:cNvContentPartPr/>
                <p14:nvPr/>
              </p14:nvContentPartPr>
              <p14:xfrm>
                <a:off x="6015397" y="2893398"/>
                <a:ext cx="195480" cy="2232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5D5A715-BF38-4A10-26FF-F4F97CD0DA8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997757" y="2875398"/>
                  <a:ext cx="23112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7D87B49-5195-BC7E-8888-880CAA9596FF}"/>
                    </a:ext>
                  </a:extLst>
                </p14:cNvPr>
                <p14:cNvContentPartPr/>
                <p14:nvPr/>
              </p14:nvContentPartPr>
              <p14:xfrm>
                <a:off x="5813797" y="3166998"/>
                <a:ext cx="180000" cy="2347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7D87B49-5195-BC7E-8888-880CAA9596F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796157" y="3149358"/>
                  <a:ext cx="21564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90182E9-E55C-7AE1-B489-4D949809E576}"/>
                    </a:ext>
                  </a:extLst>
                </p14:cNvPr>
                <p14:cNvContentPartPr/>
                <p14:nvPr/>
              </p14:nvContentPartPr>
              <p14:xfrm>
                <a:off x="6025477" y="3169158"/>
                <a:ext cx="158400" cy="2142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90182E9-E55C-7AE1-B489-4D949809E57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007837" y="3151158"/>
                  <a:ext cx="19404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3719DE9-FF59-9EFB-6EEB-E51223B8361A}"/>
                    </a:ext>
                  </a:extLst>
                </p14:cNvPr>
                <p14:cNvContentPartPr/>
                <p14:nvPr/>
              </p14:nvContentPartPr>
              <p14:xfrm>
                <a:off x="5747197" y="2476158"/>
                <a:ext cx="137880" cy="14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3719DE9-FF59-9EFB-6EEB-E51223B8361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729197" y="2458158"/>
                  <a:ext cx="1735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4E47E72-944D-0DDF-6C10-DAA1986A4CBB}"/>
                    </a:ext>
                  </a:extLst>
                </p14:cNvPr>
                <p14:cNvContentPartPr/>
                <p14:nvPr/>
              </p14:nvContentPartPr>
              <p14:xfrm>
                <a:off x="5824597" y="2411718"/>
                <a:ext cx="22320" cy="1483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4E47E72-944D-0DDF-6C10-DAA1986A4CB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806957" y="2393718"/>
                  <a:ext cx="579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3538C39-44F6-790E-5080-4E7B4D26F782}"/>
                    </a:ext>
                  </a:extLst>
                </p14:cNvPr>
                <p14:cNvContentPartPr/>
                <p14:nvPr/>
              </p14:nvContentPartPr>
              <p14:xfrm>
                <a:off x="6053557" y="2414598"/>
                <a:ext cx="97920" cy="241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3538C39-44F6-790E-5080-4E7B4D26F78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035917" y="2396958"/>
                  <a:ext cx="1335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9CC6648-5968-9AED-FE06-C3886A4D8C08}"/>
                    </a:ext>
                  </a:extLst>
                </p14:cNvPr>
                <p14:cNvContentPartPr/>
                <p14:nvPr/>
              </p14:nvContentPartPr>
              <p14:xfrm>
                <a:off x="6087397" y="2365998"/>
                <a:ext cx="14400" cy="1605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9CC6648-5968-9AED-FE06-C3886A4D8C0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069757" y="2348358"/>
                  <a:ext cx="500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FACC79A-23BD-368E-CF48-21D7C551E6EE}"/>
                    </a:ext>
                  </a:extLst>
                </p14:cNvPr>
                <p14:cNvContentPartPr/>
                <p14:nvPr/>
              </p14:nvContentPartPr>
              <p14:xfrm>
                <a:off x="5805517" y="2747598"/>
                <a:ext cx="108360" cy="100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FACC79A-23BD-368E-CF48-21D7C551E6E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787517" y="2729598"/>
                  <a:ext cx="1440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A29191A-8919-27F4-AA9C-735507E1D8C1}"/>
                    </a:ext>
                  </a:extLst>
                </p14:cNvPr>
                <p14:cNvContentPartPr/>
                <p14:nvPr/>
              </p14:nvContentPartPr>
              <p14:xfrm>
                <a:off x="5859517" y="2708718"/>
                <a:ext cx="14040" cy="137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A29191A-8919-27F4-AA9C-735507E1D8C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841517" y="2691078"/>
                  <a:ext cx="496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F3B59C5-768B-4F63-BBDB-10EB0399BBD3}"/>
                    </a:ext>
                  </a:extLst>
                </p14:cNvPr>
                <p14:cNvContentPartPr/>
                <p14:nvPr/>
              </p14:nvContentPartPr>
              <p14:xfrm>
                <a:off x="6027277" y="2703318"/>
                <a:ext cx="153720" cy="219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F3B59C5-768B-4F63-BBDB-10EB0399BBD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009637" y="2685318"/>
                  <a:ext cx="1893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8110EA4-17A6-C8EA-724C-2A7965AF4358}"/>
                    </a:ext>
                  </a:extLst>
                </p14:cNvPr>
                <p14:cNvContentPartPr/>
                <p14:nvPr/>
              </p14:nvContentPartPr>
              <p14:xfrm>
                <a:off x="6103957" y="2652918"/>
                <a:ext cx="17280" cy="1429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8110EA4-17A6-C8EA-724C-2A7965AF435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086317" y="2634918"/>
                  <a:ext cx="529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7F19509-6C42-C6B7-90DA-C86738589E83}"/>
                    </a:ext>
                  </a:extLst>
                </p14:cNvPr>
                <p14:cNvContentPartPr/>
                <p14:nvPr/>
              </p14:nvContentPartPr>
              <p14:xfrm>
                <a:off x="5795797" y="3021558"/>
                <a:ext cx="126000" cy="111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7F19509-6C42-C6B7-90DA-C86738589E8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778157" y="3003558"/>
                  <a:ext cx="1616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FA5FD3C-17D4-7EA3-5C8E-1EE897946B3A}"/>
                    </a:ext>
                  </a:extLst>
                </p14:cNvPr>
                <p14:cNvContentPartPr/>
                <p14:nvPr/>
              </p14:nvContentPartPr>
              <p14:xfrm>
                <a:off x="5844037" y="2980878"/>
                <a:ext cx="19080" cy="1476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FA5FD3C-17D4-7EA3-5C8E-1EE897946B3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826037" y="2963238"/>
                  <a:ext cx="547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D4118AC-BF65-9BE8-17BB-101EA5A716F9}"/>
                    </a:ext>
                  </a:extLst>
                </p14:cNvPr>
                <p14:cNvContentPartPr/>
                <p14:nvPr/>
              </p14:nvContentPartPr>
              <p14:xfrm>
                <a:off x="6084517" y="2985198"/>
                <a:ext cx="121680" cy="9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D4118AC-BF65-9BE8-17BB-101EA5A716F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066877" y="2967558"/>
                  <a:ext cx="1573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25FD001-F87F-071A-51C7-06976D7C99AB}"/>
                    </a:ext>
                  </a:extLst>
                </p14:cNvPr>
                <p14:cNvContentPartPr/>
                <p14:nvPr/>
              </p14:nvContentPartPr>
              <p14:xfrm>
                <a:off x="6132397" y="2953878"/>
                <a:ext cx="16200" cy="1407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25FD001-F87F-071A-51C7-06976D7C99A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114397" y="2936238"/>
                  <a:ext cx="518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DC6A7A2-0096-D47C-9E06-BBEDA2F9DAF8}"/>
                    </a:ext>
                  </a:extLst>
                </p14:cNvPr>
                <p14:cNvContentPartPr/>
                <p14:nvPr/>
              </p14:nvContentPartPr>
              <p14:xfrm>
                <a:off x="5845477" y="3278598"/>
                <a:ext cx="131760" cy="277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DC6A7A2-0096-D47C-9E06-BBEDA2F9DAF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827477" y="3260598"/>
                  <a:ext cx="1674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5FB2394-60C3-CE95-05B0-E94A2AEB3256}"/>
                    </a:ext>
                  </a:extLst>
                </p14:cNvPr>
                <p14:cNvContentPartPr/>
                <p14:nvPr/>
              </p14:nvContentPartPr>
              <p14:xfrm>
                <a:off x="5872117" y="3237558"/>
                <a:ext cx="11880" cy="1418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5FB2394-60C3-CE95-05B0-E94A2AEB325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854477" y="3219918"/>
                  <a:ext cx="475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1DEB97E-FD0B-F608-795A-A9686CA96A25}"/>
                    </a:ext>
                  </a:extLst>
                </p14:cNvPr>
                <p14:cNvContentPartPr/>
                <p14:nvPr/>
              </p14:nvContentPartPr>
              <p14:xfrm>
                <a:off x="6081997" y="3253758"/>
                <a:ext cx="56160" cy="241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1DEB97E-FD0B-F608-795A-A9686CA96A2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063997" y="3236118"/>
                  <a:ext cx="918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29E25D8-6BF7-247E-B2BB-1D2DB53C59D3}"/>
                    </a:ext>
                  </a:extLst>
                </p14:cNvPr>
                <p14:cNvContentPartPr/>
                <p14:nvPr/>
              </p14:nvContentPartPr>
              <p14:xfrm>
                <a:off x="6096757" y="3238998"/>
                <a:ext cx="9720" cy="1224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29E25D8-6BF7-247E-B2BB-1D2DB53C59D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078757" y="3220998"/>
                  <a:ext cx="45360" cy="15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B0725930-F048-9285-FBC1-DA8C58EB2C19}"/>
              </a:ext>
            </a:extLst>
          </p:cNvPr>
          <p:cNvGrpSpPr/>
          <p:nvPr/>
        </p:nvGrpSpPr>
        <p:grpSpPr>
          <a:xfrm>
            <a:off x="4130077" y="2200398"/>
            <a:ext cx="3315960" cy="2357280"/>
            <a:chOff x="4130077" y="2200398"/>
            <a:chExt cx="3315960" cy="235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D1300D5-C54F-BFCA-BE95-266C47A0D96B}"/>
                    </a:ext>
                  </a:extLst>
                </p14:cNvPr>
                <p14:cNvContentPartPr/>
                <p14:nvPr/>
              </p14:nvContentPartPr>
              <p14:xfrm>
                <a:off x="4397557" y="2274918"/>
                <a:ext cx="59400" cy="12034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D1300D5-C54F-BFCA-BE95-266C47A0D96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379557" y="2256918"/>
                  <a:ext cx="95040" cy="12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A31525E-1DD0-088C-A356-ABE644627D94}"/>
                    </a:ext>
                  </a:extLst>
                </p14:cNvPr>
                <p14:cNvContentPartPr/>
                <p14:nvPr/>
              </p14:nvContentPartPr>
              <p14:xfrm>
                <a:off x="4374877" y="2212998"/>
                <a:ext cx="2745720" cy="13064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A31525E-1DD0-088C-A356-ABE644627D9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356877" y="2195358"/>
                  <a:ext cx="2781360" cy="13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11414BD-51B6-FA2B-C7CD-E364F1A8C452}"/>
                    </a:ext>
                  </a:extLst>
                </p14:cNvPr>
                <p14:cNvContentPartPr/>
                <p14:nvPr/>
              </p14:nvContentPartPr>
              <p14:xfrm>
                <a:off x="5657917" y="2200398"/>
                <a:ext cx="110880" cy="1361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11414BD-51B6-FA2B-C7CD-E364F1A8C45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639917" y="2182758"/>
                  <a:ext cx="146520" cy="13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F4A008B-2C98-4247-47EB-E738C840847E}"/>
                    </a:ext>
                  </a:extLst>
                </p14:cNvPr>
                <p14:cNvContentPartPr/>
                <p14:nvPr/>
              </p14:nvContentPartPr>
              <p14:xfrm>
                <a:off x="4130077" y="2736438"/>
                <a:ext cx="307440" cy="338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F4A008B-2C98-4247-47EB-E738C840847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112437" y="2718438"/>
                  <a:ext cx="3430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6901328-4072-7758-7DBB-204F6AB9167A}"/>
                    </a:ext>
                  </a:extLst>
                </p14:cNvPr>
                <p14:cNvContentPartPr/>
                <p14:nvPr/>
              </p14:nvContentPartPr>
              <p14:xfrm>
                <a:off x="4181197" y="2747598"/>
                <a:ext cx="730440" cy="13586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6901328-4072-7758-7DBB-204F6AB9167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163557" y="2729958"/>
                  <a:ext cx="766080" cy="13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75A525C-DDDE-1C72-5F12-66279640D4DC}"/>
                    </a:ext>
                  </a:extLst>
                </p14:cNvPr>
                <p14:cNvContentPartPr/>
                <p14:nvPr/>
              </p14:nvContentPartPr>
              <p14:xfrm>
                <a:off x="4959517" y="3964038"/>
                <a:ext cx="42120" cy="2959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75A525C-DDDE-1C72-5F12-66279640D4D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941517" y="3946038"/>
                  <a:ext cx="7776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639D067-806E-A22A-7F1F-05F643234B3F}"/>
                    </a:ext>
                  </a:extLst>
                </p14:cNvPr>
                <p14:cNvContentPartPr/>
                <p14:nvPr/>
              </p14:nvContentPartPr>
              <p14:xfrm>
                <a:off x="5154637" y="3625998"/>
                <a:ext cx="57600" cy="9316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639D067-806E-A22A-7F1F-05F643234B3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136637" y="3608358"/>
                  <a:ext cx="93240" cy="9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55FEE9D-47B1-58B1-99A9-E1864D2BF2BA}"/>
                    </a:ext>
                  </a:extLst>
                </p14:cNvPr>
                <p14:cNvContentPartPr/>
                <p14:nvPr/>
              </p14:nvContentPartPr>
              <p14:xfrm>
                <a:off x="5206117" y="4034958"/>
                <a:ext cx="792360" cy="756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55FEE9D-47B1-58B1-99A9-E1864D2BF2B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188477" y="4016958"/>
                  <a:ext cx="8280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A9D8E5D-2110-4589-B370-D05D5AD8452D}"/>
                    </a:ext>
                  </a:extLst>
                </p14:cNvPr>
                <p14:cNvContentPartPr/>
                <p14:nvPr/>
              </p14:nvContentPartPr>
              <p14:xfrm>
                <a:off x="6059317" y="3853878"/>
                <a:ext cx="758880" cy="3330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A9D8E5D-2110-4589-B370-D05D5AD8452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041677" y="3835878"/>
                  <a:ext cx="79452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2BF143A-7001-33D3-218A-AE2ABD518325}"/>
                    </a:ext>
                  </a:extLst>
                </p14:cNvPr>
                <p14:cNvContentPartPr/>
                <p14:nvPr/>
              </p14:nvContentPartPr>
              <p14:xfrm>
                <a:off x="6849877" y="3973398"/>
                <a:ext cx="477000" cy="345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2BF143A-7001-33D3-218A-AE2ABD51832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831877" y="3955398"/>
                  <a:ext cx="5126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4773327-18DC-5581-3FC0-00A5B2158831}"/>
                    </a:ext>
                  </a:extLst>
                </p14:cNvPr>
                <p14:cNvContentPartPr/>
                <p14:nvPr/>
              </p14:nvContentPartPr>
              <p14:xfrm>
                <a:off x="7048957" y="2675958"/>
                <a:ext cx="363240" cy="255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4773327-18DC-5581-3FC0-00A5B215883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031317" y="2658318"/>
                  <a:ext cx="39888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7249010-76E4-259D-0CB9-76E7463B09F8}"/>
                    </a:ext>
                  </a:extLst>
                </p14:cNvPr>
                <p14:cNvContentPartPr/>
                <p14:nvPr/>
              </p14:nvContentPartPr>
              <p14:xfrm>
                <a:off x="7384837" y="2736438"/>
                <a:ext cx="61200" cy="12459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7249010-76E4-259D-0CB9-76E7463B09F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366837" y="2718438"/>
                  <a:ext cx="96840" cy="128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C199A20D-9BE4-1C50-565B-D82F88CF5B72}"/>
              </a:ext>
            </a:extLst>
          </p:cNvPr>
          <p:cNvGrpSpPr/>
          <p:nvPr/>
        </p:nvGrpSpPr>
        <p:grpSpPr>
          <a:xfrm>
            <a:off x="5677717" y="4455078"/>
            <a:ext cx="2580120" cy="503640"/>
            <a:chOff x="5677717" y="4455078"/>
            <a:chExt cx="2580120" cy="50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FC352F9-091B-12C1-1253-5088AC11CCBD}"/>
                    </a:ext>
                  </a:extLst>
                </p14:cNvPr>
                <p14:cNvContentPartPr/>
                <p14:nvPr/>
              </p14:nvContentPartPr>
              <p14:xfrm>
                <a:off x="5677717" y="4455078"/>
                <a:ext cx="1932480" cy="795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FC352F9-091B-12C1-1253-5088AC11CCB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660077" y="4437078"/>
                  <a:ext cx="19681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20C5AB2-6608-EADA-9534-D4879FA6688C}"/>
                    </a:ext>
                  </a:extLst>
                </p14:cNvPr>
                <p14:cNvContentPartPr/>
                <p14:nvPr/>
              </p14:nvContentPartPr>
              <p14:xfrm>
                <a:off x="5683477" y="4901478"/>
                <a:ext cx="2023920" cy="572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20C5AB2-6608-EADA-9534-D4879FA6688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665477" y="4883478"/>
                  <a:ext cx="20595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E399A4E-433B-C6D2-9855-A29FF75D2659}"/>
                    </a:ext>
                  </a:extLst>
                </p14:cNvPr>
                <p14:cNvContentPartPr/>
                <p14:nvPr/>
              </p14:nvContentPartPr>
              <p14:xfrm>
                <a:off x="7703797" y="4515918"/>
                <a:ext cx="245880" cy="2761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E399A4E-433B-C6D2-9855-A29FF75D265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686157" y="4497918"/>
                  <a:ext cx="28152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2B62EFD-C31F-02FC-5899-B33DB4BBC324}"/>
                    </a:ext>
                  </a:extLst>
                </p14:cNvPr>
                <p14:cNvContentPartPr/>
                <p14:nvPr/>
              </p14:nvContentPartPr>
              <p14:xfrm>
                <a:off x="8052997" y="4532118"/>
                <a:ext cx="75600" cy="2739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2B62EFD-C31F-02FC-5899-B33DB4BBC32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034997" y="4514118"/>
                  <a:ext cx="11124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5540454-B03E-9CAD-6C2A-26F8FDE21E7A}"/>
                    </a:ext>
                  </a:extLst>
                </p14:cNvPr>
                <p14:cNvContentPartPr/>
                <p14:nvPr/>
              </p14:nvContentPartPr>
              <p14:xfrm>
                <a:off x="8065957" y="4500798"/>
                <a:ext cx="191880" cy="3920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5540454-B03E-9CAD-6C2A-26F8FDE21E7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047957" y="4483158"/>
                  <a:ext cx="227520" cy="42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43DBEAC9-C737-4E9C-D383-6EBCF81AB5BD}"/>
              </a:ext>
            </a:extLst>
          </p:cNvPr>
          <p:cNvGrpSpPr/>
          <p:nvPr/>
        </p:nvGrpSpPr>
        <p:grpSpPr>
          <a:xfrm>
            <a:off x="5709757" y="5305398"/>
            <a:ext cx="2491920" cy="551520"/>
            <a:chOff x="5709757" y="5305398"/>
            <a:chExt cx="2491920" cy="55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0E4E809-C579-55A8-BD98-CC0FF584F858}"/>
                    </a:ext>
                  </a:extLst>
                </p14:cNvPr>
                <p14:cNvContentPartPr/>
                <p14:nvPr/>
              </p14:nvContentPartPr>
              <p14:xfrm>
                <a:off x="5709757" y="5331678"/>
                <a:ext cx="2067480" cy="1015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0E4E809-C579-55A8-BD98-CC0FF584F85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692117" y="5313678"/>
                  <a:ext cx="21031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B605862-CEBB-EAE7-6DDF-2EEE3AC7C6E3}"/>
                    </a:ext>
                  </a:extLst>
                </p14:cNvPr>
                <p14:cNvContentPartPr/>
                <p14:nvPr/>
              </p14:nvContentPartPr>
              <p14:xfrm>
                <a:off x="5774557" y="5757918"/>
                <a:ext cx="1855800" cy="990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B605862-CEBB-EAE7-6DDF-2EEE3AC7C6E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756557" y="5739918"/>
                  <a:ext cx="18914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A0E135E-FD9A-0A60-46AF-71BDE2203CC3}"/>
                    </a:ext>
                  </a:extLst>
                </p14:cNvPr>
                <p14:cNvContentPartPr/>
                <p14:nvPr/>
              </p14:nvContentPartPr>
              <p14:xfrm>
                <a:off x="7590037" y="5347158"/>
                <a:ext cx="221760" cy="3081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A0E135E-FD9A-0A60-46AF-71BDE2203CC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572037" y="5329518"/>
                  <a:ext cx="25740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AE6A3E1-D110-1278-4450-1AA6A81E4110}"/>
                    </a:ext>
                  </a:extLst>
                </p14:cNvPr>
                <p14:cNvContentPartPr/>
                <p14:nvPr/>
              </p14:nvContentPartPr>
              <p14:xfrm>
                <a:off x="7974157" y="5320518"/>
                <a:ext cx="103320" cy="3150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AE6A3E1-D110-1278-4450-1AA6A81E411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956517" y="5302518"/>
                  <a:ext cx="13896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FEC4D36-78A2-9D86-5FE0-F9A483D5D698}"/>
                    </a:ext>
                  </a:extLst>
                </p14:cNvPr>
                <p14:cNvContentPartPr/>
                <p14:nvPr/>
              </p14:nvContentPartPr>
              <p14:xfrm>
                <a:off x="7987477" y="5305398"/>
                <a:ext cx="214200" cy="3348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FEC4D36-78A2-9D86-5FE0-F9A483D5D69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969837" y="5287398"/>
                  <a:ext cx="249840" cy="370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551B7891-3D4B-9AA7-E6F0-567E36AD8AB2}"/>
                  </a:ext>
                </a:extLst>
              </p14:cNvPr>
              <p14:cNvContentPartPr/>
              <p14:nvPr/>
            </p14:nvContentPartPr>
            <p14:xfrm>
              <a:off x="5826037" y="5350038"/>
              <a:ext cx="1735200" cy="37152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551B7891-3D4B-9AA7-E6F0-567E36AD8AB2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5808037" y="5332038"/>
                <a:ext cx="1770840" cy="40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7" name="Group 136">
            <a:extLst>
              <a:ext uri="{FF2B5EF4-FFF2-40B4-BE49-F238E27FC236}">
                <a16:creationId xmlns:a16="http://schemas.microsoft.com/office/drawing/2014/main" id="{FF98F4A1-4E57-22C4-7BC2-43F56CAE8761}"/>
              </a:ext>
            </a:extLst>
          </p:cNvPr>
          <p:cNvGrpSpPr/>
          <p:nvPr/>
        </p:nvGrpSpPr>
        <p:grpSpPr>
          <a:xfrm>
            <a:off x="5504917" y="1105638"/>
            <a:ext cx="726840" cy="883800"/>
            <a:chOff x="5504917" y="1105638"/>
            <a:chExt cx="726840" cy="88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581C798D-0EBA-781A-3040-C0EB7B10269A}"/>
                    </a:ext>
                  </a:extLst>
                </p14:cNvPr>
                <p14:cNvContentPartPr/>
                <p14:nvPr/>
              </p14:nvContentPartPr>
              <p14:xfrm>
                <a:off x="5504917" y="1191318"/>
                <a:ext cx="271440" cy="7822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581C798D-0EBA-781A-3040-C0EB7B10269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487277" y="1173678"/>
                  <a:ext cx="307080" cy="81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6481BEDE-B7F9-7A45-2B61-2219FD11C15C}"/>
                    </a:ext>
                  </a:extLst>
                </p14:cNvPr>
                <p14:cNvContentPartPr/>
                <p14:nvPr/>
              </p14:nvContentPartPr>
              <p14:xfrm>
                <a:off x="5588437" y="1874598"/>
                <a:ext cx="137160" cy="1148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6481BEDE-B7F9-7A45-2B61-2219FD11C15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570797" y="1856598"/>
                  <a:ext cx="1728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6CEE60D-60D3-C9E3-3835-63C10AFE0933}"/>
                    </a:ext>
                  </a:extLst>
                </p14:cNvPr>
                <p14:cNvContentPartPr/>
                <p14:nvPr/>
              </p14:nvContentPartPr>
              <p14:xfrm>
                <a:off x="5959237" y="1105638"/>
                <a:ext cx="272520" cy="7405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6CEE60D-60D3-C9E3-3835-63C10AFE0933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941597" y="1087998"/>
                  <a:ext cx="308160" cy="77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23593A6-FABC-F1FA-B444-23AE4AE1ADDD}"/>
                    </a:ext>
                  </a:extLst>
                </p14:cNvPr>
                <p14:cNvContentPartPr/>
                <p14:nvPr/>
              </p14:nvContentPartPr>
              <p14:xfrm>
                <a:off x="5928637" y="1788558"/>
                <a:ext cx="135360" cy="1350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23593A6-FABC-F1FA-B444-23AE4AE1ADD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910997" y="1770918"/>
                  <a:ext cx="171000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C9B09429-A216-B049-4153-1FABEACB8253}"/>
              </a:ext>
            </a:extLst>
          </p:cNvPr>
          <p:cNvGrpSpPr/>
          <p:nvPr/>
        </p:nvGrpSpPr>
        <p:grpSpPr>
          <a:xfrm>
            <a:off x="6476917" y="1000878"/>
            <a:ext cx="771120" cy="433800"/>
            <a:chOff x="6476917" y="1000878"/>
            <a:chExt cx="771120" cy="43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2966201-0E1C-0A2A-DA52-638E43F0FD21}"/>
                    </a:ext>
                  </a:extLst>
                </p14:cNvPr>
                <p14:cNvContentPartPr/>
                <p14:nvPr/>
              </p14:nvContentPartPr>
              <p14:xfrm>
                <a:off x="6476917" y="1063878"/>
                <a:ext cx="140760" cy="3096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2966201-0E1C-0A2A-DA52-638E43F0FD21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459277" y="1045878"/>
                  <a:ext cx="17640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12835C9-F517-89C3-0237-58EDB1558990}"/>
                    </a:ext>
                  </a:extLst>
                </p14:cNvPr>
                <p14:cNvContentPartPr/>
                <p14:nvPr/>
              </p14:nvContentPartPr>
              <p14:xfrm>
                <a:off x="6670957" y="1210398"/>
                <a:ext cx="47520" cy="1418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12835C9-F517-89C3-0237-58EDB155899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653317" y="1192398"/>
                  <a:ext cx="831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DDB167F-CBF4-DFE7-DE6A-810389DA700E}"/>
                    </a:ext>
                  </a:extLst>
                </p14:cNvPr>
                <p14:cNvContentPartPr/>
                <p14:nvPr/>
              </p14:nvContentPartPr>
              <p14:xfrm>
                <a:off x="6673117" y="1094478"/>
                <a:ext cx="35280" cy="666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DDB167F-CBF4-DFE7-DE6A-810389DA700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655477" y="1076478"/>
                  <a:ext cx="709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D517449-A8F1-2C69-ACCC-D3AF909CA5F4}"/>
                    </a:ext>
                  </a:extLst>
                </p14:cNvPr>
                <p14:cNvContentPartPr/>
                <p14:nvPr/>
              </p14:nvContentPartPr>
              <p14:xfrm>
                <a:off x="6794077" y="1137318"/>
                <a:ext cx="91800" cy="2973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D517449-A8F1-2C69-ACCC-D3AF909CA5F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776437" y="1119678"/>
                  <a:ext cx="12744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790BC6C-95E0-BD76-44A3-33BFB45EB063}"/>
                    </a:ext>
                  </a:extLst>
                </p14:cNvPr>
                <p14:cNvContentPartPr/>
                <p14:nvPr/>
              </p14:nvContentPartPr>
              <p14:xfrm>
                <a:off x="6885517" y="1032918"/>
                <a:ext cx="199800" cy="2311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790BC6C-95E0-BD76-44A3-33BFB45EB06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867517" y="1015278"/>
                  <a:ext cx="23544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4C54E4F-1DD8-85C1-50AC-4FFA0B7B144A}"/>
                    </a:ext>
                  </a:extLst>
                </p14:cNvPr>
                <p14:cNvContentPartPr/>
                <p14:nvPr/>
              </p14:nvContentPartPr>
              <p14:xfrm>
                <a:off x="7114117" y="1005198"/>
                <a:ext cx="101880" cy="2023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4C54E4F-1DD8-85C1-50AC-4FFA0B7B144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096477" y="987558"/>
                  <a:ext cx="13752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E8C104E-C610-60A9-767E-2CE5A771F5BF}"/>
                    </a:ext>
                  </a:extLst>
                </p14:cNvPr>
                <p14:cNvContentPartPr/>
                <p14:nvPr/>
              </p14:nvContentPartPr>
              <p14:xfrm>
                <a:off x="7109437" y="1000878"/>
                <a:ext cx="138600" cy="1569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E8C104E-C610-60A9-767E-2CE5A771F5B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091437" y="983238"/>
                  <a:ext cx="174240" cy="19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BF9ECFE3-D500-546C-00AB-587C1473870F}"/>
              </a:ext>
            </a:extLst>
          </p:cNvPr>
          <p:cNvGrpSpPr/>
          <p:nvPr/>
        </p:nvGrpSpPr>
        <p:grpSpPr>
          <a:xfrm>
            <a:off x="4560383" y="2319428"/>
            <a:ext cx="342360" cy="138240"/>
            <a:chOff x="4560383" y="2319428"/>
            <a:chExt cx="342360" cy="13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2CC7F61-28D8-FAE0-708A-091362650956}"/>
                    </a:ext>
                  </a:extLst>
                </p14:cNvPr>
                <p14:cNvContentPartPr/>
                <p14:nvPr/>
              </p14:nvContentPartPr>
              <p14:xfrm>
                <a:off x="4560383" y="2388548"/>
                <a:ext cx="120960" cy="212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2CC7F61-28D8-FAE0-708A-091362650956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542383" y="2370908"/>
                  <a:ext cx="1566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4591C87-D587-AC56-B071-9C2086624850}"/>
                    </a:ext>
                  </a:extLst>
                </p14:cNvPr>
                <p14:cNvContentPartPr/>
                <p14:nvPr/>
              </p14:nvContentPartPr>
              <p14:xfrm>
                <a:off x="4593143" y="2319428"/>
                <a:ext cx="9720" cy="1382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4591C87-D587-AC56-B071-9C208662485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575143" y="2301788"/>
                  <a:ext cx="453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3F99DF6-B092-8B61-4C95-BDB947DDAB6B}"/>
                    </a:ext>
                  </a:extLst>
                </p14:cNvPr>
                <p14:cNvContentPartPr/>
                <p14:nvPr/>
              </p14:nvContentPartPr>
              <p14:xfrm>
                <a:off x="4774583" y="2386748"/>
                <a:ext cx="128160" cy="554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3F99DF6-B092-8B61-4C95-BDB947DDAB6B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756583" y="2369108"/>
                  <a:ext cx="1638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FE46C2B-3A54-6FF0-5195-7B548BBDD3C6}"/>
                    </a:ext>
                  </a:extLst>
                </p14:cNvPr>
                <p14:cNvContentPartPr/>
                <p14:nvPr/>
              </p14:nvContentPartPr>
              <p14:xfrm>
                <a:off x="4851623" y="2356868"/>
                <a:ext cx="24120" cy="93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FE46C2B-3A54-6FF0-5195-7B548BBDD3C6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833983" y="2338868"/>
                  <a:ext cx="59760" cy="12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DF0712CB-605A-4415-7C7A-14CAA68F5F61}"/>
              </a:ext>
            </a:extLst>
          </p:cNvPr>
          <p:cNvGrpSpPr/>
          <p:nvPr/>
        </p:nvGrpSpPr>
        <p:grpSpPr>
          <a:xfrm>
            <a:off x="4524743" y="2536148"/>
            <a:ext cx="339120" cy="157320"/>
            <a:chOff x="4524743" y="2536148"/>
            <a:chExt cx="339120" cy="15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0535D0A-9B17-877E-44AB-831D58050F6C}"/>
                    </a:ext>
                  </a:extLst>
                </p14:cNvPr>
                <p14:cNvContentPartPr/>
                <p14:nvPr/>
              </p14:nvContentPartPr>
              <p14:xfrm>
                <a:off x="4524743" y="2536148"/>
                <a:ext cx="135000" cy="117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0535D0A-9B17-877E-44AB-831D58050F6C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507103" y="2518148"/>
                  <a:ext cx="1706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91EDF2D-5A32-BB55-89ED-ACE80E4ADBCB}"/>
                    </a:ext>
                  </a:extLst>
                </p14:cNvPr>
                <p14:cNvContentPartPr/>
                <p14:nvPr/>
              </p14:nvContentPartPr>
              <p14:xfrm>
                <a:off x="4749023" y="2645588"/>
                <a:ext cx="114840" cy="10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91EDF2D-5A32-BB55-89ED-ACE80E4ADBC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731383" y="2627948"/>
                  <a:ext cx="1504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62C37F1-815E-54E8-7D46-19D44EBD5754}"/>
                    </a:ext>
                  </a:extLst>
                </p14:cNvPr>
                <p14:cNvContentPartPr/>
                <p14:nvPr/>
              </p14:nvContentPartPr>
              <p14:xfrm>
                <a:off x="4809143" y="2560628"/>
                <a:ext cx="27720" cy="1328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62C37F1-815E-54E8-7D46-19D44EBD5754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791143" y="2542628"/>
                  <a:ext cx="63360" cy="16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823F0F5F-CDDE-92F8-90E2-C8D94B539C57}"/>
              </a:ext>
            </a:extLst>
          </p:cNvPr>
          <p:cNvGrpSpPr/>
          <p:nvPr/>
        </p:nvGrpSpPr>
        <p:grpSpPr>
          <a:xfrm>
            <a:off x="4556063" y="2784188"/>
            <a:ext cx="401400" cy="581760"/>
            <a:chOff x="4556063" y="2784188"/>
            <a:chExt cx="401400" cy="58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4D30CBF-C43E-9D63-C212-15EB742D657E}"/>
                    </a:ext>
                  </a:extLst>
                </p14:cNvPr>
                <p14:cNvContentPartPr/>
                <p14:nvPr/>
              </p14:nvContentPartPr>
              <p14:xfrm>
                <a:off x="4556063" y="2784188"/>
                <a:ext cx="116640" cy="1501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4D30CBF-C43E-9D63-C212-15EB742D657E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538423" y="2766548"/>
                  <a:ext cx="1522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F21DC96-EE37-9DC8-73B2-A58AA4A162B6}"/>
                    </a:ext>
                  </a:extLst>
                </p14:cNvPr>
                <p14:cNvContentPartPr/>
                <p14:nvPr/>
              </p14:nvContentPartPr>
              <p14:xfrm>
                <a:off x="4776743" y="2852948"/>
                <a:ext cx="80280" cy="385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F21DC96-EE37-9DC8-73B2-A58AA4A162B6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759103" y="2835308"/>
                  <a:ext cx="1159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2A28B85-4F91-FEEA-E5BC-AD6631AA8FA2}"/>
                    </a:ext>
                  </a:extLst>
                </p14:cNvPr>
                <p14:cNvContentPartPr/>
                <p14:nvPr/>
              </p14:nvContentPartPr>
              <p14:xfrm>
                <a:off x="4831823" y="2791748"/>
                <a:ext cx="14400" cy="1782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2A28B85-4F91-FEEA-E5BC-AD6631AA8FA2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813823" y="2773748"/>
                  <a:ext cx="500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3125C53A-729E-3BE6-3340-5134922B0987}"/>
                    </a:ext>
                  </a:extLst>
                </p14:cNvPr>
                <p14:cNvContentPartPr/>
                <p14:nvPr/>
              </p14:nvContentPartPr>
              <p14:xfrm>
                <a:off x="4595663" y="3039428"/>
                <a:ext cx="121680" cy="1692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3125C53A-729E-3BE6-3340-5134922B0987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577663" y="3021788"/>
                  <a:ext cx="1573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C0AFCE6F-1BB1-21E0-32E6-24EDF9C0BB62}"/>
                    </a:ext>
                  </a:extLst>
                </p14:cNvPr>
                <p14:cNvContentPartPr/>
                <p14:nvPr/>
              </p14:nvContentPartPr>
              <p14:xfrm>
                <a:off x="4818503" y="3129068"/>
                <a:ext cx="97200" cy="331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C0AFCE6F-1BB1-21E0-32E6-24EDF9C0BB62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800503" y="3111428"/>
                  <a:ext cx="1328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70B63FC-1174-3020-E7CA-B52428153269}"/>
                    </a:ext>
                  </a:extLst>
                </p14:cNvPr>
                <p14:cNvContentPartPr/>
                <p14:nvPr/>
              </p14:nvContentPartPr>
              <p14:xfrm>
                <a:off x="4877183" y="3025388"/>
                <a:ext cx="22680" cy="1857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70B63FC-1174-3020-E7CA-B52428153269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859543" y="3007388"/>
                  <a:ext cx="583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10337E4F-5754-D5FB-702F-5011F0411499}"/>
                    </a:ext>
                  </a:extLst>
                </p14:cNvPr>
                <p14:cNvContentPartPr/>
                <p14:nvPr/>
              </p14:nvContentPartPr>
              <p14:xfrm>
                <a:off x="4672343" y="3256868"/>
                <a:ext cx="46800" cy="1036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10337E4F-5754-D5FB-702F-5011F0411499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654703" y="3239228"/>
                  <a:ext cx="824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5199DD8D-447E-44C1-29A8-D72A38EA40B3}"/>
                    </a:ext>
                  </a:extLst>
                </p14:cNvPr>
                <p14:cNvContentPartPr/>
                <p14:nvPr/>
              </p14:nvContentPartPr>
              <p14:xfrm>
                <a:off x="4841183" y="3347588"/>
                <a:ext cx="116280" cy="97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5199DD8D-447E-44C1-29A8-D72A38EA40B3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823183" y="3329948"/>
                  <a:ext cx="1519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49891ECD-57D6-1D42-7DEE-99A60E4D5ADD}"/>
                    </a:ext>
                  </a:extLst>
                </p14:cNvPr>
                <p14:cNvContentPartPr/>
                <p14:nvPr/>
              </p14:nvContentPartPr>
              <p14:xfrm>
                <a:off x="4921823" y="3246788"/>
                <a:ext cx="12960" cy="1191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49891ECD-57D6-1D42-7DEE-99A60E4D5ADD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904183" y="3229148"/>
                  <a:ext cx="48600" cy="15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D6A556F8-4818-E2A3-077A-7B11EBEF066C}"/>
                  </a:ext>
                </a:extLst>
              </p14:cNvPr>
              <p14:cNvContentPartPr/>
              <p14:nvPr/>
            </p14:nvContentPartPr>
            <p14:xfrm>
              <a:off x="6372263" y="2430668"/>
              <a:ext cx="91800" cy="252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D6A556F8-4818-E2A3-077A-7B11EBEF066C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6354263" y="2412668"/>
                <a:ext cx="12744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4C653436-84A7-ADB5-4B14-30768796EB3E}"/>
                  </a:ext>
                </a:extLst>
              </p14:cNvPr>
              <p14:cNvContentPartPr/>
              <p14:nvPr/>
            </p14:nvContentPartPr>
            <p14:xfrm>
              <a:off x="6615623" y="2398628"/>
              <a:ext cx="131760" cy="2448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4C653436-84A7-ADB5-4B14-30768796EB3E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6597623" y="2380988"/>
                <a:ext cx="16740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0D8B145D-FD47-ACD6-1B34-2DAD2DD98AFA}"/>
                  </a:ext>
                </a:extLst>
              </p14:cNvPr>
              <p14:cNvContentPartPr/>
              <p14:nvPr/>
            </p14:nvContentPartPr>
            <p14:xfrm>
              <a:off x="6380543" y="2577548"/>
              <a:ext cx="110520" cy="2700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0D8B145D-FD47-ACD6-1B34-2DAD2DD98AFA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6362543" y="2559548"/>
                <a:ext cx="146160" cy="6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6D572AB2-D2EB-CDDF-A44F-BCDE38D2E224}"/>
                  </a:ext>
                </a:extLst>
              </p14:cNvPr>
              <p14:cNvContentPartPr/>
              <p14:nvPr/>
            </p14:nvContentPartPr>
            <p14:xfrm>
              <a:off x="6655583" y="2595908"/>
              <a:ext cx="97560" cy="1800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6D572AB2-D2EB-CDDF-A44F-BCDE38D2E224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6637583" y="2578268"/>
                <a:ext cx="13320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1B3CE964-6DFD-4810-BC36-CABD9D3A31DE}"/>
                  </a:ext>
                </a:extLst>
              </p14:cNvPr>
              <p14:cNvContentPartPr/>
              <p14:nvPr/>
            </p14:nvContentPartPr>
            <p14:xfrm>
              <a:off x="6436703" y="2789588"/>
              <a:ext cx="123120" cy="2484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1B3CE964-6DFD-4810-BC36-CABD9D3A31DE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6419063" y="2771588"/>
                <a:ext cx="15876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2A0164A5-F5C2-73CE-8FDD-8324D24B6923}"/>
                  </a:ext>
                </a:extLst>
              </p14:cNvPr>
              <p14:cNvContentPartPr/>
              <p14:nvPr/>
            </p14:nvContentPartPr>
            <p14:xfrm>
              <a:off x="6713903" y="2818028"/>
              <a:ext cx="84960" cy="972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2A0164A5-F5C2-73CE-8FDD-8324D24B6923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6695903" y="2800028"/>
                <a:ext cx="120600" cy="4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3" name="Group 162">
            <a:extLst>
              <a:ext uri="{FF2B5EF4-FFF2-40B4-BE49-F238E27FC236}">
                <a16:creationId xmlns:a16="http://schemas.microsoft.com/office/drawing/2014/main" id="{5F963321-6E57-5C5F-1383-F4B0FE25C7BB}"/>
              </a:ext>
            </a:extLst>
          </p:cNvPr>
          <p:cNvGrpSpPr/>
          <p:nvPr/>
        </p:nvGrpSpPr>
        <p:grpSpPr>
          <a:xfrm>
            <a:off x="6492863" y="2933228"/>
            <a:ext cx="341280" cy="94680"/>
            <a:chOff x="6492863" y="2933228"/>
            <a:chExt cx="341280" cy="9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59AF3544-E745-945D-55AE-E2E506F2ABD1}"/>
                    </a:ext>
                  </a:extLst>
                </p14:cNvPr>
                <p14:cNvContentPartPr/>
                <p14:nvPr/>
              </p14:nvContentPartPr>
              <p14:xfrm>
                <a:off x="6492863" y="2933228"/>
                <a:ext cx="119520" cy="226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59AF3544-E745-945D-55AE-E2E506F2ABD1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474863" y="2915228"/>
                  <a:ext cx="1551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AD26F95-B86D-2B2A-AB9C-CDA192EBA0B6}"/>
                    </a:ext>
                  </a:extLst>
                </p14:cNvPr>
                <p14:cNvContentPartPr/>
                <p14:nvPr/>
              </p14:nvContentPartPr>
              <p14:xfrm>
                <a:off x="6738383" y="3011348"/>
                <a:ext cx="95760" cy="165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AD26F95-B86D-2B2A-AB9C-CDA192EBA0B6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720383" y="2993348"/>
                  <a:ext cx="131400" cy="5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8B5BD3D0-F871-D534-D39D-DDD7ED205CCF}"/>
              </a:ext>
            </a:extLst>
          </p:cNvPr>
          <p:cNvGrpSpPr/>
          <p:nvPr/>
        </p:nvGrpSpPr>
        <p:grpSpPr>
          <a:xfrm>
            <a:off x="6424463" y="3156428"/>
            <a:ext cx="398160" cy="176400"/>
            <a:chOff x="6424463" y="3156428"/>
            <a:chExt cx="398160" cy="17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07EE74A4-86A3-9051-6D11-E57D232F2C65}"/>
                    </a:ext>
                  </a:extLst>
                </p14:cNvPr>
                <p14:cNvContentPartPr/>
                <p14:nvPr/>
              </p14:nvContentPartPr>
              <p14:xfrm>
                <a:off x="6424463" y="3156428"/>
                <a:ext cx="115560" cy="223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07EE74A4-86A3-9051-6D11-E57D232F2C65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6406823" y="3138428"/>
                  <a:ext cx="1512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AB19F0C9-30FD-B0E0-2EE5-B6DB1343FF94}"/>
                    </a:ext>
                  </a:extLst>
                </p14:cNvPr>
                <p14:cNvContentPartPr/>
                <p14:nvPr/>
              </p14:nvContentPartPr>
              <p14:xfrm>
                <a:off x="6487823" y="3210788"/>
                <a:ext cx="267120" cy="1018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AB19F0C9-30FD-B0E0-2EE5-B6DB1343FF94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470183" y="3193148"/>
                  <a:ext cx="3027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F4672FB8-06E2-C479-894F-2C85C69464B9}"/>
                    </a:ext>
                  </a:extLst>
                </p14:cNvPr>
                <p14:cNvContentPartPr/>
                <p14:nvPr/>
              </p14:nvContentPartPr>
              <p14:xfrm>
                <a:off x="6757103" y="3311948"/>
                <a:ext cx="65520" cy="208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F4672FB8-06E2-C479-894F-2C85C69464B9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739103" y="3293948"/>
                  <a:ext cx="101160" cy="5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B61652ED-174B-E356-71D0-63F03B784D83}"/>
              </a:ext>
            </a:extLst>
          </p:cNvPr>
          <p:cNvGrpSpPr/>
          <p:nvPr/>
        </p:nvGrpSpPr>
        <p:grpSpPr>
          <a:xfrm>
            <a:off x="8662583" y="1106948"/>
            <a:ext cx="1864440" cy="2885040"/>
            <a:chOff x="8662583" y="1106948"/>
            <a:chExt cx="1864440" cy="288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99C837DD-C338-717A-9B1F-F69794BA9483}"/>
                    </a:ext>
                  </a:extLst>
                </p14:cNvPr>
                <p14:cNvContentPartPr/>
                <p14:nvPr/>
              </p14:nvContentPartPr>
              <p14:xfrm>
                <a:off x="8662583" y="1106948"/>
                <a:ext cx="1864440" cy="12528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99C837DD-C338-717A-9B1F-F69794BA9483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8644943" y="1089308"/>
                  <a:ext cx="1900080" cy="12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B4C473F1-6C4A-55DD-91BC-4C6956A8870A}"/>
                    </a:ext>
                  </a:extLst>
                </p14:cNvPr>
                <p14:cNvContentPartPr/>
                <p14:nvPr/>
              </p14:nvContentPartPr>
              <p14:xfrm>
                <a:off x="9011783" y="3211868"/>
                <a:ext cx="1294200" cy="7801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B4C473F1-6C4A-55DD-91BC-4C6956A8870A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8994143" y="3194228"/>
                  <a:ext cx="1329840" cy="81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F10AA2E7-CFE5-6E31-8BCF-64BC745F2A15}"/>
                    </a:ext>
                  </a:extLst>
                </p14:cNvPr>
                <p14:cNvContentPartPr/>
                <p14:nvPr/>
              </p14:nvContentPartPr>
              <p14:xfrm>
                <a:off x="9447383" y="3420308"/>
                <a:ext cx="11520" cy="129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F10AA2E7-CFE5-6E31-8BCF-64BC745F2A15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429383" y="3402308"/>
                  <a:ext cx="471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20C2D501-D480-617D-A5BA-31F1B8135BF2}"/>
                    </a:ext>
                  </a:extLst>
                </p14:cNvPr>
                <p14:cNvContentPartPr/>
                <p14:nvPr/>
              </p14:nvContentPartPr>
              <p14:xfrm>
                <a:off x="9400583" y="3613268"/>
                <a:ext cx="18000" cy="500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20C2D501-D480-617D-A5BA-31F1B8135BF2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382943" y="3595628"/>
                  <a:ext cx="536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28116542-AF2D-1A43-60EB-3CF480DDE742}"/>
                    </a:ext>
                  </a:extLst>
                </p14:cNvPr>
                <p14:cNvContentPartPr/>
                <p14:nvPr/>
              </p14:nvContentPartPr>
              <p14:xfrm>
                <a:off x="9603623" y="3548828"/>
                <a:ext cx="30240" cy="1544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28116542-AF2D-1A43-60EB-3CF480DDE742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585623" y="3531188"/>
                  <a:ext cx="658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B8B1C927-0496-38C1-EB11-D937D54D28EA}"/>
                    </a:ext>
                  </a:extLst>
                </p14:cNvPr>
                <p14:cNvContentPartPr/>
                <p14:nvPr/>
              </p14:nvContentPartPr>
              <p14:xfrm>
                <a:off x="9453503" y="3751868"/>
                <a:ext cx="38520" cy="205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B8B1C927-0496-38C1-EB11-D937D54D28EA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9435863" y="3733868"/>
                  <a:ext cx="741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A028079-5E6A-A0B0-3944-3EE847703402}"/>
                    </a:ext>
                  </a:extLst>
                </p14:cNvPr>
                <p14:cNvContentPartPr/>
                <p14:nvPr/>
              </p14:nvContentPartPr>
              <p14:xfrm>
                <a:off x="9517223" y="2017028"/>
                <a:ext cx="149400" cy="13579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A028079-5E6A-A0B0-3944-3EE847703402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499583" y="1999388"/>
                  <a:ext cx="185040" cy="139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A3D1198D-35E7-1F34-69E9-DAECA645779D}"/>
                    </a:ext>
                  </a:extLst>
                </p14:cNvPr>
                <p14:cNvContentPartPr/>
                <p14:nvPr/>
              </p14:nvContentPartPr>
              <p14:xfrm>
                <a:off x="9573743" y="2033588"/>
                <a:ext cx="142200" cy="1796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A3D1198D-35E7-1F34-69E9-DAECA645779D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9556103" y="2015588"/>
                  <a:ext cx="1778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6EA983BF-05A3-FE4B-A72D-94A2156144EC}"/>
                    </a:ext>
                  </a:extLst>
                </p14:cNvPr>
                <p14:cNvContentPartPr/>
                <p14:nvPr/>
              </p14:nvContentPartPr>
              <p14:xfrm>
                <a:off x="9742943" y="1911188"/>
                <a:ext cx="99000" cy="144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6EA983BF-05A3-FE4B-A72D-94A2156144EC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724943" y="1893548"/>
                  <a:ext cx="134640" cy="5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D748E98F-920D-E04B-5D32-E129EFE949DD}"/>
              </a:ext>
            </a:extLst>
          </p:cNvPr>
          <p:cNvGrpSpPr/>
          <p:nvPr/>
        </p:nvGrpSpPr>
        <p:grpSpPr>
          <a:xfrm>
            <a:off x="1130692" y="4011512"/>
            <a:ext cx="2203200" cy="963000"/>
            <a:chOff x="1130692" y="4011512"/>
            <a:chExt cx="2203200" cy="96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0E685AC-2A62-66E3-697C-7DBB5A9AB6A8}"/>
                    </a:ext>
                  </a:extLst>
                </p14:cNvPr>
                <p14:cNvContentPartPr/>
                <p14:nvPr/>
              </p14:nvContentPartPr>
              <p14:xfrm>
                <a:off x="1130692" y="4240472"/>
                <a:ext cx="34560" cy="3175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0E685AC-2A62-66E3-697C-7DBB5A9AB6A8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113052" y="4222832"/>
                  <a:ext cx="7020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8BC40709-934C-91AB-60E2-3F8E46C8DCF6}"/>
                    </a:ext>
                  </a:extLst>
                </p14:cNvPr>
                <p14:cNvContentPartPr/>
                <p14:nvPr/>
              </p14:nvContentPartPr>
              <p14:xfrm>
                <a:off x="1137172" y="4230392"/>
                <a:ext cx="139320" cy="2242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8BC40709-934C-91AB-60E2-3F8E46C8DCF6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119532" y="4212752"/>
                  <a:ext cx="17496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34AEE26-613C-E60E-6E0A-8C7ACF5ADA7F}"/>
                    </a:ext>
                  </a:extLst>
                </p14:cNvPr>
                <p14:cNvContentPartPr/>
                <p14:nvPr/>
              </p14:nvContentPartPr>
              <p14:xfrm>
                <a:off x="1352812" y="4345232"/>
                <a:ext cx="149040" cy="1342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34AEE26-613C-E60E-6E0A-8C7ACF5ADA7F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334812" y="4327232"/>
                  <a:ext cx="18468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3C0993E-D126-D371-1A9E-A01D1017799E}"/>
                    </a:ext>
                  </a:extLst>
                </p14:cNvPr>
                <p14:cNvContentPartPr/>
                <p14:nvPr/>
              </p14:nvContentPartPr>
              <p14:xfrm>
                <a:off x="1559812" y="4280792"/>
                <a:ext cx="76320" cy="1126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3C0993E-D126-D371-1A9E-A01D1017799E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541812" y="4263152"/>
                  <a:ext cx="1119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1485830-D997-D03D-20B1-66DCD3C84DE3}"/>
                    </a:ext>
                  </a:extLst>
                </p14:cNvPr>
                <p14:cNvContentPartPr/>
                <p14:nvPr/>
              </p14:nvContentPartPr>
              <p14:xfrm>
                <a:off x="1690132" y="4275752"/>
                <a:ext cx="172800" cy="1126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1485830-D997-D03D-20B1-66DCD3C84DE3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672132" y="4258112"/>
                  <a:ext cx="2084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ADB3710-E9C6-3AB4-061D-1E6A9ABA0DA6}"/>
                    </a:ext>
                  </a:extLst>
                </p14:cNvPr>
                <p14:cNvContentPartPr/>
                <p14:nvPr/>
              </p14:nvContentPartPr>
              <p14:xfrm>
                <a:off x="1897852" y="4214912"/>
                <a:ext cx="91800" cy="928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ADB3710-E9C6-3AB4-061D-1E6A9ABA0DA6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880212" y="4197272"/>
                  <a:ext cx="1274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CF300AF-0A6A-38F4-BD36-066642547AA8}"/>
                    </a:ext>
                  </a:extLst>
                </p14:cNvPr>
                <p14:cNvContentPartPr/>
                <p14:nvPr/>
              </p14:nvContentPartPr>
              <p14:xfrm>
                <a:off x="2120692" y="4220672"/>
                <a:ext cx="81000" cy="1155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CF300AF-0A6A-38F4-BD36-066642547AA8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2102692" y="4202672"/>
                  <a:ext cx="1166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0819F32-FFD6-6032-3501-F5E4A6E12248}"/>
                    </a:ext>
                  </a:extLst>
                </p14:cNvPr>
                <p14:cNvContentPartPr/>
                <p14:nvPr/>
              </p14:nvContentPartPr>
              <p14:xfrm>
                <a:off x="2244172" y="4201952"/>
                <a:ext cx="115560" cy="972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0819F32-FFD6-6032-3501-F5E4A6E12248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2226532" y="4184312"/>
                  <a:ext cx="1512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565E6EF3-9A11-1589-0ED0-E1BF1763ED32}"/>
                    </a:ext>
                  </a:extLst>
                </p14:cNvPr>
                <p14:cNvContentPartPr/>
                <p14:nvPr/>
              </p14:nvContentPartPr>
              <p14:xfrm>
                <a:off x="2677252" y="4061912"/>
                <a:ext cx="157320" cy="1756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565E6EF3-9A11-1589-0ED0-E1BF1763ED32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2659252" y="4043912"/>
                  <a:ext cx="19296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5F93388-917E-D6DE-A290-002E51D5E514}"/>
                    </a:ext>
                  </a:extLst>
                </p14:cNvPr>
                <p14:cNvContentPartPr/>
                <p14:nvPr/>
              </p14:nvContentPartPr>
              <p14:xfrm>
                <a:off x="2925652" y="4150112"/>
                <a:ext cx="18360" cy="770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5F93388-917E-D6DE-A290-002E51D5E514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2908012" y="4132472"/>
                  <a:ext cx="540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960AC17-4D61-4064-55BD-5E2DDF1C7768}"/>
                    </a:ext>
                  </a:extLst>
                </p14:cNvPr>
                <p14:cNvContentPartPr/>
                <p14:nvPr/>
              </p14:nvContentPartPr>
              <p14:xfrm>
                <a:off x="2906932" y="4011512"/>
                <a:ext cx="29160" cy="410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960AC17-4D61-4064-55BD-5E2DDF1C7768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2889292" y="3993872"/>
                  <a:ext cx="648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972215AB-DD66-5466-C4DF-0EDF8C5108C3}"/>
                    </a:ext>
                  </a:extLst>
                </p14:cNvPr>
                <p14:cNvContentPartPr/>
                <p14:nvPr/>
              </p14:nvContentPartPr>
              <p14:xfrm>
                <a:off x="3031132" y="4090712"/>
                <a:ext cx="138600" cy="1184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972215AB-DD66-5466-C4DF-0EDF8C5108C3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3013132" y="4073072"/>
                  <a:ext cx="17424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4C5EFB0-3296-9646-38C5-BF6F6CA4C78D}"/>
                    </a:ext>
                  </a:extLst>
                </p14:cNvPr>
                <p14:cNvContentPartPr/>
                <p14:nvPr/>
              </p14:nvContentPartPr>
              <p14:xfrm>
                <a:off x="3228412" y="4055792"/>
                <a:ext cx="105480" cy="1623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4C5EFB0-3296-9646-38C5-BF6F6CA4C78D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3210772" y="4038152"/>
                  <a:ext cx="14112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0F15492-3CE1-8175-1625-EFE16C6A2310}"/>
                    </a:ext>
                  </a:extLst>
                </p14:cNvPr>
                <p14:cNvContentPartPr/>
                <p14:nvPr/>
              </p14:nvContentPartPr>
              <p14:xfrm>
                <a:off x="1901812" y="4755272"/>
                <a:ext cx="89640" cy="2192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0F15492-3CE1-8175-1625-EFE16C6A2310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884172" y="4737272"/>
                  <a:ext cx="12528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D2C9F8A-E825-F508-91E2-E31838B3EB4F}"/>
                    </a:ext>
                  </a:extLst>
                </p14:cNvPr>
                <p14:cNvContentPartPr/>
                <p14:nvPr/>
              </p14:nvContentPartPr>
              <p14:xfrm>
                <a:off x="1927732" y="4691552"/>
                <a:ext cx="108360" cy="1371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D2C9F8A-E825-F508-91E2-E31838B3EB4F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909732" y="4673912"/>
                  <a:ext cx="1440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8FD3C8D-8062-6734-5531-31F74735A64E}"/>
                    </a:ext>
                  </a:extLst>
                </p14:cNvPr>
                <p14:cNvContentPartPr/>
                <p14:nvPr/>
              </p14:nvContentPartPr>
              <p14:xfrm>
                <a:off x="2125732" y="4738712"/>
                <a:ext cx="74880" cy="2070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8FD3C8D-8062-6734-5531-31F74735A64E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2107732" y="4721072"/>
                  <a:ext cx="1105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F00D2C4-503B-1BD4-5D5D-DBA24683B636}"/>
                    </a:ext>
                  </a:extLst>
                </p14:cNvPr>
                <p14:cNvContentPartPr/>
                <p14:nvPr/>
              </p14:nvContentPartPr>
              <p14:xfrm>
                <a:off x="2132572" y="4705952"/>
                <a:ext cx="212400" cy="2300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F00D2C4-503B-1BD4-5D5D-DBA24683B636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114572" y="4687952"/>
                  <a:ext cx="248040" cy="26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3562CCE5-584C-EE60-2F45-7E44B304935D}"/>
              </a:ext>
            </a:extLst>
          </p:cNvPr>
          <p:cNvGrpSpPr/>
          <p:nvPr/>
        </p:nvGrpSpPr>
        <p:grpSpPr>
          <a:xfrm>
            <a:off x="5068732" y="406112"/>
            <a:ext cx="1137240" cy="1855800"/>
            <a:chOff x="5068732" y="406112"/>
            <a:chExt cx="1137240" cy="185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AEDC4AB-43C8-4720-76AA-0A6FE3A7736F}"/>
                    </a:ext>
                  </a:extLst>
                </p14:cNvPr>
                <p14:cNvContentPartPr/>
                <p14:nvPr/>
              </p14:nvContentPartPr>
              <p14:xfrm>
                <a:off x="5108332" y="2026472"/>
                <a:ext cx="129960" cy="374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AEDC4AB-43C8-4720-76AA-0A6FE3A7736F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5090692" y="2008832"/>
                  <a:ext cx="1656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078813A5-42A7-7D1D-C9A0-17CCCB24AC16}"/>
                    </a:ext>
                  </a:extLst>
                </p14:cNvPr>
                <p14:cNvContentPartPr/>
                <p14:nvPr/>
              </p14:nvContentPartPr>
              <p14:xfrm>
                <a:off x="5181412" y="1966712"/>
                <a:ext cx="43920" cy="1483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078813A5-42A7-7D1D-C9A0-17CCCB24AC16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5163772" y="1948712"/>
                  <a:ext cx="795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D08BD68-DB7F-1683-234B-E185F9912591}"/>
                    </a:ext>
                  </a:extLst>
                </p14:cNvPr>
                <p14:cNvContentPartPr/>
                <p14:nvPr/>
              </p14:nvContentPartPr>
              <p14:xfrm>
                <a:off x="5359252" y="1977512"/>
                <a:ext cx="102960" cy="223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D08BD68-DB7F-1683-234B-E185F9912591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5341252" y="1959512"/>
                  <a:ext cx="1386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2E71D28-2261-A8A8-7237-360D0144719D}"/>
                    </a:ext>
                  </a:extLst>
                </p14:cNvPr>
                <p14:cNvContentPartPr/>
                <p14:nvPr/>
              </p14:nvContentPartPr>
              <p14:xfrm>
                <a:off x="5221372" y="2004152"/>
                <a:ext cx="33480" cy="280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2E71D28-2261-A8A8-7237-360D0144719D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5203732" y="1986512"/>
                  <a:ext cx="6912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5A1919D-C17E-F7BB-3439-D6CE6EBB1DA5}"/>
                    </a:ext>
                  </a:extLst>
                </p14:cNvPr>
                <p14:cNvContentPartPr/>
                <p14:nvPr/>
              </p14:nvContentPartPr>
              <p14:xfrm>
                <a:off x="5124532" y="1839272"/>
                <a:ext cx="343800" cy="864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5A1919D-C17E-F7BB-3439-D6CE6EBB1DA5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5106532" y="1821632"/>
                  <a:ext cx="3794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BCEB5CC-246A-57C9-1114-1206374EB60F}"/>
                    </a:ext>
                  </a:extLst>
                </p14:cNvPr>
                <p14:cNvContentPartPr/>
                <p14:nvPr/>
              </p14:nvContentPartPr>
              <p14:xfrm>
                <a:off x="5070532" y="1845392"/>
                <a:ext cx="542880" cy="4165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BCEB5CC-246A-57C9-1114-1206374EB60F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5052532" y="1827392"/>
                  <a:ext cx="57852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715EE9E-4EAD-027B-C02F-A8F8E0FBF23E}"/>
                    </a:ext>
                  </a:extLst>
                </p14:cNvPr>
                <p14:cNvContentPartPr/>
                <p14:nvPr/>
              </p14:nvContentPartPr>
              <p14:xfrm>
                <a:off x="5068732" y="1961672"/>
                <a:ext cx="80640" cy="2858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715EE9E-4EAD-027B-C02F-A8F8E0FBF23E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5050732" y="1944032"/>
                  <a:ext cx="11628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F145F12-7C8C-EEA6-AFEA-577137872478}"/>
                    </a:ext>
                  </a:extLst>
                </p14:cNvPr>
                <p14:cNvContentPartPr/>
                <p14:nvPr/>
              </p14:nvContentPartPr>
              <p14:xfrm>
                <a:off x="5177092" y="874472"/>
                <a:ext cx="133920" cy="9979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F145F12-7C8C-EEA6-AFEA-577137872478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5159452" y="856832"/>
                  <a:ext cx="169560" cy="10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E970B959-245B-086C-854C-80603C93CB24}"/>
                    </a:ext>
                  </a:extLst>
                </p14:cNvPr>
                <p14:cNvContentPartPr/>
                <p14:nvPr/>
              </p14:nvContentPartPr>
              <p14:xfrm>
                <a:off x="5109412" y="829472"/>
                <a:ext cx="217080" cy="1015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E970B959-245B-086C-854C-80603C93CB24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5091412" y="811472"/>
                  <a:ext cx="2527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0BAC4EFD-6EBD-6434-21E5-67E1D54A5A1A}"/>
                    </a:ext>
                  </a:extLst>
                </p14:cNvPr>
                <p14:cNvContentPartPr/>
                <p14:nvPr/>
              </p14:nvContentPartPr>
              <p14:xfrm>
                <a:off x="5480932" y="624632"/>
                <a:ext cx="57960" cy="1886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0BAC4EFD-6EBD-6434-21E5-67E1D54A5A1A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5463292" y="606632"/>
                  <a:ext cx="936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756CDD8C-993A-2242-25F2-C8516C1B8D5B}"/>
                    </a:ext>
                  </a:extLst>
                </p14:cNvPr>
                <p14:cNvContentPartPr/>
                <p14:nvPr/>
              </p14:nvContentPartPr>
              <p14:xfrm>
                <a:off x="5503612" y="563072"/>
                <a:ext cx="137520" cy="1724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756CDD8C-993A-2242-25F2-C8516C1B8D5B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5485972" y="545072"/>
                  <a:ext cx="1731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31FC60A9-EE5B-9F67-C338-DAE4B1D91DBE}"/>
                    </a:ext>
                  </a:extLst>
                </p14:cNvPr>
                <p14:cNvContentPartPr/>
                <p14:nvPr/>
              </p14:nvContentPartPr>
              <p14:xfrm>
                <a:off x="5710612" y="603032"/>
                <a:ext cx="116640" cy="1216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31FC60A9-EE5B-9F67-C338-DAE4B1D91DBE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5692972" y="585392"/>
                  <a:ext cx="15228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E2D7BBD6-DBD9-3747-A412-7A1286A50F09}"/>
                    </a:ext>
                  </a:extLst>
                </p14:cNvPr>
                <p14:cNvContentPartPr/>
                <p14:nvPr/>
              </p14:nvContentPartPr>
              <p14:xfrm>
                <a:off x="5853892" y="545432"/>
                <a:ext cx="162360" cy="1051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E2D7BBD6-DBD9-3747-A412-7A1286A50F09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5836252" y="527792"/>
                  <a:ext cx="1980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6724F3A9-0D62-60F6-500D-73367E47556E}"/>
                    </a:ext>
                  </a:extLst>
                </p14:cNvPr>
                <p14:cNvContentPartPr/>
                <p14:nvPr/>
              </p14:nvContentPartPr>
              <p14:xfrm>
                <a:off x="6024532" y="406112"/>
                <a:ext cx="54000" cy="18612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6724F3A9-0D62-60F6-500D-73367E47556E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6006532" y="388112"/>
                  <a:ext cx="8964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B01CD173-3EE8-5B27-BAC4-A760CAA7CD69}"/>
                    </a:ext>
                  </a:extLst>
                </p14:cNvPr>
                <p14:cNvContentPartPr/>
                <p14:nvPr/>
              </p14:nvContentPartPr>
              <p14:xfrm>
                <a:off x="6119932" y="478832"/>
                <a:ext cx="86040" cy="1494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B01CD173-3EE8-5B27-BAC4-A760CAA7CD69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6102292" y="460832"/>
                  <a:ext cx="121680" cy="18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0D7C4F57-74AB-E307-BD86-14A57F433B3C}"/>
              </a:ext>
            </a:extLst>
          </p:cNvPr>
          <p:cNvGrpSpPr/>
          <p:nvPr/>
        </p:nvGrpSpPr>
        <p:grpSpPr>
          <a:xfrm>
            <a:off x="6443572" y="121352"/>
            <a:ext cx="1724760" cy="738720"/>
            <a:chOff x="6443572" y="121352"/>
            <a:chExt cx="1724760" cy="73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D3327E00-5D50-7AD0-2D58-980A6D33DA64}"/>
                    </a:ext>
                  </a:extLst>
                </p14:cNvPr>
                <p14:cNvContentPartPr/>
                <p14:nvPr/>
              </p14:nvContentPartPr>
              <p14:xfrm>
                <a:off x="6443572" y="414752"/>
                <a:ext cx="94320" cy="1202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D3327E00-5D50-7AD0-2D58-980A6D33DA64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6425932" y="397112"/>
                  <a:ext cx="1299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69DE49EE-0FDF-13C8-26E4-6BFD2FE4330E}"/>
                    </a:ext>
                  </a:extLst>
                </p14:cNvPr>
                <p14:cNvContentPartPr/>
                <p14:nvPr/>
              </p14:nvContentPartPr>
              <p14:xfrm>
                <a:off x="6577852" y="357872"/>
                <a:ext cx="117720" cy="1134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69DE49EE-0FDF-13C8-26E4-6BFD2FE4330E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6560212" y="340232"/>
                  <a:ext cx="1533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B7EE0C99-7A07-CBD1-C368-4925A7FAEF03}"/>
                    </a:ext>
                  </a:extLst>
                </p14:cNvPr>
                <p14:cNvContentPartPr/>
                <p14:nvPr/>
              </p14:nvContentPartPr>
              <p14:xfrm>
                <a:off x="6759652" y="328712"/>
                <a:ext cx="27000" cy="853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B7EE0C99-7A07-CBD1-C368-4925A7FAEF03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6741652" y="310712"/>
                  <a:ext cx="626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DA016782-C4DB-3C71-0C93-7DC74B46BF39}"/>
                    </a:ext>
                  </a:extLst>
                </p14:cNvPr>
                <p14:cNvContentPartPr/>
                <p14:nvPr/>
              </p14:nvContentPartPr>
              <p14:xfrm>
                <a:off x="6852532" y="354632"/>
                <a:ext cx="59400" cy="9000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DA016782-C4DB-3C71-0C93-7DC74B46BF39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6834892" y="336992"/>
                  <a:ext cx="950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78F3D33E-4115-4A15-99AB-FEF266409249}"/>
                    </a:ext>
                  </a:extLst>
                </p14:cNvPr>
                <p14:cNvContentPartPr/>
                <p14:nvPr/>
              </p14:nvContentPartPr>
              <p14:xfrm>
                <a:off x="6967372" y="230072"/>
                <a:ext cx="77760" cy="1774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78F3D33E-4115-4A15-99AB-FEF266409249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6949372" y="212432"/>
                  <a:ext cx="1134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5EEA8627-8C5C-67CB-40E0-84B68B2C995C}"/>
                    </a:ext>
                  </a:extLst>
                </p14:cNvPr>
                <p14:cNvContentPartPr/>
                <p14:nvPr/>
              </p14:nvContentPartPr>
              <p14:xfrm>
                <a:off x="6990052" y="327272"/>
                <a:ext cx="80280" cy="421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5EEA8627-8C5C-67CB-40E0-84B68B2C995C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6972052" y="309272"/>
                  <a:ext cx="11592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463320D6-AA36-31E5-E742-62DBB1B7BB9B}"/>
                    </a:ext>
                  </a:extLst>
                </p14:cNvPr>
                <p14:cNvContentPartPr/>
                <p14:nvPr/>
              </p14:nvContentPartPr>
              <p14:xfrm>
                <a:off x="7142692" y="305672"/>
                <a:ext cx="44280" cy="579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463320D6-AA36-31E5-E742-62DBB1B7BB9B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7124692" y="287672"/>
                  <a:ext cx="7992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4A4267F8-14EE-DA38-317D-74D1F804A1D0}"/>
                    </a:ext>
                  </a:extLst>
                </p14:cNvPr>
                <p14:cNvContentPartPr/>
                <p14:nvPr/>
              </p14:nvContentPartPr>
              <p14:xfrm>
                <a:off x="7280572" y="121352"/>
                <a:ext cx="127080" cy="2145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4A4267F8-14EE-DA38-317D-74D1F804A1D0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7262932" y="103352"/>
                  <a:ext cx="16272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F1597E21-DD60-7376-E63A-5C9D9409CCDA}"/>
                    </a:ext>
                  </a:extLst>
                </p14:cNvPr>
                <p14:cNvContentPartPr/>
                <p14:nvPr/>
              </p14:nvContentPartPr>
              <p14:xfrm>
                <a:off x="6535012" y="799592"/>
                <a:ext cx="157680" cy="6048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F1597E21-DD60-7376-E63A-5C9D9409CCDA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6517372" y="781952"/>
                  <a:ext cx="1933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F88454CD-A41C-5CBC-4BB8-3951E737486C}"/>
                    </a:ext>
                  </a:extLst>
                </p14:cNvPr>
                <p14:cNvContentPartPr/>
                <p14:nvPr/>
              </p14:nvContentPartPr>
              <p14:xfrm>
                <a:off x="6779452" y="770432"/>
                <a:ext cx="34560" cy="468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F88454CD-A41C-5CBC-4BB8-3951E737486C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6761812" y="752792"/>
                  <a:ext cx="702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9DB1F88F-27D7-B501-5DB0-3029019CD1D2}"/>
                    </a:ext>
                  </a:extLst>
                </p14:cNvPr>
                <p14:cNvContentPartPr/>
                <p14:nvPr/>
              </p14:nvContentPartPr>
              <p14:xfrm>
                <a:off x="6760732" y="649112"/>
                <a:ext cx="16920" cy="226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9DB1F88F-27D7-B501-5DB0-3029019CD1D2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6742732" y="631112"/>
                  <a:ext cx="525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E8864243-0D1D-FB54-0061-24D348D29D3D}"/>
                    </a:ext>
                  </a:extLst>
                </p14:cNvPr>
                <p14:cNvContentPartPr/>
                <p14:nvPr/>
              </p14:nvContentPartPr>
              <p14:xfrm>
                <a:off x="6906172" y="595112"/>
                <a:ext cx="77400" cy="1728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E8864243-0D1D-FB54-0061-24D348D29D3D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6888532" y="577472"/>
                  <a:ext cx="1130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3CC751BE-676E-D58F-C042-A729A3567058}"/>
                    </a:ext>
                  </a:extLst>
                </p14:cNvPr>
                <p14:cNvContentPartPr/>
                <p14:nvPr/>
              </p14:nvContentPartPr>
              <p14:xfrm>
                <a:off x="6921652" y="612392"/>
                <a:ext cx="303480" cy="1494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3CC751BE-676E-D58F-C042-A729A3567058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6904012" y="594752"/>
                  <a:ext cx="3391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2F63D128-A970-63DE-87D7-218392439F9E}"/>
                    </a:ext>
                  </a:extLst>
                </p14:cNvPr>
                <p14:cNvContentPartPr/>
                <p14:nvPr/>
              </p14:nvContentPartPr>
              <p14:xfrm>
                <a:off x="7435732" y="476312"/>
                <a:ext cx="156960" cy="1155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2F63D128-A970-63DE-87D7-218392439F9E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7418092" y="458672"/>
                  <a:ext cx="1926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9A79801E-4243-D56C-0E2A-EABFD0712AEB}"/>
                    </a:ext>
                  </a:extLst>
                </p14:cNvPr>
                <p14:cNvContentPartPr/>
                <p14:nvPr/>
              </p14:nvContentPartPr>
              <p14:xfrm>
                <a:off x="7571092" y="412232"/>
                <a:ext cx="21240" cy="172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9A79801E-4243-D56C-0E2A-EABFD0712AEB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7553452" y="394592"/>
                  <a:ext cx="568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4A600AD4-15AF-86FE-5BFB-6DB44F3CFDC4}"/>
                    </a:ext>
                  </a:extLst>
                </p14:cNvPr>
                <p14:cNvContentPartPr/>
                <p14:nvPr/>
              </p14:nvContentPartPr>
              <p14:xfrm>
                <a:off x="7678012" y="364712"/>
                <a:ext cx="291960" cy="3056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4A600AD4-15AF-86FE-5BFB-6DB44F3CFDC4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7660372" y="347072"/>
                  <a:ext cx="32760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F65E5EF8-1F7E-BCF9-45B7-06CC47FBB732}"/>
                    </a:ext>
                  </a:extLst>
                </p14:cNvPr>
                <p14:cNvContentPartPr/>
                <p14:nvPr/>
              </p14:nvContentPartPr>
              <p14:xfrm>
                <a:off x="7988332" y="312512"/>
                <a:ext cx="122400" cy="1616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F65E5EF8-1F7E-BCF9-45B7-06CC47FBB732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7970332" y="294872"/>
                  <a:ext cx="1580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FE5DD591-55A5-BAEA-36E0-05C5400EDEE4}"/>
                    </a:ext>
                  </a:extLst>
                </p14:cNvPr>
                <p14:cNvContentPartPr/>
                <p14:nvPr/>
              </p14:nvContentPartPr>
              <p14:xfrm>
                <a:off x="8019652" y="315752"/>
                <a:ext cx="148680" cy="727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FE5DD591-55A5-BAEA-36E0-05C5400EDEE4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8002012" y="298112"/>
                  <a:ext cx="184320" cy="10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CB51C51D-2B17-276D-30D9-6C207382A681}"/>
              </a:ext>
            </a:extLst>
          </p:cNvPr>
          <p:cNvGrpSpPr/>
          <p:nvPr/>
        </p:nvGrpSpPr>
        <p:grpSpPr>
          <a:xfrm>
            <a:off x="772492" y="1009112"/>
            <a:ext cx="2630880" cy="2622240"/>
            <a:chOff x="772492" y="1009112"/>
            <a:chExt cx="2630880" cy="262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A964638-235A-A2AD-2E06-78CFCF52FC3A}"/>
                    </a:ext>
                  </a:extLst>
                </p14:cNvPr>
                <p14:cNvContentPartPr/>
                <p14:nvPr/>
              </p14:nvContentPartPr>
              <p14:xfrm>
                <a:off x="1896052" y="1420592"/>
                <a:ext cx="94320" cy="4564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A964638-235A-A2AD-2E06-78CFCF52FC3A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878412" y="1402952"/>
                  <a:ext cx="129960" cy="49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4D33BD8-2C61-A8B9-1BAF-8525D123A074}"/>
                    </a:ext>
                  </a:extLst>
                </p14:cNvPr>
                <p14:cNvContentPartPr/>
                <p14:nvPr/>
              </p14:nvContentPartPr>
              <p14:xfrm>
                <a:off x="1924852" y="1457312"/>
                <a:ext cx="466920" cy="4489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4D33BD8-2C61-A8B9-1BAF-8525D123A074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906852" y="1439312"/>
                  <a:ext cx="502560" cy="48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4C6EF68-6726-FA9B-3E84-EC96DAA49889}"/>
                    </a:ext>
                  </a:extLst>
                </p14:cNvPr>
                <p14:cNvContentPartPr/>
                <p14:nvPr/>
              </p14:nvContentPartPr>
              <p14:xfrm>
                <a:off x="2371612" y="1375952"/>
                <a:ext cx="48600" cy="6357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4C6EF68-6726-FA9B-3E84-EC96DAA49889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2353612" y="1358312"/>
                  <a:ext cx="84240" cy="67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5C5810D-E2BC-688A-775D-7A4CDCA58AD1}"/>
                    </a:ext>
                  </a:extLst>
                </p14:cNvPr>
                <p14:cNvContentPartPr/>
                <p14:nvPr/>
              </p14:nvContentPartPr>
              <p14:xfrm>
                <a:off x="2377732" y="1585472"/>
                <a:ext cx="646920" cy="720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5C5810D-E2BC-688A-775D-7A4CDCA58AD1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2360092" y="1567472"/>
                  <a:ext cx="6825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6C29996-A40D-4519-51D2-76DC0291C1F2}"/>
                    </a:ext>
                  </a:extLst>
                </p14:cNvPr>
                <p14:cNvContentPartPr/>
                <p14:nvPr/>
              </p14:nvContentPartPr>
              <p14:xfrm>
                <a:off x="1366132" y="1658912"/>
                <a:ext cx="644760" cy="208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6C29996-A40D-4519-51D2-76DC0291C1F2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1348132" y="1641272"/>
                  <a:ext cx="6804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1CF7325-5137-E87F-3C7A-5388BE02C609}"/>
                    </a:ext>
                  </a:extLst>
                </p14:cNvPr>
                <p14:cNvContentPartPr/>
                <p14:nvPr/>
              </p14:nvContentPartPr>
              <p14:xfrm>
                <a:off x="1025572" y="1644512"/>
                <a:ext cx="354960" cy="752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1CF7325-5137-E87F-3C7A-5388BE02C609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1007572" y="1626872"/>
                  <a:ext cx="3906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4FB9876-5393-20F1-CFE5-F4D772BFF366}"/>
                    </a:ext>
                  </a:extLst>
                </p14:cNvPr>
                <p14:cNvContentPartPr/>
                <p14:nvPr/>
              </p14:nvContentPartPr>
              <p14:xfrm>
                <a:off x="1082092" y="1706072"/>
                <a:ext cx="125280" cy="9223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4FB9876-5393-20F1-CFE5-F4D772BFF366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064452" y="1688072"/>
                  <a:ext cx="160920" cy="9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88B16A6-BA97-ED49-B70A-4FF1073E12D8}"/>
                    </a:ext>
                  </a:extLst>
                </p14:cNvPr>
                <p14:cNvContentPartPr/>
                <p14:nvPr/>
              </p14:nvContentPartPr>
              <p14:xfrm>
                <a:off x="989212" y="2580872"/>
                <a:ext cx="480240" cy="662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88B16A6-BA97-ED49-B70A-4FF1073E12D8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971212" y="2562872"/>
                  <a:ext cx="5158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800D890-CC5C-5EE4-2978-DA24688F20A4}"/>
                    </a:ext>
                  </a:extLst>
                </p14:cNvPr>
                <p14:cNvContentPartPr/>
                <p14:nvPr/>
              </p14:nvContentPartPr>
              <p14:xfrm>
                <a:off x="772492" y="2790032"/>
                <a:ext cx="963000" cy="1159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800D890-CC5C-5EE4-2978-DA24688F20A4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754492" y="2772392"/>
                  <a:ext cx="9986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EBB95E8-FBA9-E95A-0775-D5AED65C51B8}"/>
                    </a:ext>
                  </a:extLst>
                </p14:cNvPr>
                <p14:cNvContentPartPr/>
                <p14:nvPr/>
              </p14:nvContentPartPr>
              <p14:xfrm>
                <a:off x="1259212" y="2873912"/>
                <a:ext cx="78840" cy="7574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EBB95E8-FBA9-E95A-0775-D5AED65C51B8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241212" y="2855912"/>
                  <a:ext cx="114480" cy="79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C0E56C4-43D1-C6C7-0EE3-67752EE33A67}"/>
                    </a:ext>
                  </a:extLst>
                </p14:cNvPr>
                <p14:cNvContentPartPr/>
                <p14:nvPr/>
              </p14:nvContentPartPr>
              <p14:xfrm>
                <a:off x="1321492" y="3457832"/>
                <a:ext cx="1828080" cy="1508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C0E56C4-43D1-C6C7-0EE3-67752EE33A67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303492" y="3439832"/>
                  <a:ext cx="18637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0423D1BB-9D19-D3FC-6826-491D6E1AFD52}"/>
                    </a:ext>
                  </a:extLst>
                </p14:cNvPr>
                <p14:cNvContentPartPr/>
                <p14:nvPr/>
              </p14:nvContentPartPr>
              <p14:xfrm>
                <a:off x="2987212" y="1563512"/>
                <a:ext cx="211320" cy="327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0423D1BB-9D19-D3FC-6826-491D6E1AFD52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2969212" y="1545512"/>
                  <a:ext cx="24696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82BCAE4-BF3B-30DD-3D12-045F0050F5B2}"/>
                    </a:ext>
                  </a:extLst>
                </p14:cNvPr>
                <p14:cNvContentPartPr/>
                <p14:nvPr/>
              </p14:nvContentPartPr>
              <p14:xfrm>
                <a:off x="3094852" y="1568912"/>
                <a:ext cx="308520" cy="18709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82BCAE4-BF3B-30DD-3D12-045F0050F5B2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3076852" y="1551272"/>
                  <a:ext cx="344160" cy="19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1C966177-7BA3-2BA1-AEFC-BDDB427BDFB2}"/>
                    </a:ext>
                  </a:extLst>
                </p14:cNvPr>
                <p14:cNvContentPartPr/>
                <p14:nvPr/>
              </p14:nvContentPartPr>
              <p14:xfrm>
                <a:off x="1776172" y="1114952"/>
                <a:ext cx="218520" cy="8244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1C966177-7BA3-2BA1-AEFC-BDDB427BDFB2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1758172" y="1096952"/>
                  <a:ext cx="2541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B9B6F726-B2EE-5C0D-F967-05C54AFB2E39}"/>
                    </a:ext>
                  </a:extLst>
                </p14:cNvPr>
                <p14:cNvContentPartPr/>
                <p14:nvPr/>
              </p14:nvContentPartPr>
              <p14:xfrm>
                <a:off x="1849972" y="1061312"/>
                <a:ext cx="97560" cy="2109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B9B6F726-B2EE-5C0D-F967-05C54AFB2E39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831972" y="1043672"/>
                  <a:ext cx="1332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00944722-A4BF-9430-BAF3-68F2005B1DB0}"/>
                    </a:ext>
                  </a:extLst>
                </p14:cNvPr>
                <p14:cNvContentPartPr/>
                <p14:nvPr/>
              </p14:nvContentPartPr>
              <p14:xfrm>
                <a:off x="2176132" y="1009112"/>
                <a:ext cx="122400" cy="709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00944722-A4BF-9430-BAF3-68F2005B1DB0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2158132" y="991472"/>
                  <a:ext cx="158040" cy="10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9E920CCA-C1C4-5B78-4C18-C4C27B62AD0A}"/>
              </a:ext>
            </a:extLst>
          </p:cNvPr>
          <p:cNvGrpSpPr/>
          <p:nvPr/>
        </p:nvGrpSpPr>
        <p:grpSpPr>
          <a:xfrm>
            <a:off x="496732" y="548672"/>
            <a:ext cx="3577320" cy="2807280"/>
            <a:chOff x="496732" y="548672"/>
            <a:chExt cx="3577320" cy="280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11D6D31B-CF59-6E39-7202-B47E8F89D4EA}"/>
                    </a:ext>
                  </a:extLst>
                </p14:cNvPr>
                <p14:cNvContentPartPr/>
                <p14:nvPr/>
              </p14:nvContentPartPr>
              <p14:xfrm>
                <a:off x="588532" y="984272"/>
                <a:ext cx="100800" cy="2599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11D6D31B-CF59-6E39-7202-B47E8F89D4EA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570892" y="966272"/>
                  <a:ext cx="13644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EACE12E3-A10C-4DEF-70BF-AF73E0C369DE}"/>
                    </a:ext>
                  </a:extLst>
                </p14:cNvPr>
                <p14:cNvContentPartPr/>
                <p14:nvPr/>
              </p14:nvContentPartPr>
              <p14:xfrm>
                <a:off x="621292" y="954752"/>
                <a:ext cx="202680" cy="15984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EACE12E3-A10C-4DEF-70BF-AF73E0C369DE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603292" y="936752"/>
                  <a:ext cx="2383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99BAB008-E788-4DEF-9FE0-1044F1F7A69A}"/>
                    </a:ext>
                  </a:extLst>
                </p14:cNvPr>
                <p14:cNvContentPartPr/>
                <p14:nvPr/>
              </p14:nvContentPartPr>
              <p14:xfrm>
                <a:off x="903892" y="923072"/>
                <a:ext cx="111960" cy="10008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99BAB008-E788-4DEF-9FE0-1044F1F7A69A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885892" y="905072"/>
                  <a:ext cx="1476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B62EDB34-6219-2DEC-61BB-F5A83546EC07}"/>
                    </a:ext>
                  </a:extLst>
                </p14:cNvPr>
                <p14:cNvContentPartPr/>
                <p14:nvPr/>
              </p14:nvContentPartPr>
              <p14:xfrm>
                <a:off x="1043212" y="832352"/>
                <a:ext cx="91800" cy="12672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B62EDB34-6219-2DEC-61BB-F5A83546EC07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025572" y="814712"/>
                  <a:ext cx="1274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AAFC709E-5C10-AA18-5F4F-ADD52212623C}"/>
                    </a:ext>
                  </a:extLst>
                </p14:cNvPr>
                <p14:cNvContentPartPr/>
                <p14:nvPr/>
              </p14:nvContentPartPr>
              <p14:xfrm>
                <a:off x="1194772" y="784472"/>
                <a:ext cx="121320" cy="11160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AAFC709E-5C10-AA18-5F4F-ADD52212623C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177132" y="766832"/>
                  <a:ext cx="1569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9ED9E910-E4F0-5154-0A75-ED9A6573D349}"/>
                    </a:ext>
                  </a:extLst>
                </p14:cNvPr>
                <p14:cNvContentPartPr/>
                <p14:nvPr/>
              </p14:nvContentPartPr>
              <p14:xfrm>
                <a:off x="1349932" y="702392"/>
                <a:ext cx="69120" cy="10152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9ED9E910-E4F0-5154-0A75-ED9A6573D349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1331932" y="684752"/>
                  <a:ext cx="10476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EF6F4934-FAED-74F1-73C1-EDEDEDF50926}"/>
                    </a:ext>
                  </a:extLst>
                </p14:cNvPr>
                <p14:cNvContentPartPr/>
                <p14:nvPr/>
              </p14:nvContentPartPr>
              <p14:xfrm>
                <a:off x="1496452" y="627872"/>
                <a:ext cx="104400" cy="1839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EF6F4934-FAED-74F1-73C1-EDEDEDF50926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1478452" y="610232"/>
                  <a:ext cx="14004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30344915-A1D2-E75E-658C-D8ED5665B815}"/>
                    </a:ext>
                  </a:extLst>
                </p14:cNvPr>
                <p14:cNvContentPartPr/>
                <p14:nvPr/>
              </p14:nvContentPartPr>
              <p14:xfrm>
                <a:off x="1649452" y="619592"/>
                <a:ext cx="126720" cy="1173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30344915-A1D2-E75E-658C-D8ED5665B815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1631452" y="601592"/>
                  <a:ext cx="1623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FD4AECF9-313A-996F-3B5D-698E4C96D64E}"/>
                    </a:ext>
                  </a:extLst>
                </p14:cNvPr>
                <p14:cNvContentPartPr/>
                <p14:nvPr/>
              </p14:nvContentPartPr>
              <p14:xfrm>
                <a:off x="857452" y="1313672"/>
                <a:ext cx="177840" cy="12240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FD4AECF9-313A-996F-3B5D-698E4C96D64E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839452" y="1295672"/>
                  <a:ext cx="2134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8308CD7C-F277-9DFD-DF77-AB643F2211F3}"/>
                    </a:ext>
                  </a:extLst>
                </p14:cNvPr>
                <p14:cNvContentPartPr/>
                <p14:nvPr/>
              </p14:nvContentPartPr>
              <p14:xfrm>
                <a:off x="1097932" y="1282712"/>
                <a:ext cx="49680" cy="1076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8308CD7C-F277-9DFD-DF77-AB643F2211F3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1079932" y="1265072"/>
                  <a:ext cx="853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5422557F-7088-4E56-5D80-FDB371B8378A}"/>
                    </a:ext>
                  </a:extLst>
                </p14:cNvPr>
                <p14:cNvContentPartPr/>
                <p14:nvPr/>
              </p14:nvContentPartPr>
              <p14:xfrm>
                <a:off x="1058332" y="1207472"/>
                <a:ext cx="14400" cy="1944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5422557F-7088-4E56-5D80-FDB371B8378A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040692" y="1189472"/>
                  <a:ext cx="500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571A06FF-BF34-7715-E857-20ACE3BEF933}"/>
                    </a:ext>
                  </a:extLst>
                </p14:cNvPr>
                <p14:cNvContentPartPr/>
                <p14:nvPr/>
              </p14:nvContentPartPr>
              <p14:xfrm>
                <a:off x="1160212" y="1211432"/>
                <a:ext cx="130320" cy="8964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571A06FF-BF34-7715-E857-20ACE3BEF933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142212" y="1193792"/>
                  <a:ext cx="16596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ABDEA3D7-B168-D457-16A5-D2E02C43478A}"/>
                    </a:ext>
                  </a:extLst>
                </p14:cNvPr>
                <p14:cNvContentPartPr/>
                <p14:nvPr/>
              </p14:nvContentPartPr>
              <p14:xfrm>
                <a:off x="1314652" y="1087592"/>
                <a:ext cx="110880" cy="14436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ABDEA3D7-B168-D457-16A5-D2E02C43478A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297012" y="1069952"/>
                  <a:ext cx="1465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4EF4B22F-3FF9-06BE-7933-4F59F0594D32}"/>
                    </a:ext>
                  </a:extLst>
                </p14:cNvPr>
                <p14:cNvContentPartPr/>
                <p14:nvPr/>
              </p14:nvContentPartPr>
              <p14:xfrm>
                <a:off x="496732" y="1895792"/>
                <a:ext cx="142920" cy="12924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4EF4B22F-3FF9-06BE-7933-4F59F0594D32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478732" y="1877792"/>
                  <a:ext cx="1785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17231961-0DC8-36F1-20D9-AB1D75AF99AF}"/>
                    </a:ext>
                  </a:extLst>
                </p14:cNvPr>
                <p14:cNvContentPartPr/>
                <p14:nvPr/>
              </p14:nvContentPartPr>
              <p14:xfrm>
                <a:off x="618772" y="1764032"/>
                <a:ext cx="127440" cy="14940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17231961-0DC8-36F1-20D9-AB1D75AF99AF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600772" y="1746032"/>
                  <a:ext cx="1630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7981F461-C0B1-3001-EFAC-C4AE8FA91BDF}"/>
                    </a:ext>
                  </a:extLst>
                </p14:cNvPr>
                <p14:cNvContentPartPr/>
                <p14:nvPr/>
              </p14:nvContentPartPr>
              <p14:xfrm>
                <a:off x="665212" y="1838552"/>
                <a:ext cx="74160" cy="8748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7981F461-C0B1-3001-EFAC-C4AE8FA91BDF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647572" y="1820552"/>
                  <a:ext cx="1098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C2B0A0C3-F2F5-7560-29BA-EF72E17AFC0B}"/>
                    </a:ext>
                  </a:extLst>
                </p14:cNvPr>
                <p14:cNvContentPartPr/>
                <p14:nvPr/>
              </p14:nvContentPartPr>
              <p14:xfrm>
                <a:off x="796972" y="1728752"/>
                <a:ext cx="32760" cy="11880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C2B0A0C3-F2F5-7560-29BA-EF72E17AFC0B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779332" y="1710752"/>
                  <a:ext cx="684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C3F43639-270D-748F-A884-69A6A8925B4B}"/>
                    </a:ext>
                  </a:extLst>
                </p14:cNvPr>
                <p14:cNvContentPartPr/>
                <p14:nvPr/>
              </p14:nvContentPartPr>
              <p14:xfrm>
                <a:off x="786172" y="1716512"/>
                <a:ext cx="60480" cy="11088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C3F43639-270D-748F-A884-69A6A8925B4B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768172" y="1698512"/>
                  <a:ext cx="961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869674CD-2F36-656F-A11E-D193A1FF4F90}"/>
                    </a:ext>
                  </a:extLst>
                </p14:cNvPr>
                <p14:cNvContentPartPr/>
                <p14:nvPr/>
              </p14:nvContentPartPr>
              <p14:xfrm>
                <a:off x="804892" y="1783112"/>
                <a:ext cx="28800" cy="2736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869674CD-2F36-656F-A11E-D193A1FF4F90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787252" y="1765472"/>
                  <a:ext cx="644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5D70716D-F976-C6CF-C945-E8CBA2C2A620}"/>
                    </a:ext>
                  </a:extLst>
                </p14:cNvPr>
                <p14:cNvContentPartPr/>
                <p14:nvPr/>
              </p14:nvContentPartPr>
              <p14:xfrm>
                <a:off x="843412" y="1697072"/>
                <a:ext cx="92880" cy="9288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5D70716D-F976-C6CF-C945-E8CBA2C2A620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825772" y="1679432"/>
                  <a:ext cx="1285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DC021C8E-9908-D12D-8656-10AA0D76D118}"/>
                    </a:ext>
                  </a:extLst>
                </p14:cNvPr>
                <p14:cNvContentPartPr/>
                <p14:nvPr/>
              </p14:nvContentPartPr>
              <p14:xfrm>
                <a:off x="1007572" y="1641992"/>
                <a:ext cx="87840" cy="7236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DC021C8E-9908-D12D-8656-10AA0D76D118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989572" y="1624352"/>
                  <a:ext cx="1234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A7C06F3E-325E-224D-1E43-93C62C1EC178}"/>
                    </a:ext>
                  </a:extLst>
                </p14:cNvPr>
                <p14:cNvContentPartPr/>
                <p14:nvPr/>
              </p14:nvContentPartPr>
              <p14:xfrm>
                <a:off x="1176412" y="1435352"/>
                <a:ext cx="173880" cy="20016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A7C06F3E-325E-224D-1E43-93C62C1EC178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1158772" y="1417352"/>
                  <a:ext cx="2095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8548F046-91FC-7B7C-52E8-4F7BEE54C6CA}"/>
                    </a:ext>
                  </a:extLst>
                </p14:cNvPr>
                <p14:cNvContentPartPr/>
                <p14:nvPr/>
              </p14:nvContentPartPr>
              <p14:xfrm>
                <a:off x="1315372" y="1383872"/>
                <a:ext cx="184320" cy="14472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8548F046-91FC-7B7C-52E8-4F7BEE54C6CA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1297732" y="1365872"/>
                  <a:ext cx="2199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5A502225-75EB-1FA0-BF23-49545781B6F4}"/>
                    </a:ext>
                  </a:extLst>
                </p14:cNvPr>
                <p14:cNvContentPartPr/>
                <p14:nvPr/>
              </p14:nvContentPartPr>
              <p14:xfrm>
                <a:off x="755212" y="2183432"/>
                <a:ext cx="123840" cy="11988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5A502225-75EB-1FA0-BF23-49545781B6F4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737572" y="2165792"/>
                  <a:ext cx="1594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2B3C6839-492D-444C-F4A5-76B48DB5F82E}"/>
                    </a:ext>
                  </a:extLst>
                </p14:cNvPr>
                <p14:cNvContentPartPr/>
                <p14:nvPr/>
              </p14:nvContentPartPr>
              <p14:xfrm>
                <a:off x="787252" y="2102432"/>
                <a:ext cx="235080" cy="17388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2B3C6839-492D-444C-F4A5-76B48DB5F82E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769252" y="2084792"/>
                  <a:ext cx="2707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B35E060D-3D72-D0C4-2FDB-97833C065D3D}"/>
                    </a:ext>
                  </a:extLst>
                </p14:cNvPr>
                <p14:cNvContentPartPr/>
                <p14:nvPr/>
              </p14:nvContentPartPr>
              <p14:xfrm>
                <a:off x="1055092" y="2018552"/>
                <a:ext cx="115200" cy="10044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B35E060D-3D72-D0C4-2FDB-97833C065D3D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1037092" y="2000552"/>
                  <a:ext cx="15084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62614BED-63C2-9148-49A4-8B4BAAB3D57F}"/>
                    </a:ext>
                  </a:extLst>
                </p14:cNvPr>
                <p14:cNvContentPartPr/>
                <p14:nvPr/>
              </p14:nvContentPartPr>
              <p14:xfrm>
                <a:off x="1290892" y="1864112"/>
                <a:ext cx="165240" cy="13320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62614BED-63C2-9148-49A4-8B4BAAB3D57F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1273252" y="1846472"/>
                  <a:ext cx="2008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EAB2293D-C48E-5579-4E9D-7D58137230AF}"/>
                    </a:ext>
                  </a:extLst>
                </p14:cNvPr>
                <p14:cNvContentPartPr/>
                <p14:nvPr/>
              </p14:nvContentPartPr>
              <p14:xfrm>
                <a:off x="1489612" y="1793552"/>
                <a:ext cx="50760" cy="11088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EAB2293D-C48E-5579-4E9D-7D58137230AF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1471612" y="1775552"/>
                  <a:ext cx="864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FAADB7CA-D8B9-BD85-3C27-ED3921E89105}"/>
                    </a:ext>
                  </a:extLst>
                </p14:cNvPr>
                <p14:cNvContentPartPr/>
                <p14:nvPr/>
              </p14:nvContentPartPr>
              <p14:xfrm>
                <a:off x="1658092" y="1636232"/>
                <a:ext cx="144720" cy="15444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FAADB7CA-D8B9-BD85-3C27-ED3921E89105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1640092" y="1618232"/>
                  <a:ext cx="18036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7E5954BD-7C3D-485A-FE56-66883D0CCAB3}"/>
                    </a:ext>
                  </a:extLst>
                </p14:cNvPr>
                <p14:cNvContentPartPr/>
                <p14:nvPr/>
              </p14:nvContentPartPr>
              <p14:xfrm>
                <a:off x="2181172" y="1164632"/>
                <a:ext cx="221760" cy="22572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7E5954BD-7C3D-485A-FE56-66883D0CCAB3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2163532" y="1146632"/>
                  <a:ext cx="25740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62BDE56B-66F2-CC6F-81BB-E4C77C3103FC}"/>
                    </a:ext>
                  </a:extLst>
                </p14:cNvPr>
                <p14:cNvContentPartPr/>
                <p14:nvPr/>
              </p14:nvContentPartPr>
              <p14:xfrm>
                <a:off x="2440012" y="1125752"/>
                <a:ext cx="91440" cy="10584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62BDE56B-66F2-CC6F-81BB-E4C77C3103FC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2422372" y="1107752"/>
                  <a:ext cx="12708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FB4F8C35-0798-8FBE-4439-BAD15A85C97A}"/>
                    </a:ext>
                  </a:extLst>
                </p14:cNvPr>
                <p14:cNvContentPartPr/>
                <p14:nvPr/>
              </p14:nvContentPartPr>
              <p14:xfrm>
                <a:off x="2571772" y="1045472"/>
                <a:ext cx="84600" cy="604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FB4F8C35-0798-8FBE-4439-BAD15A85C97A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2554132" y="1027832"/>
                  <a:ext cx="1202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C35DE4AF-605A-2C43-EAB2-9D5014E2F3E7}"/>
                    </a:ext>
                  </a:extLst>
                </p14:cNvPr>
                <p14:cNvContentPartPr/>
                <p14:nvPr/>
              </p14:nvContentPartPr>
              <p14:xfrm>
                <a:off x="2688772" y="929192"/>
                <a:ext cx="114480" cy="11772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C35DE4AF-605A-2C43-EAB2-9D5014E2F3E7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2670772" y="911192"/>
                  <a:ext cx="1501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0E45A693-BE56-C32E-C9B8-B8533B923FED}"/>
                    </a:ext>
                  </a:extLst>
                </p14:cNvPr>
                <p14:cNvContentPartPr/>
                <p14:nvPr/>
              </p14:nvContentPartPr>
              <p14:xfrm>
                <a:off x="2722612" y="882392"/>
                <a:ext cx="147240" cy="11484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0E45A693-BE56-C32E-C9B8-B8533B923FED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2704612" y="864752"/>
                  <a:ext cx="1828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356409AB-3D34-DA2B-8754-3D69C0E439A8}"/>
                    </a:ext>
                  </a:extLst>
                </p14:cNvPr>
                <p14:cNvContentPartPr/>
                <p14:nvPr/>
              </p14:nvContentPartPr>
              <p14:xfrm>
                <a:off x="2958412" y="799952"/>
                <a:ext cx="68400" cy="7740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356409AB-3D34-DA2B-8754-3D69C0E439A8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2940412" y="782312"/>
                  <a:ext cx="1040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4895B13F-4CBE-2D35-EC82-C78463C717F3}"/>
                    </a:ext>
                  </a:extLst>
                </p14:cNvPr>
                <p14:cNvContentPartPr/>
                <p14:nvPr/>
              </p14:nvContentPartPr>
              <p14:xfrm>
                <a:off x="3061732" y="734072"/>
                <a:ext cx="89640" cy="7380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4895B13F-4CBE-2D35-EC82-C78463C717F3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3043732" y="716072"/>
                  <a:ext cx="1252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782E2A6E-2170-6671-51BB-27F58381AAD2}"/>
                    </a:ext>
                  </a:extLst>
                </p14:cNvPr>
                <p14:cNvContentPartPr/>
                <p14:nvPr/>
              </p14:nvContentPartPr>
              <p14:xfrm>
                <a:off x="2881012" y="1173632"/>
                <a:ext cx="194040" cy="12528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782E2A6E-2170-6671-51BB-27F58381AAD2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2863012" y="1155632"/>
                  <a:ext cx="2296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370239BF-FF27-B7D1-6CFB-3ED945F4BCDA}"/>
                    </a:ext>
                  </a:extLst>
                </p14:cNvPr>
                <p14:cNvContentPartPr/>
                <p14:nvPr/>
              </p14:nvContentPartPr>
              <p14:xfrm>
                <a:off x="3139132" y="1098752"/>
                <a:ext cx="95040" cy="817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370239BF-FF27-B7D1-6CFB-3ED945F4BCDA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3121132" y="1081112"/>
                  <a:ext cx="1306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5C464D7D-F3C4-2330-B4CB-4A186777CBF8}"/>
                    </a:ext>
                  </a:extLst>
                </p14:cNvPr>
                <p14:cNvContentPartPr/>
                <p14:nvPr/>
              </p14:nvContentPartPr>
              <p14:xfrm>
                <a:off x="2814052" y="1098032"/>
                <a:ext cx="79920" cy="16092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5C464D7D-F3C4-2330-B4CB-4A186777CBF8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2796412" y="1080032"/>
                  <a:ext cx="1155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6A35CD38-39EE-3298-0B30-A6EB8F4D2975}"/>
                    </a:ext>
                  </a:extLst>
                </p14:cNvPr>
                <p14:cNvContentPartPr/>
                <p14:nvPr/>
              </p14:nvContentPartPr>
              <p14:xfrm>
                <a:off x="3171172" y="978512"/>
                <a:ext cx="122760" cy="10656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6A35CD38-39EE-3298-0B30-A6EB8F4D2975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3153172" y="960872"/>
                  <a:ext cx="1584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40F8047E-5616-141B-FA51-FCFEA25B3616}"/>
                    </a:ext>
                  </a:extLst>
                </p14:cNvPr>
                <p14:cNvContentPartPr/>
                <p14:nvPr/>
              </p14:nvContentPartPr>
              <p14:xfrm>
                <a:off x="3363772" y="936392"/>
                <a:ext cx="76680" cy="12060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40F8047E-5616-141B-FA51-FCFEA25B3616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3346132" y="918392"/>
                  <a:ext cx="1123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987C5AE1-08B0-27C0-E332-1442F8F1D161}"/>
                    </a:ext>
                  </a:extLst>
                </p14:cNvPr>
                <p14:cNvContentPartPr/>
                <p14:nvPr/>
              </p14:nvContentPartPr>
              <p14:xfrm>
                <a:off x="3610012" y="859352"/>
                <a:ext cx="89280" cy="9108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987C5AE1-08B0-27C0-E332-1442F8F1D161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3592372" y="841352"/>
                  <a:ext cx="1249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4EB3897B-D296-FF93-6C8A-DBD90D5685D0}"/>
                    </a:ext>
                  </a:extLst>
                </p14:cNvPr>
                <p14:cNvContentPartPr/>
                <p14:nvPr/>
              </p14:nvContentPartPr>
              <p14:xfrm>
                <a:off x="3603172" y="781592"/>
                <a:ext cx="65880" cy="7236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4EB3897B-D296-FF93-6C8A-DBD90D5685D0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3585172" y="763592"/>
                  <a:ext cx="10152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050949D2-7A79-3149-1EF3-6297E0DDDFE8}"/>
                    </a:ext>
                  </a:extLst>
                </p14:cNvPr>
                <p14:cNvContentPartPr/>
                <p14:nvPr/>
              </p14:nvContentPartPr>
              <p14:xfrm>
                <a:off x="3750772" y="723992"/>
                <a:ext cx="84240" cy="7848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050949D2-7A79-3149-1EF3-6297E0DDDFE8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3733132" y="706352"/>
                  <a:ext cx="1198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7B658DB5-E794-E1E1-FB00-8E254265BD8A}"/>
                    </a:ext>
                  </a:extLst>
                </p14:cNvPr>
                <p14:cNvContentPartPr/>
                <p14:nvPr/>
              </p14:nvContentPartPr>
              <p14:xfrm>
                <a:off x="3907012" y="680432"/>
                <a:ext cx="47880" cy="6840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7B658DB5-E794-E1E1-FB00-8E254265BD8A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3889372" y="662792"/>
                  <a:ext cx="835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8B1B885E-6A57-C038-E34E-2AFC71A7EA7E}"/>
                    </a:ext>
                  </a:extLst>
                </p14:cNvPr>
                <p14:cNvContentPartPr/>
                <p14:nvPr/>
              </p14:nvContentPartPr>
              <p14:xfrm>
                <a:off x="3864172" y="609152"/>
                <a:ext cx="13680" cy="1620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8B1B885E-6A57-C038-E34E-2AFC71A7EA7E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3846172" y="591512"/>
                  <a:ext cx="493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2DF1BBA8-963D-CBC1-B1E8-8D979EAF044A}"/>
                    </a:ext>
                  </a:extLst>
                </p14:cNvPr>
                <p14:cNvContentPartPr/>
                <p14:nvPr/>
              </p14:nvContentPartPr>
              <p14:xfrm>
                <a:off x="3982252" y="548672"/>
                <a:ext cx="91800" cy="11052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2DF1BBA8-963D-CBC1-B1E8-8D979EAF044A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3964252" y="531032"/>
                  <a:ext cx="1274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FEB2FC96-9112-1C33-00F8-ABA693C054D2}"/>
                    </a:ext>
                  </a:extLst>
                </p14:cNvPr>
                <p14:cNvContentPartPr/>
                <p14:nvPr/>
              </p14:nvContentPartPr>
              <p14:xfrm>
                <a:off x="1973452" y="2080112"/>
                <a:ext cx="145080" cy="4716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FEB2FC96-9112-1C33-00F8-ABA693C054D2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1955452" y="2062472"/>
                  <a:ext cx="1807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4C9C5B3A-3AF8-C75C-A842-420E870312ED}"/>
                    </a:ext>
                  </a:extLst>
                </p14:cNvPr>
                <p14:cNvContentPartPr/>
                <p14:nvPr/>
              </p14:nvContentPartPr>
              <p14:xfrm>
                <a:off x="2048692" y="2003072"/>
                <a:ext cx="31680" cy="17964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4C9C5B3A-3AF8-C75C-A842-420E870312ED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2031052" y="1985432"/>
                  <a:ext cx="673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5C9B27DF-E135-4305-0E18-22EE2621E8D0}"/>
                    </a:ext>
                  </a:extLst>
                </p14:cNvPr>
                <p14:cNvContentPartPr/>
                <p14:nvPr/>
              </p14:nvContentPartPr>
              <p14:xfrm>
                <a:off x="1518052" y="2120792"/>
                <a:ext cx="377640" cy="24696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5C9B27DF-E135-4305-0E18-22EE2621E8D0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1500412" y="2102792"/>
                  <a:ext cx="41328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BA05EED7-05B3-22E4-137D-959FEB1DE28A}"/>
                    </a:ext>
                  </a:extLst>
                </p14:cNvPr>
                <p14:cNvContentPartPr/>
                <p14:nvPr/>
              </p14:nvContentPartPr>
              <p14:xfrm>
                <a:off x="1473052" y="2289632"/>
                <a:ext cx="144000" cy="7632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BA05EED7-05B3-22E4-137D-959FEB1DE28A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1455412" y="2271992"/>
                  <a:ext cx="1796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8C4AD8AE-B48F-79AF-4831-0BCA58A7A2BD}"/>
                    </a:ext>
                  </a:extLst>
                </p14:cNvPr>
                <p14:cNvContentPartPr/>
                <p14:nvPr/>
              </p14:nvContentPartPr>
              <p14:xfrm>
                <a:off x="2506252" y="2038352"/>
                <a:ext cx="130680" cy="4284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8C4AD8AE-B48F-79AF-4831-0BCA58A7A2BD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2488612" y="2020712"/>
                  <a:ext cx="1663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F748EC7A-5ADA-0C22-BD6A-94325AAEFB10}"/>
                    </a:ext>
                  </a:extLst>
                </p14:cNvPr>
                <p14:cNvContentPartPr/>
                <p14:nvPr/>
              </p14:nvContentPartPr>
              <p14:xfrm>
                <a:off x="2769412" y="1961672"/>
                <a:ext cx="332280" cy="6768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F748EC7A-5ADA-0C22-BD6A-94325AAEFB10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2751412" y="1943672"/>
                  <a:ext cx="3679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000B6E92-22CB-14F9-F6EF-5D3659A93566}"/>
                    </a:ext>
                  </a:extLst>
                </p14:cNvPr>
                <p14:cNvContentPartPr/>
                <p14:nvPr/>
              </p14:nvContentPartPr>
              <p14:xfrm>
                <a:off x="1826212" y="1954472"/>
                <a:ext cx="1364760" cy="140148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000B6E92-22CB-14F9-F6EF-5D3659A93566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1808212" y="1936472"/>
                  <a:ext cx="1400400" cy="14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5DC317C0-8647-58D9-DB6D-459AB6B30619}"/>
                    </a:ext>
                  </a:extLst>
                </p14:cNvPr>
                <p14:cNvContentPartPr/>
                <p14:nvPr/>
              </p14:nvContentPartPr>
              <p14:xfrm>
                <a:off x="1757812" y="2910992"/>
                <a:ext cx="160920" cy="10728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5DC317C0-8647-58D9-DB6D-459AB6B30619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1739812" y="2892992"/>
                  <a:ext cx="196560" cy="14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9ACF7D9E-5605-1469-FFBD-CA7B0F5F93F1}"/>
              </a:ext>
            </a:extLst>
          </p:cNvPr>
          <p:cNvGrpSpPr/>
          <p:nvPr/>
        </p:nvGrpSpPr>
        <p:grpSpPr>
          <a:xfrm>
            <a:off x="2736652" y="4405712"/>
            <a:ext cx="2004840" cy="2064600"/>
            <a:chOff x="2736652" y="4405712"/>
            <a:chExt cx="2004840" cy="206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40B1AA91-72CB-BE56-CDA1-367A51BF391D}"/>
                    </a:ext>
                  </a:extLst>
                </p14:cNvPr>
                <p14:cNvContentPartPr/>
                <p14:nvPr/>
              </p14:nvContentPartPr>
              <p14:xfrm>
                <a:off x="3456292" y="4985672"/>
                <a:ext cx="61920" cy="37368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40B1AA91-72CB-BE56-CDA1-367A51BF391D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3438652" y="4967672"/>
                  <a:ext cx="9756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DF0681CE-76D6-A266-B1A9-BE3EABBF2545}"/>
                    </a:ext>
                  </a:extLst>
                </p14:cNvPr>
                <p14:cNvContentPartPr/>
                <p14:nvPr/>
              </p14:nvContentPartPr>
              <p14:xfrm>
                <a:off x="3449812" y="5094392"/>
                <a:ext cx="214920" cy="26064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DF0681CE-76D6-A266-B1A9-BE3EABBF2545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3432172" y="5076392"/>
                  <a:ext cx="25056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195D772E-9573-714F-F82E-932B56781B14}"/>
                    </a:ext>
                  </a:extLst>
                </p14:cNvPr>
                <p14:cNvContentPartPr/>
                <p14:nvPr/>
              </p14:nvContentPartPr>
              <p14:xfrm>
                <a:off x="3645292" y="4925552"/>
                <a:ext cx="63720" cy="54720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195D772E-9573-714F-F82E-932B56781B14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3627292" y="4907912"/>
                  <a:ext cx="99360" cy="58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1C0F0F48-0943-EEE8-F1AE-1C1F70EF16EB}"/>
                    </a:ext>
                  </a:extLst>
                </p14:cNvPr>
                <p14:cNvContentPartPr/>
                <p14:nvPr/>
              </p14:nvContentPartPr>
              <p14:xfrm>
                <a:off x="3667252" y="5078912"/>
                <a:ext cx="825840" cy="8352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1C0F0F48-0943-EEE8-F1AE-1C1F70EF16EB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3649612" y="5061272"/>
                  <a:ext cx="8614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C2ED0545-7166-5777-4566-2A29AFFE65EC}"/>
                    </a:ext>
                  </a:extLst>
                </p14:cNvPr>
                <p14:cNvContentPartPr/>
                <p14:nvPr/>
              </p14:nvContentPartPr>
              <p14:xfrm>
                <a:off x="2915212" y="5174672"/>
                <a:ext cx="520200" cy="7776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C2ED0545-7166-5777-4566-2A29AFFE65EC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2897572" y="5156672"/>
                  <a:ext cx="5558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0191D912-89D4-0883-EEF3-98BBB837AC6D}"/>
                    </a:ext>
                  </a:extLst>
                </p14:cNvPr>
                <p14:cNvContentPartPr/>
                <p14:nvPr/>
              </p14:nvContentPartPr>
              <p14:xfrm>
                <a:off x="2969212" y="5203112"/>
                <a:ext cx="92520" cy="58464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0191D912-89D4-0883-EEF3-98BBB837AC6D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2951212" y="5185112"/>
                  <a:ext cx="128160" cy="62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4898EAEA-51B4-7373-D261-F943FB118796}"/>
                    </a:ext>
                  </a:extLst>
                </p14:cNvPr>
                <p14:cNvContentPartPr/>
                <p14:nvPr/>
              </p14:nvContentPartPr>
              <p14:xfrm>
                <a:off x="2876332" y="5752112"/>
                <a:ext cx="325800" cy="6840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4898EAEA-51B4-7373-D261-F943FB118796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2858332" y="5734472"/>
                  <a:ext cx="3614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33E8C8C4-5BF3-1E35-A7BE-FB8093B520F4}"/>
                    </a:ext>
                  </a:extLst>
                </p14:cNvPr>
                <p14:cNvContentPartPr/>
                <p14:nvPr/>
              </p14:nvContentPartPr>
              <p14:xfrm>
                <a:off x="2736652" y="5931392"/>
                <a:ext cx="735840" cy="7056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33E8C8C4-5BF3-1E35-A7BE-FB8093B520F4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2718652" y="5913392"/>
                  <a:ext cx="7714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17D25BD0-EA6A-8DFF-ACDF-B281DB98547E}"/>
                    </a:ext>
                  </a:extLst>
                </p14:cNvPr>
                <p14:cNvContentPartPr/>
                <p14:nvPr/>
              </p14:nvContentPartPr>
              <p14:xfrm>
                <a:off x="3145612" y="5986832"/>
                <a:ext cx="49320" cy="43884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17D25BD0-EA6A-8DFF-ACDF-B281DB98547E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3127612" y="5969192"/>
                  <a:ext cx="84960" cy="47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4EEE6523-69B6-3B38-6D3C-89AE45B80298}"/>
                    </a:ext>
                  </a:extLst>
                </p14:cNvPr>
                <p14:cNvContentPartPr/>
                <p14:nvPr/>
              </p14:nvContentPartPr>
              <p14:xfrm>
                <a:off x="3156772" y="6282032"/>
                <a:ext cx="1475280" cy="18828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4EEE6523-69B6-3B38-6D3C-89AE45B80298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3139132" y="6264392"/>
                  <a:ext cx="15109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20F7B0B5-0685-B05A-958E-42EECFF9F0F2}"/>
                    </a:ext>
                  </a:extLst>
                </p14:cNvPr>
                <p14:cNvContentPartPr/>
                <p14:nvPr/>
              </p14:nvContentPartPr>
              <p14:xfrm>
                <a:off x="4542772" y="5032472"/>
                <a:ext cx="66240" cy="127008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20F7B0B5-0685-B05A-958E-42EECFF9F0F2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4525132" y="5014472"/>
                  <a:ext cx="101880" cy="13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78794C6D-D202-C76C-3BD4-D7F8BC33E1A6}"/>
                    </a:ext>
                  </a:extLst>
                </p14:cNvPr>
                <p14:cNvContentPartPr/>
                <p14:nvPr/>
              </p14:nvContentPartPr>
              <p14:xfrm>
                <a:off x="3173332" y="4763192"/>
                <a:ext cx="665280" cy="7848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78794C6D-D202-C76C-3BD4-D7F8BC33E1A6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3155692" y="4745552"/>
                  <a:ext cx="7009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375F0B17-FF2F-F01C-79D3-47DF86E7CAD7}"/>
                    </a:ext>
                  </a:extLst>
                </p14:cNvPr>
                <p14:cNvContentPartPr/>
                <p14:nvPr/>
              </p14:nvContentPartPr>
              <p14:xfrm>
                <a:off x="3153172" y="4717832"/>
                <a:ext cx="120600" cy="19260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375F0B17-FF2F-F01C-79D3-47DF86E7CAD7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3135532" y="4699832"/>
                  <a:ext cx="15624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95A560EA-8A00-6E09-26A2-1B7F0173D4CC}"/>
                    </a:ext>
                  </a:extLst>
                </p14:cNvPr>
                <p14:cNvContentPartPr/>
                <p14:nvPr/>
              </p14:nvContentPartPr>
              <p14:xfrm>
                <a:off x="3495532" y="4475192"/>
                <a:ext cx="52560" cy="22392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95A560EA-8A00-6E09-26A2-1B7F0173D4CC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3477892" y="4457192"/>
                  <a:ext cx="882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CF5E202D-5F77-796B-13C4-B497C9956BBE}"/>
                    </a:ext>
                  </a:extLst>
                </p14:cNvPr>
                <p14:cNvContentPartPr/>
                <p14:nvPr/>
              </p14:nvContentPartPr>
              <p14:xfrm>
                <a:off x="3414172" y="4478072"/>
                <a:ext cx="157680" cy="4068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CF5E202D-5F77-796B-13C4-B497C9956BBE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3396172" y="4460072"/>
                  <a:ext cx="1933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D8D5853D-4EBD-10E5-3840-99A377A6D84C}"/>
                    </a:ext>
                  </a:extLst>
                </p14:cNvPr>
                <p14:cNvContentPartPr/>
                <p14:nvPr/>
              </p14:nvContentPartPr>
              <p14:xfrm>
                <a:off x="3514972" y="4667432"/>
                <a:ext cx="73080" cy="2340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D8D5853D-4EBD-10E5-3840-99A377A6D84C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3496972" y="4649432"/>
                  <a:ext cx="1087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D810ECAE-2380-C05C-D3F7-F04C931477A5}"/>
                    </a:ext>
                  </a:extLst>
                </p14:cNvPr>
                <p14:cNvContentPartPr/>
                <p14:nvPr/>
              </p14:nvContentPartPr>
              <p14:xfrm>
                <a:off x="3814852" y="4510112"/>
                <a:ext cx="82800" cy="11304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D810ECAE-2380-C05C-D3F7-F04C931477A5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3796852" y="4492112"/>
                  <a:ext cx="1184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1151DE84-8027-6FE2-4084-29FB1084018D}"/>
                    </a:ext>
                  </a:extLst>
                </p14:cNvPr>
                <p14:cNvContentPartPr/>
                <p14:nvPr/>
              </p14:nvContentPartPr>
              <p14:xfrm>
                <a:off x="3958132" y="4510112"/>
                <a:ext cx="83160" cy="8100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1151DE84-8027-6FE2-4084-29FB1084018D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3940492" y="4492472"/>
                  <a:ext cx="1188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DDA12382-3CBB-7F6A-4A59-E070B882A3D1}"/>
                    </a:ext>
                  </a:extLst>
                </p14:cNvPr>
                <p14:cNvContentPartPr/>
                <p14:nvPr/>
              </p14:nvContentPartPr>
              <p14:xfrm>
                <a:off x="4080532" y="4462952"/>
                <a:ext cx="69120" cy="8892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DDA12382-3CBB-7F6A-4A59-E070B882A3D1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4062532" y="4444952"/>
                  <a:ext cx="1047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2CFC6513-77A1-E080-EDF9-1F8B9747C200}"/>
                    </a:ext>
                  </a:extLst>
                </p14:cNvPr>
                <p14:cNvContentPartPr/>
                <p14:nvPr/>
              </p14:nvContentPartPr>
              <p14:xfrm>
                <a:off x="4182052" y="4455392"/>
                <a:ext cx="99720" cy="10872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2CFC6513-77A1-E080-EDF9-1F8B9747C200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4164412" y="4437392"/>
                  <a:ext cx="1353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CE39149C-D8C1-B9BC-2548-13B55F719907}"/>
                    </a:ext>
                  </a:extLst>
                </p14:cNvPr>
                <p14:cNvContentPartPr/>
                <p14:nvPr/>
              </p14:nvContentPartPr>
              <p14:xfrm>
                <a:off x="4341532" y="4412192"/>
                <a:ext cx="64440" cy="12168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CE39149C-D8C1-B9BC-2548-13B55F719907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4323532" y="4394192"/>
                  <a:ext cx="10008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4AF920C9-6D21-6639-940C-69629657B29B}"/>
                    </a:ext>
                  </a:extLst>
                </p14:cNvPr>
                <p14:cNvContentPartPr/>
                <p14:nvPr/>
              </p14:nvContentPartPr>
              <p14:xfrm>
                <a:off x="4508572" y="4405712"/>
                <a:ext cx="70920" cy="14112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4AF920C9-6D21-6639-940C-69629657B29B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4490932" y="4387712"/>
                  <a:ext cx="1065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DC27D39A-A794-3B57-2D08-C32A7B27454E}"/>
                    </a:ext>
                  </a:extLst>
                </p14:cNvPr>
                <p14:cNvContentPartPr/>
                <p14:nvPr/>
              </p14:nvContentPartPr>
              <p14:xfrm>
                <a:off x="4620892" y="4444592"/>
                <a:ext cx="120600" cy="6876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DC27D39A-A794-3B57-2D08-C32A7B27454E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4603252" y="4426952"/>
                  <a:ext cx="156240" cy="104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292144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FCB19-88B2-4430-3E27-14927651D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a photodiode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6D07A-B05A-B95B-FACC-6F03BACB2E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34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FFC835B-637A-6561-1B38-B2C79A78FA59}"/>
              </a:ext>
            </a:extLst>
          </p:cNvPr>
          <p:cNvGrpSpPr/>
          <p:nvPr/>
        </p:nvGrpSpPr>
        <p:grpSpPr>
          <a:xfrm>
            <a:off x="4907317" y="1732038"/>
            <a:ext cx="217440" cy="339480"/>
            <a:chOff x="4907317" y="1732038"/>
            <a:chExt cx="217440" cy="33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ECA0436-121C-D6BE-F692-1D537B39A185}"/>
                    </a:ext>
                  </a:extLst>
                </p14:cNvPr>
                <p14:cNvContentPartPr/>
                <p14:nvPr/>
              </p14:nvContentPartPr>
              <p14:xfrm>
                <a:off x="4949077" y="1837518"/>
                <a:ext cx="29880" cy="2340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ECA0436-121C-D6BE-F692-1D537B39A18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931077" y="1819518"/>
                  <a:ext cx="6552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F7F21E7-D168-C721-B367-38576C4CD8DA}"/>
                    </a:ext>
                  </a:extLst>
                </p14:cNvPr>
                <p14:cNvContentPartPr/>
                <p14:nvPr/>
              </p14:nvContentPartPr>
              <p14:xfrm>
                <a:off x="4907317" y="1732038"/>
                <a:ext cx="217440" cy="177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F7F21E7-D168-C721-B367-38576C4CD8D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889317" y="1714038"/>
                  <a:ext cx="253080" cy="21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07ACC30-D64E-3DE5-F8FE-F776E52FA90E}"/>
              </a:ext>
            </a:extLst>
          </p:cNvPr>
          <p:cNvGrpSpPr/>
          <p:nvPr/>
        </p:nvGrpSpPr>
        <p:grpSpPr>
          <a:xfrm>
            <a:off x="5043397" y="2251158"/>
            <a:ext cx="581760" cy="1156320"/>
            <a:chOff x="5043397" y="2251158"/>
            <a:chExt cx="581760" cy="115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60EF106-02CB-BF92-89D9-7DDF6AD8912B}"/>
                    </a:ext>
                  </a:extLst>
                </p14:cNvPr>
                <p14:cNvContentPartPr/>
                <p14:nvPr/>
              </p14:nvContentPartPr>
              <p14:xfrm>
                <a:off x="5043397" y="2251158"/>
                <a:ext cx="255960" cy="296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60EF106-02CB-BF92-89D9-7DDF6AD8912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025397" y="2233158"/>
                  <a:ext cx="29160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7CB04B1-EC36-F913-212D-EC62C2D53813}"/>
                    </a:ext>
                  </a:extLst>
                </p14:cNvPr>
                <p14:cNvContentPartPr/>
                <p14:nvPr/>
              </p14:nvContentPartPr>
              <p14:xfrm>
                <a:off x="5371357" y="2261598"/>
                <a:ext cx="201960" cy="300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7CB04B1-EC36-F913-212D-EC62C2D5381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353389" y="2243598"/>
                  <a:ext cx="237537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27587F6-6698-32F2-DDD6-81D9FBBB265E}"/>
                    </a:ext>
                  </a:extLst>
                </p14:cNvPr>
                <p14:cNvContentPartPr/>
                <p14:nvPr/>
              </p14:nvContentPartPr>
              <p14:xfrm>
                <a:off x="5094877" y="2577678"/>
                <a:ext cx="204120" cy="2887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27587F6-6698-32F2-DDD6-81D9FBBB265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76877" y="2559678"/>
                  <a:ext cx="23976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90B7E8D-7AD9-3FF3-D9F3-B3237928F462}"/>
                    </a:ext>
                  </a:extLst>
                </p14:cNvPr>
                <p14:cNvContentPartPr/>
                <p14:nvPr/>
              </p14:nvContentPartPr>
              <p14:xfrm>
                <a:off x="5381797" y="2542758"/>
                <a:ext cx="216000" cy="2592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90B7E8D-7AD9-3FF3-D9F3-B3237928F46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363797" y="2524783"/>
                  <a:ext cx="251640" cy="2947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CAF4E40-7683-E505-91A5-0232CE3CABF2}"/>
                    </a:ext>
                  </a:extLst>
                </p14:cNvPr>
                <p14:cNvContentPartPr/>
                <p14:nvPr/>
              </p14:nvContentPartPr>
              <p14:xfrm>
                <a:off x="5078317" y="2903118"/>
                <a:ext cx="217440" cy="266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CAF4E40-7683-E505-91A5-0232CE3CABF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060317" y="2885118"/>
                  <a:ext cx="25308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277A1A1-90BD-F7CE-1112-B24951E50D12}"/>
                    </a:ext>
                  </a:extLst>
                </p14:cNvPr>
                <p14:cNvContentPartPr/>
                <p14:nvPr/>
              </p14:nvContentPartPr>
              <p14:xfrm>
                <a:off x="5383597" y="2884038"/>
                <a:ext cx="188640" cy="204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277A1A1-90BD-F7CE-1112-B24951E50D1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365597" y="2866038"/>
                  <a:ext cx="2242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95A9D23-186B-3C70-9849-27C348D52B3D}"/>
                    </a:ext>
                  </a:extLst>
                </p14:cNvPr>
                <p14:cNvContentPartPr/>
                <p14:nvPr/>
              </p14:nvContentPartPr>
              <p14:xfrm>
                <a:off x="5126917" y="3179958"/>
                <a:ext cx="171720" cy="223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95A9D23-186B-3C70-9849-27C348D52B3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108955" y="3161958"/>
                  <a:ext cx="207285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7C5CA16-8389-4A84-044B-2A6D3D1B090E}"/>
                    </a:ext>
                  </a:extLst>
                </p14:cNvPr>
                <p14:cNvContentPartPr/>
                <p14:nvPr/>
              </p14:nvContentPartPr>
              <p14:xfrm>
                <a:off x="5360557" y="3177798"/>
                <a:ext cx="194400" cy="2296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7C5CA16-8389-4A84-044B-2A6D3D1B090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342524" y="3159798"/>
                  <a:ext cx="230106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2BA9F7A-921C-F4F1-9740-873A2F25D29E}"/>
                    </a:ext>
                  </a:extLst>
                </p14:cNvPr>
                <p14:cNvContentPartPr/>
                <p14:nvPr/>
              </p14:nvContentPartPr>
              <p14:xfrm>
                <a:off x="5096677" y="2415318"/>
                <a:ext cx="82800" cy="302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2BA9F7A-921C-F4F1-9740-873A2F25D29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078598" y="2397318"/>
                  <a:ext cx="118596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3CAE988-6ABC-1450-A68F-3CFCB385F82F}"/>
                    </a:ext>
                  </a:extLst>
                </p14:cNvPr>
                <p14:cNvContentPartPr/>
                <p14:nvPr/>
              </p14:nvContentPartPr>
              <p14:xfrm>
                <a:off x="5470717" y="2364198"/>
                <a:ext cx="138240" cy="399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3CAE988-6ABC-1450-A68F-3CFCB385F82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452670" y="2346198"/>
                  <a:ext cx="173973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98AE2D7-E2B1-77FC-600B-BEA6C55ED231}"/>
                    </a:ext>
                  </a:extLst>
                </p14:cNvPr>
                <p14:cNvContentPartPr/>
                <p14:nvPr/>
              </p14:nvContentPartPr>
              <p14:xfrm>
                <a:off x="5159677" y="2719518"/>
                <a:ext cx="120240" cy="42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98AE2D7-E2B1-77FC-600B-BEA6C55ED23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141677" y="2701518"/>
                  <a:ext cx="1558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7888649-6547-488A-20D2-3F07ADBE2D64}"/>
                    </a:ext>
                  </a:extLst>
                </p14:cNvPr>
                <p14:cNvContentPartPr/>
                <p14:nvPr/>
              </p14:nvContentPartPr>
              <p14:xfrm>
                <a:off x="5487277" y="2683878"/>
                <a:ext cx="137880" cy="547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7888649-6547-488A-20D2-3F07ADBE2D6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469277" y="2665996"/>
                  <a:ext cx="173520" cy="901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986A513-DC91-468F-3AE2-CA9D4EB9E817}"/>
                    </a:ext>
                  </a:extLst>
                </p14:cNvPr>
                <p14:cNvContentPartPr/>
                <p14:nvPr/>
              </p14:nvContentPartPr>
              <p14:xfrm>
                <a:off x="5126917" y="3039558"/>
                <a:ext cx="140760" cy="212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986A513-DC91-468F-3AE2-CA9D4EB9E81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108917" y="3021558"/>
                  <a:ext cx="1764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655D233-70FB-29E6-5988-13AA9FA98667}"/>
                    </a:ext>
                  </a:extLst>
                </p14:cNvPr>
                <p14:cNvContentPartPr/>
                <p14:nvPr/>
              </p14:nvContentPartPr>
              <p14:xfrm>
                <a:off x="5487277" y="3007158"/>
                <a:ext cx="76320" cy="9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655D233-70FB-29E6-5988-13AA9FA9866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469362" y="2989158"/>
                  <a:ext cx="111793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95986B6-7882-B1A6-0BE3-3EDCAB47555A}"/>
                    </a:ext>
                  </a:extLst>
                </p14:cNvPr>
                <p14:cNvContentPartPr/>
                <p14:nvPr/>
              </p14:nvContentPartPr>
              <p14:xfrm>
                <a:off x="5152117" y="3320718"/>
                <a:ext cx="114840" cy="176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95986B6-7882-B1A6-0BE3-3EDCAB47555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134117" y="3302718"/>
                  <a:ext cx="1504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133CDF6-8535-DA24-7FF7-499AEA3860EC}"/>
                    </a:ext>
                  </a:extLst>
                </p14:cNvPr>
                <p14:cNvContentPartPr/>
                <p14:nvPr/>
              </p14:nvContentPartPr>
              <p14:xfrm>
                <a:off x="5455237" y="3316758"/>
                <a:ext cx="129960" cy="90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133CDF6-8535-DA24-7FF7-499AEA3860E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437237" y="3298758"/>
                  <a:ext cx="16560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418D67D-2249-24F3-A22A-D1FB25E9F383}"/>
              </a:ext>
            </a:extLst>
          </p:cNvPr>
          <p:cNvGrpSpPr/>
          <p:nvPr/>
        </p:nvGrpSpPr>
        <p:grpSpPr>
          <a:xfrm>
            <a:off x="5747197" y="1855518"/>
            <a:ext cx="551520" cy="1546200"/>
            <a:chOff x="5747197" y="1855518"/>
            <a:chExt cx="551520" cy="154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28FADEA-0F44-26DD-D461-F131C2AB0E5C}"/>
                    </a:ext>
                  </a:extLst>
                </p14:cNvPr>
                <p14:cNvContentPartPr/>
                <p14:nvPr/>
              </p14:nvContentPartPr>
              <p14:xfrm>
                <a:off x="6134917" y="1962798"/>
                <a:ext cx="33120" cy="2318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28FADEA-0F44-26DD-D461-F131C2AB0E5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116917" y="1944798"/>
                  <a:ext cx="6876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B8BF9FB-F097-3D8B-66A0-1DD10021A577}"/>
                    </a:ext>
                  </a:extLst>
                </p14:cNvPr>
                <p14:cNvContentPartPr/>
                <p14:nvPr/>
              </p14:nvContentPartPr>
              <p14:xfrm>
                <a:off x="6135637" y="1855518"/>
                <a:ext cx="163080" cy="234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B8BF9FB-F097-3D8B-66A0-1DD10021A57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117637" y="1837546"/>
                  <a:ext cx="198720" cy="26994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E849EFB-6AAD-E1A5-BF11-6F7650DEB35E}"/>
                    </a:ext>
                  </a:extLst>
                </p14:cNvPr>
                <p14:cNvContentPartPr/>
                <p14:nvPr/>
              </p14:nvContentPartPr>
              <p14:xfrm>
                <a:off x="5761237" y="2335038"/>
                <a:ext cx="141840" cy="2430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E849EFB-6AAD-E1A5-BF11-6F7650DEB35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743237" y="2317038"/>
                  <a:ext cx="1774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FBD5039-F119-349C-B539-AB2CC4108475}"/>
                    </a:ext>
                  </a:extLst>
                </p14:cNvPr>
                <p14:cNvContentPartPr/>
                <p14:nvPr/>
              </p14:nvContentPartPr>
              <p14:xfrm>
                <a:off x="6003517" y="2293638"/>
                <a:ext cx="168480" cy="205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FBD5039-F119-349C-B539-AB2CC410847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985517" y="2275606"/>
                  <a:ext cx="204120" cy="2416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5DE176C-3F25-541F-C2D1-54477CCCA1D6}"/>
                    </a:ext>
                  </a:extLst>
                </p14:cNvPr>
                <p14:cNvContentPartPr/>
                <p14:nvPr/>
              </p14:nvContentPartPr>
              <p14:xfrm>
                <a:off x="5764837" y="2607918"/>
                <a:ext cx="208800" cy="260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5DE176C-3F25-541F-C2D1-54477CCCA1D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746837" y="2589918"/>
                  <a:ext cx="24444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7A6E316-3A09-1EA0-B0AB-57EF13D47001}"/>
                    </a:ext>
                  </a:extLst>
                </p14:cNvPr>
                <p14:cNvContentPartPr/>
                <p14:nvPr/>
              </p14:nvContentPartPr>
              <p14:xfrm>
                <a:off x="6000277" y="2580198"/>
                <a:ext cx="141120" cy="2948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7A6E316-3A09-1EA0-B0AB-57EF13D4700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982323" y="2562198"/>
                  <a:ext cx="176669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4E8BB96-E0C8-E176-D6BA-AACBCCFD5CD7}"/>
                    </a:ext>
                  </a:extLst>
                </p14:cNvPr>
                <p14:cNvContentPartPr/>
                <p14:nvPr/>
              </p14:nvContentPartPr>
              <p14:xfrm>
                <a:off x="5758717" y="2926878"/>
                <a:ext cx="190800" cy="2203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4E8BB96-E0C8-E176-D6BA-AACBCCFD5CD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740751" y="2908878"/>
                  <a:ext cx="226373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5D5A715-BF38-4A10-26FF-F4F97CD0DA81}"/>
                    </a:ext>
                  </a:extLst>
                </p14:cNvPr>
                <p14:cNvContentPartPr/>
                <p14:nvPr/>
              </p14:nvContentPartPr>
              <p14:xfrm>
                <a:off x="6015397" y="2893398"/>
                <a:ext cx="195480" cy="2232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5D5A715-BF38-4A10-26FF-F4F97CD0DA8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997397" y="2875398"/>
                  <a:ext cx="23112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7D87B49-5195-BC7E-8888-880CAA9596FF}"/>
                    </a:ext>
                  </a:extLst>
                </p14:cNvPr>
                <p14:cNvContentPartPr/>
                <p14:nvPr/>
              </p14:nvContentPartPr>
              <p14:xfrm>
                <a:off x="5813797" y="3166998"/>
                <a:ext cx="180000" cy="2347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7D87B49-5195-BC7E-8888-880CAA9596F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795797" y="3148998"/>
                  <a:ext cx="21564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90182E9-E55C-7AE1-B489-4D949809E576}"/>
                    </a:ext>
                  </a:extLst>
                </p14:cNvPr>
                <p14:cNvContentPartPr/>
                <p14:nvPr/>
              </p14:nvContentPartPr>
              <p14:xfrm>
                <a:off x="6025477" y="3169158"/>
                <a:ext cx="158400" cy="2142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90182E9-E55C-7AE1-B489-4D949809E57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007436" y="3151188"/>
                  <a:ext cx="194121" cy="2497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3719DE9-FF59-9EFB-6EEB-E51223B8361A}"/>
                    </a:ext>
                  </a:extLst>
                </p14:cNvPr>
                <p14:cNvContentPartPr/>
                <p14:nvPr/>
              </p14:nvContentPartPr>
              <p14:xfrm>
                <a:off x="5747197" y="2476158"/>
                <a:ext cx="137880" cy="14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3719DE9-FF59-9EFB-6EEB-E51223B8361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729197" y="2458158"/>
                  <a:ext cx="1735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4E47E72-944D-0DDF-6C10-DAA1986A4CBB}"/>
                    </a:ext>
                  </a:extLst>
                </p14:cNvPr>
                <p14:cNvContentPartPr/>
                <p14:nvPr/>
              </p14:nvContentPartPr>
              <p14:xfrm>
                <a:off x="5824597" y="2411718"/>
                <a:ext cx="22320" cy="1483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4E47E72-944D-0DDF-6C10-DAA1986A4CB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806597" y="2393762"/>
                  <a:ext cx="57960" cy="1838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3538C39-44F6-790E-5080-4E7B4D26F782}"/>
                    </a:ext>
                  </a:extLst>
                </p14:cNvPr>
                <p14:cNvContentPartPr/>
                <p14:nvPr/>
              </p14:nvContentPartPr>
              <p14:xfrm>
                <a:off x="6053557" y="2414598"/>
                <a:ext cx="97920" cy="241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3538C39-44F6-790E-5080-4E7B4D26F78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035557" y="2396325"/>
                  <a:ext cx="133560" cy="603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9CC6648-5968-9AED-FE06-C3886A4D8C08}"/>
                    </a:ext>
                  </a:extLst>
                </p14:cNvPr>
                <p14:cNvContentPartPr/>
                <p14:nvPr/>
              </p14:nvContentPartPr>
              <p14:xfrm>
                <a:off x="6087397" y="2365998"/>
                <a:ext cx="14400" cy="1605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9CC6648-5968-9AED-FE06-C3886A4D8C0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069397" y="2347998"/>
                  <a:ext cx="500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FACC79A-23BD-368E-CF48-21D7C551E6EE}"/>
                    </a:ext>
                  </a:extLst>
                </p14:cNvPr>
                <p14:cNvContentPartPr/>
                <p14:nvPr/>
              </p14:nvContentPartPr>
              <p14:xfrm>
                <a:off x="5805517" y="2747598"/>
                <a:ext cx="108360" cy="100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FACC79A-23BD-368E-CF48-21D7C551E6E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787517" y="2729598"/>
                  <a:ext cx="1440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A29191A-8919-27F4-AA9C-735507E1D8C1}"/>
                    </a:ext>
                  </a:extLst>
                </p14:cNvPr>
                <p14:cNvContentPartPr/>
                <p14:nvPr/>
              </p14:nvContentPartPr>
              <p14:xfrm>
                <a:off x="5859517" y="2708718"/>
                <a:ext cx="14040" cy="137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A29191A-8919-27F4-AA9C-735507E1D8C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841967" y="2690671"/>
                  <a:ext cx="48789" cy="1732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F3B59C5-768B-4F63-BBDB-10EB0399BBD3}"/>
                    </a:ext>
                  </a:extLst>
                </p14:cNvPr>
                <p14:cNvContentPartPr/>
                <p14:nvPr/>
              </p14:nvContentPartPr>
              <p14:xfrm>
                <a:off x="6027277" y="2703318"/>
                <a:ext cx="153720" cy="219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F3B59C5-768B-4F63-BBDB-10EB0399BBD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009277" y="2685608"/>
                  <a:ext cx="189360" cy="570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8110EA4-17A6-C8EA-724C-2A7965AF4358}"/>
                    </a:ext>
                  </a:extLst>
                </p14:cNvPr>
                <p14:cNvContentPartPr/>
                <p14:nvPr/>
              </p14:nvContentPartPr>
              <p14:xfrm>
                <a:off x="6103957" y="2652918"/>
                <a:ext cx="17280" cy="1429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8110EA4-17A6-C8EA-724C-2A7965AF435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085957" y="2634963"/>
                  <a:ext cx="52920" cy="1784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7F19509-6C42-C6B7-90DA-C86738589E83}"/>
                    </a:ext>
                  </a:extLst>
                </p14:cNvPr>
                <p14:cNvContentPartPr/>
                <p14:nvPr/>
              </p14:nvContentPartPr>
              <p14:xfrm>
                <a:off x="5795797" y="3021558"/>
                <a:ext cx="126000" cy="111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7F19509-6C42-C6B7-90DA-C86738589E8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777797" y="3003558"/>
                  <a:ext cx="1616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FA5FD3C-17D4-7EA3-5C8E-1EE897946B3A}"/>
                    </a:ext>
                  </a:extLst>
                </p14:cNvPr>
                <p14:cNvContentPartPr/>
                <p14:nvPr/>
              </p14:nvContentPartPr>
              <p14:xfrm>
                <a:off x="5844037" y="2980878"/>
                <a:ext cx="19080" cy="1476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FA5FD3C-17D4-7EA3-5C8E-1EE897946B3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826037" y="2962878"/>
                  <a:ext cx="547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D4118AC-BF65-9BE8-17BB-101EA5A716F9}"/>
                    </a:ext>
                  </a:extLst>
                </p14:cNvPr>
                <p14:cNvContentPartPr/>
                <p14:nvPr/>
              </p14:nvContentPartPr>
              <p14:xfrm>
                <a:off x="6084517" y="2985198"/>
                <a:ext cx="121680" cy="9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D4118AC-BF65-9BE8-17BB-101EA5A716F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066517" y="2967198"/>
                  <a:ext cx="1573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25FD001-F87F-071A-51C7-06976D7C99AB}"/>
                    </a:ext>
                  </a:extLst>
                </p14:cNvPr>
                <p14:cNvContentPartPr/>
                <p14:nvPr/>
              </p14:nvContentPartPr>
              <p14:xfrm>
                <a:off x="6132397" y="2953878"/>
                <a:ext cx="16200" cy="1407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25FD001-F87F-071A-51C7-06976D7C99A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114397" y="2935832"/>
                  <a:ext cx="51840" cy="1764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DC6A7A2-0096-D47C-9E06-BBEDA2F9DAF8}"/>
                    </a:ext>
                  </a:extLst>
                </p14:cNvPr>
                <p14:cNvContentPartPr/>
                <p14:nvPr/>
              </p14:nvContentPartPr>
              <p14:xfrm>
                <a:off x="5845477" y="3278598"/>
                <a:ext cx="131760" cy="277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DC6A7A2-0096-D47C-9E06-BBEDA2F9DAF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827477" y="3260598"/>
                  <a:ext cx="1674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5FB2394-60C3-CE95-05B0-E94A2AEB3256}"/>
                    </a:ext>
                  </a:extLst>
                </p14:cNvPr>
                <p14:cNvContentPartPr/>
                <p14:nvPr/>
              </p14:nvContentPartPr>
              <p14:xfrm>
                <a:off x="5872117" y="3237558"/>
                <a:ext cx="11880" cy="1418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5FB2394-60C3-CE95-05B0-E94A2AEB325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854117" y="3219558"/>
                  <a:ext cx="475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1DEB97E-FD0B-F608-795A-A9686CA96A25}"/>
                    </a:ext>
                  </a:extLst>
                </p14:cNvPr>
                <p14:cNvContentPartPr/>
                <p14:nvPr/>
              </p14:nvContentPartPr>
              <p14:xfrm>
                <a:off x="6081997" y="3253758"/>
                <a:ext cx="56160" cy="241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1DEB97E-FD0B-F608-795A-A9686CA96A2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064112" y="3235758"/>
                  <a:ext cx="91573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29E25D8-6BF7-247E-B2BB-1D2DB53C59D3}"/>
                    </a:ext>
                  </a:extLst>
                </p14:cNvPr>
                <p14:cNvContentPartPr/>
                <p14:nvPr/>
              </p14:nvContentPartPr>
              <p14:xfrm>
                <a:off x="6096757" y="3238998"/>
                <a:ext cx="9720" cy="1224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29E25D8-6BF7-247E-B2BB-1D2DB53C59D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078757" y="3220998"/>
                  <a:ext cx="45360" cy="15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B0725930-F048-9285-FBC1-DA8C58EB2C19}"/>
              </a:ext>
            </a:extLst>
          </p:cNvPr>
          <p:cNvGrpSpPr/>
          <p:nvPr/>
        </p:nvGrpSpPr>
        <p:grpSpPr>
          <a:xfrm>
            <a:off x="4130077" y="2200398"/>
            <a:ext cx="3315960" cy="2357280"/>
            <a:chOff x="4130077" y="2200398"/>
            <a:chExt cx="3315960" cy="235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D1300D5-C54F-BFCA-BE95-266C47A0D96B}"/>
                    </a:ext>
                  </a:extLst>
                </p14:cNvPr>
                <p14:cNvContentPartPr/>
                <p14:nvPr/>
              </p14:nvContentPartPr>
              <p14:xfrm>
                <a:off x="4397557" y="2274918"/>
                <a:ext cx="59400" cy="12034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D1300D5-C54F-BFCA-BE95-266C47A0D96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379557" y="2256918"/>
                  <a:ext cx="95040" cy="12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A31525E-1DD0-088C-A356-ABE644627D94}"/>
                    </a:ext>
                  </a:extLst>
                </p14:cNvPr>
                <p14:cNvContentPartPr/>
                <p14:nvPr/>
              </p14:nvContentPartPr>
              <p14:xfrm>
                <a:off x="4374877" y="2212998"/>
                <a:ext cx="2745720" cy="13064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A31525E-1DD0-088C-A356-ABE644627D9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356877" y="2194993"/>
                  <a:ext cx="2781360" cy="13420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11414BD-51B6-FA2B-C7CD-E364F1A8C452}"/>
                    </a:ext>
                  </a:extLst>
                </p14:cNvPr>
                <p14:cNvContentPartPr/>
                <p14:nvPr/>
              </p14:nvContentPartPr>
              <p14:xfrm>
                <a:off x="5657917" y="2200398"/>
                <a:ext cx="110880" cy="1361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11414BD-51B6-FA2B-C7CD-E364F1A8C45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639917" y="2182398"/>
                  <a:ext cx="146520" cy="13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F4A008B-2C98-4247-47EB-E738C840847E}"/>
                    </a:ext>
                  </a:extLst>
                </p14:cNvPr>
                <p14:cNvContentPartPr/>
                <p14:nvPr/>
              </p14:nvContentPartPr>
              <p14:xfrm>
                <a:off x="4130077" y="2736438"/>
                <a:ext cx="307440" cy="338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F4A008B-2C98-4247-47EB-E738C840847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112056" y="2718438"/>
                  <a:ext cx="343122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6901328-4072-7758-7DBB-204F6AB9167A}"/>
                    </a:ext>
                  </a:extLst>
                </p14:cNvPr>
                <p14:cNvContentPartPr/>
                <p14:nvPr/>
              </p14:nvContentPartPr>
              <p14:xfrm>
                <a:off x="4181197" y="2747598"/>
                <a:ext cx="730440" cy="13586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6901328-4072-7758-7DBB-204F6AB9167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163197" y="2729598"/>
                  <a:ext cx="766080" cy="13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75A525C-DDDE-1C72-5F12-66279640D4DC}"/>
                    </a:ext>
                  </a:extLst>
                </p14:cNvPr>
                <p14:cNvContentPartPr/>
                <p14:nvPr/>
              </p14:nvContentPartPr>
              <p14:xfrm>
                <a:off x="4959517" y="3964038"/>
                <a:ext cx="42120" cy="2959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75A525C-DDDE-1C72-5F12-66279640D4D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941517" y="3946038"/>
                  <a:ext cx="7776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639D067-806E-A22A-7F1F-05F643234B3F}"/>
                    </a:ext>
                  </a:extLst>
                </p14:cNvPr>
                <p14:cNvContentPartPr/>
                <p14:nvPr/>
              </p14:nvContentPartPr>
              <p14:xfrm>
                <a:off x="5154637" y="3625998"/>
                <a:ext cx="57600" cy="9316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639D067-806E-A22A-7F1F-05F643234B3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136637" y="3607991"/>
                  <a:ext cx="93240" cy="9673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55FEE9D-47B1-58B1-99A9-E1864D2BF2BA}"/>
                    </a:ext>
                  </a:extLst>
                </p14:cNvPr>
                <p14:cNvContentPartPr/>
                <p14:nvPr/>
              </p14:nvContentPartPr>
              <p14:xfrm>
                <a:off x="5206117" y="4034958"/>
                <a:ext cx="792360" cy="756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55FEE9D-47B1-58B1-99A9-E1864D2BF2B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188117" y="4017043"/>
                  <a:ext cx="828000" cy="1110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A9D8E5D-2110-4589-B370-D05D5AD8452D}"/>
                    </a:ext>
                  </a:extLst>
                </p14:cNvPr>
                <p14:cNvContentPartPr/>
                <p14:nvPr/>
              </p14:nvContentPartPr>
              <p14:xfrm>
                <a:off x="6059317" y="3853878"/>
                <a:ext cx="758880" cy="3330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A9D8E5D-2110-4589-B370-D05D5AD8452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041308" y="3835878"/>
                  <a:ext cx="794537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2BF143A-7001-33D3-218A-AE2ABD518325}"/>
                    </a:ext>
                  </a:extLst>
                </p14:cNvPr>
                <p14:cNvContentPartPr/>
                <p14:nvPr/>
              </p14:nvContentPartPr>
              <p14:xfrm>
                <a:off x="6849877" y="3973398"/>
                <a:ext cx="477000" cy="345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2BF143A-7001-33D3-218A-AE2ABD51832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831877" y="3955398"/>
                  <a:ext cx="5126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4773327-18DC-5581-3FC0-00A5B2158831}"/>
                    </a:ext>
                  </a:extLst>
                </p14:cNvPr>
                <p14:cNvContentPartPr/>
                <p14:nvPr/>
              </p14:nvContentPartPr>
              <p14:xfrm>
                <a:off x="7048957" y="2675958"/>
                <a:ext cx="363240" cy="255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4773327-18DC-5581-3FC0-00A5B215883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030957" y="2657701"/>
                  <a:ext cx="398880" cy="617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7249010-76E4-259D-0CB9-76E7463B09F8}"/>
                    </a:ext>
                  </a:extLst>
                </p14:cNvPr>
                <p14:cNvContentPartPr/>
                <p14:nvPr/>
              </p14:nvContentPartPr>
              <p14:xfrm>
                <a:off x="7384837" y="2736438"/>
                <a:ext cx="61200" cy="12459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7249010-76E4-259D-0CB9-76E7463B09F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366837" y="2718438"/>
                  <a:ext cx="96840" cy="128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C199A20D-9BE4-1C50-565B-D82F88CF5B72}"/>
              </a:ext>
            </a:extLst>
          </p:cNvPr>
          <p:cNvGrpSpPr/>
          <p:nvPr/>
        </p:nvGrpSpPr>
        <p:grpSpPr>
          <a:xfrm>
            <a:off x="5677717" y="4455078"/>
            <a:ext cx="2580120" cy="503640"/>
            <a:chOff x="5677717" y="4455078"/>
            <a:chExt cx="2580120" cy="50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FC352F9-091B-12C1-1253-5088AC11CCBD}"/>
                    </a:ext>
                  </a:extLst>
                </p14:cNvPr>
                <p14:cNvContentPartPr/>
                <p14:nvPr/>
              </p14:nvContentPartPr>
              <p14:xfrm>
                <a:off x="5677717" y="4455078"/>
                <a:ext cx="1932480" cy="795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FC352F9-091B-12C1-1253-5088AC11CCB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659717" y="4437078"/>
                  <a:ext cx="19681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20C5AB2-6608-EADA-9534-D4879FA6688C}"/>
                    </a:ext>
                  </a:extLst>
                </p14:cNvPr>
                <p14:cNvContentPartPr/>
                <p14:nvPr/>
              </p14:nvContentPartPr>
              <p14:xfrm>
                <a:off x="5683477" y="4901478"/>
                <a:ext cx="2023920" cy="572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20C5AB2-6608-EADA-9534-D4879FA6688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665477" y="4883590"/>
                  <a:ext cx="2059560" cy="926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E399A4E-433B-C6D2-9855-A29FF75D2659}"/>
                    </a:ext>
                  </a:extLst>
                </p14:cNvPr>
                <p14:cNvContentPartPr/>
                <p14:nvPr/>
              </p14:nvContentPartPr>
              <p14:xfrm>
                <a:off x="7703797" y="4515918"/>
                <a:ext cx="245880" cy="2761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E399A4E-433B-C6D2-9855-A29FF75D265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685797" y="4497918"/>
                  <a:ext cx="28152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2B62EFD-C31F-02FC-5899-B33DB4BBC324}"/>
                    </a:ext>
                  </a:extLst>
                </p14:cNvPr>
                <p14:cNvContentPartPr/>
                <p14:nvPr/>
              </p14:nvContentPartPr>
              <p14:xfrm>
                <a:off x="8052997" y="4532118"/>
                <a:ext cx="75600" cy="2739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2B62EFD-C31F-02FC-5899-B33DB4BBC32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034997" y="4514118"/>
                  <a:ext cx="11124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5540454-B03E-9CAD-6C2A-26F8FDE21E7A}"/>
                    </a:ext>
                  </a:extLst>
                </p14:cNvPr>
                <p14:cNvContentPartPr/>
                <p14:nvPr/>
              </p14:nvContentPartPr>
              <p14:xfrm>
                <a:off x="8065957" y="4500798"/>
                <a:ext cx="191880" cy="3920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5540454-B03E-9CAD-6C2A-26F8FDE21E7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047991" y="4482798"/>
                  <a:ext cx="227453" cy="42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43DBEAC9-C737-4E9C-D383-6EBCF81AB5BD}"/>
              </a:ext>
            </a:extLst>
          </p:cNvPr>
          <p:cNvGrpSpPr/>
          <p:nvPr/>
        </p:nvGrpSpPr>
        <p:grpSpPr>
          <a:xfrm>
            <a:off x="5709757" y="5305398"/>
            <a:ext cx="2491920" cy="551520"/>
            <a:chOff x="5709757" y="5305398"/>
            <a:chExt cx="2491920" cy="55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0E4E809-C579-55A8-BD98-CC0FF584F858}"/>
                    </a:ext>
                  </a:extLst>
                </p14:cNvPr>
                <p14:cNvContentPartPr/>
                <p14:nvPr/>
              </p14:nvContentPartPr>
              <p14:xfrm>
                <a:off x="5709757" y="5331678"/>
                <a:ext cx="2067480" cy="1015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0E4E809-C579-55A8-BD98-CC0FF584F85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691757" y="5313678"/>
                  <a:ext cx="21031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B605862-CEBB-EAE7-6DDF-2EEE3AC7C6E3}"/>
                    </a:ext>
                  </a:extLst>
                </p14:cNvPr>
                <p14:cNvContentPartPr/>
                <p14:nvPr/>
              </p14:nvContentPartPr>
              <p14:xfrm>
                <a:off x="5774557" y="5757918"/>
                <a:ext cx="1855800" cy="990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B605862-CEBB-EAE7-6DDF-2EEE3AC7C6E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756560" y="5739983"/>
                  <a:ext cx="1891433" cy="1345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A0E135E-FD9A-0A60-46AF-71BDE2203CC3}"/>
                    </a:ext>
                  </a:extLst>
                </p14:cNvPr>
                <p14:cNvContentPartPr/>
                <p14:nvPr/>
              </p14:nvContentPartPr>
              <p14:xfrm>
                <a:off x="7590037" y="5347158"/>
                <a:ext cx="221760" cy="3081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A0E135E-FD9A-0A60-46AF-71BDE2203CC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572037" y="5329158"/>
                  <a:ext cx="25740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AE6A3E1-D110-1278-4450-1AA6A81E4110}"/>
                    </a:ext>
                  </a:extLst>
                </p14:cNvPr>
                <p14:cNvContentPartPr/>
                <p14:nvPr/>
              </p14:nvContentPartPr>
              <p14:xfrm>
                <a:off x="7974157" y="5320518"/>
                <a:ext cx="103320" cy="3150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AE6A3E1-D110-1278-4450-1AA6A81E411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956157" y="5302518"/>
                  <a:ext cx="13896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FEC4D36-78A2-9D86-5FE0-F9A483D5D698}"/>
                    </a:ext>
                  </a:extLst>
                </p14:cNvPr>
                <p14:cNvContentPartPr/>
                <p14:nvPr/>
              </p14:nvContentPartPr>
              <p14:xfrm>
                <a:off x="7987477" y="5305398"/>
                <a:ext cx="214200" cy="3348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FEC4D36-78A2-9D86-5FE0-F9A483D5D69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969447" y="5287398"/>
                  <a:ext cx="249900" cy="370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551B7891-3D4B-9AA7-E6F0-567E36AD8AB2}"/>
                  </a:ext>
                </a:extLst>
              </p14:cNvPr>
              <p14:cNvContentPartPr/>
              <p14:nvPr/>
            </p14:nvContentPartPr>
            <p14:xfrm>
              <a:off x="5826037" y="5350038"/>
              <a:ext cx="1735200" cy="37152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551B7891-3D4B-9AA7-E6F0-567E36AD8AB2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5808037" y="5332055"/>
                <a:ext cx="1770840" cy="407125"/>
              </a:xfrm>
              <a:prstGeom prst="rect">
                <a:avLst/>
              </a:prstGeom>
            </p:spPr>
          </p:pic>
        </mc:Fallback>
      </mc:AlternateContent>
      <p:grpSp>
        <p:nvGrpSpPr>
          <p:cNvPr id="99" name="Group 98">
            <a:extLst>
              <a:ext uri="{FF2B5EF4-FFF2-40B4-BE49-F238E27FC236}">
                <a16:creationId xmlns:a16="http://schemas.microsoft.com/office/drawing/2014/main" id="{D7C3EE25-1F60-195B-E370-784A2618D059}"/>
              </a:ext>
            </a:extLst>
          </p:cNvPr>
          <p:cNvGrpSpPr/>
          <p:nvPr/>
        </p:nvGrpSpPr>
        <p:grpSpPr>
          <a:xfrm>
            <a:off x="4420597" y="2297598"/>
            <a:ext cx="621000" cy="1131480"/>
            <a:chOff x="4420597" y="2297598"/>
            <a:chExt cx="621000" cy="113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48B2B13-BD7A-B6C2-C55F-8CABE06B78FD}"/>
                    </a:ext>
                  </a:extLst>
                </p14:cNvPr>
                <p14:cNvContentPartPr/>
                <p14:nvPr/>
              </p14:nvContentPartPr>
              <p14:xfrm>
                <a:off x="4420597" y="2297598"/>
                <a:ext cx="111960" cy="1731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48B2B13-BD7A-B6C2-C55F-8CABE06B78F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402539" y="2279598"/>
                  <a:ext cx="147715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98C39B7-3578-F18D-A66D-FFA20386D121}"/>
                    </a:ext>
                  </a:extLst>
                </p14:cNvPr>
                <p14:cNvContentPartPr/>
                <p14:nvPr/>
              </p14:nvContentPartPr>
              <p14:xfrm>
                <a:off x="4677637" y="2308398"/>
                <a:ext cx="94680" cy="1735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98C39B7-3578-F18D-A66D-FFA20386D12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659568" y="2290398"/>
                  <a:ext cx="130456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1ED44AA-4E11-0265-82CF-406264E6E3A2}"/>
                    </a:ext>
                  </a:extLst>
                </p14:cNvPr>
                <p14:cNvContentPartPr/>
                <p14:nvPr/>
              </p14:nvContentPartPr>
              <p14:xfrm>
                <a:off x="4553797" y="2547078"/>
                <a:ext cx="61560" cy="1209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1ED44AA-4E11-0265-82CF-406264E6E3A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35691" y="2529078"/>
                  <a:ext cx="9741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1A72D6D-A000-C875-9B6E-45AA7C263498}"/>
                    </a:ext>
                  </a:extLst>
                </p14:cNvPr>
                <p14:cNvContentPartPr/>
                <p14:nvPr/>
              </p14:nvContentPartPr>
              <p14:xfrm>
                <a:off x="4719757" y="2572998"/>
                <a:ext cx="56520" cy="921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1A72D6D-A000-C875-9B6E-45AA7C26349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701757" y="2554998"/>
                  <a:ext cx="921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7D8CC53-6E0F-6F1F-4F41-24A06A8B242D}"/>
                    </a:ext>
                  </a:extLst>
                </p14:cNvPr>
                <p14:cNvContentPartPr/>
                <p14:nvPr/>
              </p14:nvContentPartPr>
              <p14:xfrm>
                <a:off x="4518517" y="2788998"/>
                <a:ext cx="110160" cy="1699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7D8CC53-6E0F-6F1F-4F41-24A06A8B242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500458" y="2770998"/>
                  <a:ext cx="145917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2170020-58A6-2EBB-6A0A-B802C4214990}"/>
                    </a:ext>
                  </a:extLst>
                </p14:cNvPr>
                <p14:cNvContentPartPr/>
                <p14:nvPr/>
              </p14:nvContentPartPr>
              <p14:xfrm>
                <a:off x="4703917" y="2756598"/>
                <a:ext cx="111600" cy="1454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2170020-58A6-2EBB-6A0A-B802C421499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685917" y="2738553"/>
                  <a:ext cx="147240" cy="1811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819CA92-2B60-F0C0-1931-28182B0D8D3D}"/>
                    </a:ext>
                  </a:extLst>
                </p14:cNvPr>
                <p14:cNvContentPartPr/>
                <p14:nvPr/>
              </p14:nvContentPartPr>
              <p14:xfrm>
                <a:off x="4806517" y="2924718"/>
                <a:ext cx="61200" cy="1281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819CA92-2B60-F0C0-1931-28182B0D8D3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788622" y="2906718"/>
                  <a:ext cx="96632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C0D96D8-25E4-C9B8-15E5-32EFAE074165}"/>
                    </a:ext>
                  </a:extLst>
                </p14:cNvPr>
                <p14:cNvContentPartPr/>
                <p14:nvPr/>
              </p14:nvContentPartPr>
              <p14:xfrm>
                <a:off x="4612117" y="3087078"/>
                <a:ext cx="111240" cy="1386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C0D96D8-25E4-C9B8-15E5-32EFAE07416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594117" y="3069078"/>
                  <a:ext cx="1468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6967921-D53D-2C37-DDC7-5D2A0F6297F6}"/>
                    </a:ext>
                  </a:extLst>
                </p14:cNvPr>
                <p14:cNvContentPartPr/>
                <p14:nvPr/>
              </p14:nvContentPartPr>
              <p14:xfrm>
                <a:off x="4809037" y="3211278"/>
                <a:ext cx="85320" cy="1040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6967921-D53D-2C37-DDC7-5D2A0F6297F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791037" y="3193278"/>
                  <a:ext cx="1209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F87E3F9-EE4C-397C-A602-5D050D5815BE}"/>
                    </a:ext>
                  </a:extLst>
                </p14:cNvPr>
                <p14:cNvContentPartPr/>
                <p14:nvPr/>
              </p14:nvContentPartPr>
              <p14:xfrm>
                <a:off x="4594117" y="3330798"/>
                <a:ext cx="84600" cy="982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F87E3F9-EE4C-397C-A602-5D050D5815B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576040" y="3312798"/>
                  <a:ext cx="120392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600D3A1-1E92-6DFE-2FBA-983B96C90BDB}"/>
                    </a:ext>
                  </a:extLst>
                </p14:cNvPr>
                <p14:cNvContentPartPr/>
                <p14:nvPr/>
              </p14:nvContentPartPr>
              <p14:xfrm>
                <a:off x="4876357" y="2363838"/>
                <a:ext cx="70920" cy="1465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600D3A1-1E92-6DFE-2FBA-983B96C90BD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858265" y="2345838"/>
                  <a:ext cx="106742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7A530C5-DA11-76EF-72E8-0FCC45D2B2BF}"/>
                    </a:ext>
                  </a:extLst>
                </p14:cNvPr>
                <p14:cNvContentPartPr/>
                <p14:nvPr/>
              </p14:nvContentPartPr>
              <p14:xfrm>
                <a:off x="4895797" y="2621958"/>
                <a:ext cx="70560" cy="1501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7A530C5-DA11-76EF-72E8-0FCC45D2B2B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877797" y="2603915"/>
                  <a:ext cx="106200" cy="18584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878114B-010A-4B6B-DDFD-3486E5B66308}"/>
                    </a:ext>
                  </a:extLst>
                </p14:cNvPr>
                <p14:cNvContentPartPr/>
                <p14:nvPr/>
              </p14:nvContentPartPr>
              <p14:xfrm>
                <a:off x="4950517" y="2983398"/>
                <a:ext cx="58320" cy="1119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878114B-010A-4B6B-DDFD-3486E5B6630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932517" y="2965456"/>
                  <a:ext cx="93960" cy="1474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03A7332-1218-CCD6-DFE8-4C5CFFD092DE}"/>
                    </a:ext>
                  </a:extLst>
                </p14:cNvPr>
                <p14:cNvContentPartPr/>
                <p14:nvPr/>
              </p14:nvContentPartPr>
              <p14:xfrm>
                <a:off x="4952677" y="3256998"/>
                <a:ext cx="88920" cy="889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03A7332-1218-CCD6-DFE8-4C5CFFD092D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934677" y="3238925"/>
                  <a:ext cx="124560" cy="124705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6E67D96E-F311-E023-4BA7-B0C8DCAEBB77}"/>
              </a:ext>
            </a:extLst>
          </p:cNvPr>
          <p:cNvGrpSpPr/>
          <p:nvPr/>
        </p:nvGrpSpPr>
        <p:grpSpPr>
          <a:xfrm>
            <a:off x="6285757" y="2332158"/>
            <a:ext cx="685080" cy="1073880"/>
            <a:chOff x="6285757" y="2332158"/>
            <a:chExt cx="685080" cy="107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E269CBD-0376-7F4E-9E1B-EC4FC5879305}"/>
                    </a:ext>
                  </a:extLst>
                </p14:cNvPr>
                <p14:cNvContentPartPr/>
                <p14:nvPr/>
              </p14:nvContentPartPr>
              <p14:xfrm>
                <a:off x="6413917" y="2332158"/>
                <a:ext cx="23400" cy="241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E269CBD-0376-7F4E-9E1B-EC4FC587930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395917" y="2314158"/>
                  <a:ext cx="590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8385B75-0F1B-7AC6-D930-6D8F93DC516A}"/>
                    </a:ext>
                  </a:extLst>
                </p14:cNvPr>
                <p14:cNvContentPartPr/>
                <p14:nvPr/>
              </p14:nvContentPartPr>
              <p14:xfrm>
                <a:off x="6453517" y="2576238"/>
                <a:ext cx="1440" cy="223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8385B75-0F1B-7AC6-D930-6D8F93DC516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439117" y="2558238"/>
                  <a:ext cx="29952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15619783-3CC7-1226-223D-1BF69A8A8932}"/>
                    </a:ext>
                  </a:extLst>
                </p14:cNvPr>
                <p14:cNvContentPartPr/>
                <p14:nvPr/>
              </p14:nvContentPartPr>
              <p14:xfrm>
                <a:off x="6285757" y="2640318"/>
                <a:ext cx="68760" cy="1155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15619783-3CC7-1226-223D-1BF69A8A893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267757" y="2622318"/>
                  <a:ext cx="1044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2EEEA59-C511-CEA0-AAA8-52E5348C4F3B}"/>
                    </a:ext>
                  </a:extLst>
                </p14:cNvPr>
                <p14:cNvContentPartPr/>
                <p14:nvPr/>
              </p14:nvContentPartPr>
              <p14:xfrm>
                <a:off x="6494917" y="2594238"/>
                <a:ext cx="5760" cy="363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2EEEA59-C511-CEA0-AAA8-52E5348C4F3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475717" y="2576058"/>
                  <a:ext cx="43776" cy="723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4018FFA-C682-8C92-30EE-703DF1A9A022}"/>
                    </a:ext>
                  </a:extLst>
                </p14:cNvPr>
                <p14:cNvContentPartPr/>
                <p14:nvPr/>
              </p14:nvContentPartPr>
              <p14:xfrm>
                <a:off x="6527677" y="2607918"/>
                <a:ext cx="115920" cy="3139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4018FFA-C682-8C92-30EE-703DF1A9A02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509733" y="2589918"/>
                  <a:ext cx="15145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DAB7B7D-E632-5FDB-67AC-6B6747C69770}"/>
                    </a:ext>
                  </a:extLst>
                </p14:cNvPr>
                <p14:cNvContentPartPr/>
                <p14:nvPr/>
              </p14:nvContentPartPr>
              <p14:xfrm>
                <a:off x="6474757" y="2854158"/>
                <a:ext cx="18000" cy="1771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DAB7B7D-E632-5FDB-67AC-6B6747C6977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456757" y="2836158"/>
                  <a:ext cx="5364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58CB6F9-EE64-30F3-53AB-E93F3F2C2CBC}"/>
                    </a:ext>
                  </a:extLst>
                </p14:cNvPr>
                <p14:cNvContentPartPr/>
                <p14:nvPr/>
              </p14:nvContentPartPr>
              <p14:xfrm>
                <a:off x="6352357" y="2805558"/>
                <a:ext cx="126360" cy="3304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58CB6F9-EE64-30F3-53AB-E93F3F2C2CB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334357" y="2787558"/>
                  <a:ext cx="16200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BC3E671-350C-2E49-23E8-17D878940D31}"/>
                    </a:ext>
                  </a:extLst>
                </p14:cNvPr>
                <p14:cNvContentPartPr/>
                <p14:nvPr/>
              </p14:nvContentPartPr>
              <p14:xfrm>
                <a:off x="6730717" y="3043878"/>
                <a:ext cx="51120" cy="198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BC3E671-350C-2E49-23E8-17D878940D3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712717" y="3025878"/>
                  <a:ext cx="867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60FD4D4-E14D-E7C3-884F-180F1AE5F15A}"/>
                    </a:ext>
                  </a:extLst>
                </p14:cNvPr>
                <p14:cNvContentPartPr/>
                <p14:nvPr/>
              </p14:nvContentPartPr>
              <p14:xfrm>
                <a:off x="6727117" y="3207318"/>
                <a:ext cx="14760" cy="140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60FD4D4-E14D-E7C3-884F-180F1AE5F15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709117" y="3189318"/>
                  <a:ext cx="504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41C705F-D6A2-0997-271C-B3CB8EF1984B}"/>
                    </a:ext>
                  </a:extLst>
                </p14:cNvPr>
                <p14:cNvContentPartPr/>
                <p14:nvPr/>
              </p14:nvContentPartPr>
              <p14:xfrm>
                <a:off x="6538477" y="3258798"/>
                <a:ext cx="4680" cy="237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41C705F-D6A2-0997-271C-B3CB8EF1984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520477" y="3240798"/>
                  <a:ext cx="403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BCE2868-ABC0-606C-EB36-D17C2346FAC8}"/>
                    </a:ext>
                  </a:extLst>
                </p14:cNvPr>
                <p14:cNvContentPartPr/>
                <p14:nvPr/>
              </p14:nvContentPartPr>
              <p14:xfrm>
                <a:off x="6675997" y="2883678"/>
                <a:ext cx="12960" cy="39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BCE2868-ABC0-606C-EB36-D17C2346FAC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657997" y="2867178"/>
                  <a:ext cx="48600" cy="366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A7E179D-24A2-A802-781D-BFC03F574FE7}"/>
                    </a:ext>
                  </a:extLst>
                </p14:cNvPr>
                <p14:cNvContentPartPr/>
                <p14:nvPr/>
              </p14:nvContentPartPr>
              <p14:xfrm>
                <a:off x="6678877" y="2725638"/>
                <a:ext cx="6840" cy="442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A7E179D-24A2-A802-781D-BFC03F574FE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660877" y="2707638"/>
                  <a:ext cx="424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0DC8962-8AEE-02D9-4077-CF42792B0C98}"/>
                    </a:ext>
                  </a:extLst>
                </p14:cNvPr>
                <p14:cNvContentPartPr/>
                <p14:nvPr/>
              </p14:nvContentPartPr>
              <p14:xfrm>
                <a:off x="6814237" y="2552118"/>
                <a:ext cx="7200" cy="241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0DC8962-8AEE-02D9-4077-CF42792B0C9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796237" y="2534118"/>
                  <a:ext cx="428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10F6C36-3E04-E07A-86D6-16D307EEC264}"/>
                    </a:ext>
                  </a:extLst>
                </p14:cNvPr>
                <p14:cNvContentPartPr/>
                <p14:nvPr/>
              </p14:nvContentPartPr>
              <p14:xfrm>
                <a:off x="6650437" y="2372838"/>
                <a:ext cx="43200" cy="187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10F6C36-3E04-E07A-86D6-16D307EEC26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632437" y="2354838"/>
                  <a:ext cx="788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6249403-06FD-7E30-0C94-923C1502FB37}"/>
                    </a:ext>
                  </a:extLst>
                </p14:cNvPr>
                <p14:cNvContentPartPr/>
                <p14:nvPr/>
              </p14:nvContentPartPr>
              <p14:xfrm>
                <a:off x="6882277" y="2370318"/>
                <a:ext cx="88560" cy="3607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6249403-06FD-7E30-0C94-923C1502FB3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864277" y="2352318"/>
                  <a:ext cx="12420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45045F0-167B-8A34-2559-64BD4C461FEB}"/>
                    </a:ext>
                  </a:extLst>
                </p14:cNvPr>
                <p14:cNvContentPartPr/>
                <p14:nvPr/>
              </p14:nvContentPartPr>
              <p14:xfrm>
                <a:off x="6943837" y="2989158"/>
                <a:ext cx="3600" cy="212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45045F0-167B-8A34-2559-64BD4C461FE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923837" y="2970848"/>
                  <a:ext cx="43200" cy="574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1AAA1DF-8DAD-25AD-4BCC-B3BA69E1AC82}"/>
                    </a:ext>
                  </a:extLst>
                </p14:cNvPr>
                <p14:cNvContentPartPr/>
                <p14:nvPr/>
              </p14:nvContentPartPr>
              <p14:xfrm>
                <a:off x="6922597" y="3218118"/>
                <a:ext cx="21600" cy="439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1AAA1DF-8DAD-25AD-4BCC-B3BA69E1AC8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904597" y="3200118"/>
                  <a:ext cx="572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BE056ECF-1724-A56B-D048-F11F55B74A93}"/>
                    </a:ext>
                  </a:extLst>
                </p14:cNvPr>
                <p14:cNvContentPartPr/>
                <p14:nvPr/>
              </p14:nvContentPartPr>
              <p14:xfrm>
                <a:off x="6714877" y="3392718"/>
                <a:ext cx="6480" cy="133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BE056ECF-1724-A56B-D048-F11F55B74A9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696877" y="3374718"/>
                  <a:ext cx="421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690E006-3A45-B3C8-5F80-2F9764C92421}"/>
                    </a:ext>
                  </a:extLst>
                </p14:cNvPr>
                <p14:cNvContentPartPr/>
                <p14:nvPr/>
              </p14:nvContentPartPr>
              <p14:xfrm>
                <a:off x="6861037" y="3174198"/>
                <a:ext cx="8280" cy="140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690E006-3A45-B3C8-5F80-2F9764C9242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843037" y="3156198"/>
                  <a:ext cx="439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E4B11D5-91E0-5E1F-6802-063951DC60C2}"/>
                    </a:ext>
                  </a:extLst>
                </p14:cNvPr>
                <p14:cNvContentPartPr/>
                <p14:nvPr/>
              </p14:nvContentPartPr>
              <p14:xfrm>
                <a:off x="6897037" y="2841918"/>
                <a:ext cx="15120" cy="57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E4B11D5-91E0-5E1F-6802-063951DC60C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879456" y="2823918"/>
                  <a:ext cx="49931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00FF5666-A69A-B84D-7830-2024195EF968}"/>
                    </a:ext>
                  </a:extLst>
                </p14:cNvPr>
                <p14:cNvContentPartPr/>
                <p14:nvPr/>
              </p14:nvContentPartPr>
              <p14:xfrm>
                <a:off x="6733957" y="2904918"/>
                <a:ext cx="7200" cy="180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00FF5666-A69A-B84D-7830-2024195EF96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715957" y="2886551"/>
                  <a:ext cx="42840" cy="543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3CA4886-EE4F-5F52-EEB8-4B6579D9627F}"/>
                    </a:ext>
                  </a:extLst>
                </p14:cNvPr>
                <p14:cNvContentPartPr/>
                <p14:nvPr/>
              </p14:nvContentPartPr>
              <p14:xfrm>
                <a:off x="6542797" y="3148278"/>
                <a:ext cx="14760" cy="162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3CA4886-EE4F-5F52-EEB8-4B6579D9627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525226" y="3130278"/>
                  <a:ext cx="49551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02445DF-F8EF-FC2D-8FCD-ACDA5B7FA030}"/>
                    </a:ext>
                  </a:extLst>
                </p14:cNvPr>
                <p14:cNvContentPartPr/>
                <p14:nvPr/>
              </p14:nvContentPartPr>
              <p14:xfrm>
                <a:off x="6615157" y="3009318"/>
                <a:ext cx="6120" cy="298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02445DF-F8EF-FC2D-8FCD-ACDA5B7FA03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597157" y="2991532"/>
                  <a:ext cx="41760" cy="650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F80AF86-8E7A-23D9-58DB-3B04AE23ECE0}"/>
                    </a:ext>
                  </a:extLst>
                </p14:cNvPr>
                <p14:cNvContentPartPr/>
                <p14:nvPr/>
              </p14:nvContentPartPr>
              <p14:xfrm>
                <a:off x="6350917" y="3314238"/>
                <a:ext cx="24840" cy="61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F80AF86-8E7A-23D9-58DB-3B04AE23ECE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332917" y="3295113"/>
                  <a:ext cx="60480" cy="439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B81F796-DAE6-68C8-A571-8B66E23B5A1D}"/>
                    </a:ext>
                  </a:extLst>
                </p14:cNvPr>
                <p14:cNvContentPartPr/>
                <p14:nvPr/>
              </p14:nvContentPartPr>
              <p14:xfrm>
                <a:off x="6328957" y="2899158"/>
                <a:ext cx="62640" cy="1436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B81F796-DAE6-68C8-A571-8B66E23B5A1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310957" y="2881158"/>
                  <a:ext cx="982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FE782573-1987-8BAC-0960-1D1CB5943D26}"/>
                    </a:ext>
                  </a:extLst>
                </p14:cNvPr>
                <p14:cNvContentPartPr/>
                <p14:nvPr/>
              </p14:nvContentPartPr>
              <p14:xfrm>
                <a:off x="6429037" y="3090318"/>
                <a:ext cx="6120" cy="36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FE782573-1987-8BAC-0960-1D1CB5943D2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411037" y="3072318"/>
                  <a:ext cx="417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9B75547-71B7-BECB-F2E5-02F3F9224EDF}"/>
                    </a:ext>
                  </a:extLst>
                </p14:cNvPr>
                <p14:cNvContentPartPr/>
                <p14:nvPr/>
              </p14:nvContentPartPr>
              <p14:xfrm>
                <a:off x="6479077" y="3208758"/>
                <a:ext cx="17280" cy="205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9B75547-71B7-BECB-F2E5-02F3F9224ED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461077" y="3190758"/>
                  <a:ext cx="529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B92B158-C20A-DBA8-C1A5-68F6DE6358B0}"/>
                    </a:ext>
                  </a:extLst>
                </p14:cNvPr>
                <p14:cNvContentPartPr/>
                <p14:nvPr/>
              </p14:nvContentPartPr>
              <p14:xfrm>
                <a:off x="6377197" y="2462118"/>
                <a:ext cx="270360" cy="432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B92B158-C20A-DBA8-C1A5-68F6DE6358B0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359173" y="2444118"/>
                  <a:ext cx="306048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87128CB-E35E-75A3-27F5-CBABBBE978D3}"/>
                    </a:ext>
                  </a:extLst>
                </p14:cNvPr>
                <p14:cNvContentPartPr/>
                <p14:nvPr/>
              </p14:nvContentPartPr>
              <p14:xfrm>
                <a:off x="6489877" y="2769198"/>
                <a:ext cx="3600" cy="36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87128CB-E35E-75A3-27F5-CBABBBE978D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469877" y="2751198"/>
                  <a:ext cx="4320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FF98F4A1-4E57-22C4-7BC2-43F56CAE8761}"/>
              </a:ext>
            </a:extLst>
          </p:cNvPr>
          <p:cNvGrpSpPr/>
          <p:nvPr/>
        </p:nvGrpSpPr>
        <p:grpSpPr>
          <a:xfrm>
            <a:off x="5504917" y="1105638"/>
            <a:ext cx="726840" cy="883800"/>
            <a:chOff x="5504917" y="1105638"/>
            <a:chExt cx="726840" cy="88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581C798D-0EBA-781A-3040-C0EB7B10269A}"/>
                    </a:ext>
                  </a:extLst>
                </p14:cNvPr>
                <p14:cNvContentPartPr/>
                <p14:nvPr/>
              </p14:nvContentPartPr>
              <p14:xfrm>
                <a:off x="5504917" y="1191318"/>
                <a:ext cx="271440" cy="7822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581C798D-0EBA-781A-3040-C0EB7B10269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486917" y="1173318"/>
                  <a:ext cx="307080" cy="81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6481BEDE-B7F9-7A45-2B61-2219FD11C15C}"/>
                    </a:ext>
                  </a:extLst>
                </p14:cNvPr>
                <p14:cNvContentPartPr/>
                <p14:nvPr/>
              </p14:nvContentPartPr>
              <p14:xfrm>
                <a:off x="5588437" y="1874598"/>
                <a:ext cx="137160" cy="1148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6481BEDE-B7F9-7A45-2B61-2219FD11C15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570390" y="1856598"/>
                  <a:ext cx="172894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6CEE60D-60D3-C9E3-3835-63C10AFE0933}"/>
                    </a:ext>
                  </a:extLst>
                </p14:cNvPr>
                <p14:cNvContentPartPr/>
                <p14:nvPr/>
              </p14:nvContentPartPr>
              <p14:xfrm>
                <a:off x="5959237" y="1105638"/>
                <a:ext cx="272520" cy="7405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6CEE60D-60D3-C9E3-3835-63C10AFE0933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941237" y="1087638"/>
                  <a:ext cx="308160" cy="77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23593A6-FABC-F1FA-B444-23AE4AE1ADDD}"/>
                    </a:ext>
                  </a:extLst>
                </p14:cNvPr>
                <p14:cNvContentPartPr/>
                <p14:nvPr/>
              </p14:nvContentPartPr>
              <p14:xfrm>
                <a:off x="5928637" y="1788558"/>
                <a:ext cx="135360" cy="1350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23593A6-FABC-F1FA-B444-23AE4AE1ADD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910589" y="1770558"/>
                  <a:ext cx="171095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C9B09429-A216-B049-4153-1FABEACB8253}"/>
              </a:ext>
            </a:extLst>
          </p:cNvPr>
          <p:cNvGrpSpPr/>
          <p:nvPr/>
        </p:nvGrpSpPr>
        <p:grpSpPr>
          <a:xfrm>
            <a:off x="6476917" y="1000878"/>
            <a:ext cx="771120" cy="433800"/>
            <a:chOff x="6476917" y="1000878"/>
            <a:chExt cx="771120" cy="43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2966201-0E1C-0A2A-DA52-638E43F0FD21}"/>
                    </a:ext>
                  </a:extLst>
                </p14:cNvPr>
                <p14:cNvContentPartPr/>
                <p14:nvPr/>
              </p14:nvContentPartPr>
              <p14:xfrm>
                <a:off x="6476917" y="1063878"/>
                <a:ext cx="140760" cy="3096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2966201-0E1C-0A2A-DA52-638E43F0FD21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458917" y="1045878"/>
                  <a:ext cx="17640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12835C9-F517-89C3-0237-58EDB1558990}"/>
                    </a:ext>
                  </a:extLst>
                </p14:cNvPr>
                <p14:cNvContentPartPr/>
                <p14:nvPr/>
              </p14:nvContentPartPr>
              <p14:xfrm>
                <a:off x="6670957" y="1210398"/>
                <a:ext cx="47520" cy="1418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12835C9-F517-89C3-0237-58EDB155899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652957" y="1192398"/>
                  <a:ext cx="831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DDB167F-CBF4-DFE7-DE6A-810389DA700E}"/>
                    </a:ext>
                  </a:extLst>
                </p14:cNvPr>
                <p14:cNvContentPartPr/>
                <p14:nvPr/>
              </p14:nvContentPartPr>
              <p14:xfrm>
                <a:off x="6673117" y="1094478"/>
                <a:ext cx="35280" cy="666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DDB167F-CBF4-DFE7-DE6A-810389DA700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655117" y="1076478"/>
                  <a:ext cx="709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D517449-A8F1-2C69-ACCC-D3AF909CA5F4}"/>
                    </a:ext>
                  </a:extLst>
                </p14:cNvPr>
                <p14:cNvContentPartPr/>
                <p14:nvPr/>
              </p14:nvContentPartPr>
              <p14:xfrm>
                <a:off x="6794077" y="1137318"/>
                <a:ext cx="91800" cy="2973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D517449-A8F1-2C69-ACCC-D3AF909CA5F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776006" y="1119318"/>
                  <a:ext cx="12758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790BC6C-95E0-BD76-44A3-33BFB45EB063}"/>
                    </a:ext>
                  </a:extLst>
                </p14:cNvPr>
                <p14:cNvContentPartPr/>
                <p14:nvPr/>
              </p14:nvContentPartPr>
              <p14:xfrm>
                <a:off x="6885517" y="1032918"/>
                <a:ext cx="199800" cy="2311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790BC6C-95E0-BD76-44A3-33BFB45EB06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867517" y="1014918"/>
                  <a:ext cx="23544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4C54E4F-1DD8-85C1-50AC-4FFA0B7B144A}"/>
                    </a:ext>
                  </a:extLst>
                </p14:cNvPr>
                <p14:cNvContentPartPr/>
                <p14:nvPr/>
              </p14:nvContentPartPr>
              <p14:xfrm>
                <a:off x="7114117" y="1005198"/>
                <a:ext cx="101880" cy="2023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4C54E4F-1DD8-85C1-50AC-4FFA0B7B144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096053" y="987166"/>
                  <a:ext cx="137646" cy="2380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E8C104E-C610-60A9-767E-2CE5A771F5BF}"/>
                    </a:ext>
                  </a:extLst>
                </p14:cNvPr>
                <p14:cNvContentPartPr/>
                <p14:nvPr/>
              </p14:nvContentPartPr>
              <p14:xfrm>
                <a:off x="7109437" y="1000878"/>
                <a:ext cx="138600" cy="1569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E8C104E-C610-60A9-767E-2CE5A771F5B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091437" y="982837"/>
                  <a:ext cx="174240" cy="19268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63FB7A3C-7BC8-9BAA-6151-6B7F753D7E8F}"/>
              </a:ext>
            </a:extLst>
          </p:cNvPr>
          <p:cNvGrpSpPr/>
          <p:nvPr/>
        </p:nvGrpSpPr>
        <p:grpSpPr>
          <a:xfrm>
            <a:off x="4559557" y="2689638"/>
            <a:ext cx="1836000" cy="370440"/>
            <a:chOff x="4559557" y="2689638"/>
            <a:chExt cx="1836000" cy="37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04E996B-64CB-433F-0E8E-BE3313D75C2D}"/>
                    </a:ext>
                  </a:extLst>
                </p14:cNvPr>
                <p14:cNvContentPartPr/>
                <p14:nvPr/>
              </p14:nvContentPartPr>
              <p14:xfrm>
                <a:off x="5352637" y="2814198"/>
                <a:ext cx="5400" cy="248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04E996B-64CB-433F-0E8E-BE3313D75C2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334637" y="2796558"/>
                  <a:ext cx="410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9B5B537-4D8F-60BD-678B-4E2BAE43B517}"/>
                    </a:ext>
                  </a:extLst>
                </p14:cNvPr>
                <p14:cNvContentPartPr/>
                <p14:nvPr/>
              </p14:nvContentPartPr>
              <p14:xfrm>
                <a:off x="5329237" y="2776038"/>
                <a:ext cx="24840" cy="52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9B5B537-4D8F-60BD-678B-4E2BAE43B517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311597" y="2758038"/>
                  <a:ext cx="604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641077C-1E93-ACCC-80EA-A149B1284B69}"/>
                    </a:ext>
                  </a:extLst>
                </p14:cNvPr>
                <p14:cNvContentPartPr/>
                <p14:nvPr/>
              </p14:nvContentPartPr>
              <p14:xfrm>
                <a:off x="5368477" y="2809158"/>
                <a:ext cx="965520" cy="66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641077C-1E93-ACCC-80EA-A149B1284B69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350477" y="2791518"/>
                  <a:ext cx="10011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43E4FDE-A46C-B6AA-335A-ADB6FDD6C658}"/>
                    </a:ext>
                  </a:extLst>
                </p14:cNvPr>
                <p14:cNvContentPartPr/>
                <p14:nvPr/>
              </p14:nvContentPartPr>
              <p14:xfrm>
                <a:off x="6252277" y="2689638"/>
                <a:ext cx="143280" cy="3265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43E4FDE-A46C-B6AA-335A-ADB6FDD6C658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234637" y="2671638"/>
                  <a:ext cx="17892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E70A00E-D73C-E4BD-4412-53B17EE2A92D}"/>
                    </a:ext>
                  </a:extLst>
                </p14:cNvPr>
                <p14:cNvContentPartPr/>
                <p14:nvPr/>
              </p14:nvContentPartPr>
              <p14:xfrm>
                <a:off x="5268757" y="2875038"/>
                <a:ext cx="122040" cy="1742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E70A00E-D73C-E4BD-4412-53B17EE2A92D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250757" y="2857038"/>
                  <a:ext cx="1576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0C30880-5183-C08E-9D58-FC30D5BF2EC1}"/>
                    </a:ext>
                  </a:extLst>
                </p14:cNvPr>
                <p14:cNvContentPartPr/>
                <p14:nvPr/>
              </p14:nvContentPartPr>
              <p14:xfrm>
                <a:off x="4571077" y="2933358"/>
                <a:ext cx="723960" cy="626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0C30880-5183-C08E-9D58-FC30D5BF2EC1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553437" y="2915358"/>
                  <a:ext cx="7596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304C489-C31B-9734-48B5-918DE562B334}"/>
                    </a:ext>
                  </a:extLst>
                </p14:cNvPr>
                <p14:cNvContentPartPr/>
                <p14:nvPr/>
              </p14:nvContentPartPr>
              <p14:xfrm>
                <a:off x="4559557" y="2964678"/>
                <a:ext cx="133920" cy="954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304C489-C31B-9734-48B5-918DE562B334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541557" y="2947038"/>
                  <a:ext cx="1695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69828D5C-4BF5-D74E-6E89-0BD6C9E987FA}"/>
                    </a:ext>
                  </a:extLst>
                </p14:cNvPr>
                <p14:cNvContentPartPr/>
                <p14:nvPr/>
              </p14:nvContentPartPr>
              <p14:xfrm>
                <a:off x="4566757" y="2824278"/>
                <a:ext cx="183240" cy="1350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69828D5C-4BF5-D74E-6E89-0BD6C9E987F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548757" y="2806638"/>
                  <a:ext cx="218880" cy="170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E80E24B8-C713-FDCD-8769-EEBC072C276C}"/>
                  </a:ext>
                </a:extLst>
              </p14:cNvPr>
              <p14:cNvContentPartPr/>
              <p14:nvPr/>
            </p14:nvContentPartPr>
            <p14:xfrm>
              <a:off x="4020637" y="3197238"/>
              <a:ext cx="295920" cy="28368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E80E24B8-C713-FDCD-8769-EEBC072C276C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4002997" y="3179598"/>
                <a:ext cx="331560" cy="31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1" name="Group 150">
            <a:extLst>
              <a:ext uri="{FF2B5EF4-FFF2-40B4-BE49-F238E27FC236}">
                <a16:creationId xmlns:a16="http://schemas.microsoft.com/office/drawing/2014/main" id="{56224C37-2534-DE96-F588-C070DEF34117}"/>
              </a:ext>
            </a:extLst>
          </p:cNvPr>
          <p:cNvGrpSpPr/>
          <p:nvPr/>
        </p:nvGrpSpPr>
        <p:grpSpPr>
          <a:xfrm>
            <a:off x="7314277" y="3115518"/>
            <a:ext cx="278640" cy="200880"/>
            <a:chOff x="7314277" y="3115518"/>
            <a:chExt cx="278640" cy="20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82487E44-BFC3-A7D1-63E0-634149BA5226}"/>
                    </a:ext>
                  </a:extLst>
                </p14:cNvPr>
                <p14:cNvContentPartPr/>
                <p14:nvPr/>
              </p14:nvContentPartPr>
              <p14:xfrm>
                <a:off x="7314277" y="3115518"/>
                <a:ext cx="102600" cy="2008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82487E44-BFC3-A7D1-63E0-634149BA522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296277" y="3097878"/>
                  <a:ext cx="1382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EAAD5DE-E48E-20F2-E47E-F09F0798C832}"/>
                    </a:ext>
                  </a:extLst>
                </p14:cNvPr>
                <p14:cNvContentPartPr/>
                <p14:nvPr/>
              </p14:nvContentPartPr>
              <p14:xfrm>
                <a:off x="7325077" y="3303438"/>
                <a:ext cx="2160" cy="21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EAAD5DE-E48E-20F2-E47E-F09F0798C832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307437" y="3285798"/>
                  <a:ext cx="378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FB734840-BCA2-E1FA-3907-5DAF0F3B0008}"/>
                    </a:ext>
                  </a:extLst>
                </p14:cNvPr>
                <p14:cNvContentPartPr/>
                <p14:nvPr/>
              </p14:nvContentPartPr>
              <p14:xfrm>
                <a:off x="7418677" y="3132438"/>
                <a:ext cx="174240" cy="1202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FB734840-BCA2-E1FA-3907-5DAF0F3B0008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401037" y="3114798"/>
                  <a:ext cx="20988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D5A7169D-7C34-0DC7-EAE1-05810BCE0CA9}"/>
              </a:ext>
            </a:extLst>
          </p:cNvPr>
          <p:cNvGrpSpPr/>
          <p:nvPr/>
        </p:nvGrpSpPr>
        <p:grpSpPr>
          <a:xfrm>
            <a:off x="6822157" y="4601958"/>
            <a:ext cx="299520" cy="920880"/>
            <a:chOff x="6822157" y="4601958"/>
            <a:chExt cx="299520" cy="92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5D27B4B8-A5AA-16E6-C6CC-E988CD581DA4}"/>
                    </a:ext>
                  </a:extLst>
                </p14:cNvPr>
                <p14:cNvContentPartPr/>
                <p14:nvPr/>
              </p14:nvContentPartPr>
              <p14:xfrm>
                <a:off x="6827917" y="4625718"/>
                <a:ext cx="231840" cy="8971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5D27B4B8-A5AA-16E6-C6CC-E988CD581DA4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809917" y="4607718"/>
                  <a:ext cx="267480" cy="9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B0955B9-8D3B-F398-2217-3C131200782C}"/>
                    </a:ext>
                  </a:extLst>
                </p14:cNvPr>
                <p14:cNvContentPartPr/>
                <p14:nvPr/>
              </p14:nvContentPartPr>
              <p14:xfrm>
                <a:off x="6822157" y="4615638"/>
                <a:ext cx="83160" cy="1339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B0955B9-8D3B-F398-2217-3C131200782C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804517" y="4597638"/>
                  <a:ext cx="1188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DCFA0595-53B9-3F3C-2163-8FC3753C80F8}"/>
                    </a:ext>
                  </a:extLst>
                </p14:cNvPr>
                <p14:cNvContentPartPr/>
                <p14:nvPr/>
              </p14:nvContentPartPr>
              <p14:xfrm>
                <a:off x="7052917" y="4601958"/>
                <a:ext cx="68760" cy="428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DCFA0595-53B9-3F3C-2163-8FC3753C80F8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035277" y="4583958"/>
                  <a:ext cx="10440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3B65A1C4-7059-F61B-7A0A-2B3363D6DA39}"/>
              </a:ext>
            </a:extLst>
          </p:cNvPr>
          <p:cNvGrpSpPr/>
          <p:nvPr/>
        </p:nvGrpSpPr>
        <p:grpSpPr>
          <a:xfrm>
            <a:off x="2753543" y="1798508"/>
            <a:ext cx="1069560" cy="1011600"/>
            <a:chOff x="2753543" y="1798508"/>
            <a:chExt cx="1069560" cy="101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0436BE4-F6E8-3BE1-8357-29D36B19325B}"/>
                    </a:ext>
                  </a:extLst>
                </p14:cNvPr>
                <p14:cNvContentPartPr/>
                <p14:nvPr/>
              </p14:nvContentPartPr>
              <p14:xfrm>
                <a:off x="2753543" y="2463428"/>
                <a:ext cx="205560" cy="2462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0436BE4-F6E8-3BE1-8357-29D36B19325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2735903" y="2445428"/>
                  <a:ext cx="24120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CC588AD-174D-F1B2-A676-481B8CB1D851}"/>
                    </a:ext>
                  </a:extLst>
                </p14:cNvPr>
                <p14:cNvContentPartPr/>
                <p14:nvPr/>
              </p14:nvContentPartPr>
              <p14:xfrm>
                <a:off x="2771903" y="2377028"/>
                <a:ext cx="190080" cy="225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CC588AD-174D-F1B2-A676-481B8CB1D851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2754263" y="2359028"/>
                  <a:ext cx="2257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36C0B13-879C-18F4-7433-479661ADBB78}"/>
                    </a:ext>
                  </a:extLst>
                </p14:cNvPr>
                <p14:cNvContentPartPr/>
                <p14:nvPr/>
              </p14:nvContentPartPr>
              <p14:xfrm>
                <a:off x="3004823" y="2388188"/>
                <a:ext cx="158760" cy="1756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36C0B13-879C-18F4-7433-479661ADBB78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2986823" y="2370548"/>
                  <a:ext cx="1944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C811F5A7-C885-94C9-2FDD-9773A343F242}"/>
                    </a:ext>
                  </a:extLst>
                </p14:cNvPr>
                <p14:cNvContentPartPr/>
                <p14:nvPr/>
              </p14:nvContentPartPr>
              <p14:xfrm>
                <a:off x="3137663" y="2191268"/>
                <a:ext cx="118800" cy="1724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C811F5A7-C885-94C9-2FDD-9773A343F242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120023" y="2173628"/>
                  <a:ext cx="1544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262E907F-CB71-C04A-E620-23AC3F810E53}"/>
                    </a:ext>
                  </a:extLst>
                </p14:cNvPr>
                <p14:cNvContentPartPr/>
                <p14:nvPr/>
              </p14:nvContentPartPr>
              <p14:xfrm>
                <a:off x="3274463" y="2131148"/>
                <a:ext cx="153360" cy="1785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262E907F-CB71-C04A-E620-23AC3F810E53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3256823" y="2113148"/>
                  <a:ext cx="18900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5468898F-D7DA-4D1B-CE7A-A72100375814}"/>
                    </a:ext>
                  </a:extLst>
                </p14:cNvPr>
                <p14:cNvContentPartPr/>
                <p14:nvPr/>
              </p14:nvContentPartPr>
              <p14:xfrm>
                <a:off x="3388943" y="1954388"/>
                <a:ext cx="127800" cy="1753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5468898F-D7DA-4D1B-CE7A-A72100375814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3370943" y="1936388"/>
                  <a:ext cx="1634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2AF461A-CA6B-8907-C584-AF7CFD843B3A}"/>
                    </a:ext>
                  </a:extLst>
                </p14:cNvPr>
                <p14:cNvContentPartPr/>
                <p14:nvPr/>
              </p14:nvContentPartPr>
              <p14:xfrm>
                <a:off x="3549863" y="1799228"/>
                <a:ext cx="152640" cy="2703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2AF461A-CA6B-8907-C584-AF7CFD843B3A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532223" y="1781588"/>
                  <a:ext cx="18828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41BE06FE-E02B-32FA-9184-DD599F78BD49}"/>
                    </a:ext>
                  </a:extLst>
                </p14:cNvPr>
                <p14:cNvContentPartPr/>
                <p14:nvPr/>
              </p14:nvContentPartPr>
              <p14:xfrm>
                <a:off x="3675503" y="1798508"/>
                <a:ext cx="128880" cy="1558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41BE06FE-E02B-32FA-9184-DD599F78BD49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3657503" y="1780508"/>
                  <a:ext cx="1645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FC39604D-F515-7FBF-9C29-EFB3AFDA73C4}"/>
                    </a:ext>
                  </a:extLst>
                </p14:cNvPr>
                <p14:cNvContentPartPr/>
                <p14:nvPr/>
              </p14:nvContentPartPr>
              <p14:xfrm>
                <a:off x="3301463" y="2608868"/>
                <a:ext cx="158400" cy="2012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FC39604D-F515-7FBF-9C29-EFB3AFDA73C4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283463" y="2590868"/>
                  <a:ext cx="1940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EDF4BFBE-CA5A-278C-B701-421CE8C09C37}"/>
                    </a:ext>
                  </a:extLst>
                </p14:cNvPr>
                <p14:cNvContentPartPr/>
                <p14:nvPr/>
              </p14:nvContentPartPr>
              <p14:xfrm>
                <a:off x="3427463" y="2521028"/>
                <a:ext cx="142200" cy="1609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EDF4BFBE-CA5A-278C-B701-421CE8C09C37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409463" y="2503028"/>
                  <a:ext cx="1778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ADE3D50A-2163-904E-5AB2-CE43DF91729C}"/>
                    </a:ext>
                  </a:extLst>
                </p14:cNvPr>
                <p14:cNvContentPartPr/>
                <p14:nvPr/>
              </p14:nvContentPartPr>
              <p14:xfrm>
                <a:off x="3590543" y="2443628"/>
                <a:ext cx="147600" cy="1551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ADE3D50A-2163-904E-5AB2-CE43DF91729C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3572903" y="2425628"/>
                  <a:ext cx="1832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E51420FB-0AD5-4986-DEF8-1821147B7EE3}"/>
                    </a:ext>
                  </a:extLst>
                </p14:cNvPr>
                <p14:cNvContentPartPr/>
                <p14:nvPr/>
              </p14:nvContentPartPr>
              <p14:xfrm>
                <a:off x="3704303" y="2286668"/>
                <a:ext cx="118800" cy="2246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E51420FB-0AD5-4986-DEF8-1821147B7EE3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3686303" y="2269028"/>
                  <a:ext cx="154440" cy="260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43656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FCB19-88B2-4430-3E27-14927651D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a photodiode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6D07A-B05A-B95B-FACC-6F03BACB2E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35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FFC835B-637A-6561-1B38-B2C79A78FA59}"/>
              </a:ext>
            </a:extLst>
          </p:cNvPr>
          <p:cNvGrpSpPr/>
          <p:nvPr/>
        </p:nvGrpSpPr>
        <p:grpSpPr>
          <a:xfrm>
            <a:off x="1482240" y="1867210"/>
            <a:ext cx="217440" cy="339480"/>
            <a:chOff x="4907317" y="1732038"/>
            <a:chExt cx="217440" cy="33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ECA0436-121C-D6BE-F692-1D537B39A185}"/>
                    </a:ext>
                  </a:extLst>
                </p14:cNvPr>
                <p14:cNvContentPartPr/>
                <p14:nvPr/>
              </p14:nvContentPartPr>
              <p14:xfrm>
                <a:off x="4949077" y="1837518"/>
                <a:ext cx="29880" cy="2340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ECA0436-121C-D6BE-F692-1D537B39A18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931077" y="1819518"/>
                  <a:ext cx="6552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F7F21E7-D168-C721-B367-38576C4CD8DA}"/>
                    </a:ext>
                  </a:extLst>
                </p14:cNvPr>
                <p14:cNvContentPartPr/>
                <p14:nvPr/>
              </p14:nvContentPartPr>
              <p14:xfrm>
                <a:off x="4907317" y="1732038"/>
                <a:ext cx="217440" cy="177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F7F21E7-D168-C721-B367-38576C4CD8D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889317" y="1714038"/>
                  <a:ext cx="253080" cy="21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07ACC30-D64E-3DE5-F8FE-F776E52FA90E}"/>
              </a:ext>
            </a:extLst>
          </p:cNvPr>
          <p:cNvGrpSpPr/>
          <p:nvPr/>
        </p:nvGrpSpPr>
        <p:grpSpPr>
          <a:xfrm>
            <a:off x="1618320" y="2386330"/>
            <a:ext cx="581760" cy="1156320"/>
            <a:chOff x="5043397" y="2251158"/>
            <a:chExt cx="581760" cy="115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60EF106-02CB-BF92-89D9-7DDF6AD8912B}"/>
                    </a:ext>
                  </a:extLst>
                </p14:cNvPr>
                <p14:cNvContentPartPr/>
                <p14:nvPr/>
              </p14:nvContentPartPr>
              <p14:xfrm>
                <a:off x="5043397" y="2251158"/>
                <a:ext cx="255960" cy="296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60EF106-02CB-BF92-89D9-7DDF6AD8912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025397" y="2233158"/>
                  <a:ext cx="29160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7CB04B1-EC36-F913-212D-EC62C2D53813}"/>
                    </a:ext>
                  </a:extLst>
                </p14:cNvPr>
                <p14:cNvContentPartPr/>
                <p14:nvPr/>
              </p14:nvContentPartPr>
              <p14:xfrm>
                <a:off x="5371357" y="2261598"/>
                <a:ext cx="201960" cy="300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7CB04B1-EC36-F913-212D-EC62C2D5381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353389" y="2243598"/>
                  <a:ext cx="237537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27587F6-6698-32F2-DDD6-81D9FBBB265E}"/>
                    </a:ext>
                  </a:extLst>
                </p14:cNvPr>
                <p14:cNvContentPartPr/>
                <p14:nvPr/>
              </p14:nvContentPartPr>
              <p14:xfrm>
                <a:off x="5094877" y="2577678"/>
                <a:ext cx="204120" cy="2887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27587F6-6698-32F2-DDD6-81D9FBBB265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76877" y="2559678"/>
                  <a:ext cx="23976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90B7E8D-7AD9-3FF3-D9F3-B3237928F462}"/>
                    </a:ext>
                  </a:extLst>
                </p14:cNvPr>
                <p14:cNvContentPartPr/>
                <p14:nvPr/>
              </p14:nvContentPartPr>
              <p14:xfrm>
                <a:off x="5381797" y="2542758"/>
                <a:ext cx="216000" cy="2592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90B7E8D-7AD9-3FF3-D9F3-B3237928F46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363797" y="2524783"/>
                  <a:ext cx="251640" cy="2947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CAF4E40-7683-E505-91A5-0232CE3CABF2}"/>
                    </a:ext>
                  </a:extLst>
                </p14:cNvPr>
                <p14:cNvContentPartPr/>
                <p14:nvPr/>
              </p14:nvContentPartPr>
              <p14:xfrm>
                <a:off x="5078317" y="2903118"/>
                <a:ext cx="217440" cy="266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CAF4E40-7683-E505-91A5-0232CE3CABF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060317" y="2885118"/>
                  <a:ext cx="25308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277A1A1-90BD-F7CE-1112-B24951E50D12}"/>
                    </a:ext>
                  </a:extLst>
                </p14:cNvPr>
                <p14:cNvContentPartPr/>
                <p14:nvPr/>
              </p14:nvContentPartPr>
              <p14:xfrm>
                <a:off x="5383597" y="2884038"/>
                <a:ext cx="188640" cy="204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277A1A1-90BD-F7CE-1112-B24951E50D1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365597" y="2866038"/>
                  <a:ext cx="2242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95A9D23-186B-3C70-9849-27C348D52B3D}"/>
                    </a:ext>
                  </a:extLst>
                </p14:cNvPr>
                <p14:cNvContentPartPr/>
                <p14:nvPr/>
              </p14:nvContentPartPr>
              <p14:xfrm>
                <a:off x="5126917" y="3179958"/>
                <a:ext cx="171720" cy="223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95A9D23-186B-3C70-9849-27C348D52B3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108955" y="3161958"/>
                  <a:ext cx="207285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7C5CA16-8389-4A84-044B-2A6D3D1B090E}"/>
                    </a:ext>
                  </a:extLst>
                </p14:cNvPr>
                <p14:cNvContentPartPr/>
                <p14:nvPr/>
              </p14:nvContentPartPr>
              <p14:xfrm>
                <a:off x="5360557" y="3177798"/>
                <a:ext cx="194400" cy="2296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7C5CA16-8389-4A84-044B-2A6D3D1B090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342524" y="3159798"/>
                  <a:ext cx="230106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2BA9F7A-921C-F4F1-9740-873A2F25D29E}"/>
                    </a:ext>
                  </a:extLst>
                </p14:cNvPr>
                <p14:cNvContentPartPr/>
                <p14:nvPr/>
              </p14:nvContentPartPr>
              <p14:xfrm>
                <a:off x="5096677" y="2415318"/>
                <a:ext cx="82800" cy="302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2BA9F7A-921C-F4F1-9740-873A2F25D29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078598" y="2397318"/>
                  <a:ext cx="118596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3CAE988-6ABC-1450-A68F-3CFCB385F82F}"/>
                    </a:ext>
                  </a:extLst>
                </p14:cNvPr>
                <p14:cNvContentPartPr/>
                <p14:nvPr/>
              </p14:nvContentPartPr>
              <p14:xfrm>
                <a:off x="5470717" y="2364198"/>
                <a:ext cx="138240" cy="399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3CAE988-6ABC-1450-A68F-3CFCB385F82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452670" y="2346198"/>
                  <a:ext cx="173973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98AE2D7-E2B1-77FC-600B-BEA6C55ED231}"/>
                    </a:ext>
                  </a:extLst>
                </p14:cNvPr>
                <p14:cNvContentPartPr/>
                <p14:nvPr/>
              </p14:nvContentPartPr>
              <p14:xfrm>
                <a:off x="5159677" y="2719518"/>
                <a:ext cx="120240" cy="42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98AE2D7-E2B1-77FC-600B-BEA6C55ED23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141677" y="2701518"/>
                  <a:ext cx="1558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7888649-6547-488A-20D2-3F07ADBE2D64}"/>
                    </a:ext>
                  </a:extLst>
                </p14:cNvPr>
                <p14:cNvContentPartPr/>
                <p14:nvPr/>
              </p14:nvContentPartPr>
              <p14:xfrm>
                <a:off x="5487277" y="2683878"/>
                <a:ext cx="137880" cy="547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7888649-6547-488A-20D2-3F07ADBE2D6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469277" y="2665996"/>
                  <a:ext cx="173520" cy="901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986A513-DC91-468F-3AE2-CA9D4EB9E817}"/>
                    </a:ext>
                  </a:extLst>
                </p14:cNvPr>
                <p14:cNvContentPartPr/>
                <p14:nvPr/>
              </p14:nvContentPartPr>
              <p14:xfrm>
                <a:off x="5126917" y="3039558"/>
                <a:ext cx="140760" cy="212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986A513-DC91-468F-3AE2-CA9D4EB9E81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108917" y="3021558"/>
                  <a:ext cx="1764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655D233-70FB-29E6-5988-13AA9FA98667}"/>
                    </a:ext>
                  </a:extLst>
                </p14:cNvPr>
                <p14:cNvContentPartPr/>
                <p14:nvPr/>
              </p14:nvContentPartPr>
              <p14:xfrm>
                <a:off x="5487277" y="3007158"/>
                <a:ext cx="76320" cy="9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655D233-70FB-29E6-5988-13AA9FA9866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469362" y="2989158"/>
                  <a:ext cx="111793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95986B6-7882-B1A6-0BE3-3EDCAB47555A}"/>
                    </a:ext>
                  </a:extLst>
                </p14:cNvPr>
                <p14:cNvContentPartPr/>
                <p14:nvPr/>
              </p14:nvContentPartPr>
              <p14:xfrm>
                <a:off x="5152117" y="3320718"/>
                <a:ext cx="114840" cy="176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95986B6-7882-B1A6-0BE3-3EDCAB47555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134117" y="3302718"/>
                  <a:ext cx="1504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133CDF6-8535-DA24-7FF7-499AEA3860EC}"/>
                    </a:ext>
                  </a:extLst>
                </p14:cNvPr>
                <p14:cNvContentPartPr/>
                <p14:nvPr/>
              </p14:nvContentPartPr>
              <p14:xfrm>
                <a:off x="5455237" y="3316758"/>
                <a:ext cx="129960" cy="90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133CDF6-8535-DA24-7FF7-499AEA3860E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437237" y="3298758"/>
                  <a:ext cx="16560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418D67D-2249-24F3-A22A-D1FB25E9F383}"/>
              </a:ext>
            </a:extLst>
          </p:cNvPr>
          <p:cNvGrpSpPr/>
          <p:nvPr/>
        </p:nvGrpSpPr>
        <p:grpSpPr>
          <a:xfrm>
            <a:off x="2322120" y="1990690"/>
            <a:ext cx="551520" cy="1546200"/>
            <a:chOff x="5747197" y="1855518"/>
            <a:chExt cx="551520" cy="154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28FADEA-0F44-26DD-D461-F131C2AB0E5C}"/>
                    </a:ext>
                  </a:extLst>
                </p14:cNvPr>
                <p14:cNvContentPartPr/>
                <p14:nvPr/>
              </p14:nvContentPartPr>
              <p14:xfrm>
                <a:off x="6134917" y="1962798"/>
                <a:ext cx="33120" cy="2318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28FADEA-0F44-26DD-D461-F131C2AB0E5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116917" y="1944798"/>
                  <a:ext cx="6876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B8BF9FB-F097-3D8B-66A0-1DD10021A577}"/>
                    </a:ext>
                  </a:extLst>
                </p14:cNvPr>
                <p14:cNvContentPartPr/>
                <p14:nvPr/>
              </p14:nvContentPartPr>
              <p14:xfrm>
                <a:off x="6135637" y="1855518"/>
                <a:ext cx="163080" cy="234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B8BF9FB-F097-3D8B-66A0-1DD10021A57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117637" y="1837546"/>
                  <a:ext cx="198720" cy="26994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E849EFB-6AAD-E1A5-BF11-6F7650DEB35E}"/>
                    </a:ext>
                  </a:extLst>
                </p14:cNvPr>
                <p14:cNvContentPartPr/>
                <p14:nvPr/>
              </p14:nvContentPartPr>
              <p14:xfrm>
                <a:off x="5761237" y="2335038"/>
                <a:ext cx="141840" cy="2430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E849EFB-6AAD-E1A5-BF11-6F7650DEB35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743237" y="2317038"/>
                  <a:ext cx="1774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FBD5039-F119-349C-B539-AB2CC4108475}"/>
                    </a:ext>
                  </a:extLst>
                </p14:cNvPr>
                <p14:cNvContentPartPr/>
                <p14:nvPr/>
              </p14:nvContentPartPr>
              <p14:xfrm>
                <a:off x="6003517" y="2293638"/>
                <a:ext cx="168480" cy="205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FBD5039-F119-349C-B539-AB2CC410847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985517" y="2275606"/>
                  <a:ext cx="204120" cy="2416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5DE176C-3F25-541F-C2D1-54477CCCA1D6}"/>
                    </a:ext>
                  </a:extLst>
                </p14:cNvPr>
                <p14:cNvContentPartPr/>
                <p14:nvPr/>
              </p14:nvContentPartPr>
              <p14:xfrm>
                <a:off x="5764837" y="2607918"/>
                <a:ext cx="208800" cy="260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5DE176C-3F25-541F-C2D1-54477CCCA1D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746837" y="2589918"/>
                  <a:ext cx="24444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7A6E316-3A09-1EA0-B0AB-57EF13D47001}"/>
                    </a:ext>
                  </a:extLst>
                </p14:cNvPr>
                <p14:cNvContentPartPr/>
                <p14:nvPr/>
              </p14:nvContentPartPr>
              <p14:xfrm>
                <a:off x="6000277" y="2580198"/>
                <a:ext cx="141120" cy="2948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7A6E316-3A09-1EA0-B0AB-57EF13D4700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982323" y="2562198"/>
                  <a:ext cx="176669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4E8BB96-E0C8-E176-D6BA-AACBCCFD5CD7}"/>
                    </a:ext>
                  </a:extLst>
                </p14:cNvPr>
                <p14:cNvContentPartPr/>
                <p14:nvPr/>
              </p14:nvContentPartPr>
              <p14:xfrm>
                <a:off x="5758717" y="2926878"/>
                <a:ext cx="190800" cy="2203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4E8BB96-E0C8-E176-D6BA-AACBCCFD5CD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740751" y="2908878"/>
                  <a:ext cx="226373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5D5A715-BF38-4A10-26FF-F4F97CD0DA81}"/>
                    </a:ext>
                  </a:extLst>
                </p14:cNvPr>
                <p14:cNvContentPartPr/>
                <p14:nvPr/>
              </p14:nvContentPartPr>
              <p14:xfrm>
                <a:off x="6015397" y="2893398"/>
                <a:ext cx="195480" cy="2232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5D5A715-BF38-4A10-26FF-F4F97CD0DA8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997397" y="2875398"/>
                  <a:ext cx="23112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7D87B49-5195-BC7E-8888-880CAA9596FF}"/>
                    </a:ext>
                  </a:extLst>
                </p14:cNvPr>
                <p14:cNvContentPartPr/>
                <p14:nvPr/>
              </p14:nvContentPartPr>
              <p14:xfrm>
                <a:off x="5813797" y="3166998"/>
                <a:ext cx="180000" cy="2347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7D87B49-5195-BC7E-8888-880CAA9596F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795797" y="3148998"/>
                  <a:ext cx="21564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90182E9-E55C-7AE1-B489-4D949809E576}"/>
                    </a:ext>
                  </a:extLst>
                </p14:cNvPr>
                <p14:cNvContentPartPr/>
                <p14:nvPr/>
              </p14:nvContentPartPr>
              <p14:xfrm>
                <a:off x="6025477" y="3169158"/>
                <a:ext cx="158400" cy="2142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90182E9-E55C-7AE1-B489-4D949809E57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007436" y="3151188"/>
                  <a:ext cx="194121" cy="2497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3719DE9-FF59-9EFB-6EEB-E51223B8361A}"/>
                    </a:ext>
                  </a:extLst>
                </p14:cNvPr>
                <p14:cNvContentPartPr/>
                <p14:nvPr/>
              </p14:nvContentPartPr>
              <p14:xfrm>
                <a:off x="5747197" y="2476158"/>
                <a:ext cx="137880" cy="14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3719DE9-FF59-9EFB-6EEB-E51223B8361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729197" y="2458158"/>
                  <a:ext cx="1735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4E47E72-944D-0DDF-6C10-DAA1986A4CBB}"/>
                    </a:ext>
                  </a:extLst>
                </p14:cNvPr>
                <p14:cNvContentPartPr/>
                <p14:nvPr/>
              </p14:nvContentPartPr>
              <p14:xfrm>
                <a:off x="5824597" y="2411718"/>
                <a:ext cx="22320" cy="1483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4E47E72-944D-0DDF-6C10-DAA1986A4CB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806597" y="2393762"/>
                  <a:ext cx="57960" cy="1838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3538C39-44F6-790E-5080-4E7B4D26F782}"/>
                    </a:ext>
                  </a:extLst>
                </p14:cNvPr>
                <p14:cNvContentPartPr/>
                <p14:nvPr/>
              </p14:nvContentPartPr>
              <p14:xfrm>
                <a:off x="6053557" y="2414598"/>
                <a:ext cx="97920" cy="241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3538C39-44F6-790E-5080-4E7B4D26F78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035557" y="2396325"/>
                  <a:ext cx="133560" cy="603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9CC6648-5968-9AED-FE06-C3886A4D8C08}"/>
                    </a:ext>
                  </a:extLst>
                </p14:cNvPr>
                <p14:cNvContentPartPr/>
                <p14:nvPr/>
              </p14:nvContentPartPr>
              <p14:xfrm>
                <a:off x="6087397" y="2365998"/>
                <a:ext cx="14400" cy="1605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9CC6648-5968-9AED-FE06-C3886A4D8C0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069397" y="2347998"/>
                  <a:ext cx="500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FACC79A-23BD-368E-CF48-21D7C551E6EE}"/>
                    </a:ext>
                  </a:extLst>
                </p14:cNvPr>
                <p14:cNvContentPartPr/>
                <p14:nvPr/>
              </p14:nvContentPartPr>
              <p14:xfrm>
                <a:off x="5805517" y="2747598"/>
                <a:ext cx="108360" cy="100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FACC79A-23BD-368E-CF48-21D7C551E6E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787517" y="2729598"/>
                  <a:ext cx="1440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A29191A-8919-27F4-AA9C-735507E1D8C1}"/>
                    </a:ext>
                  </a:extLst>
                </p14:cNvPr>
                <p14:cNvContentPartPr/>
                <p14:nvPr/>
              </p14:nvContentPartPr>
              <p14:xfrm>
                <a:off x="5859517" y="2708718"/>
                <a:ext cx="14040" cy="137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A29191A-8919-27F4-AA9C-735507E1D8C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841967" y="2690671"/>
                  <a:ext cx="48789" cy="1732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F3B59C5-768B-4F63-BBDB-10EB0399BBD3}"/>
                    </a:ext>
                  </a:extLst>
                </p14:cNvPr>
                <p14:cNvContentPartPr/>
                <p14:nvPr/>
              </p14:nvContentPartPr>
              <p14:xfrm>
                <a:off x="6027277" y="2703318"/>
                <a:ext cx="153720" cy="219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F3B59C5-768B-4F63-BBDB-10EB0399BBD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009277" y="2685608"/>
                  <a:ext cx="189360" cy="570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8110EA4-17A6-C8EA-724C-2A7965AF4358}"/>
                    </a:ext>
                  </a:extLst>
                </p14:cNvPr>
                <p14:cNvContentPartPr/>
                <p14:nvPr/>
              </p14:nvContentPartPr>
              <p14:xfrm>
                <a:off x="6103957" y="2652918"/>
                <a:ext cx="17280" cy="1429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8110EA4-17A6-C8EA-724C-2A7965AF435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085957" y="2634963"/>
                  <a:ext cx="52920" cy="1784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7F19509-6C42-C6B7-90DA-C86738589E83}"/>
                    </a:ext>
                  </a:extLst>
                </p14:cNvPr>
                <p14:cNvContentPartPr/>
                <p14:nvPr/>
              </p14:nvContentPartPr>
              <p14:xfrm>
                <a:off x="5795797" y="3021558"/>
                <a:ext cx="126000" cy="111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7F19509-6C42-C6B7-90DA-C86738589E8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777797" y="3003558"/>
                  <a:ext cx="1616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FA5FD3C-17D4-7EA3-5C8E-1EE897946B3A}"/>
                    </a:ext>
                  </a:extLst>
                </p14:cNvPr>
                <p14:cNvContentPartPr/>
                <p14:nvPr/>
              </p14:nvContentPartPr>
              <p14:xfrm>
                <a:off x="5844037" y="2980878"/>
                <a:ext cx="19080" cy="1476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FA5FD3C-17D4-7EA3-5C8E-1EE897946B3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826037" y="2962878"/>
                  <a:ext cx="547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D4118AC-BF65-9BE8-17BB-101EA5A716F9}"/>
                    </a:ext>
                  </a:extLst>
                </p14:cNvPr>
                <p14:cNvContentPartPr/>
                <p14:nvPr/>
              </p14:nvContentPartPr>
              <p14:xfrm>
                <a:off x="6084517" y="2985198"/>
                <a:ext cx="121680" cy="9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D4118AC-BF65-9BE8-17BB-101EA5A716F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066517" y="2967198"/>
                  <a:ext cx="1573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25FD001-F87F-071A-51C7-06976D7C99AB}"/>
                    </a:ext>
                  </a:extLst>
                </p14:cNvPr>
                <p14:cNvContentPartPr/>
                <p14:nvPr/>
              </p14:nvContentPartPr>
              <p14:xfrm>
                <a:off x="6132397" y="2953878"/>
                <a:ext cx="16200" cy="1407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25FD001-F87F-071A-51C7-06976D7C99A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114397" y="2935832"/>
                  <a:ext cx="51840" cy="1764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DC6A7A2-0096-D47C-9E06-BBEDA2F9DAF8}"/>
                    </a:ext>
                  </a:extLst>
                </p14:cNvPr>
                <p14:cNvContentPartPr/>
                <p14:nvPr/>
              </p14:nvContentPartPr>
              <p14:xfrm>
                <a:off x="5845477" y="3278598"/>
                <a:ext cx="131760" cy="277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DC6A7A2-0096-D47C-9E06-BBEDA2F9DAF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827477" y="3260598"/>
                  <a:ext cx="1674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5FB2394-60C3-CE95-05B0-E94A2AEB3256}"/>
                    </a:ext>
                  </a:extLst>
                </p14:cNvPr>
                <p14:cNvContentPartPr/>
                <p14:nvPr/>
              </p14:nvContentPartPr>
              <p14:xfrm>
                <a:off x="5872117" y="3237558"/>
                <a:ext cx="11880" cy="1418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5FB2394-60C3-CE95-05B0-E94A2AEB325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854117" y="3219558"/>
                  <a:ext cx="475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1DEB97E-FD0B-F608-795A-A9686CA96A25}"/>
                    </a:ext>
                  </a:extLst>
                </p14:cNvPr>
                <p14:cNvContentPartPr/>
                <p14:nvPr/>
              </p14:nvContentPartPr>
              <p14:xfrm>
                <a:off x="6081997" y="3253758"/>
                <a:ext cx="56160" cy="241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1DEB97E-FD0B-F608-795A-A9686CA96A2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064112" y="3235758"/>
                  <a:ext cx="91573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29E25D8-6BF7-247E-B2BB-1D2DB53C59D3}"/>
                    </a:ext>
                  </a:extLst>
                </p14:cNvPr>
                <p14:cNvContentPartPr/>
                <p14:nvPr/>
              </p14:nvContentPartPr>
              <p14:xfrm>
                <a:off x="6096757" y="3238998"/>
                <a:ext cx="9720" cy="1224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29E25D8-6BF7-247E-B2BB-1D2DB53C59D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078757" y="3220998"/>
                  <a:ext cx="45360" cy="15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B0725930-F048-9285-FBC1-DA8C58EB2C19}"/>
              </a:ext>
            </a:extLst>
          </p:cNvPr>
          <p:cNvGrpSpPr/>
          <p:nvPr/>
        </p:nvGrpSpPr>
        <p:grpSpPr>
          <a:xfrm>
            <a:off x="705000" y="2335570"/>
            <a:ext cx="3315960" cy="2357280"/>
            <a:chOff x="4130077" y="2200398"/>
            <a:chExt cx="3315960" cy="235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D1300D5-C54F-BFCA-BE95-266C47A0D96B}"/>
                    </a:ext>
                  </a:extLst>
                </p14:cNvPr>
                <p14:cNvContentPartPr/>
                <p14:nvPr/>
              </p14:nvContentPartPr>
              <p14:xfrm>
                <a:off x="4397557" y="2274918"/>
                <a:ext cx="59400" cy="12034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D1300D5-C54F-BFCA-BE95-266C47A0D96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379557" y="2256918"/>
                  <a:ext cx="95040" cy="12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A31525E-1DD0-088C-A356-ABE644627D94}"/>
                    </a:ext>
                  </a:extLst>
                </p14:cNvPr>
                <p14:cNvContentPartPr/>
                <p14:nvPr/>
              </p14:nvContentPartPr>
              <p14:xfrm>
                <a:off x="4374877" y="2212998"/>
                <a:ext cx="2745720" cy="13064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A31525E-1DD0-088C-A356-ABE644627D9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356877" y="2194993"/>
                  <a:ext cx="2781360" cy="13420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11414BD-51B6-FA2B-C7CD-E364F1A8C452}"/>
                    </a:ext>
                  </a:extLst>
                </p14:cNvPr>
                <p14:cNvContentPartPr/>
                <p14:nvPr/>
              </p14:nvContentPartPr>
              <p14:xfrm>
                <a:off x="5657917" y="2200398"/>
                <a:ext cx="110880" cy="1361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11414BD-51B6-FA2B-C7CD-E364F1A8C45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639917" y="2182398"/>
                  <a:ext cx="146520" cy="13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F4A008B-2C98-4247-47EB-E738C840847E}"/>
                    </a:ext>
                  </a:extLst>
                </p14:cNvPr>
                <p14:cNvContentPartPr/>
                <p14:nvPr/>
              </p14:nvContentPartPr>
              <p14:xfrm>
                <a:off x="4130077" y="2736438"/>
                <a:ext cx="307440" cy="338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F4A008B-2C98-4247-47EB-E738C840847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112056" y="2718438"/>
                  <a:ext cx="343122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6901328-4072-7758-7DBB-204F6AB9167A}"/>
                    </a:ext>
                  </a:extLst>
                </p14:cNvPr>
                <p14:cNvContentPartPr/>
                <p14:nvPr/>
              </p14:nvContentPartPr>
              <p14:xfrm>
                <a:off x="4181197" y="2747598"/>
                <a:ext cx="730440" cy="13586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6901328-4072-7758-7DBB-204F6AB9167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163197" y="2729598"/>
                  <a:ext cx="766080" cy="13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75A525C-DDDE-1C72-5F12-66279640D4DC}"/>
                    </a:ext>
                  </a:extLst>
                </p14:cNvPr>
                <p14:cNvContentPartPr/>
                <p14:nvPr/>
              </p14:nvContentPartPr>
              <p14:xfrm>
                <a:off x="4959517" y="3964038"/>
                <a:ext cx="42120" cy="2959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75A525C-DDDE-1C72-5F12-66279640D4D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941517" y="3946038"/>
                  <a:ext cx="7776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639D067-806E-A22A-7F1F-05F643234B3F}"/>
                    </a:ext>
                  </a:extLst>
                </p14:cNvPr>
                <p14:cNvContentPartPr/>
                <p14:nvPr/>
              </p14:nvContentPartPr>
              <p14:xfrm>
                <a:off x="5154637" y="3625998"/>
                <a:ext cx="57600" cy="9316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639D067-806E-A22A-7F1F-05F643234B3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136637" y="3607991"/>
                  <a:ext cx="93240" cy="9673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55FEE9D-47B1-58B1-99A9-E1864D2BF2BA}"/>
                    </a:ext>
                  </a:extLst>
                </p14:cNvPr>
                <p14:cNvContentPartPr/>
                <p14:nvPr/>
              </p14:nvContentPartPr>
              <p14:xfrm>
                <a:off x="5206117" y="4034958"/>
                <a:ext cx="792360" cy="756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55FEE9D-47B1-58B1-99A9-E1864D2BF2B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188117" y="4017043"/>
                  <a:ext cx="828000" cy="1110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A9D8E5D-2110-4589-B370-D05D5AD8452D}"/>
                    </a:ext>
                  </a:extLst>
                </p14:cNvPr>
                <p14:cNvContentPartPr/>
                <p14:nvPr/>
              </p14:nvContentPartPr>
              <p14:xfrm>
                <a:off x="6059317" y="3853878"/>
                <a:ext cx="758880" cy="3330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A9D8E5D-2110-4589-B370-D05D5AD8452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041308" y="3835878"/>
                  <a:ext cx="794537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2BF143A-7001-33D3-218A-AE2ABD518325}"/>
                    </a:ext>
                  </a:extLst>
                </p14:cNvPr>
                <p14:cNvContentPartPr/>
                <p14:nvPr/>
              </p14:nvContentPartPr>
              <p14:xfrm>
                <a:off x="6849877" y="3973398"/>
                <a:ext cx="477000" cy="345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2BF143A-7001-33D3-218A-AE2ABD51832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831877" y="3955398"/>
                  <a:ext cx="5126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4773327-18DC-5581-3FC0-00A5B2158831}"/>
                    </a:ext>
                  </a:extLst>
                </p14:cNvPr>
                <p14:cNvContentPartPr/>
                <p14:nvPr/>
              </p14:nvContentPartPr>
              <p14:xfrm>
                <a:off x="7048957" y="2675958"/>
                <a:ext cx="363240" cy="255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4773327-18DC-5581-3FC0-00A5B215883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030957" y="2657701"/>
                  <a:ext cx="398880" cy="617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7249010-76E4-259D-0CB9-76E7463B09F8}"/>
                    </a:ext>
                  </a:extLst>
                </p14:cNvPr>
                <p14:cNvContentPartPr/>
                <p14:nvPr/>
              </p14:nvContentPartPr>
              <p14:xfrm>
                <a:off x="7384837" y="2736438"/>
                <a:ext cx="61200" cy="12459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7249010-76E4-259D-0CB9-76E7463B09F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366837" y="2718438"/>
                  <a:ext cx="96840" cy="128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C199A20D-9BE4-1C50-565B-D82F88CF5B72}"/>
              </a:ext>
            </a:extLst>
          </p:cNvPr>
          <p:cNvGrpSpPr/>
          <p:nvPr/>
        </p:nvGrpSpPr>
        <p:grpSpPr>
          <a:xfrm>
            <a:off x="2252640" y="4590250"/>
            <a:ext cx="2580120" cy="503640"/>
            <a:chOff x="5677717" y="4455078"/>
            <a:chExt cx="2580120" cy="50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FC352F9-091B-12C1-1253-5088AC11CCBD}"/>
                    </a:ext>
                  </a:extLst>
                </p14:cNvPr>
                <p14:cNvContentPartPr/>
                <p14:nvPr/>
              </p14:nvContentPartPr>
              <p14:xfrm>
                <a:off x="5677717" y="4455078"/>
                <a:ext cx="1932480" cy="795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FC352F9-091B-12C1-1253-5088AC11CCB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659717" y="4437078"/>
                  <a:ext cx="19681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20C5AB2-6608-EADA-9534-D4879FA6688C}"/>
                    </a:ext>
                  </a:extLst>
                </p14:cNvPr>
                <p14:cNvContentPartPr/>
                <p14:nvPr/>
              </p14:nvContentPartPr>
              <p14:xfrm>
                <a:off x="5683477" y="4901478"/>
                <a:ext cx="2023920" cy="572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20C5AB2-6608-EADA-9534-D4879FA6688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665477" y="4883590"/>
                  <a:ext cx="2059560" cy="926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E399A4E-433B-C6D2-9855-A29FF75D2659}"/>
                    </a:ext>
                  </a:extLst>
                </p14:cNvPr>
                <p14:cNvContentPartPr/>
                <p14:nvPr/>
              </p14:nvContentPartPr>
              <p14:xfrm>
                <a:off x="7703797" y="4515918"/>
                <a:ext cx="245880" cy="2761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E399A4E-433B-C6D2-9855-A29FF75D265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685797" y="4497918"/>
                  <a:ext cx="28152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2B62EFD-C31F-02FC-5899-B33DB4BBC324}"/>
                    </a:ext>
                  </a:extLst>
                </p14:cNvPr>
                <p14:cNvContentPartPr/>
                <p14:nvPr/>
              </p14:nvContentPartPr>
              <p14:xfrm>
                <a:off x="8052997" y="4532118"/>
                <a:ext cx="75600" cy="2739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2B62EFD-C31F-02FC-5899-B33DB4BBC32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034997" y="4514118"/>
                  <a:ext cx="11124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5540454-B03E-9CAD-6C2A-26F8FDE21E7A}"/>
                    </a:ext>
                  </a:extLst>
                </p14:cNvPr>
                <p14:cNvContentPartPr/>
                <p14:nvPr/>
              </p14:nvContentPartPr>
              <p14:xfrm>
                <a:off x="8065957" y="4500798"/>
                <a:ext cx="191880" cy="3920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5540454-B03E-9CAD-6C2A-26F8FDE21E7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047991" y="4482798"/>
                  <a:ext cx="227453" cy="42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43DBEAC9-C737-4E9C-D383-6EBCF81AB5BD}"/>
              </a:ext>
            </a:extLst>
          </p:cNvPr>
          <p:cNvGrpSpPr/>
          <p:nvPr/>
        </p:nvGrpSpPr>
        <p:grpSpPr>
          <a:xfrm>
            <a:off x="2284680" y="5440570"/>
            <a:ext cx="2491920" cy="551520"/>
            <a:chOff x="5709757" y="5305398"/>
            <a:chExt cx="2491920" cy="55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0E4E809-C579-55A8-BD98-CC0FF584F858}"/>
                    </a:ext>
                  </a:extLst>
                </p14:cNvPr>
                <p14:cNvContentPartPr/>
                <p14:nvPr/>
              </p14:nvContentPartPr>
              <p14:xfrm>
                <a:off x="5709757" y="5331678"/>
                <a:ext cx="2067480" cy="1015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0E4E809-C579-55A8-BD98-CC0FF584F85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691757" y="5313678"/>
                  <a:ext cx="21031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B605862-CEBB-EAE7-6DDF-2EEE3AC7C6E3}"/>
                    </a:ext>
                  </a:extLst>
                </p14:cNvPr>
                <p14:cNvContentPartPr/>
                <p14:nvPr/>
              </p14:nvContentPartPr>
              <p14:xfrm>
                <a:off x="5774557" y="5757918"/>
                <a:ext cx="1855800" cy="990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B605862-CEBB-EAE7-6DDF-2EEE3AC7C6E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756560" y="5739983"/>
                  <a:ext cx="1891433" cy="1345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A0E135E-FD9A-0A60-46AF-71BDE2203CC3}"/>
                    </a:ext>
                  </a:extLst>
                </p14:cNvPr>
                <p14:cNvContentPartPr/>
                <p14:nvPr/>
              </p14:nvContentPartPr>
              <p14:xfrm>
                <a:off x="7590037" y="5347158"/>
                <a:ext cx="221760" cy="3081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A0E135E-FD9A-0A60-46AF-71BDE2203CC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572037" y="5329158"/>
                  <a:ext cx="25740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AE6A3E1-D110-1278-4450-1AA6A81E4110}"/>
                    </a:ext>
                  </a:extLst>
                </p14:cNvPr>
                <p14:cNvContentPartPr/>
                <p14:nvPr/>
              </p14:nvContentPartPr>
              <p14:xfrm>
                <a:off x="7974157" y="5320518"/>
                <a:ext cx="103320" cy="3150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AE6A3E1-D110-1278-4450-1AA6A81E411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956157" y="5302518"/>
                  <a:ext cx="13896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FEC4D36-78A2-9D86-5FE0-F9A483D5D698}"/>
                    </a:ext>
                  </a:extLst>
                </p14:cNvPr>
                <p14:cNvContentPartPr/>
                <p14:nvPr/>
              </p14:nvContentPartPr>
              <p14:xfrm>
                <a:off x="7987477" y="5305398"/>
                <a:ext cx="214200" cy="3348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FEC4D36-78A2-9D86-5FE0-F9A483D5D69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969447" y="5287398"/>
                  <a:ext cx="249900" cy="370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551B7891-3D4B-9AA7-E6F0-567E36AD8AB2}"/>
                  </a:ext>
                </a:extLst>
              </p14:cNvPr>
              <p14:cNvContentPartPr/>
              <p14:nvPr/>
            </p14:nvContentPartPr>
            <p14:xfrm>
              <a:off x="2400960" y="5485210"/>
              <a:ext cx="1735200" cy="37152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551B7891-3D4B-9AA7-E6F0-567E36AD8AB2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2382960" y="5467227"/>
                <a:ext cx="1770840" cy="407125"/>
              </a:xfrm>
              <a:prstGeom prst="rect">
                <a:avLst/>
              </a:prstGeom>
            </p:spPr>
          </p:pic>
        </mc:Fallback>
      </mc:AlternateContent>
      <p:grpSp>
        <p:nvGrpSpPr>
          <p:cNvPr id="99" name="Group 98">
            <a:extLst>
              <a:ext uri="{FF2B5EF4-FFF2-40B4-BE49-F238E27FC236}">
                <a16:creationId xmlns:a16="http://schemas.microsoft.com/office/drawing/2014/main" id="{D7C3EE25-1F60-195B-E370-784A2618D059}"/>
              </a:ext>
            </a:extLst>
          </p:cNvPr>
          <p:cNvGrpSpPr/>
          <p:nvPr/>
        </p:nvGrpSpPr>
        <p:grpSpPr>
          <a:xfrm>
            <a:off x="995520" y="2432770"/>
            <a:ext cx="621000" cy="1131480"/>
            <a:chOff x="4420597" y="2297598"/>
            <a:chExt cx="621000" cy="113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48B2B13-BD7A-B6C2-C55F-8CABE06B78FD}"/>
                    </a:ext>
                  </a:extLst>
                </p14:cNvPr>
                <p14:cNvContentPartPr/>
                <p14:nvPr/>
              </p14:nvContentPartPr>
              <p14:xfrm>
                <a:off x="4420597" y="2297598"/>
                <a:ext cx="111960" cy="1731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48B2B13-BD7A-B6C2-C55F-8CABE06B78F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402539" y="2279598"/>
                  <a:ext cx="147715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98C39B7-3578-F18D-A66D-FFA20386D121}"/>
                    </a:ext>
                  </a:extLst>
                </p14:cNvPr>
                <p14:cNvContentPartPr/>
                <p14:nvPr/>
              </p14:nvContentPartPr>
              <p14:xfrm>
                <a:off x="4677637" y="2308398"/>
                <a:ext cx="94680" cy="1735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98C39B7-3578-F18D-A66D-FFA20386D12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659568" y="2290398"/>
                  <a:ext cx="130456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1ED44AA-4E11-0265-82CF-406264E6E3A2}"/>
                    </a:ext>
                  </a:extLst>
                </p14:cNvPr>
                <p14:cNvContentPartPr/>
                <p14:nvPr/>
              </p14:nvContentPartPr>
              <p14:xfrm>
                <a:off x="4553797" y="2547078"/>
                <a:ext cx="61560" cy="1209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1ED44AA-4E11-0265-82CF-406264E6E3A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35691" y="2529078"/>
                  <a:ext cx="9741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1A72D6D-A000-C875-9B6E-45AA7C263498}"/>
                    </a:ext>
                  </a:extLst>
                </p14:cNvPr>
                <p14:cNvContentPartPr/>
                <p14:nvPr/>
              </p14:nvContentPartPr>
              <p14:xfrm>
                <a:off x="4719757" y="2572998"/>
                <a:ext cx="56520" cy="921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1A72D6D-A000-C875-9B6E-45AA7C26349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701757" y="2554998"/>
                  <a:ext cx="921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7D8CC53-6E0F-6F1F-4F41-24A06A8B242D}"/>
                    </a:ext>
                  </a:extLst>
                </p14:cNvPr>
                <p14:cNvContentPartPr/>
                <p14:nvPr/>
              </p14:nvContentPartPr>
              <p14:xfrm>
                <a:off x="4518517" y="2788998"/>
                <a:ext cx="110160" cy="1699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7D8CC53-6E0F-6F1F-4F41-24A06A8B242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500458" y="2770998"/>
                  <a:ext cx="145917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2170020-58A6-2EBB-6A0A-B802C4214990}"/>
                    </a:ext>
                  </a:extLst>
                </p14:cNvPr>
                <p14:cNvContentPartPr/>
                <p14:nvPr/>
              </p14:nvContentPartPr>
              <p14:xfrm>
                <a:off x="4703917" y="2756598"/>
                <a:ext cx="111600" cy="1454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2170020-58A6-2EBB-6A0A-B802C421499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685917" y="2738553"/>
                  <a:ext cx="147240" cy="1811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819CA92-2B60-F0C0-1931-28182B0D8D3D}"/>
                    </a:ext>
                  </a:extLst>
                </p14:cNvPr>
                <p14:cNvContentPartPr/>
                <p14:nvPr/>
              </p14:nvContentPartPr>
              <p14:xfrm>
                <a:off x="4806517" y="2924718"/>
                <a:ext cx="61200" cy="1281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819CA92-2B60-F0C0-1931-28182B0D8D3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788622" y="2906718"/>
                  <a:ext cx="96632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C0D96D8-25E4-C9B8-15E5-32EFAE074165}"/>
                    </a:ext>
                  </a:extLst>
                </p14:cNvPr>
                <p14:cNvContentPartPr/>
                <p14:nvPr/>
              </p14:nvContentPartPr>
              <p14:xfrm>
                <a:off x="4612117" y="3087078"/>
                <a:ext cx="111240" cy="1386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C0D96D8-25E4-C9B8-15E5-32EFAE07416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594117" y="3069078"/>
                  <a:ext cx="1468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6967921-D53D-2C37-DDC7-5D2A0F6297F6}"/>
                    </a:ext>
                  </a:extLst>
                </p14:cNvPr>
                <p14:cNvContentPartPr/>
                <p14:nvPr/>
              </p14:nvContentPartPr>
              <p14:xfrm>
                <a:off x="4809037" y="3211278"/>
                <a:ext cx="85320" cy="1040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6967921-D53D-2C37-DDC7-5D2A0F6297F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791037" y="3193278"/>
                  <a:ext cx="1209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F87E3F9-EE4C-397C-A602-5D050D5815BE}"/>
                    </a:ext>
                  </a:extLst>
                </p14:cNvPr>
                <p14:cNvContentPartPr/>
                <p14:nvPr/>
              </p14:nvContentPartPr>
              <p14:xfrm>
                <a:off x="4594117" y="3330798"/>
                <a:ext cx="84600" cy="982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F87E3F9-EE4C-397C-A602-5D050D5815B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576040" y="3312798"/>
                  <a:ext cx="120392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600D3A1-1E92-6DFE-2FBA-983B96C90BDB}"/>
                    </a:ext>
                  </a:extLst>
                </p14:cNvPr>
                <p14:cNvContentPartPr/>
                <p14:nvPr/>
              </p14:nvContentPartPr>
              <p14:xfrm>
                <a:off x="4876357" y="2363838"/>
                <a:ext cx="70920" cy="1465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600D3A1-1E92-6DFE-2FBA-983B96C90BD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858265" y="2345838"/>
                  <a:ext cx="106742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7A530C5-DA11-76EF-72E8-0FCC45D2B2BF}"/>
                    </a:ext>
                  </a:extLst>
                </p14:cNvPr>
                <p14:cNvContentPartPr/>
                <p14:nvPr/>
              </p14:nvContentPartPr>
              <p14:xfrm>
                <a:off x="4895797" y="2621958"/>
                <a:ext cx="70560" cy="1501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7A530C5-DA11-76EF-72E8-0FCC45D2B2B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877797" y="2603915"/>
                  <a:ext cx="106200" cy="18584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878114B-010A-4B6B-DDFD-3486E5B66308}"/>
                    </a:ext>
                  </a:extLst>
                </p14:cNvPr>
                <p14:cNvContentPartPr/>
                <p14:nvPr/>
              </p14:nvContentPartPr>
              <p14:xfrm>
                <a:off x="4950517" y="2983398"/>
                <a:ext cx="58320" cy="1119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878114B-010A-4B6B-DDFD-3486E5B6630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932517" y="2965456"/>
                  <a:ext cx="93960" cy="1474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03A7332-1218-CCD6-DFE8-4C5CFFD092DE}"/>
                    </a:ext>
                  </a:extLst>
                </p14:cNvPr>
                <p14:cNvContentPartPr/>
                <p14:nvPr/>
              </p14:nvContentPartPr>
              <p14:xfrm>
                <a:off x="4952677" y="3256998"/>
                <a:ext cx="88920" cy="889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03A7332-1218-CCD6-DFE8-4C5CFFD092D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934677" y="3238925"/>
                  <a:ext cx="124560" cy="124705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6E67D96E-F311-E023-4BA7-B0C8DCAEBB77}"/>
              </a:ext>
            </a:extLst>
          </p:cNvPr>
          <p:cNvGrpSpPr/>
          <p:nvPr/>
        </p:nvGrpSpPr>
        <p:grpSpPr>
          <a:xfrm>
            <a:off x="2860680" y="2467330"/>
            <a:ext cx="685080" cy="1073880"/>
            <a:chOff x="6285757" y="2332158"/>
            <a:chExt cx="685080" cy="107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E269CBD-0376-7F4E-9E1B-EC4FC5879305}"/>
                    </a:ext>
                  </a:extLst>
                </p14:cNvPr>
                <p14:cNvContentPartPr/>
                <p14:nvPr/>
              </p14:nvContentPartPr>
              <p14:xfrm>
                <a:off x="6413917" y="2332158"/>
                <a:ext cx="23400" cy="241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E269CBD-0376-7F4E-9E1B-EC4FC587930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395917" y="2314158"/>
                  <a:ext cx="590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8385B75-0F1B-7AC6-D930-6D8F93DC516A}"/>
                    </a:ext>
                  </a:extLst>
                </p14:cNvPr>
                <p14:cNvContentPartPr/>
                <p14:nvPr/>
              </p14:nvContentPartPr>
              <p14:xfrm>
                <a:off x="6453517" y="2576238"/>
                <a:ext cx="1440" cy="223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8385B75-0F1B-7AC6-D930-6D8F93DC516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439117" y="2558238"/>
                  <a:ext cx="29952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15619783-3CC7-1226-223D-1BF69A8A8932}"/>
                    </a:ext>
                  </a:extLst>
                </p14:cNvPr>
                <p14:cNvContentPartPr/>
                <p14:nvPr/>
              </p14:nvContentPartPr>
              <p14:xfrm>
                <a:off x="6285757" y="2640318"/>
                <a:ext cx="68760" cy="1155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15619783-3CC7-1226-223D-1BF69A8A893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267757" y="2622318"/>
                  <a:ext cx="1044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2EEEA59-C511-CEA0-AAA8-52E5348C4F3B}"/>
                    </a:ext>
                  </a:extLst>
                </p14:cNvPr>
                <p14:cNvContentPartPr/>
                <p14:nvPr/>
              </p14:nvContentPartPr>
              <p14:xfrm>
                <a:off x="6494917" y="2594238"/>
                <a:ext cx="5760" cy="363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2EEEA59-C511-CEA0-AAA8-52E5348C4F3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475717" y="2576058"/>
                  <a:ext cx="43776" cy="723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4018FFA-C682-8C92-30EE-703DF1A9A022}"/>
                    </a:ext>
                  </a:extLst>
                </p14:cNvPr>
                <p14:cNvContentPartPr/>
                <p14:nvPr/>
              </p14:nvContentPartPr>
              <p14:xfrm>
                <a:off x="6527677" y="2607918"/>
                <a:ext cx="115920" cy="3139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4018FFA-C682-8C92-30EE-703DF1A9A02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509733" y="2589918"/>
                  <a:ext cx="15145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DAB7B7D-E632-5FDB-67AC-6B6747C69770}"/>
                    </a:ext>
                  </a:extLst>
                </p14:cNvPr>
                <p14:cNvContentPartPr/>
                <p14:nvPr/>
              </p14:nvContentPartPr>
              <p14:xfrm>
                <a:off x="6474757" y="2854158"/>
                <a:ext cx="18000" cy="1771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DAB7B7D-E632-5FDB-67AC-6B6747C6977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456757" y="2836158"/>
                  <a:ext cx="5364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58CB6F9-EE64-30F3-53AB-E93F3F2C2CBC}"/>
                    </a:ext>
                  </a:extLst>
                </p14:cNvPr>
                <p14:cNvContentPartPr/>
                <p14:nvPr/>
              </p14:nvContentPartPr>
              <p14:xfrm>
                <a:off x="6352357" y="2805558"/>
                <a:ext cx="126360" cy="3304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58CB6F9-EE64-30F3-53AB-E93F3F2C2CB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334357" y="2787558"/>
                  <a:ext cx="16200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BC3E671-350C-2E49-23E8-17D878940D31}"/>
                    </a:ext>
                  </a:extLst>
                </p14:cNvPr>
                <p14:cNvContentPartPr/>
                <p14:nvPr/>
              </p14:nvContentPartPr>
              <p14:xfrm>
                <a:off x="6730717" y="3043878"/>
                <a:ext cx="51120" cy="198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BC3E671-350C-2E49-23E8-17D878940D3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712717" y="3025878"/>
                  <a:ext cx="867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60FD4D4-E14D-E7C3-884F-180F1AE5F15A}"/>
                    </a:ext>
                  </a:extLst>
                </p14:cNvPr>
                <p14:cNvContentPartPr/>
                <p14:nvPr/>
              </p14:nvContentPartPr>
              <p14:xfrm>
                <a:off x="6727117" y="3207318"/>
                <a:ext cx="14760" cy="140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60FD4D4-E14D-E7C3-884F-180F1AE5F15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709117" y="3189318"/>
                  <a:ext cx="504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41C705F-D6A2-0997-271C-B3CB8EF1984B}"/>
                    </a:ext>
                  </a:extLst>
                </p14:cNvPr>
                <p14:cNvContentPartPr/>
                <p14:nvPr/>
              </p14:nvContentPartPr>
              <p14:xfrm>
                <a:off x="6538477" y="3258798"/>
                <a:ext cx="4680" cy="237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41C705F-D6A2-0997-271C-B3CB8EF1984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520477" y="3240798"/>
                  <a:ext cx="403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BCE2868-ABC0-606C-EB36-D17C2346FAC8}"/>
                    </a:ext>
                  </a:extLst>
                </p14:cNvPr>
                <p14:cNvContentPartPr/>
                <p14:nvPr/>
              </p14:nvContentPartPr>
              <p14:xfrm>
                <a:off x="6675997" y="2883678"/>
                <a:ext cx="12960" cy="39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BCE2868-ABC0-606C-EB36-D17C2346FAC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657997" y="2867178"/>
                  <a:ext cx="48600" cy="366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A7E179D-24A2-A802-781D-BFC03F574FE7}"/>
                    </a:ext>
                  </a:extLst>
                </p14:cNvPr>
                <p14:cNvContentPartPr/>
                <p14:nvPr/>
              </p14:nvContentPartPr>
              <p14:xfrm>
                <a:off x="6678877" y="2725638"/>
                <a:ext cx="6840" cy="442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A7E179D-24A2-A802-781D-BFC03F574FE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660877" y="2707638"/>
                  <a:ext cx="424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0DC8962-8AEE-02D9-4077-CF42792B0C98}"/>
                    </a:ext>
                  </a:extLst>
                </p14:cNvPr>
                <p14:cNvContentPartPr/>
                <p14:nvPr/>
              </p14:nvContentPartPr>
              <p14:xfrm>
                <a:off x="6814237" y="2552118"/>
                <a:ext cx="7200" cy="241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0DC8962-8AEE-02D9-4077-CF42792B0C9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796237" y="2534118"/>
                  <a:ext cx="428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10F6C36-3E04-E07A-86D6-16D307EEC264}"/>
                    </a:ext>
                  </a:extLst>
                </p14:cNvPr>
                <p14:cNvContentPartPr/>
                <p14:nvPr/>
              </p14:nvContentPartPr>
              <p14:xfrm>
                <a:off x="6650437" y="2372838"/>
                <a:ext cx="43200" cy="187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10F6C36-3E04-E07A-86D6-16D307EEC26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632437" y="2354838"/>
                  <a:ext cx="788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6249403-06FD-7E30-0C94-923C1502FB37}"/>
                    </a:ext>
                  </a:extLst>
                </p14:cNvPr>
                <p14:cNvContentPartPr/>
                <p14:nvPr/>
              </p14:nvContentPartPr>
              <p14:xfrm>
                <a:off x="6882277" y="2370318"/>
                <a:ext cx="88560" cy="3607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6249403-06FD-7E30-0C94-923C1502FB3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864277" y="2352318"/>
                  <a:ext cx="12420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45045F0-167B-8A34-2559-64BD4C461FEB}"/>
                    </a:ext>
                  </a:extLst>
                </p14:cNvPr>
                <p14:cNvContentPartPr/>
                <p14:nvPr/>
              </p14:nvContentPartPr>
              <p14:xfrm>
                <a:off x="6943837" y="2989158"/>
                <a:ext cx="3600" cy="212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45045F0-167B-8A34-2559-64BD4C461FE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923837" y="2970848"/>
                  <a:ext cx="43200" cy="574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1AAA1DF-8DAD-25AD-4BCC-B3BA69E1AC82}"/>
                    </a:ext>
                  </a:extLst>
                </p14:cNvPr>
                <p14:cNvContentPartPr/>
                <p14:nvPr/>
              </p14:nvContentPartPr>
              <p14:xfrm>
                <a:off x="6922597" y="3218118"/>
                <a:ext cx="21600" cy="439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1AAA1DF-8DAD-25AD-4BCC-B3BA69E1AC8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904597" y="3200118"/>
                  <a:ext cx="572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BE056ECF-1724-A56B-D048-F11F55B74A93}"/>
                    </a:ext>
                  </a:extLst>
                </p14:cNvPr>
                <p14:cNvContentPartPr/>
                <p14:nvPr/>
              </p14:nvContentPartPr>
              <p14:xfrm>
                <a:off x="6714877" y="3392718"/>
                <a:ext cx="6480" cy="133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BE056ECF-1724-A56B-D048-F11F55B74A9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696877" y="3374718"/>
                  <a:ext cx="421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690E006-3A45-B3C8-5F80-2F9764C92421}"/>
                    </a:ext>
                  </a:extLst>
                </p14:cNvPr>
                <p14:cNvContentPartPr/>
                <p14:nvPr/>
              </p14:nvContentPartPr>
              <p14:xfrm>
                <a:off x="6861037" y="3174198"/>
                <a:ext cx="8280" cy="140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690E006-3A45-B3C8-5F80-2F9764C9242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843037" y="3156198"/>
                  <a:ext cx="439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E4B11D5-91E0-5E1F-6802-063951DC60C2}"/>
                    </a:ext>
                  </a:extLst>
                </p14:cNvPr>
                <p14:cNvContentPartPr/>
                <p14:nvPr/>
              </p14:nvContentPartPr>
              <p14:xfrm>
                <a:off x="6897037" y="2841918"/>
                <a:ext cx="15120" cy="57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E4B11D5-91E0-5E1F-6802-063951DC60C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879456" y="2823918"/>
                  <a:ext cx="49931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00FF5666-A69A-B84D-7830-2024195EF968}"/>
                    </a:ext>
                  </a:extLst>
                </p14:cNvPr>
                <p14:cNvContentPartPr/>
                <p14:nvPr/>
              </p14:nvContentPartPr>
              <p14:xfrm>
                <a:off x="6733957" y="2904918"/>
                <a:ext cx="7200" cy="180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00FF5666-A69A-B84D-7830-2024195EF96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715957" y="2886551"/>
                  <a:ext cx="42840" cy="543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3CA4886-EE4F-5F52-EEB8-4B6579D9627F}"/>
                    </a:ext>
                  </a:extLst>
                </p14:cNvPr>
                <p14:cNvContentPartPr/>
                <p14:nvPr/>
              </p14:nvContentPartPr>
              <p14:xfrm>
                <a:off x="6542797" y="3148278"/>
                <a:ext cx="14760" cy="162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3CA4886-EE4F-5F52-EEB8-4B6579D9627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525226" y="3130278"/>
                  <a:ext cx="49551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02445DF-F8EF-FC2D-8FCD-ACDA5B7FA030}"/>
                    </a:ext>
                  </a:extLst>
                </p14:cNvPr>
                <p14:cNvContentPartPr/>
                <p14:nvPr/>
              </p14:nvContentPartPr>
              <p14:xfrm>
                <a:off x="6615157" y="3009318"/>
                <a:ext cx="6120" cy="298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02445DF-F8EF-FC2D-8FCD-ACDA5B7FA03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597157" y="2991532"/>
                  <a:ext cx="41760" cy="650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F80AF86-8E7A-23D9-58DB-3B04AE23ECE0}"/>
                    </a:ext>
                  </a:extLst>
                </p14:cNvPr>
                <p14:cNvContentPartPr/>
                <p14:nvPr/>
              </p14:nvContentPartPr>
              <p14:xfrm>
                <a:off x="6350917" y="3314238"/>
                <a:ext cx="24840" cy="61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F80AF86-8E7A-23D9-58DB-3B04AE23ECE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332917" y="3295113"/>
                  <a:ext cx="60480" cy="439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B81F796-DAE6-68C8-A571-8B66E23B5A1D}"/>
                    </a:ext>
                  </a:extLst>
                </p14:cNvPr>
                <p14:cNvContentPartPr/>
                <p14:nvPr/>
              </p14:nvContentPartPr>
              <p14:xfrm>
                <a:off x="6328957" y="2899158"/>
                <a:ext cx="62640" cy="1436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B81F796-DAE6-68C8-A571-8B66E23B5A1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310957" y="2881158"/>
                  <a:ext cx="982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FE782573-1987-8BAC-0960-1D1CB5943D26}"/>
                    </a:ext>
                  </a:extLst>
                </p14:cNvPr>
                <p14:cNvContentPartPr/>
                <p14:nvPr/>
              </p14:nvContentPartPr>
              <p14:xfrm>
                <a:off x="6429037" y="3090318"/>
                <a:ext cx="6120" cy="36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FE782573-1987-8BAC-0960-1D1CB5943D2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411037" y="3072318"/>
                  <a:ext cx="417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9B75547-71B7-BECB-F2E5-02F3F9224EDF}"/>
                    </a:ext>
                  </a:extLst>
                </p14:cNvPr>
                <p14:cNvContentPartPr/>
                <p14:nvPr/>
              </p14:nvContentPartPr>
              <p14:xfrm>
                <a:off x="6479077" y="3208758"/>
                <a:ext cx="17280" cy="205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9B75547-71B7-BECB-F2E5-02F3F9224ED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461077" y="3190758"/>
                  <a:ext cx="529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B92B158-C20A-DBA8-C1A5-68F6DE6358B0}"/>
                    </a:ext>
                  </a:extLst>
                </p14:cNvPr>
                <p14:cNvContentPartPr/>
                <p14:nvPr/>
              </p14:nvContentPartPr>
              <p14:xfrm>
                <a:off x="6377197" y="2462118"/>
                <a:ext cx="270360" cy="432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B92B158-C20A-DBA8-C1A5-68F6DE6358B0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359173" y="2444118"/>
                  <a:ext cx="306048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87128CB-E35E-75A3-27F5-CBABBBE978D3}"/>
                    </a:ext>
                  </a:extLst>
                </p14:cNvPr>
                <p14:cNvContentPartPr/>
                <p14:nvPr/>
              </p14:nvContentPartPr>
              <p14:xfrm>
                <a:off x="6489877" y="2769198"/>
                <a:ext cx="3600" cy="36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87128CB-E35E-75A3-27F5-CBABBBE978D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469877" y="2751198"/>
                  <a:ext cx="4320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FF98F4A1-4E57-22C4-7BC2-43F56CAE8761}"/>
              </a:ext>
            </a:extLst>
          </p:cNvPr>
          <p:cNvGrpSpPr/>
          <p:nvPr/>
        </p:nvGrpSpPr>
        <p:grpSpPr>
          <a:xfrm>
            <a:off x="2079840" y="1240810"/>
            <a:ext cx="726840" cy="883800"/>
            <a:chOff x="5504917" y="1105638"/>
            <a:chExt cx="726840" cy="88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581C798D-0EBA-781A-3040-C0EB7B10269A}"/>
                    </a:ext>
                  </a:extLst>
                </p14:cNvPr>
                <p14:cNvContentPartPr/>
                <p14:nvPr/>
              </p14:nvContentPartPr>
              <p14:xfrm>
                <a:off x="5504917" y="1191318"/>
                <a:ext cx="271440" cy="7822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581C798D-0EBA-781A-3040-C0EB7B10269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486917" y="1173318"/>
                  <a:ext cx="307080" cy="81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6481BEDE-B7F9-7A45-2B61-2219FD11C15C}"/>
                    </a:ext>
                  </a:extLst>
                </p14:cNvPr>
                <p14:cNvContentPartPr/>
                <p14:nvPr/>
              </p14:nvContentPartPr>
              <p14:xfrm>
                <a:off x="5588437" y="1874598"/>
                <a:ext cx="137160" cy="1148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6481BEDE-B7F9-7A45-2B61-2219FD11C15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570390" y="1856598"/>
                  <a:ext cx="172894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6CEE60D-60D3-C9E3-3835-63C10AFE0933}"/>
                    </a:ext>
                  </a:extLst>
                </p14:cNvPr>
                <p14:cNvContentPartPr/>
                <p14:nvPr/>
              </p14:nvContentPartPr>
              <p14:xfrm>
                <a:off x="5959237" y="1105638"/>
                <a:ext cx="272520" cy="7405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6CEE60D-60D3-C9E3-3835-63C10AFE0933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941237" y="1087638"/>
                  <a:ext cx="308160" cy="77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23593A6-FABC-F1FA-B444-23AE4AE1ADDD}"/>
                    </a:ext>
                  </a:extLst>
                </p14:cNvPr>
                <p14:cNvContentPartPr/>
                <p14:nvPr/>
              </p14:nvContentPartPr>
              <p14:xfrm>
                <a:off x="5928637" y="1788558"/>
                <a:ext cx="135360" cy="1350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23593A6-FABC-F1FA-B444-23AE4AE1ADD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910589" y="1770558"/>
                  <a:ext cx="171095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C9B09429-A216-B049-4153-1FABEACB8253}"/>
              </a:ext>
            </a:extLst>
          </p:cNvPr>
          <p:cNvGrpSpPr/>
          <p:nvPr/>
        </p:nvGrpSpPr>
        <p:grpSpPr>
          <a:xfrm>
            <a:off x="3051840" y="1136050"/>
            <a:ext cx="771120" cy="433800"/>
            <a:chOff x="6476917" y="1000878"/>
            <a:chExt cx="771120" cy="43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2966201-0E1C-0A2A-DA52-638E43F0FD21}"/>
                    </a:ext>
                  </a:extLst>
                </p14:cNvPr>
                <p14:cNvContentPartPr/>
                <p14:nvPr/>
              </p14:nvContentPartPr>
              <p14:xfrm>
                <a:off x="6476917" y="1063878"/>
                <a:ext cx="140760" cy="3096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2966201-0E1C-0A2A-DA52-638E43F0FD21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458917" y="1045878"/>
                  <a:ext cx="17640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12835C9-F517-89C3-0237-58EDB1558990}"/>
                    </a:ext>
                  </a:extLst>
                </p14:cNvPr>
                <p14:cNvContentPartPr/>
                <p14:nvPr/>
              </p14:nvContentPartPr>
              <p14:xfrm>
                <a:off x="6670957" y="1210398"/>
                <a:ext cx="47520" cy="1418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12835C9-F517-89C3-0237-58EDB155899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652957" y="1192398"/>
                  <a:ext cx="831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DDB167F-CBF4-DFE7-DE6A-810389DA700E}"/>
                    </a:ext>
                  </a:extLst>
                </p14:cNvPr>
                <p14:cNvContentPartPr/>
                <p14:nvPr/>
              </p14:nvContentPartPr>
              <p14:xfrm>
                <a:off x="6673117" y="1094478"/>
                <a:ext cx="35280" cy="666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DDB167F-CBF4-DFE7-DE6A-810389DA700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655117" y="1076478"/>
                  <a:ext cx="709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D517449-A8F1-2C69-ACCC-D3AF909CA5F4}"/>
                    </a:ext>
                  </a:extLst>
                </p14:cNvPr>
                <p14:cNvContentPartPr/>
                <p14:nvPr/>
              </p14:nvContentPartPr>
              <p14:xfrm>
                <a:off x="6794077" y="1137318"/>
                <a:ext cx="91800" cy="2973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D517449-A8F1-2C69-ACCC-D3AF909CA5F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776006" y="1119318"/>
                  <a:ext cx="12758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790BC6C-95E0-BD76-44A3-33BFB45EB063}"/>
                    </a:ext>
                  </a:extLst>
                </p14:cNvPr>
                <p14:cNvContentPartPr/>
                <p14:nvPr/>
              </p14:nvContentPartPr>
              <p14:xfrm>
                <a:off x="6885517" y="1032918"/>
                <a:ext cx="199800" cy="2311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790BC6C-95E0-BD76-44A3-33BFB45EB06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867517" y="1014918"/>
                  <a:ext cx="23544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4C54E4F-1DD8-85C1-50AC-4FFA0B7B144A}"/>
                    </a:ext>
                  </a:extLst>
                </p14:cNvPr>
                <p14:cNvContentPartPr/>
                <p14:nvPr/>
              </p14:nvContentPartPr>
              <p14:xfrm>
                <a:off x="7114117" y="1005198"/>
                <a:ext cx="101880" cy="2023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4C54E4F-1DD8-85C1-50AC-4FFA0B7B144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096053" y="987166"/>
                  <a:ext cx="137646" cy="2380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E8C104E-C610-60A9-767E-2CE5A771F5BF}"/>
                    </a:ext>
                  </a:extLst>
                </p14:cNvPr>
                <p14:cNvContentPartPr/>
                <p14:nvPr/>
              </p14:nvContentPartPr>
              <p14:xfrm>
                <a:off x="7109437" y="1000878"/>
                <a:ext cx="138600" cy="1569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E8C104E-C610-60A9-767E-2CE5A771F5B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091437" y="982837"/>
                  <a:ext cx="174240" cy="19268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63FB7A3C-7BC8-9BAA-6151-6B7F753D7E8F}"/>
              </a:ext>
            </a:extLst>
          </p:cNvPr>
          <p:cNvGrpSpPr/>
          <p:nvPr/>
        </p:nvGrpSpPr>
        <p:grpSpPr>
          <a:xfrm>
            <a:off x="1134480" y="2824810"/>
            <a:ext cx="1836000" cy="370440"/>
            <a:chOff x="4559557" y="2689638"/>
            <a:chExt cx="1836000" cy="37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04E996B-64CB-433F-0E8E-BE3313D75C2D}"/>
                    </a:ext>
                  </a:extLst>
                </p14:cNvPr>
                <p14:cNvContentPartPr/>
                <p14:nvPr/>
              </p14:nvContentPartPr>
              <p14:xfrm>
                <a:off x="5352637" y="2814198"/>
                <a:ext cx="5400" cy="248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04E996B-64CB-433F-0E8E-BE3313D75C2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334637" y="2796198"/>
                  <a:ext cx="410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9B5B537-4D8F-60BD-678B-4E2BAE43B517}"/>
                    </a:ext>
                  </a:extLst>
                </p14:cNvPr>
                <p14:cNvContentPartPr/>
                <p14:nvPr/>
              </p14:nvContentPartPr>
              <p14:xfrm>
                <a:off x="5329237" y="2776038"/>
                <a:ext cx="24840" cy="52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9B5B537-4D8F-60BD-678B-4E2BAE43B517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311237" y="2758038"/>
                  <a:ext cx="604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641077C-1E93-ACCC-80EA-A149B1284B69}"/>
                    </a:ext>
                  </a:extLst>
                </p14:cNvPr>
                <p14:cNvContentPartPr/>
                <p14:nvPr/>
              </p14:nvContentPartPr>
              <p14:xfrm>
                <a:off x="5368477" y="2809158"/>
                <a:ext cx="965520" cy="66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641077C-1E93-ACCC-80EA-A149B1284B69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350484" y="2791158"/>
                  <a:ext cx="1001147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43E4FDE-A46C-B6AA-335A-ADB6FDD6C658}"/>
                    </a:ext>
                  </a:extLst>
                </p14:cNvPr>
                <p14:cNvContentPartPr/>
                <p14:nvPr/>
              </p14:nvContentPartPr>
              <p14:xfrm>
                <a:off x="6252277" y="2689638"/>
                <a:ext cx="143280" cy="3265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43E4FDE-A46C-B6AA-335A-ADB6FDD6C658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234277" y="2671638"/>
                  <a:ext cx="17892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E70A00E-D73C-E4BD-4412-53B17EE2A92D}"/>
                    </a:ext>
                  </a:extLst>
                </p14:cNvPr>
                <p14:cNvContentPartPr/>
                <p14:nvPr/>
              </p14:nvContentPartPr>
              <p14:xfrm>
                <a:off x="5268757" y="2875038"/>
                <a:ext cx="122040" cy="1742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E70A00E-D73C-E4BD-4412-53B17EE2A92D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250757" y="2857038"/>
                  <a:ext cx="1576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0C30880-5183-C08E-9D58-FC30D5BF2EC1}"/>
                    </a:ext>
                  </a:extLst>
                </p14:cNvPr>
                <p14:cNvContentPartPr/>
                <p14:nvPr/>
              </p14:nvContentPartPr>
              <p14:xfrm>
                <a:off x="4571077" y="2933358"/>
                <a:ext cx="723960" cy="626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0C30880-5183-C08E-9D58-FC30D5BF2EC1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553077" y="2915358"/>
                  <a:ext cx="7596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304C489-C31B-9734-48B5-918DE562B334}"/>
                    </a:ext>
                  </a:extLst>
                </p14:cNvPr>
                <p14:cNvContentPartPr/>
                <p14:nvPr/>
              </p14:nvContentPartPr>
              <p14:xfrm>
                <a:off x="4559557" y="2964678"/>
                <a:ext cx="133920" cy="954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304C489-C31B-9734-48B5-918DE562B334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541557" y="2946610"/>
                  <a:ext cx="169560" cy="1311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69828D5C-4BF5-D74E-6E89-0BD6C9E987FA}"/>
                    </a:ext>
                  </a:extLst>
                </p14:cNvPr>
                <p14:cNvContentPartPr/>
                <p14:nvPr/>
              </p14:nvContentPartPr>
              <p14:xfrm>
                <a:off x="4566757" y="2824278"/>
                <a:ext cx="183240" cy="1350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69828D5C-4BF5-D74E-6E89-0BD6C9E987F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548757" y="2806278"/>
                  <a:ext cx="218880" cy="170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E80E24B8-C713-FDCD-8769-EEBC072C276C}"/>
                  </a:ext>
                </a:extLst>
              </p14:cNvPr>
              <p14:cNvContentPartPr/>
              <p14:nvPr/>
            </p14:nvContentPartPr>
            <p14:xfrm>
              <a:off x="595560" y="3332410"/>
              <a:ext cx="295920" cy="28368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E80E24B8-C713-FDCD-8769-EEBC072C276C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577560" y="3314410"/>
                <a:ext cx="331560" cy="31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1" name="Group 150">
            <a:extLst>
              <a:ext uri="{FF2B5EF4-FFF2-40B4-BE49-F238E27FC236}">
                <a16:creationId xmlns:a16="http://schemas.microsoft.com/office/drawing/2014/main" id="{56224C37-2534-DE96-F588-C070DEF34117}"/>
              </a:ext>
            </a:extLst>
          </p:cNvPr>
          <p:cNvGrpSpPr/>
          <p:nvPr/>
        </p:nvGrpSpPr>
        <p:grpSpPr>
          <a:xfrm>
            <a:off x="3889200" y="3250690"/>
            <a:ext cx="278640" cy="200880"/>
            <a:chOff x="7314277" y="3115518"/>
            <a:chExt cx="278640" cy="20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82487E44-BFC3-A7D1-63E0-634149BA5226}"/>
                    </a:ext>
                  </a:extLst>
                </p14:cNvPr>
                <p14:cNvContentPartPr/>
                <p14:nvPr/>
              </p14:nvContentPartPr>
              <p14:xfrm>
                <a:off x="7314277" y="3115518"/>
                <a:ext cx="102600" cy="2008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82487E44-BFC3-A7D1-63E0-634149BA522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296277" y="3097518"/>
                  <a:ext cx="1382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EAAD5DE-E48E-20F2-E47E-F09F0798C832}"/>
                    </a:ext>
                  </a:extLst>
                </p14:cNvPr>
                <p14:cNvContentPartPr/>
                <p14:nvPr/>
              </p14:nvContentPartPr>
              <p14:xfrm>
                <a:off x="7325077" y="3303438"/>
                <a:ext cx="2160" cy="21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EAAD5DE-E48E-20F2-E47E-F09F0798C832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307077" y="3285438"/>
                  <a:ext cx="378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FB734840-BCA2-E1FA-3907-5DAF0F3B0008}"/>
                    </a:ext>
                  </a:extLst>
                </p14:cNvPr>
                <p14:cNvContentPartPr/>
                <p14:nvPr/>
              </p14:nvContentPartPr>
              <p14:xfrm>
                <a:off x="7418677" y="3132438"/>
                <a:ext cx="174240" cy="1202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FB734840-BCA2-E1FA-3907-5DAF0F3B0008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400677" y="3114438"/>
                  <a:ext cx="20988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D5A7169D-7C34-0DC7-EAE1-05810BCE0CA9}"/>
              </a:ext>
            </a:extLst>
          </p:cNvPr>
          <p:cNvGrpSpPr/>
          <p:nvPr/>
        </p:nvGrpSpPr>
        <p:grpSpPr>
          <a:xfrm>
            <a:off x="3397080" y="4737130"/>
            <a:ext cx="299520" cy="920880"/>
            <a:chOff x="6822157" y="4601958"/>
            <a:chExt cx="299520" cy="92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5D27B4B8-A5AA-16E6-C6CC-E988CD581DA4}"/>
                    </a:ext>
                  </a:extLst>
                </p14:cNvPr>
                <p14:cNvContentPartPr/>
                <p14:nvPr/>
              </p14:nvContentPartPr>
              <p14:xfrm>
                <a:off x="6827917" y="4625718"/>
                <a:ext cx="231840" cy="8971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5D27B4B8-A5AA-16E6-C6CC-E988CD581DA4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809917" y="4607718"/>
                  <a:ext cx="267480" cy="9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B0955B9-8D3B-F398-2217-3C131200782C}"/>
                    </a:ext>
                  </a:extLst>
                </p14:cNvPr>
                <p14:cNvContentPartPr/>
                <p14:nvPr/>
              </p14:nvContentPartPr>
              <p14:xfrm>
                <a:off x="6822157" y="4615638"/>
                <a:ext cx="83160" cy="1339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B0955B9-8D3B-F398-2217-3C131200782C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804157" y="4597638"/>
                  <a:ext cx="1188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DCFA0595-53B9-3F3C-2163-8FC3753C80F8}"/>
                    </a:ext>
                  </a:extLst>
                </p14:cNvPr>
                <p14:cNvContentPartPr/>
                <p14:nvPr/>
              </p14:nvContentPartPr>
              <p14:xfrm>
                <a:off x="7052917" y="4601958"/>
                <a:ext cx="68760" cy="428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DCFA0595-53B9-3F3C-2163-8FC3753C80F8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034917" y="4583958"/>
                  <a:ext cx="104400" cy="78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1DB75ECB-06C4-A42B-CEF4-FC64A4EB48EF}"/>
                  </a:ext>
                </a:extLst>
              </p14:cNvPr>
              <p14:cNvContentPartPr/>
              <p14:nvPr/>
            </p14:nvContentPartPr>
            <p14:xfrm>
              <a:off x="5563920" y="3010570"/>
              <a:ext cx="142920" cy="24552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1DB75ECB-06C4-A42B-CEF4-FC64A4EB48EF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5546280" y="2992570"/>
                <a:ext cx="178560" cy="28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FB4D441C-6713-46EF-E41F-25BFEE425373}"/>
                  </a:ext>
                </a:extLst>
              </p14:cNvPr>
              <p14:cNvContentPartPr/>
              <p14:nvPr/>
            </p14:nvContentPartPr>
            <p14:xfrm>
              <a:off x="5574720" y="2958010"/>
              <a:ext cx="130320" cy="16020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FB4D441C-6713-46EF-E41F-25BFEE425373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5557080" y="2940370"/>
                <a:ext cx="16596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806F89DE-A76C-07DC-F720-B12C481F2458}"/>
                  </a:ext>
                </a:extLst>
              </p14:cNvPr>
              <p14:cNvContentPartPr/>
              <p14:nvPr/>
            </p14:nvContentPartPr>
            <p14:xfrm>
              <a:off x="5703600" y="3503410"/>
              <a:ext cx="93960" cy="24300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806F89DE-A76C-07DC-F720-B12C481F2458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5685600" y="3485770"/>
                <a:ext cx="12960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BC35243A-5A5F-4694-7057-359C2C4DF18A}"/>
                  </a:ext>
                </a:extLst>
              </p14:cNvPr>
              <p14:cNvContentPartPr/>
              <p14:nvPr/>
            </p14:nvContentPartPr>
            <p14:xfrm>
              <a:off x="5724480" y="3445450"/>
              <a:ext cx="182520" cy="14688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BC35243A-5A5F-4694-7057-359C2C4DF18A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5706480" y="3427810"/>
                <a:ext cx="21816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BD634A26-4CF1-6CB7-A38F-2B5510ABB9AE}"/>
                  </a:ext>
                </a:extLst>
              </p14:cNvPr>
              <p14:cNvContentPartPr/>
              <p14:nvPr/>
            </p14:nvContentPartPr>
            <p14:xfrm>
              <a:off x="5291400" y="3184090"/>
              <a:ext cx="59400" cy="5112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BD634A26-4CF1-6CB7-A38F-2B5510ABB9AE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5273400" y="3166450"/>
                <a:ext cx="9504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F2B9EF15-3BEB-D223-FAE5-0BCF42592BE9}"/>
                  </a:ext>
                </a:extLst>
              </p14:cNvPr>
              <p14:cNvContentPartPr/>
              <p14:nvPr/>
            </p14:nvContentPartPr>
            <p14:xfrm>
              <a:off x="5294280" y="3171490"/>
              <a:ext cx="63360" cy="6948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F2B9EF15-3BEB-D223-FAE5-0BCF42592BE9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5276280" y="3153850"/>
                <a:ext cx="9900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A7C0E115-7450-2158-7EA8-1A2CAF2795D6}"/>
                  </a:ext>
                </a:extLst>
              </p14:cNvPr>
              <p14:cNvContentPartPr/>
              <p14:nvPr/>
            </p14:nvContentPartPr>
            <p14:xfrm>
              <a:off x="5311560" y="3240970"/>
              <a:ext cx="68400" cy="41076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A7C0E115-7450-2158-7EA8-1A2CAF2795D6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5293920" y="3223330"/>
                <a:ext cx="104040" cy="44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B4F7562E-8677-0932-7ED8-BF1765BA93E9}"/>
                  </a:ext>
                </a:extLst>
              </p14:cNvPr>
              <p14:cNvContentPartPr/>
              <p14:nvPr/>
            </p14:nvContentPartPr>
            <p14:xfrm>
              <a:off x="5263320" y="3503410"/>
              <a:ext cx="163440" cy="13932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B4F7562E-8677-0932-7ED8-BF1765BA93E9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5245320" y="3485770"/>
                <a:ext cx="19908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25E66275-BA31-BC09-E272-2AD9EFD0D441}"/>
                  </a:ext>
                </a:extLst>
              </p14:cNvPr>
              <p14:cNvContentPartPr/>
              <p14:nvPr/>
            </p14:nvContentPartPr>
            <p14:xfrm>
              <a:off x="4960560" y="3589090"/>
              <a:ext cx="170280" cy="15804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25E66275-BA31-BC09-E272-2AD9EFD0D441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4942560" y="3571090"/>
                <a:ext cx="20592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2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0118F697-5071-917F-5831-9A7D4936D58D}"/>
                  </a:ext>
                </a:extLst>
              </p14:cNvPr>
              <p14:cNvContentPartPr/>
              <p14:nvPr/>
            </p14:nvContentPartPr>
            <p14:xfrm>
              <a:off x="4965960" y="3154570"/>
              <a:ext cx="63360" cy="43272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0118F697-5071-917F-5831-9A7D4936D58D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4947960" y="3136930"/>
                <a:ext cx="99000" cy="46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877B4E28-9B7C-01BA-C335-A5324FAAD1DB}"/>
                  </a:ext>
                </a:extLst>
              </p14:cNvPr>
              <p14:cNvContentPartPr/>
              <p14:nvPr/>
            </p14:nvContentPartPr>
            <p14:xfrm>
              <a:off x="4924560" y="3121810"/>
              <a:ext cx="134280" cy="13500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877B4E28-9B7C-01BA-C335-A5324FAAD1DB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4906560" y="3104170"/>
                <a:ext cx="169920" cy="170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1" name="Group 200">
            <a:extLst>
              <a:ext uri="{FF2B5EF4-FFF2-40B4-BE49-F238E27FC236}">
                <a16:creationId xmlns:a16="http://schemas.microsoft.com/office/drawing/2014/main" id="{23C1730A-F7F7-8BA8-D08C-CD8CE0F08593}"/>
              </a:ext>
            </a:extLst>
          </p:cNvPr>
          <p:cNvGrpSpPr/>
          <p:nvPr/>
        </p:nvGrpSpPr>
        <p:grpSpPr>
          <a:xfrm>
            <a:off x="6096000" y="1486330"/>
            <a:ext cx="2194200" cy="3030840"/>
            <a:chOff x="9521077" y="1351158"/>
            <a:chExt cx="2194200" cy="303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267E971-65DF-ABC2-F0E4-901C9ED12145}"/>
                    </a:ext>
                  </a:extLst>
                </p14:cNvPr>
                <p14:cNvContentPartPr/>
                <p14:nvPr/>
              </p14:nvContentPartPr>
              <p14:xfrm>
                <a:off x="9573997" y="2913198"/>
                <a:ext cx="282240" cy="3711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267E971-65DF-ABC2-F0E4-901C9ED12145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556357" y="2895198"/>
                  <a:ext cx="31788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6ABAD93-32B8-9864-B0D5-B913647BB5A1}"/>
                    </a:ext>
                  </a:extLst>
                </p14:cNvPr>
                <p14:cNvContentPartPr/>
                <p14:nvPr/>
              </p14:nvContentPartPr>
              <p14:xfrm>
                <a:off x="9860557" y="2897358"/>
                <a:ext cx="129240" cy="356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6ABAD93-32B8-9864-B0D5-B913647BB5A1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842557" y="2879718"/>
                  <a:ext cx="16488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5D769D2-0026-81FE-9FBF-ED8E3ED544B0}"/>
                    </a:ext>
                  </a:extLst>
                </p14:cNvPr>
                <p14:cNvContentPartPr/>
                <p14:nvPr/>
              </p14:nvContentPartPr>
              <p14:xfrm>
                <a:off x="9521077" y="2857038"/>
                <a:ext cx="575640" cy="604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5D769D2-0026-81FE-9FBF-ED8E3ED544B0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503077" y="2839398"/>
                  <a:ext cx="6112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91DF7806-A3A9-85EB-B12B-1283DB410865}"/>
                    </a:ext>
                  </a:extLst>
                </p14:cNvPr>
                <p14:cNvContentPartPr/>
                <p14:nvPr/>
              </p14:nvContentPartPr>
              <p14:xfrm>
                <a:off x="9719437" y="2013558"/>
                <a:ext cx="100440" cy="8935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91DF7806-A3A9-85EB-B12B-1283DB410865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701797" y="1995558"/>
                  <a:ext cx="136080" cy="9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42ACB323-CD50-2D25-D858-3D1382933A4C}"/>
                    </a:ext>
                  </a:extLst>
                </p14:cNvPr>
                <p14:cNvContentPartPr/>
                <p14:nvPr/>
              </p14:nvContentPartPr>
              <p14:xfrm>
                <a:off x="9807277" y="3282198"/>
                <a:ext cx="13680" cy="64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42ACB323-CD50-2D25-D858-3D1382933A4C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789277" y="3264198"/>
                  <a:ext cx="493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2AD66D21-0D44-8EFB-CACC-CB2F38AD0199}"/>
                    </a:ext>
                  </a:extLst>
                </p14:cNvPr>
                <p14:cNvContentPartPr/>
                <p14:nvPr/>
              </p14:nvContentPartPr>
              <p14:xfrm>
                <a:off x="9801157" y="3233958"/>
                <a:ext cx="141480" cy="10738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2AD66D21-0D44-8EFB-CACC-CB2F38AD0199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783517" y="3215958"/>
                  <a:ext cx="177120" cy="11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3F52AAD7-D3B3-62E2-2B00-DC8CD6467E34}"/>
                    </a:ext>
                  </a:extLst>
                </p14:cNvPr>
                <p14:cNvContentPartPr/>
                <p14:nvPr/>
              </p14:nvContentPartPr>
              <p14:xfrm>
                <a:off x="9712237" y="3268518"/>
                <a:ext cx="6480" cy="36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3F52AAD7-D3B3-62E2-2B00-DC8CD6467E34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9694237" y="3250518"/>
                  <a:ext cx="421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462E817F-1131-9B83-3C8A-65522F01382A}"/>
                    </a:ext>
                  </a:extLst>
                </p14:cNvPr>
                <p14:cNvContentPartPr/>
                <p14:nvPr/>
              </p14:nvContentPartPr>
              <p14:xfrm>
                <a:off x="9532957" y="3234678"/>
                <a:ext cx="496800" cy="763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462E817F-1131-9B83-3C8A-65522F01382A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515317" y="3217038"/>
                  <a:ext cx="5324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73A6B2B-FB64-93D3-67FB-E36D2CF52BAC}"/>
                    </a:ext>
                  </a:extLst>
                </p14:cNvPr>
                <p14:cNvContentPartPr/>
                <p14:nvPr/>
              </p14:nvContentPartPr>
              <p14:xfrm>
                <a:off x="10255117" y="3254118"/>
                <a:ext cx="38160" cy="2865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73A6B2B-FB64-93D3-67FB-E36D2CF52BAC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237477" y="3236478"/>
                  <a:ext cx="738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D31165A0-8A36-4574-8AAE-509EFFC853D1}"/>
                    </a:ext>
                  </a:extLst>
                </p14:cNvPr>
                <p14:cNvContentPartPr/>
                <p14:nvPr/>
              </p14:nvContentPartPr>
              <p14:xfrm>
                <a:off x="10237117" y="3239358"/>
                <a:ext cx="182880" cy="1609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D31165A0-8A36-4574-8AAE-509EFFC853D1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219477" y="3221358"/>
                  <a:ext cx="2185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06E56852-8CC7-D297-A3B2-54917E67B3CD}"/>
                    </a:ext>
                  </a:extLst>
                </p14:cNvPr>
                <p14:cNvContentPartPr/>
                <p14:nvPr/>
              </p14:nvContentPartPr>
              <p14:xfrm>
                <a:off x="10281397" y="3317478"/>
                <a:ext cx="69480" cy="619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06E56852-8CC7-D297-A3B2-54917E67B3CD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263397" y="3299478"/>
                  <a:ext cx="10512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4ED4DA4E-195B-106F-FEEB-CB195C495EDE}"/>
                    </a:ext>
                  </a:extLst>
                </p14:cNvPr>
                <p14:cNvContentPartPr/>
                <p14:nvPr/>
              </p14:nvContentPartPr>
              <p14:xfrm>
                <a:off x="10269877" y="2709438"/>
                <a:ext cx="179640" cy="1296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4ED4DA4E-195B-106F-FEEB-CB195C495EDE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251877" y="2691798"/>
                  <a:ext cx="2152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F25D5653-DCBC-6905-A8BA-0F7D1C16682A}"/>
                    </a:ext>
                  </a:extLst>
                </p14:cNvPr>
                <p14:cNvContentPartPr/>
                <p14:nvPr/>
              </p14:nvContentPartPr>
              <p14:xfrm>
                <a:off x="9750397" y="1966758"/>
                <a:ext cx="1321200" cy="14112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F25D5653-DCBC-6905-A8BA-0F7D1C16682A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732397" y="1948758"/>
                  <a:ext cx="13568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4E7AAEDA-42A6-7393-429D-3DEEA2C0ABBA}"/>
                    </a:ext>
                  </a:extLst>
                </p14:cNvPr>
                <p14:cNvContentPartPr/>
                <p14:nvPr/>
              </p14:nvContentPartPr>
              <p14:xfrm>
                <a:off x="11057917" y="2002398"/>
                <a:ext cx="178200" cy="8532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4E7AAEDA-42A6-7393-429D-3DEEA2C0ABBA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1040277" y="1984398"/>
                  <a:ext cx="213840" cy="88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BC6AD5FE-C043-FC34-435F-8BE0605E2B9A}"/>
                    </a:ext>
                  </a:extLst>
                </p14:cNvPr>
                <p14:cNvContentPartPr/>
                <p14:nvPr/>
              </p14:nvContentPartPr>
              <p14:xfrm>
                <a:off x="11144677" y="2844078"/>
                <a:ext cx="171720" cy="5504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BC6AD5FE-C043-FC34-435F-8BE0605E2B9A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1126677" y="2826078"/>
                  <a:ext cx="207360" cy="58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F1A06D37-E715-C332-CFD8-E973C1CA9031}"/>
                    </a:ext>
                  </a:extLst>
                </p14:cNvPr>
                <p14:cNvContentPartPr/>
                <p14:nvPr/>
              </p14:nvContentPartPr>
              <p14:xfrm>
                <a:off x="11266717" y="3422958"/>
                <a:ext cx="16560" cy="4698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F1A06D37-E715-C332-CFD8-E973C1CA9031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1249077" y="3405318"/>
                  <a:ext cx="52200" cy="50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0B9280BE-06A6-72E2-E5B6-28269B886466}"/>
                    </a:ext>
                  </a:extLst>
                </p14:cNvPr>
                <p14:cNvContentPartPr/>
                <p14:nvPr/>
              </p14:nvContentPartPr>
              <p14:xfrm>
                <a:off x="9850117" y="4249158"/>
                <a:ext cx="1424880" cy="1328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0B9280BE-06A6-72E2-E5B6-28269B886466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832117" y="4231518"/>
                  <a:ext cx="14605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BD433FB0-37BE-D510-1E70-43472949BFB8}"/>
                    </a:ext>
                  </a:extLst>
                </p14:cNvPr>
                <p14:cNvContentPartPr/>
                <p14:nvPr/>
              </p14:nvContentPartPr>
              <p14:xfrm>
                <a:off x="11285797" y="3876918"/>
                <a:ext cx="45720" cy="4438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BD433FB0-37BE-D510-1E70-43472949BFB8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1268157" y="3859278"/>
                  <a:ext cx="81360" cy="47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20DD6975-5ABA-C266-5DBF-243C83D11379}"/>
                    </a:ext>
                  </a:extLst>
                </p14:cNvPr>
                <p14:cNvContentPartPr/>
                <p14:nvPr/>
              </p14:nvContentPartPr>
              <p14:xfrm>
                <a:off x="11473717" y="3053238"/>
                <a:ext cx="117720" cy="3207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20DD6975-5ABA-C266-5DBF-243C83D11379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1456077" y="3035238"/>
                  <a:ext cx="15336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C16CABC1-ACCA-83D4-0491-B0686BF62819}"/>
                    </a:ext>
                  </a:extLst>
                </p14:cNvPr>
                <p14:cNvContentPartPr/>
                <p14:nvPr/>
              </p14:nvContentPartPr>
              <p14:xfrm>
                <a:off x="11466517" y="3041718"/>
                <a:ext cx="248760" cy="1702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C16CABC1-ACCA-83D4-0491-B0686BF62819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1448877" y="3023718"/>
                  <a:ext cx="2844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B706E7CB-6D11-5175-299F-F2173D1F64E0}"/>
                    </a:ext>
                  </a:extLst>
                </p14:cNvPr>
                <p14:cNvContentPartPr/>
                <p14:nvPr/>
              </p14:nvContentPartPr>
              <p14:xfrm>
                <a:off x="10256197" y="1863438"/>
                <a:ext cx="194760" cy="2851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B706E7CB-6D11-5175-299F-F2173D1F64E0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0238557" y="1845798"/>
                  <a:ext cx="23040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CAE81AB9-4C87-A3D2-3C98-B06199E2E89E}"/>
                    </a:ext>
                  </a:extLst>
                </p14:cNvPr>
                <p14:cNvContentPartPr/>
                <p14:nvPr/>
              </p14:nvContentPartPr>
              <p14:xfrm>
                <a:off x="10303357" y="1351158"/>
                <a:ext cx="93600" cy="3740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CAE81AB9-4C87-A3D2-3C98-B06199E2E89E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0285357" y="1333158"/>
                  <a:ext cx="12924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BB70A3D8-DED4-2801-74A4-B9C65D78F51B}"/>
                    </a:ext>
                  </a:extLst>
                </p14:cNvPr>
                <p14:cNvContentPartPr/>
                <p14:nvPr/>
              </p14:nvContentPartPr>
              <p14:xfrm>
                <a:off x="10296157" y="1637358"/>
                <a:ext cx="117360" cy="266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BB70A3D8-DED4-2801-74A4-B9C65D78F51B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0278517" y="1619358"/>
                  <a:ext cx="1530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DE282D03-F4BF-8919-DEDF-710345C4DDF3}"/>
                    </a:ext>
                  </a:extLst>
                </p14:cNvPr>
                <p14:cNvContentPartPr/>
                <p14:nvPr/>
              </p14:nvContentPartPr>
              <p14:xfrm>
                <a:off x="10589557" y="1453038"/>
                <a:ext cx="219960" cy="2422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DE282D03-F4BF-8919-DEDF-710345C4DDF3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0571917" y="1435398"/>
                  <a:ext cx="25560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F05B7BC7-338A-2E47-CEDD-EC883237EEA2}"/>
                    </a:ext>
                  </a:extLst>
                </p14:cNvPr>
                <p14:cNvContentPartPr/>
                <p14:nvPr/>
              </p14:nvContentPartPr>
              <p14:xfrm>
                <a:off x="10760917" y="1485078"/>
                <a:ext cx="17280" cy="1764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F05B7BC7-338A-2E47-CEDD-EC883237EEA2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0743277" y="1467438"/>
                  <a:ext cx="529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C83A5E12-4F06-F13D-B6EE-98A10A2EF7BF}"/>
                    </a:ext>
                  </a:extLst>
                </p14:cNvPr>
                <p14:cNvContentPartPr/>
                <p14:nvPr/>
              </p14:nvContentPartPr>
              <p14:xfrm>
                <a:off x="10850197" y="1516758"/>
                <a:ext cx="159480" cy="1227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C83A5E12-4F06-F13D-B6EE-98A10A2EF7BF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0832557" y="1499118"/>
                  <a:ext cx="1951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48A7FE19-960C-F77F-F32B-F4A840F00DA2}"/>
                    </a:ext>
                  </a:extLst>
                </p14:cNvPr>
                <p14:cNvContentPartPr/>
                <p14:nvPr/>
              </p14:nvContentPartPr>
              <p14:xfrm>
                <a:off x="11062957" y="1352958"/>
                <a:ext cx="104760" cy="2264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48A7FE19-960C-F77F-F32B-F4A840F00DA2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1044957" y="1335318"/>
                  <a:ext cx="14040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05BC9B77-CCB9-A51F-1EE3-829A41AF9FA9}"/>
                    </a:ext>
                  </a:extLst>
                </p14:cNvPr>
                <p14:cNvContentPartPr/>
                <p14:nvPr/>
              </p14:nvContentPartPr>
              <p14:xfrm>
                <a:off x="11240797" y="1431438"/>
                <a:ext cx="95400" cy="1292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05BC9B77-CCB9-A51F-1EE3-829A41AF9FA9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1222797" y="1413798"/>
                  <a:ext cx="131040" cy="16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7A6E7B25-A6FD-18C8-F133-F8AE76877291}"/>
              </a:ext>
            </a:extLst>
          </p:cNvPr>
          <p:cNvGrpSpPr/>
          <p:nvPr/>
        </p:nvGrpSpPr>
        <p:grpSpPr>
          <a:xfrm>
            <a:off x="6599783" y="1292348"/>
            <a:ext cx="1633680" cy="1227600"/>
            <a:chOff x="6599783" y="1292348"/>
            <a:chExt cx="1633680" cy="122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2393E87D-1814-6F78-D67D-8859E4C94F2E}"/>
                    </a:ext>
                  </a:extLst>
                </p14:cNvPr>
                <p14:cNvContentPartPr/>
                <p14:nvPr/>
              </p14:nvContentPartPr>
              <p14:xfrm>
                <a:off x="6599783" y="1381988"/>
                <a:ext cx="120600" cy="11379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2393E87D-1814-6F78-D67D-8859E4C94F2E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6581783" y="1364348"/>
                  <a:ext cx="156240" cy="11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9ECF621-4FCD-687B-F04A-D1044E72ABC4}"/>
                    </a:ext>
                  </a:extLst>
                </p14:cNvPr>
                <p14:cNvContentPartPr/>
                <p14:nvPr/>
              </p14:nvContentPartPr>
              <p14:xfrm>
                <a:off x="6646583" y="1292348"/>
                <a:ext cx="1342800" cy="1641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9ECF621-4FCD-687B-F04A-D1044E72ABC4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6628583" y="1274708"/>
                  <a:ext cx="13784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F488BF75-B886-7BEA-CAA9-4B223B0E66D4}"/>
                    </a:ext>
                  </a:extLst>
                </p14:cNvPr>
                <p14:cNvContentPartPr/>
                <p14:nvPr/>
              </p14:nvContentPartPr>
              <p14:xfrm>
                <a:off x="8070023" y="1381628"/>
                <a:ext cx="115920" cy="8251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F488BF75-B886-7BEA-CAA9-4B223B0E66D4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8052023" y="1363988"/>
                  <a:ext cx="151560" cy="86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D75EBE68-AC57-64E9-843B-08A9CED22CBE}"/>
                    </a:ext>
                  </a:extLst>
                </p14:cNvPr>
                <p14:cNvContentPartPr/>
                <p14:nvPr/>
              </p14:nvContentPartPr>
              <p14:xfrm>
                <a:off x="6717503" y="2349668"/>
                <a:ext cx="1515960" cy="1270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D75EBE68-AC57-64E9-843B-08A9CED22CBE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6699863" y="2332028"/>
                  <a:ext cx="1551600" cy="162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711259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821E7-F57C-6F21-77D0-00ED55CC0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Photodiode</a:t>
            </a:r>
          </a:p>
        </p:txBody>
      </p:sp>
      <p:pic>
        <p:nvPicPr>
          <p:cNvPr id="6" name="Content Placeholder 5" descr="Diagram of a diagram of a battery&#10;&#10;Description automatically generated">
            <a:extLst>
              <a:ext uri="{FF2B5EF4-FFF2-40B4-BE49-F238E27FC236}">
                <a16:creationId xmlns:a16="http://schemas.microsoft.com/office/drawing/2014/main" id="{8579AC2E-8E14-7FDF-3C2F-7A9603616C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5586" y="1611950"/>
            <a:ext cx="4366638" cy="329974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14E10-4A4F-1755-9087-8CD00D8A97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36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3" name="Content Placeholder 5" descr="A black arrows pointing to a circle&#10;&#10;Description automatically generated">
            <a:extLst>
              <a:ext uri="{FF2B5EF4-FFF2-40B4-BE49-F238E27FC236}">
                <a16:creationId xmlns:a16="http://schemas.microsoft.com/office/drawing/2014/main" id="{D1AE72F5-C565-F3BE-4321-D2AC12BCA7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480596" y="2588418"/>
            <a:ext cx="2065199" cy="662997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2CA2BBA9-76FE-2E27-B0BF-3C28DD229FA2}"/>
              </a:ext>
            </a:extLst>
          </p:cNvPr>
          <p:cNvGrpSpPr/>
          <p:nvPr/>
        </p:nvGrpSpPr>
        <p:grpSpPr>
          <a:xfrm>
            <a:off x="7159943" y="1733708"/>
            <a:ext cx="2733840" cy="2278440"/>
            <a:chOff x="7159943" y="1733708"/>
            <a:chExt cx="2733840" cy="227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B6825AE-0BB1-F1B6-0FB1-4165206013FA}"/>
                    </a:ext>
                  </a:extLst>
                </p14:cNvPr>
                <p14:cNvContentPartPr/>
                <p14:nvPr/>
              </p14:nvContentPartPr>
              <p14:xfrm>
                <a:off x="8372063" y="3424628"/>
                <a:ext cx="46440" cy="5875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B6825AE-0BB1-F1B6-0FB1-4165206013F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354423" y="3406988"/>
                  <a:ext cx="82080" cy="62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45B5B35-2356-7078-CA78-F15ACD3017AE}"/>
                    </a:ext>
                  </a:extLst>
                </p14:cNvPr>
                <p14:cNvContentPartPr/>
                <p14:nvPr/>
              </p14:nvContentPartPr>
              <p14:xfrm>
                <a:off x="8398703" y="3908108"/>
                <a:ext cx="1058400" cy="824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45B5B35-2356-7078-CA78-F15ACD3017A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380703" y="3890468"/>
                  <a:ext cx="10940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7411867-0B03-F208-52D6-655AD106F610}"/>
                    </a:ext>
                  </a:extLst>
                </p14:cNvPr>
                <p14:cNvContentPartPr/>
                <p14:nvPr/>
              </p14:nvContentPartPr>
              <p14:xfrm>
                <a:off x="8413103" y="1780868"/>
                <a:ext cx="35640" cy="504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7411867-0B03-F208-52D6-655AD106F61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395463" y="1763228"/>
                  <a:ext cx="71280" cy="54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6A2960C-4FF3-55C0-BAA6-257901302302}"/>
                    </a:ext>
                  </a:extLst>
                </p14:cNvPr>
                <p14:cNvContentPartPr/>
                <p14:nvPr/>
              </p14:nvContentPartPr>
              <p14:xfrm>
                <a:off x="8467103" y="1733708"/>
                <a:ext cx="1396440" cy="67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6A2960C-4FF3-55C0-BAA6-25790130230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449463" y="1716068"/>
                  <a:ext cx="14320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45DC5DC-B194-A6EC-063E-AB8266019731}"/>
                    </a:ext>
                  </a:extLst>
                </p14:cNvPr>
                <p14:cNvContentPartPr/>
                <p14:nvPr/>
              </p14:nvContentPartPr>
              <p14:xfrm>
                <a:off x="9786143" y="1765028"/>
                <a:ext cx="39600" cy="7484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45DC5DC-B194-A6EC-063E-AB826601973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768143" y="1747028"/>
                  <a:ext cx="75240" cy="78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00643DF-7E3E-5E26-DFCB-4862911E6666}"/>
                    </a:ext>
                  </a:extLst>
                </p14:cNvPr>
                <p14:cNvContentPartPr/>
                <p14:nvPr/>
              </p14:nvContentPartPr>
              <p14:xfrm>
                <a:off x="9497783" y="3864548"/>
                <a:ext cx="335160" cy="450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00643DF-7E3E-5E26-DFCB-4862911E666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479783" y="3846908"/>
                  <a:ext cx="37080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7C31620-B9F7-BFC6-907D-33FEF0077D73}"/>
                    </a:ext>
                  </a:extLst>
                </p14:cNvPr>
                <p14:cNvContentPartPr/>
                <p14:nvPr/>
              </p14:nvContentPartPr>
              <p14:xfrm>
                <a:off x="9773903" y="3453788"/>
                <a:ext cx="29160" cy="404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7C31620-B9F7-BFC6-907D-33FEF0077D7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756263" y="3436148"/>
                  <a:ext cx="6480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CFB95AD-8F40-F9FC-C073-36472AE676ED}"/>
                    </a:ext>
                  </a:extLst>
                </p14:cNvPr>
                <p14:cNvContentPartPr/>
                <p14:nvPr/>
              </p14:nvContentPartPr>
              <p14:xfrm>
                <a:off x="9711983" y="3068948"/>
                <a:ext cx="181800" cy="3164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CFB95AD-8F40-F9FC-C073-36472AE676E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693983" y="3051308"/>
                  <a:ext cx="21744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EA3AA1A-0362-16A3-6CB4-5BC0296C382C}"/>
                    </a:ext>
                  </a:extLst>
                </p14:cNvPr>
                <p14:cNvContentPartPr/>
                <p14:nvPr/>
              </p14:nvContentPartPr>
              <p14:xfrm>
                <a:off x="9799463" y="2458748"/>
                <a:ext cx="30240" cy="6012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EA3AA1A-0362-16A3-6CB4-5BC0296C382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781463" y="2441108"/>
                  <a:ext cx="6588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1E52C66-299B-311E-43E9-C35DC7167B9C}"/>
                    </a:ext>
                  </a:extLst>
                </p14:cNvPr>
                <p14:cNvContentPartPr/>
                <p14:nvPr/>
              </p14:nvContentPartPr>
              <p14:xfrm>
                <a:off x="8006303" y="2470988"/>
                <a:ext cx="14040" cy="6235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1E52C66-299B-311E-43E9-C35DC7167B9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988303" y="2452988"/>
                  <a:ext cx="49680" cy="65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D09DEC9-1ACA-6438-A904-BB2583A9D5EB}"/>
                    </a:ext>
                  </a:extLst>
                </p14:cNvPr>
                <p14:cNvContentPartPr/>
                <p14:nvPr/>
              </p14:nvContentPartPr>
              <p14:xfrm>
                <a:off x="7929623" y="2427068"/>
                <a:ext cx="154080" cy="1771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D09DEC9-1ACA-6438-A904-BB2583A9D5E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911623" y="2409068"/>
                  <a:ext cx="1897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7EBCAEF-0783-CA91-2417-D39DF6FCA619}"/>
                    </a:ext>
                  </a:extLst>
                </p14:cNvPr>
                <p14:cNvContentPartPr/>
                <p14:nvPr/>
              </p14:nvContentPartPr>
              <p14:xfrm>
                <a:off x="7159943" y="3078308"/>
                <a:ext cx="204120" cy="277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7EBCAEF-0783-CA91-2417-D39DF6FCA61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142303" y="3060308"/>
                  <a:ext cx="23976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6FFE4E2-C3C5-494B-7D25-E0FE54F35D7A}"/>
                    </a:ext>
                  </a:extLst>
                </p14:cNvPr>
                <p14:cNvContentPartPr/>
                <p14:nvPr/>
              </p14:nvContentPartPr>
              <p14:xfrm>
                <a:off x="7283423" y="3315548"/>
                <a:ext cx="47880" cy="66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6FFE4E2-C3C5-494B-7D25-E0FE54F35D7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265423" y="3297908"/>
                  <a:ext cx="835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BF625E2-5FAD-5769-16B9-84409C2A77BF}"/>
                    </a:ext>
                  </a:extLst>
                </p14:cNvPr>
                <p14:cNvContentPartPr/>
                <p14:nvPr/>
              </p14:nvContentPartPr>
              <p14:xfrm>
                <a:off x="7415183" y="3222668"/>
                <a:ext cx="110880" cy="120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BF625E2-5FAD-5769-16B9-84409C2A77B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397183" y="3205028"/>
                  <a:ext cx="1465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F9E3266-B7E4-E952-CEB3-9124C68DA185}"/>
                    </a:ext>
                  </a:extLst>
                </p14:cNvPr>
                <p14:cNvContentPartPr/>
                <p14:nvPr/>
              </p14:nvContentPartPr>
              <p14:xfrm>
                <a:off x="7389983" y="3141668"/>
                <a:ext cx="78480" cy="1198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F9E3266-B7E4-E952-CEB3-9124C68DA18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371983" y="3123668"/>
                  <a:ext cx="1141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F2ADA9F-6792-2A52-22CF-D6194BAD7C33}"/>
                    </a:ext>
                  </a:extLst>
                </p14:cNvPr>
                <p14:cNvContentPartPr/>
                <p14:nvPr/>
              </p14:nvContentPartPr>
              <p14:xfrm>
                <a:off x="7462703" y="3081908"/>
                <a:ext cx="146160" cy="98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F2ADA9F-6792-2A52-22CF-D6194BAD7C3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444703" y="3063908"/>
                  <a:ext cx="18180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EE2AC3B-95EB-24B9-4CFB-AFC372D13B63}"/>
                    </a:ext>
                  </a:extLst>
                </p14:cNvPr>
                <p14:cNvContentPartPr/>
                <p14:nvPr/>
              </p14:nvContentPartPr>
              <p14:xfrm>
                <a:off x="7628303" y="2994428"/>
                <a:ext cx="77400" cy="878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EE2AC3B-95EB-24B9-4CFB-AFC372D13B6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610303" y="2976428"/>
                  <a:ext cx="1130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4E4F327-6C61-8EB9-25DD-E1446B6F37CE}"/>
                    </a:ext>
                  </a:extLst>
                </p14:cNvPr>
                <p14:cNvContentPartPr/>
                <p14:nvPr/>
              </p14:nvContentPartPr>
              <p14:xfrm>
                <a:off x="7670423" y="2887868"/>
                <a:ext cx="126000" cy="121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4E4F327-6C61-8EB9-25DD-E1446B6F37C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652783" y="2870228"/>
                  <a:ext cx="1616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9BF3209-C652-A663-3BAE-129E765E841B}"/>
                    </a:ext>
                  </a:extLst>
                </p14:cNvPr>
                <p14:cNvContentPartPr/>
                <p14:nvPr/>
              </p14:nvContentPartPr>
              <p14:xfrm>
                <a:off x="7715423" y="2846828"/>
                <a:ext cx="152280" cy="1231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9BF3209-C652-A663-3BAE-129E765E841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697423" y="2828828"/>
                  <a:ext cx="187920" cy="15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336838B-C096-96AF-CB2C-32097E7062E5}"/>
              </a:ext>
            </a:extLst>
          </p:cNvPr>
          <p:cNvGrpSpPr/>
          <p:nvPr/>
        </p:nvGrpSpPr>
        <p:grpSpPr>
          <a:xfrm>
            <a:off x="7454783" y="520508"/>
            <a:ext cx="1636200" cy="739800"/>
            <a:chOff x="7454783" y="520508"/>
            <a:chExt cx="1636200" cy="73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C4C0965-7A16-F1B9-043E-2DF1FEA4252D}"/>
                    </a:ext>
                  </a:extLst>
                </p14:cNvPr>
                <p14:cNvContentPartPr/>
                <p14:nvPr/>
              </p14:nvContentPartPr>
              <p14:xfrm>
                <a:off x="7480703" y="962588"/>
                <a:ext cx="45000" cy="2977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C4C0965-7A16-F1B9-043E-2DF1FEA4252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462703" y="944588"/>
                  <a:ext cx="8064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A92DD6E-448D-449C-7BFF-AB29DED13548}"/>
                    </a:ext>
                  </a:extLst>
                </p14:cNvPr>
                <p14:cNvContentPartPr/>
                <p14:nvPr/>
              </p14:nvContentPartPr>
              <p14:xfrm>
                <a:off x="7454783" y="938108"/>
                <a:ext cx="129600" cy="2149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A92DD6E-448D-449C-7BFF-AB29DED1354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436783" y="920108"/>
                  <a:ext cx="16524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603A1E1-84B4-F864-E296-F6ED8B1168D6}"/>
                    </a:ext>
                  </a:extLst>
                </p14:cNvPr>
                <p14:cNvContentPartPr/>
                <p14:nvPr/>
              </p14:nvContentPartPr>
              <p14:xfrm>
                <a:off x="7624703" y="1046108"/>
                <a:ext cx="81720" cy="979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603A1E1-84B4-F864-E296-F6ED8B1168D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607063" y="1028108"/>
                  <a:ext cx="1173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D6C3425-ABD3-FFF7-3086-6911D1C434ED}"/>
                    </a:ext>
                  </a:extLst>
                </p14:cNvPr>
                <p14:cNvContentPartPr/>
                <p14:nvPr/>
              </p14:nvContentPartPr>
              <p14:xfrm>
                <a:off x="7749983" y="956108"/>
                <a:ext cx="80640" cy="1022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D6C3425-ABD3-FFF7-3086-6911D1C434E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732343" y="938108"/>
                  <a:ext cx="1162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C4B1FD7-0E03-00B6-69F3-4D1E03C5FED5}"/>
                    </a:ext>
                  </a:extLst>
                </p14:cNvPr>
                <p14:cNvContentPartPr/>
                <p14:nvPr/>
              </p14:nvContentPartPr>
              <p14:xfrm>
                <a:off x="7868423" y="780788"/>
                <a:ext cx="221760" cy="2437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C4B1FD7-0E03-00B6-69F3-4D1E03C5FED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850783" y="763148"/>
                  <a:ext cx="25740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121C1C4-CB31-3BB0-FFD8-10A9C84269F1}"/>
                    </a:ext>
                  </a:extLst>
                </p14:cNvPr>
                <p14:cNvContentPartPr/>
                <p14:nvPr/>
              </p14:nvContentPartPr>
              <p14:xfrm>
                <a:off x="8185943" y="739748"/>
                <a:ext cx="106560" cy="1922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121C1C4-CB31-3BB0-FFD8-10A9C84269F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167943" y="721748"/>
                  <a:ext cx="14220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FAB7F4A-8B73-CD61-A572-17D990BE649A}"/>
                    </a:ext>
                  </a:extLst>
                </p14:cNvPr>
                <p14:cNvContentPartPr/>
                <p14:nvPr/>
              </p14:nvContentPartPr>
              <p14:xfrm>
                <a:off x="8275583" y="763868"/>
                <a:ext cx="150120" cy="135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FAB7F4A-8B73-CD61-A572-17D990BE649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257583" y="745868"/>
                  <a:ext cx="1857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4C190D6-7D1B-B45A-3F0F-1FE9DE62025A}"/>
                    </a:ext>
                  </a:extLst>
                </p14:cNvPr>
                <p14:cNvContentPartPr/>
                <p14:nvPr/>
              </p14:nvContentPartPr>
              <p14:xfrm>
                <a:off x="8561783" y="642548"/>
                <a:ext cx="117360" cy="1411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4C190D6-7D1B-B45A-3F0F-1FE9DE62025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543783" y="624548"/>
                  <a:ext cx="1530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74BDD01-078C-4E5C-B9D8-6B6E040FB3BF}"/>
                    </a:ext>
                  </a:extLst>
                </p14:cNvPr>
                <p14:cNvContentPartPr/>
                <p14:nvPr/>
              </p14:nvContentPartPr>
              <p14:xfrm>
                <a:off x="8688503" y="567308"/>
                <a:ext cx="54360" cy="1260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74BDD01-078C-4E5C-B9D8-6B6E040FB3B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670863" y="549308"/>
                  <a:ext cx="900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5C41B20-6B5B-D40A-6B47-C28F9C17E656}"/>
                    </a:ext>
                  </a:extLst>
                </p14:cNvPr>
                <p14:cNvContentPartPr/>
                <p14:nvPr/>
              </p14:nvContentPartPr>
              <p14:xfrm>
                <a:off x="8785703" y="591068"/>
                <a:ext cx="109440" cy="1184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5C41B20-6B5B-D40A-6B47-C28F9C17E65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768063" y="573428"/>
                  <a:ext cx="1450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DC1D5A1-B3EB-F439-6686-557D81C04C40}"/>
                    </a:ext>
                  </a:extLst>
                </p14:cNvPr>
                <p14:cNvContentPartPr/>
                <p14:nvPr/>
              </p14:nvContentPartPr>
              <p14:xfrm>
                <a:off x="9006023" y="520508"/>
                <a:ext cx="84960" cy="1483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DC1D5A1-B3EB-F439-6686-557D81C04C4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988023" y="502508"/>
                  <a:ext cx="120600" cy="18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48EEBE73-DC5B-EBBD-FCA8-02B87CA92E09}"/>
              </a:ext>
            </a:extLst>
          </p:cNvPr>
          <p:cNvGrpSpPr/>
          <p:nvPr/>
        </p:nvGrpSpPr>
        <p:grpSpPr>
          <a:xfrm>
            <a:off x="7317263" y="4761308"/>
            <a:ext cx="2957040" cy="1928520"/>
            <a:chOff x="7317263" y="4761308"/>
            <a:chExt cx="2957040" cy="192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9C32E16-E9FC-0182-6FE9-659AB0BBF797}"/>
                    </a:ext>
                  </a:extLst>
                </p14:cNvPr>
                <p14:cNvContentPartPr/>
                <p14:nvPr/>
              </p14:nvContentPartPr>
              <p14:xfrm>
                <a:off x="8032223" y="5480588"/>
                <a:ext cx="138600" cy="3106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9C32E16-E9FC-0182-6FE9-659AB0BBF79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014223" y="5462588"/>
                  <a:ext cx="17424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067FA6E-1DB6-503F-042A-CB2202253F5C}"/>
                    </a:ext>
                  </a:extLst>
                </p14:cNvPr>
                <p14:cNvContentPartPr/>
                <p14:nvPr/>
              </p14:nvContentPartPr>
              <p14:xfrm>
                <a:off x="8041223" y="5388428"/>
                <a:ext cx="169200" cy="615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067FA6E-1DB6-503F-042A-CB2202253F5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023583" y="5370788"/>
                  <a:ext cx="2048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31ADC20-29A8-5C22-6516-6800B529DA2F}"/>
                    </a:ext>
                  </a:extLst>
                </p14:cNvPr>
                <p14:cNvContentPartPr/>
                <p14:nvPr/>
              </p14:nvContentPartPr>
              <p14:xfrm>
                <a:off x="8028263" y="5424068"/>
                <a:ext cx="389880" cy="104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31ADC20-29A8-5C22-6516-6800B529DA2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010623" y="5406068"/>
                  <a:ext cx="4255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D5F83E0-E3E0-0FA7-F095-2AD541D5EC5E}"/>
                    </a:ext>
                  </a:extLst>
                </p14:cNvPr>
                <p14:cNvContentPartPr/>
                <p14:nvPr/>
              </p14:nvContentPartPr>
              <p14:xfrm>
                <a:off x="8250743" y="5397788"/>
                <a:ext cx="196920" cy="3873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D5F83E0-E3E0-0FA7-F095-2AD541D5EC5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232743" y="5379788"/>
                  <a:ext cx="23256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50BCA3C-44DB-F447-51F7-F9949630EACA}"/>
                    </a:ext>
                  </a:extLst>
                </p14:cNvPr>
                <p14:cNvContentPartPr/>
                <p14:nvPr/>
              </p14:nvContentPartPr>
              <p14:xfrm>
                <a:off x="8004863" y="5799548"/>
                <a:ext cx="568800" cy="457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50BCA3C-44DB-F447-51F7-F9949630EAC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987223" y="5781908"/>
                  <a:ext cx="6044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804CD52-31FD-9BAA-DF36-7CAAD0835A85}"/>
                    </a:ext>
                  </a:extLst>
                </p14:cNvPr>
                <p14:cNvContentPartPr/>
                <p14:nvPr/>
              </p14:nvContentPartPr>
              <p14:xfrm>
                <a:off x="8241023" y="4761308"/>
                <a:ext cx="48960" cy="6325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804CD52-31FD-9BAA-DF36-7CAAD0835A8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223023" y="4743668"/>
                  <a:ext cx="84600" cy="66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6B3538D-C1D0-A570-84E3-354AB54CD611}"/>
                    </a:ext>
                  </a:extLst>
                </p14:cNvPr>
                <p14:cNvContentPartPr/>
                <p14:nvPr/>
              </p14:nvContentPartPr>
              <p14:xfrm>
                <a:off x="8230223" y="4797668"/>
                <a:ext cx="360" cy="7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6B3538D-C1D0-A570-84E3-354AB54CD61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212223" y="4780028"/>
                  <a:ext cx="360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82DC4BE-A7E4-87EF-57DB-C8FFD1DCDA64}"/>
                    </a:ext>
                  </a:extLst>
                </p14:cNvPr>
                <p14:cNvContentPartPr/>
                <p14:nvPr/>
              </p14:nvContentPartPr>
              <p14:xfrm>
                <a:off x="8227703" y="5863988"/>
                <a:ext cx="14040" cy="4734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82DC4BE-A7E4-87EF-57DB-C8FFD1DCDA6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210063" y="5845988"/>
                  <a:ext cx="49680" cy="50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459F9F1-FCFE-158B-06E4-C739729FB990}"/>
                    </a:ext>
                  </a:extLst>
                </p14:cNvPr>
                <p14:cNvContentPartPr/>
                <p14:nvPr/>
              </p14:nvContentPartPr>
              <p14:xfrm>
                <a:off x="8190983" y="4817108"/>
                <a:ext cx="1091160" cy="252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459F9F1-FCFE-158B-06E4-C739729FB99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173343" y="4799468"/>
                  <a:ext cx="11268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5859A1D-F3CB-0E8E-C0E5-5E8E3D7803B3}"/>
                    </a:ext>
                  </a:extLst>
                </p14:cNvPr>
                <p14:cNvContentPartPr/>
                <p14:nvPr/>
              </p14:nvContentPartPr>
              <p14:xfrm>
                <a:off x="9312383" y="4791548"/>
                <a:ext cx="12960" cy="57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5859A1D-F3CB-0E8E-C0E5-5E8E3D7803B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294743" y="4773548"/>
                  <a:ext cx="486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602DEB3-A224-C18E-B72F-FD234E8D0435}"/>
                    </a:ext>
                  </a:extLst>
                </p14:cNvPr>
                <p14:cNvContentPartPr/>
                <p14:nvPr/>
              </p14:nvContentPartPr>
              <p14:xfrm>
                <a:off x="9315983" y="4802348"/>
                <a:ext cx="67680" cy="5320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602DEB3-A224-C18E-B72F-FD234E8D043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298343" y="4784708"/>
                  <a:ext cx="103320" cy="56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D6B7989-04A9-59A5-8F9E-8C7E2A9CB77C}"/>
                    </a:ext>
                  </a:extLst>
                </p14:cNvPr>
                <p14:cNvContentPartPr/>
                <p14:nvPr/>
              </p14:nvContentPartPr>
              <p14:xfrm>
                <a:off x="9339743" y="5319668"/>
                <a:ext cx="138240" cy="219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D6B7989-04A9-59A5-8F9E-8C7E2A9CB77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322103" y="5302028"/>
                  <a:ext cx="1738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4EE8A07-E710-2FFD-BEFF-77FC4E02647D}"/>
                    </a:ext>
                  </a:extLst>
                </p14:cNvPr>
                <p14:cNvContentPartPr/>
                <p14:nvPr/>
              </p14:nvContentPartPr>
              <p14:xfrm>
                <a:off x="9146063" y="5415068"/>
                <a:ext cx="651240" cy="266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4EE8A07-E710-2FFD-BEFF-77FC4E02647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128063" y="5397068"/>
                  <a:ext cx="6868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9B8F10D-276D-AD78-580E-A3E8F7ACE3AE}"/>
                    </a:ext>
                  </a:extLst>
                </p14:cNvPr>
                <p14:cNvContentPartPr/>
                <p14:nvPr/>
              </p14:nvContentPartPr>
              <p14:xfrm>
                <a:off x="9416783" y="5466908"/>
                <a:ext cx="17640" cy="3632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9B8F10D-276D-AD78-580E-A3E8F7ACE3A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398783" y="5448908"/>
                  <a:ext cx="5328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5E3B62B-1E39-8C33-486B-3C9FDD32EAC5}"/>
                    </a:ext>
                  </a:extLst>
                </p14:cNvPr>
                <p14:cNvContentPartPr/>
                <p14:nvPr/>
              </p14:nvContentPartPr>
              <p14:xfrm>
                <a:off x="9411383" y="5830508"/>
                <a:ext cx="14040" cy="2188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5E3B62B-1E39-8C33-486B-3C9FDD32EAC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393743" y="5812868"/>
                  <a:ext cx="4968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FCB5318-ECF2-FFCB-1553-B3749D74CA21}"/>
                    </a:ext>
                  </a:extLst>
                </p14:cNvPr>
                <p14:cNvContentPartPr/>
                <p14:nvPr/>
              </p14:nvContentPartPr>
              <p14:xfrm>
                <a:off x="9361703" y="6061988"/>
                <a:ext cx="102240" cy="2142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FCB5318-ECF2-FFCB-1553-B3749D74CA2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343703" y="6044348"/>
                  <a:ext cx="1378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FFA12B7-A29E-9F14-966C-57A5394389F9}"/>
                    </a:ext>
                  </a:extLst>
                </p14:cNvPr>
                <p14:cNvContentPartPr/>
                <p14:nvPr/>
              </p14:nvContentPartPr>
              <p14:xfrm>
                <a:off x="9437663" y="6286628"/>
                <a:ext cx="24840" cy="3211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FFA12B7-A29E-9F14-966C-57A5394389F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419663" y="6268988"/>
                  <a:ext cx="6048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1D9BED5-6805-BE6A-404A-D829A7058679}"/>
                    </a:ext>
                  </a:extLst>
                </p14:cNvPr>
                <p14:cNvContentPartPr/>
                <p14:nvPr/>
              </p14:nvContentPartPr>
              <p14:xfrm>
                <a:off x="8266943" y="6345668"/>
                <a:ext cx="55800" cy="3441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1D9BED5-6805-BE6A-404A-D829A705867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248943" y="6328028"/>
                  <a:ext cx="9144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45A554E-BD9A-4CA6-14C3-87C90731ECFB}"/>
                    </a:ext>
                  </a:extLst>
                </p14:cNvPr>
                <p14:cNvContentPartPr/>
                <p14:nvPr/>
              </p14:nvContentPartPr>
              <p14:xfrm>
                <a:off x="8323103" y="6583628"/>
                <a:ext cx="976680" cy="496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45A554E-BD9A-4CA6-14C3-87C90731ECF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305103" y="6565988"/>
                  <a:ext cx="10123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31FE8B8-3CF1-ED3E-5186-E212608DA6CF}"/>
                    </a:ext>
                  </a:extLst>
                </p14:cNvPr>
                <p14:cNvContentPartPr/>
                <p14:nvPr/>
              </p14:nvContentPartPr>
              <p14:xfrm>
                <a:off x="9956783" y="5127428"/>
                <a:ext cx="120960" cy="2455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31FE8B8-3CF1-ED3E-5186-E212608DA6C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939143" y="5109428"/>
                  <a:ext cx="15660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D5AEE85-9495-3E04-9D61-27B44EB2D6DD}"/>
                    </a:ext>
                  </a:extLst>
                </p14:cNvPr>
                <p14:cNvContentPartPr/>
                <p14:nvPr/>
              </p14:nvContentPartPr>
              <p14:xfrm>
                <a:off x="10187183" y="5273588"/>
                <a:ext cx="87120" cy="1753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D5AEE85-9495-3E04-9D61-27B44EB2D6D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169543" y="5255948"/>
                  <a:ext cx="1227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F8DB594-9EB7-F9A9-D2C6-C800EF5CDD6B}"/>
                    </a:ext>
                  </a:extLst>
                </p14:cNvPr>
                <p14:cNvContentPartPr/>
                <p14:nvPr/>
              </p14:nvContentPartPr>
              <p14:xfrm>
                <a:off x="7317263" y="5525588"/>
                <a:ext cx="155520" cy="2257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F8DB594-9EB7-F9A9-D2C6-C800EF5CDD6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299263" y="5507588"/>
                  <a:ext cx="19116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A972081-49C3-E8A2-916A-427A91E00C89}"/>
                    </a:ext>
                  </a:extLst>
                </p14:cNvPr>
                <p14:cNvContentPartPr/>
                <p14:nvPr/>
              </p14:nvContentPartPr>
              <p14:xfrm>
                <a:off x="7392503" y="5666708"/>
                <a:ext cx="129960" cy="1270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A972081-49C3-E8A2-916A-427A91E00C8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374503" y="5649068"/>
                  <a:ext cx="16560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83AF732-D9F1-D22F-7FE0-130ADDB5C35F}"/>
                    </a:ext>
                  </a:extLst>
                </p14:cNvPr>
                <p14:cNvContentPartPr/>
                <p14:nvPr/>
              </p14:nvContentPartPr>
              <p14:xfrm>
                <a:off x="7536503" y="5512628"/>
                <a:ext cx="64440" cy="1346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83AF732-D9F1-D22F-7FE0-130ADDB5C35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518863" y="5494988"/>
                  <a:ext cx="1000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5CF8642-D68E-6BF3-08BF-3FC2DC3C1FF7}"/>
                    </a:ext>
                  </a:extLst>
                </p14:cNvPr>
                <p14:cNvContentPartPr/>
                <p14:nvPr/>
              </p14:nvContentPartPr>
              <p14:xfrm>
                <a:off x="7518503" y="5463668"/>
                <a:ext cx="72000" cy="1098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5CF8642-D68E-6BF3-08BF-3FC2DC3C1FF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500503" y="5446028"/>
                  <a:ext cx="1076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B76D441-C408-1FFB-56B4-D5D9EB9754FF}"/>
                    </a:ext>
                  </a:extLst>
                </p14:cNvPr>
                <p14:cNvContentPartPr/>
                <p14:nvPr/>
              </p14:nvContentPartPr>
              <p14:xfrm>
                <a:off x="7617863" y="5389868"/>
                <a:ext cx="138600" cy="1216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B76D441-C408-1FFB-56B4-D5D9EB9754F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600223" y="5372228"/>
                  <a:ext cx="17424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1F91FF8-EEE5-2AD9-D647-E78EA9115837}"/>
                    </a:ext>
                  </a:extLst>
                </p14:cNvPr>
                <p14:cNvContentPartPr/>
                <p14:nvPr/>
              </p14:nvContentPartPr>
              <p14:xfrm>
                <a:off x="7774463" y="5268908"/>
                <a:ext cx="84960" cy="1306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1F91FF8-EEE5-2AD9-D647-E78EA911583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756823" y="5251268"/>
                  <a:ext cx="12060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B3944AF-C422-6DB9-F0E2-CCA56EE24720}"/>
                    </a:ext>
                  </a:extLst>
                </p14:cNvPr>
                <p14:cNvContentPartPr/>
                <p14:nvPr/>
              </p14:nvContentPartPr>
              <p14:xfrm>
                <a:off x="8153183" y="4996028"/>
                <a:ext cx="198720" cy="1767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B3944AF-C422-6DB9-F0E2-CCA56EE2472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135543" y="4978028"/>
                  <a:ext cx="2343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0E3445D-F75E-B190-2BCE-54DF3F8EBBD3}"/>
                    </a:ext>
                  </a:extLst>
                </p14:cNvPr>
                <p14:cNvContentPartPr/>
                <p14:nvPr/>
              </p14:nvContentPartPr>
              <p14:xfrm>
                <a:off x="9691103" y="6016628"/>
                <a:ext cx="111600" cy="2509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0E3445D-F75E-B190-2BCE-54DF3F8EBBD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673463" y="5998628"/>
                  <a:ext cx="14724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A0BAAEB-9B3A-8D0F-0DFE-8579D2BA9572}"/>
                    </a:ext>
                  </a:extLst>
                </p14:cNvPr>
                <p14:cNvContentPartPr/>
                <p14:nvPr/>
              </p14:nvContentPartPr>
              <p14:xfrm>
                <a:off x="9706943" y="5968388"/>
                <a:ext cx="175680" cy="1486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A0BAAEB-9B3A-8D0F-0DFE-8579D2BA957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689303" y="5950748"/>
                  <a:ext cx="211320" cy="184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861241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AB25A-65E7-BC60-B90A-D69153A56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IV of photodiode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DA8D77-40A0-E96B-C20B-BF1C81E08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37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E0ACEF5-1C55-E7E0-90B7-F86B3CF53286}"/>
              </a:ext>
            </a:extLst>
          </p:cNvPr>
          <p:cNvGrpSpPr/>
          <p:nvPr/>
        </p:nvGrpSpPr>
        <p:grpSpPr>
          <a:xfrm>
            <a:off x="1909801" y="1757583"/>
            <a:ext cx="3383280" cy="2744280"/>
            <a:chOff x="4509877" y="1852998"/>
            <a:chExt cx="3383280" cy="274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B67FCC8-6840-49F8-692F-F329DEC4A9BD}"/>
                    </a:ext>
                  </a:extLst>
                </p14:cNvPr>
                <p14:cNvContentPartPr/>
                <p14:nvPr/>
              </p14:nvContentPartPr>
              <p14:xfrm>
                <a:off x="5939437" y="2080878"/>
                <a:ext cx="51120" cy="2516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B67FCC8-6840-49F8-692F-F329DEC4A9B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921797" y="2062878"/>
                  <a:ext cx="86760" cy="255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723D2CE-1CD9-FE53-2B24-41DCF0AF051D}"/>
                    </a:ext>
                  </a:extLst>
                </p14:cNvPr>
                <p14:cNvContentPartPr/>
                <p14:nvPr/>
              </p14:nvContentPartPr>
              <p14:xfrm>
                <a:off x="5806597" y="2092038"/>
                <a:ext cx="325800" cy="3600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723D2CE-1CD9-FE53-2B24-41DCF0AF051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788957" y="2074038"/>
                  <a:ext cx="36144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820F77E-9C91-4E59-B1BC-98FD6A53A688}"/>
                    </a:ext>
                  </a:extLst>
                </p14:cNvPr>
                <p14:cNvContentPartPr/>
                <p14:nvPr/>
              </p14:nvContentPartPr>
              <p14:xfrm>
                <a:off x="4509877" y="3290478"/>
                <a:ext cx="3201480" cy="250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820F77E-9C91-4E59-B1BC-98FD6A53A68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92237" y="3272478"/>
                  <a:ext cx="32371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8681101-29AA-71B6-3852-F90DA3FB5BCA}"/>
                    </a:ext>
                  </a:extLst>
                </p14:cNvPr>
                <p14:cNvContentPartPr/>
                <p14:nvPr/>
              </p14:nvContentPartPr>
              <p14:xfrm>
                <a:off x="7591477" y="3223878"/>
                <a:ext cx="219600" cy="3060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8681101-29AA-71B6-3852-F90DA3FB5BC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573837" y="3206238"/>
                  <a:ext cx="25524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2829518-FE1D-035F-863F-0704C65B0A15}"/>
                    </a:ext>
                  </a:extLst>
                </p14:cNvPr>
                <p14:cNvContentPartPr/>
                <p14:nvPr/>
              </p14:nvContentPartPr>
              <p14:xfrm>
                <a:off x="6180277" y="1852998"/>
                <a:ext cx="158040" cy="4384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2829518-FE1D-035F-863F-0704C65B0A1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162277" y="1835358"/>
                  <a:ext cx="193680" cy="47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769AD56-272E-3DE8-AB29-8597E31B8AF7}"/>
                    </a:ext>
                  </a:extLst>
                </p14:cNvPr>
                <p14:cNvContentPartPr/>
                <p14:nvPr/>
              </p14:nvContentPartPr>
              <p14:xfrm>
                <a:off x="6148597" y="1876758"/>
                <a:ext cx="121320" cy="1310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769AD56-272E-3DE8-AB29-8597E31B8AF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130597" y="1859118"/>
                  <a:ext cx="1569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9EE53F3-4FB3-2A73-3614-D5D9F3A91C3D}"/>
                    </a:ext>
                  </a:extLst>
                </p14:cNvPr>
                <p14:cNvContentPartPr/>
                <p14:nvPr/>
              </p14:nvContentPartPr>
              <p14:xfrm>
                <a:off x="6310237" y="2135238"/>
                <a:ext cx="81000" cy="950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9EE53F3-4FB3-2A73-3614-D5D9F3A91C3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292597" y="2117598"/>
                  <a:ext cx="1166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0CC0105-9625-D14E-4993-8FF54AB465FF}"/>
                    </a:ext>
                  </a:extLst>
                </p14:cNvPr>
                <p14:cNvContentPartPr/>
                <p14:nvPr/>
              </p14:nvContentPartPr>
              <p14:xfrm>
                <a:off x="7648717" y="3577038"/>
                <a:ext cx="244440" cy="354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0CC0105-9625-D14E-4993-8FF54AB465F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631077" y="3559398"/>
                  <a:ext cx="280080" cy="39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BE0EA36D-C31D-D2F9-0B55-1E096722CC65}"/>
                  </a:ext>
                </a:extLst>
              </p14:cNvPr>
              <p14:cNvContentPartPr/>
              <p14:nvPr/>
            </p14:nvContentPartPr>
            <p14:xfrm>
              <a:off x="1513801" y="3240423"/>
              <a:ext cx="1835640" cy="2772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BE0EA36D-C31D-D2F9-0B55-1E096722CC6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496161" y="3222783"/>
                <a:ext cx="1871280" cy="31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0C8F1450-8081-2F9C-AEDA-6290A2024175}"/>
              </a:ext>
            </a:extLst>
          </p:cNvPr>
          <p:cNvGrpSpPr/>
          <p:nvPr/>
        </p:nvGrpSpPr>
        <p:grpSpPr>
          <a:xfrm>
            <a:off x="923041" y="3075903"/>
            <a:ext cx="638640" cy="651240"/>
            <a:chOff x="3523117" y="3171318"/>
            <a:chExt cx="638640" cy="65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019D04B-B805-EBE1-B718-9E9BD3513314}"/>
                    </a:ext>
                  </a:extLst>
                </p14:cNvPr>
                <p14:cNvContentPartPr/>
                <p14:nvPr/>
              </p14:nvContentPartPr>
              <p14:xfrm>
                <a:off x="3523117" y="3595038"/>
                <a:ext cx="154080" cy="2275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019D04B-B805-EBE1-B718-9E9BD351331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505117" y="3577398"/>
                  <a:ext cx="18972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734C3A9-5928-1B18-4D14-FE0868429183}"/>
                    </a:ext>
                  </a:extLst>
                </p14:cNvPr>
                <p14:cNvContentPartPr/>
                <p14:nvPr/>
              </p14:nvContentPartPr>
              <p14:xfrm>
                <a:off x="3712117" y="3549678"/>
                <a:ext cx="171000" cy="101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734C3A9-5928-1B18-4D14-FE086842918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694117" y="3532038"/>
                  <a:ext cx="2066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4FE3AE4-6101-AC29-1D78-8827F423CB12}"/>
                    </a:ext>
                  </a:extLst>
                </p14:cNvPr>
                <p14:cNvContentPartPr/>
                <p14:nvPr/>
              </p14:nvContentPartPr>
              <p14:xfrm>
                <a:off x="3898597" y="3407478"/>
                <a:ext cx="54000" cy="81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4FE3AE4-6101-AC29-1D78-8827F423CB1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880957" y="3389478"/>
                  <a:ext cx="8964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AAF3FB0-44B3-F2F3-42D7-8994773AE7DD}"/>
                    </a:ext>
                  </a:extLst>
                </p14:cNvPr>
                <p14:cNvContentPartPr/>
                <p14:nvPr/>
              </p14:nvContentPartPr>
              <p14:xfrm>
                <a:off x="3942517" y="3171318"/>
                <a:ext cx="156600" cy="2041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AAF3FB0-44B3-F2F3-42D7-8994773AE7D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24877" y="3153678"/>
                  <a:ext cx="1922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F2FBF25-01C0-A753-1E74-179DD5BEF187}"/>
                    </a:ext>
                  </a:extLst>
                </p14:cNvPr>
                <p14:cNvContentPartPr/>
                <p14:nvPr/>
              </p14:nvContentPartPr>
              <p14:xfrm>
                <a:off x="4055197" y="3207318"/>
                <a:ext cx="106560" cy="874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F2FBF25-01C0-A753-1E74-179DD5BEF18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037557" y="3189678"/>
                  <a:ext cx="142200" cy="12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A05A8C6-4B71-CA4B-AF75-E9BAD710C972}"/>
              </a:ext>
            </a:extLst>
          </p:cNvPr>
          <p:cNvGrpSpPr/>
          <p:nvPr/>
        </p:nvGrpSpPr>
        <p:grpSpPr>
          <a:xfrm>
            <a:off x="562321" y="3306303"/>
            <a:ext cx="2766960" cy="1506960"/>
            <a:chOff x="3162397" y="3401718"/>
            <a:chExt cx="2766960" cy="150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10B11E3-B2EC-6FE3-FD2C-6DD82A84F589}"/>
                    </a:ext>
                  </a:extLst>
                </p14:cNvPr>
                <p14:cNvContentPartPr/>
                <p14:nvPr/>
              </p14:nvContentPartPr>
              <p14:xfrm>
                <a:off x="3924157" y="3401718"/>
                <a:ext cx="2005200" cy="6984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10B11E3-B2EC-6FE3-FD2C-6DD82A84F58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906517" y="3383718"/>
                  <a:ext cx="2040840" cy="73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A65685E-C6A7-D2B6-1F30-FF68E8F5BF07}"/>
                    </a:ext>
                  </a:extLst>
                </p14:cNvPr>
                <p14:cNvContentPartPr/>
                <p14:nvPr/>
              </p14:nvContentPartPr>
              <p14:xfrm>
                <a:off x="3317917" y="3439518"/>
                <a:ext cx="2611440" cy="1469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A65685E-C6A7-D2B6-1F30-FF68E8F5BF0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300277" y="3421518"/>
                  <a:ext cx="2647080" cy="150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7F811EF-663D-ACA8-D5FF-B5A1BC0AA101}"/>
                    </a:ext>
                  </a:extLst>
                </p14:cNvPr>
                <p14:cNvContentPartPr/>
                <p14:nvPr/>
              </p14:nvContentPartPr>
              <p14:xfrm>
                <a:off x="3162397" y="4420518"/>
                <a:ext cx="275400" cy="1612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7F811EF-663D-ACA8-D5FF-B5A1BC0AA10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144757" y="4402878"/>
                  <a:ext cx="3110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739E848-F6B8-7B26-DF04-38BC186CE71D}"/>
                    </a:ext>
                  </a:extLst>
                </p14:cNvPr>
                <p14:cNvContentPartPr/>
                <p14:nvPr/>
              </p14:nvContentPartPr>
              <p14:xfrm>
                <a:off x="3261037" y="4342038"/>
                <a:ext cx="39960" cy="464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739E848-F6B8-7B26-DF04-38BC186CE71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243397" y="4324398"/>
                  <a:ext cx="756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5705D9C-D6F3-7314-03C4-B02A3D9F04B6}"/>
                    </a:ext>
                  </a:extLst>
                </p14:cNvPr>
                <p14:cNvContentPartPr/>
                <p14:nvPr/>
              </p14:nvContentPartPr>
              <p14:xfrm>
                <a:off x="3433477" y="4295958"/>
                <a:ext cx="147960" cy="1839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5705D9C-D6F3-7314-03C4-B02A3D9F04B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415837" y="4277958"/>
                  <a:ext cx="1836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803862B-7B10-BB6B-9995-089F44A5E4A6}"/>
                    </a:ext>
                  </a:extLst>
                </p14:cNvPr>
                <p14:cNvContentPartPr/>
                <p14:nvPr/>
              </p14:nvContentPartPr>
              <p14:xfrm>
                <a:off x="3509797" y="4196238"/>
                <a:ext cx="171360" cy="1234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803862B-7B10-BB6B-9995-089F44A5E4A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491797" y="4178238"/>
                  <a:ext cx="2070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E415C96-570B-9747-F179-1C4C922409BD}"/>
                    </a:ext>
                  </a:extLst>
                </p14:cNvPr>
                <p14:cNvContentPartPr/>
                <p14:nvPr/>
              </p14:nvContentPartPr>
              <p14:xfrm>
                <a:off x="3657037" y="4135758"/>
                <a:ext cx="122400" cy="892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E415C96-570B-9747-F179-1C4C922409B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639397" y="4117758"/>
                  <a:ext cx="1580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3725AA0-F218-A842-E4B6-BFF696BD5B23}"/>
                    </a:ext>
                  </a:extLst>
                </p14:cNvPr>
                <p14:cNvContentPartPr/>
                <p14:nvPr/>
              </p14:nvContentPartPr>
              <p14:xfrm>
                <a:off x="3702397" y="4065558"/>
                <a:ext cx="32040" cy="121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3725AA0-F218-A842-E4B6-BFF696BD5B2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684397" y="4047918"/>
                  <a:ext cx="67680" cy="15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C3F4523-71AE-C555-F817-57CE3EC808FB}"/>
              </a:ext>
            </a:extLst>
          </p:cNvPr>
          <p:cNvGrpSpPr/>
          <p:nvPr/>
        </p:nvGrpSpPr>
        <p:grpSpPr>
          <a:xfrm>
            <a:off x="712081" y="4835583"/>
            <a:ext cx="1416960" cy="918360"/>
            <a:chOff x="3312157" y="4930998"/>
            <a:chExt cx="1416960" cy="91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4360381-E72A-08D9-16F8-2034761C3991}"/>
                    </a:ext>
                  </a:extLst>
                </p14:cNvPr>
                <p14:cNvContentPartPr/>
                <p14:nvPr/>
              </p14:nvContentPartPr>
              <p14:xfrm>
                <a:off x="3312157" y="5339238"/>
                <a:ext cx="144360" cy="1818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4360381-E72A-08D9-16F8-2034761C399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294157" y="5321238"/>
                  <a:ext cx="18000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99444BC-05B9-6862-069D-B2E8DAEB474A}"/>
                    </a:ext>
                  </a:extLst>
                </p14:cNvPr>
                <p14:cNvContentPartPr/>
                <p14:nvPr/>
              </p14:nvContentPartPr>
              <p14:xfrm>
                <a:off x="3471277" y="5128998"/>
                <a:ext cx="165960" cy="1933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99444BC-05B9-6862-069D-B2E8DAEB474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453277" y="5111358"/>
                  <a:ext cx="20160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983DD9A-8D50-3843-FBFB-30E7AAEDAFFF}"/>
                    </a:ext>
                  </a:extLst>
                </p14:cNvPr>
                <p14:cNvContentPartPr/>
                <p14:nvPr/>
              </p14:nvContentPartPr>
              <p14:xfrm>
                <a:off x="3715717" y="5080038"/>
                <a:ext cx="103320" cy="1382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983DD9A-8D50-3843-FBFB-30E7AAEDAFF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698077" y="5062038"/>
                  <a:ext cx="1389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0A3D3B0-A8A7-0108-A66B-62F37FEA1D15}"/>
                    </a:ext>
                  </a:extLst>
                </p14:cNvPr>
                <p14:cNvContentPartPr/>
                <p14:nvPr/>
              </p14:nvContentPartPr>
              <p14:xfrm>
                <a:off x="3841717" y="4952958"/>
                <a:ext cx="166320" cy="1584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0A3D3B0-A8A7-0108-A66B-62F37FEA1D1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823717" y="4934958"/>
                  <a:ext cx="20196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9E85789-455C-9FB3-805C-93700D773FDC}"/>
                    </a:ext>
                  </a:extLst>
                </p14:cNvPr>
                <p14:cNvContentPartPr/>
                <p14:nvPr/>
              </p14:nvContentPartPr>
              <p14:xfrm>
                <a:off x="3910117" y="4930998"/>
                <a:ext cx="38160" cy="1612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9E85789-455C-9FB3-805C-93700D773FD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892117" y="4912998"/>
                  <a:ext cx="738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7F2FBAA-A482-0968-CB66-C9AF078C984C}"/>
                    </a:ext>
                  </a:extLst>
                </p14:cNvPr>
                <p14:cNvContentPartPr/>
                <p14:nvPr/>
              </p14:nvContentPartPr>
              <p14:xfrm>
                <a:off x="3819037" y="5393238"/>
                <a:ext cx="155160" cy="1605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7F2FBAA-A482-0968-CB66-C9AF078C984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801397" y="5375238"/>
                  <a:ext cx="1908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8F8AA8D-1100-9E42-066F-D200165EF925}"/>
                    </a:ext>
                  </a:extLst>
                </p14:cNvPr>
                <p14:cNvContentPartPr/>
                <p14:nvPr/>
              </p14:nvContentPartPr>
              <p14:xfrm>
                <a:off x="3936397" y="5294238"/>
                <a:ext cx="164160" cy="1756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8F8AA8D-1100-9E42-066F-D200165EF92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918397" y="5276598"/>
                  <a:ext cx="1998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BA02C6B-4998-B818-450A-7B6080913D80}"/>
                    </a:ext>
                  </a:extLst>
                </p14:cNvPr>
                <p14:cNvContentPartPr/>
                <p14:nvPr/>
              </p14:nvContentPartPr>
              <p14:xfrm>
                <a:off x="4025677" y="5309358"/>
                <a:ext cx="42480" cy="1519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BA02C6B-4998-B818-450A-7B6080913D8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008037" y="5291718"/>
                  <a:ext cx="781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012068D-366A-0A17-032B-8987FA160511}"/>
                    </a:ext>
                  </a:extLst>
                </p14:cNvPr>
                <p14:cNvContentPartPr/>
                <p14:nvPr/>
              </p14:nvContentPartPr>
              <p14:xfrm>
                <a:off x="4045117" y="5678358"/>
                <a:ext cx="297000" cy="1454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012068D-366A-0A17-032B-8987FA16051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027117" y="5660718"/>
                  <a:ext cx="3326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E19BE3F-5304-8331-41C4-8856981E7BBF}"/>
                    </a:ext>
                  </a:extLst>
                </p14:cNvPr>
                <p14:cNvContentPartPr/>
                <p14:nvPr/>
              </p14:nvContentPartPr>
              <p14:xfrm>
                <a:off x="4201717" y="5564238"/>
                <a:ext cx="34920" cy="432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E19BE3F-5304-8331-41C4-8856981E7BB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184077" y="5546238"/>
                  <a:ext cx="705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F9B513D-288A-5CA6-342A-8B3B77C35B68}"/>
                    </a:ext>
                  </a:extLst>
                </p14:cNvPr>
                <p14:cNvContentPartPr/>
                <p14:nvPr/>
              </p14:nvContentPartPr>
              <p14:xfrm>
                <a:off x="4340317" y="5566038"/>
                <a:ext cx="154080" cy="1717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F9B513D-288A-5CA6-342A-8B3B77C35B6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322677" y="5548398"/>
                  <a:ext cx="1897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8B82865-2BB0-568F-42E5-25B79893C025}"/>
                    </a:ext>
                  </a:extLst>
                </p14:cNvPr>
                <p14:cNvContentPartPr/>
                <p14:nvPr/>
              </p14:nvContentPartPr>
              <p14:xfrm>
                <a:off x="4362637" y="5528598"/>
                <a:ext cx="237240" cy="3207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8B82865-2BB0-568F-42E5-25B79893C02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344997" y="5510598"/>
                  <a:ext cx="27288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7655860-855B-CD26-1988-2E8F3EADA472}"/>
                    </a:ext>
                  </a:extLst>
                </p14:cNvPr>
                <p14:cNvContentPartPr/>
                <p14:nvPr/>
              </p14:nvContentPartPr>
              <p14:xfrm>
                <a:off x="4431037" y="5340318"/>
                <a:ext cx="190440" cy="1832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7655860-855B-CD26-1988-2E8F3EADA47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413397" y="5322318"/>
                  <a:ext cx="2260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A15A6FD-F46D-AC8C-15A0-029694C296F0}"/>
                    </a:ext>
                  </a:extLst>
                </p14:cNvPr>
                <p14:cNvContentPartPr/>
                <p14:nvPr/>
              </p14:nvContentPartPr>
              <p14:xfrm>
                <a:off x="4587997" y="5295318"/>
                <a:ext cx="122760" cy="712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A15A6FD-F46D-AC8C-15A0-029694C296F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570357" y="5277318"/>
                  <a:ext cx="1584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0C19FF6-6B0C-F9C4-202C-E008C8C4B16B}"/>
                    </a:ext>
                  </a:extLst>
                </p14:cNvPr>
                <p14:cNvContentPartPr/>
                <p14:nvPr/>
              </p14:nvContentPartPr>
              <p14:xfrm>
                <a:off x="4644517" y="5161038"/>
                <a:ext cx="84600" cy="2419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0C19FF6-6B0C-F9C4-202C-E008C8C4B16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626877" y="5143398"/>
                  <a:ext cx="120240" cy="27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305F28F-65E1-39C5-E2BA-A4774EEDF696}"/>
                  </a:ext>
                </a:extLst>
              </p14:cNvPr>
              <p14:cNvContentPartPr/>
              <p14:nvPr/>
            </p14:nvContentPartPr>
            <p14:xfrm>
              <a:off x="678143" y="3154628"/>
              <a:ext cx="1340280" cy="115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305F28F-65E1-39C5-E2BA-A4774EEDF696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60503" y="3136628"/>
                <a:ext cx="137592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6CAD3C9-59CB-FFC7-13B0-1228DE8658C2}"/>
                  </a:ext>
                </a:extLst>
              </p14:cNvPr>
              <p14:cNvContentPartPr/>
              <p14:nvPr/>
            </p14:nvContentPartPr>
            <p14:xfrm>
              <a:off x="1549703" y="3508508"/>
              <a:ext cx="720" cy="32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6CAD3C9-59CB-FFC7-13B0-1228DE8658C2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531703" y="3490508"/>
                <a:ext cx="36360" cy="3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BF5C73F3-88C9-8590-A419-90110DC1A9E2}"/>
              </a:ext>
            </a:extLst>
          </p:cNvPr>
          <p:cNvGrpSpPr/>
          <p:nvPr/>
        </p:nvGrpSpPr>
        <p:grpSpPr>
          <a:xfrm>
            <a:off x="86663" y="3247148"/>
            <a:ext cx="788400" cy="2219040"/>
            <a:chOff x="86663" y="3247148"/>
            <a:chExt cx="788400" cy="221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6EE3AE4-E750-E909-47A4-314E42ACFF01}"/>
                    </a:ext>
                  </a:extLst>
                </p14:cNvPr>
                <p14:cNvContentPartPr/>
                <p14:nvPr/>
              </p14:nvContentPartPr>
              <p14:xfrm>
                <a:off x="588503" y="3413828"/>
                <a:ext cx="152280" cy="2059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6EE3AE4-E750-E909-47A4-314E42ACFF0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70863" y="3395828"/>
                  <a:ext cx="1879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1027F14-D8B7-0A47-6132-847A281EE3C5}"/>
                    </a:ext>
                  </a:extLst>
                </p14:cNvPr>
                <p14:cNvContentPartPr/>
                <p14:nvPr/>
              </p14:nvContentPartPr>
              <p14:xfrm>
                <a:off x="470063" y="3247148"/>
                <a:ext cx="405000" cy="5612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1027F14-D8B7-0A47-6132-847A281EE3C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52423" y="3229148"/>
                  <a:ext cx="440640" cy="59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728599F-AAF5-91CA-CDFA-6D1DE5224D59}"/>
                    </a:ext>
                  </a:extLst>
                </p14:cNvPr>
                <p14:cNvContentPartPr/>
                <p14:nvPr/>
              </p14:nvContentPartPr>
              <p14:xfrm>
                <a:off x="233903" y="4062548"/>
                <a:ext cx="187560" cy="2156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728599F-AAF5-91CA-CDFA-6D1DE5224D5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15903" y="4044548"/>
                  <a:ext cx="2232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E4146B9-753D-0C01-7B15-2ED48AAB8D06}"/>
                    </a:ext>
                  </a:extLst>
                </p14:cNvPr>
                <p14:cNvContentPartPr/>
                <p14:nvPr/>
              </p14:nvContentPartPr>
              <p14:xfrm>
                <a:off x="103943" y="3925748"/>
                <a:ext cx="426600" cy="5666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E4146B9-753D-0C01-7B15-2ED48AAB8D0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5943" y="3908108"/>
                  <a:ext cx="462240" cy="60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33A6A4C-1E4E-501A-E736-CA262ABC488D}"/>
                    </a:ext>
                  </a:extLst>
                </p14:cNvPr>
                <p14:cNvContentPartPr/>
                <p14:nvPr/>
              </p14:nvContentPartPr>
              <p14:xfrm>
                <a:off x="221303" y="4939508"/>
                <a:ext cx="212760" cy="220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33A6A4C-1E4E-501A-E736-CA262ABC488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03663" y="4921508"/>
                  <a:ext cx="2484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6413041-8B4C-52E3-B6C5-6E5C1D4B7868}"/>
                    </a:ext>
                  </a:extLst>
                </p14:cNvPr>
                <p14:cNvContentPartPr/>
                <p14:nvPr/>
              </p14:nvContentPartPr>
              <p14:xfrm>
                <a:off x="86663" y="4839788"/>
                <a:ext cx="403560" cy="6264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6413041-8B4C-52E3-B6C5-6E5C1D4B786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9023" y="4822148"/>
                  <a:ext cx="439200" cy="66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A938F45-CD10-30BC-3AFC-71F09173A200}"/>
                    </a:ext>
                  </a:extLst>
                </p14:cNvPr>
                <p14:cNvContentPartPr/>
                <p14:nvPr/>
              </p14:nvContentPartPr>
              <p14:xfrm>
                <a:off x="341543" y="4407068"/>
                <a:ext cx="73080" cy="4032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A938F45-CD10-30BC-3AFC-71F09173A20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23903" y="4389428"/>
                  <a:ext cx="108720" cy="4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6A77503-F275-C11C-B22C-6A49EB660A11}"/>
                    </a:ext>
                  </a:extLst>
                </p14:cNvPr>
                <p14:cNvContentPartPr/>
                <p14:nvPr/>
              </p14:nvContentPartPr>
              <p14:xfrm>
                <a:off x="279263" y="4675988"/>
                <a:ext cx="123840" cy="1119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6A77503-F275-C11C-B22C-6A49EB660A1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61623" y="4657988"/>
                  <a:ext cx="1594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667F2BE-2153-5DA8-810E-27E94976E302}"/>
                    </a:ext>
                  </a:extLst>
                </p14:cNvPr>
                <p14:cNvContentPartPr/>
                <p14:nvPr/>
              </p14:nvContentPartPr>
              <p14:xfrm>
                <a:off x="462503" y="3732068"/>
                <a:ext cx="21960" cy="2728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667F2BE-2153-5DA8-810E-27E94976E30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44503" y="3714428"/>
                  <a:ext cx="5760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EF32032-22BC-872A-C1C2-73EED55F7C5C}"/>
                    </a:ext>
                  </a:extLst>
                </p14:cNvPr>
                <p14:cNvContentPartPr/>
                <p14:nvPr/>
              </p14:nvContentPartPr>
              <p14:xfrm>
                <a:off x="368903" y="3888308"/>
                <a:ext cx="190440" cy="910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EF32032-22BC-872A-C1C2-73EED55F7C5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51263" y="3870668"/>
                  <a:ext cx="226080" cy="126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69A820A3-2E3E-046C-C26D-DEA803364891}"/>
                  </a:ext>
                </a:extLst>
              </p14:cNvPr>
              <p14:cNvContentPartPr/>
              <p14:nvPr/>
            </p14:nvContentPartPr>
            <p14:xfrm>
              <a:off x="1335503" y="3475388"/>
              <a:ext cx="202680" cy="529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69A820A3-2E3E-046C-C26D-DEA803364891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317503" y="3457748"/>
                <a:ext cx="238320" cy="88560"/>
              </a:xfrm>
              <a:prstGeom prst="rect">
                <a:avLst/>
              </a:prstGeom>
            </p:spPr>
          </p:pic>
        </mc:Fallback>
      </mc:AlternateContent>
      <p:grpSp>
        <p:nvGrpSpPr>
          <p:cNvPr id="65" name="Group 64">
            <a:extLst>
              <a:ext uri="{FF2B5EF4-FFF2-40B4-BE49-F238E27FC236}">
                <a16:creationId xmlns:a16="http://schemas.microsoft.com/office/drawing/2014/main" id="{B03C962F-DE7B-BDC7-C17D-DE5ADC386BB8}"/>
              </a:ext>
            </a:extLst>
          </p:cNvPr>
          <p:cNvGrpSpPr/>
          <p:nvPr/>
        </p:nvGrpSpPr>
        <p:grpSpPr>
          <a:xfrm>
            <a:off x="2053703" y="3529748"/>
            <a:ext cx="171360" cy="332280"/>
            <a:chOff x="2053703" y="3529748"/>
            <a:chExt cx="171360" cy="33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12B0456-F238-00C1-A611-E43FD8735462}"/>
                    </a:ext>
                  </a:extLst>
                </p14:cNvPr>
                <p14:cNvContentPartPr/>
                <p14:nvPr/>
              </p14:nvContentPartPr>
              <p14:xfrm>
                <a:off x="2117063" y="3529748"/>
                <a:ext cx="29880" cy="3322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12B0456-F238-00C1-A611-E43FD873546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099423" y="3512108"/>
                  <a:ext cx="6552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68C8ACD-4CD8-F2B6-7370-2C8589C35E00}"/>
                    </a:ext>
                  </a:extLst>
                </p14:cNvPr>
                <p14:cNvContentPartPr/>
                <p14:nvPr/>
              </p14:nvContentPartPr>
              <p14:xfrm>
                <a:off x="2053703" y="3693548"/>
                <a:ext cx="171360" cy="1364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68C8ACD-4CD8-F2B6-7370-2C8589C35E0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036063" y="3675908"/>
                  <a:ext cx="207000" cy="17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B8F2C92-AED1-CDE9-7630-C4A92AC2A2B3}"/>
              </a:ext>
            </a:extLst>
          </p:cNvPr>
          <p:cNvGrpSpPr/>
          <p:nvPr/>
        </p:nvGrpSpPr>
        <p:grpSpPr>
          <a:xfrm>
            <a:off x="2021303" y="4064348"/>
            <a:ext cx="101160" cy="488160"/>
            <a:chOff x="2021303" y="4064348"/>
            <a:chExt cx="101160" cy="48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6CF93CF-9230-0795-AC91-F71C1081033B}"/>
                    </a:ext>
                  </a:extLst>
                </p14:cNvPr>
                <p14:cNvContentPartPr/>
                <p14:nvPr/>
              </p14:nvContentPartPr>
              <p14:xfrm>
                <a:off x="2086823" y="4064348"/>
                <a:ext cx="29520" cy="4881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6CF93CF-9230-0795-AC91-F71C1081033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068823" y="4046708"/>
                  <a:ext cx="65160" cy="52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0374C7B-A18D-8A89-145F-424025721F0B}"/>
                    </a:ext>
                  </a:extLst>
                </p14:cNvPr>
                <p14:cNvContentPartPr/>
                <p14:nvPr/>
              </p14:nvContentPartPr>
              <p14:xfrm>
                <a:off x="2021303" y="4454948"/>
                <a:ext cx="101160" cy="687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0374C7B-A18D-8A89-145F-424025721F0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003303" y="4436948"/>
                  <a:ext cx="136800" cy="10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C85435FC-70B1-152E-CFC9-DC53C58F7E5E}"/>
              </a:ext>
            </a:extLst>
          </p:cNvPr>
          <p:cNvGrpSpPr/>
          <p:nvPr/>
        </p:nvGrpSpPr>
        <p:grpSpPr>
          <a:xfrm>
            <a:off x="5961532" y="1095512"/>
            <a:ext cx="4511880" cy="2824200"/>
            <a:chOff x="5961532" y="1095512"/>
            <a:chExt cx="4511880" cy="282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2BF5698-06FC-3A0F-85E5-363347719083}"/>
                    </a:ext>
                  </a:extLst>
                </p14:cNvPr>
                <p14:cNvContentPartPr/>
                <p14:nvPr/>
              </p14:nvContentPartPr>
              <p14:xfrm>
                <a:off x="7334212" y="1503032"/>
                <a:ext cx="97200" cy="23324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2BF5698-06FC-3A0F-85E5-36334771908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316572" y="1485392"/>
                  <a:ext cx="132840" cy="236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4F5F4A8-3567-F2C6-F26E-5197E4DA7EA1}"/>
                    </a:ext>
                  </a:extLst>
                </p14:cNvPr>
                <p14:cNvContentPartPr/>
                <p14:nvPr/>
              </p14:nvContentPartPr>
              <p14:xfrm>
                <a:off x="7374532" y="3677792"/>
                <a:ext cx="3044160" cy="2419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4F5F4A8-3567-F2C6-F26E-5197E4DA7EA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356532" y="3660152"/>
                  <a:ext cx="307980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B0D9068-FF6B-A434-74E5-17180E6BCDB3}"/>
                    </a:ext>
                  </a:extLst>
                </p14:cNvPr>
                <p14:cNvContentPartPr/>
                <p14:nvPr/>
              </p14:nvContentPartPr>
              <p14:xfrm>
                <a:off x="10300252" y="3611552"/>
                <a:ext cx="173160" cy="2660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B0D9068-FF6B-A434-74E5-17180E6BCDB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282612" y="3593912"/>
                  <a:ext cx="20880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09475C2-5642-A2E7-B66E-8E62D27A2D54}"/>
                    </a:ext>
                  </a:extLst>
                </p14:cNvPr>
                <p14:cNvContentPartPr/>
                <p14:nvPr/>
              </p14:nvContentPartPr>
              <p14:xfrm>
                <a:off x="7255012" y="1095512"/>
                <a:ext cx="178560" cy="4500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09475C2-5642-A2E7-B66E-8E62D27A2D5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237012" y="1077872"/>
                  <a:ext cx="214200" cy="48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F348E68-D70E-C1B1-61AC-D4BD91EBDAD7}"/>
                    </a:ext>
                  </a:extLst>
                </p14:cNvPr>
                <p14:cNvContentPartPr/>
                <p14:nvPr/>
              </p14:nvContentPartPr>
              <p14:xfrm>
                <a:off x="5961532" y="2768072"/>
                <a:ext cx="199800" cy="1317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F348E68-D70E-C1B1-61AC-D4BD91EBDAD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943892" y="2750432"/>
                  <a:ext cx="2354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DBD7BDB-38A8-BC2C-4112-039310B5C709}"/>
                    </a:ext>
                  </a:extLst>
                </p14:cNvPr>
                <p14:cNvContentPartPr/>
                <p14:nvPr/>
              </p14:nvContentPartPr>
              <p14:xfrm>
                <a:off x="6185812" y="2711912"/>
                <a:ext cx="57240" cy="903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DBD7BDB-38A8-BC2C-4112-039310B5C70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167812" y="2693912"/>
                  <a:ext cx="928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C18FBB6-6162-F224-08B0-EE46336FA02E}"/>
                    </a:ext>
                  </a:extLst>
                </p14:cNvPr>
                <p14:cNvContentPartPr/>
                <p14:nvPr/>
              </p14:nvContentPartPr>
              <p14:xfrm>
                <a:off x="6118492" y="2594912"/>
                <a:ext cx="45720" cy="471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C18FBB6-6162-F224-08B0-EE46336FA02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100852" y="2577272"/>
                  <a:ext cx="813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F0310E8-1B00-5F73-8EB8-F11ECAE8A823}"/>
                    </a:ext>
                  </a:extLst>
                </p14:cNvPr>
                <p14:cNvContentPartPr/>
                <p14:nvPr/>
              </p14:nvContentPartPr>
              <p14:xfrm>
                <a:off x="6290932" y="2599952"/>
                <a:ext cx="105120" cy="1094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F0310E8-1B00-5F73-8EB8-F11ECAE8A82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272932" y="2582312"/>
                  <a:ext cx="1407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387E9CA-F5B1-BDE7-E1EE-773CAD3839F3}"/>
                    </a:ext>
                  </a:extLst>
                </p14:cNvPr>
                <p14:cNvContentPartPr/>
                <p14:nvPr/>
              </p14:nvContentPartPr>
              <p14:xfrm>
                <a:off x="6403972" y="2436872"/>
                <a:ext cx="236160" cy="1724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387E9CA-F5B1-BDE7-E1EE-773CAD3839F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386332" y="2419232"/>
                  <a:ext cx="2718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78A1119-4839-D2AE-170B-F6ADD5C2B2C9}"/>
                    </a:ext>
                  </a:extLst>
                </p14:cNvPr>
                <p14:cNvContentPartPr/>
                <p14:nvPr/>
              </p14:nvContentPartPr>
              <p14:xfrm>
                <a:off x="6652012" y="2327792"/>
                <a:ext cx="117000" cy="824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78A1119-4839-D2AE-170B-F6ADD5C2B2C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634012" y="2310152"/>
                  <a:ext cx="1526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230F04F-C838-4CD3-B1A5-CDD48C3F8566}"/>
                    </a:ext>
                  </a:extLst>
                </p14:cNvPr>
                <p14:cNvContentPartPr/>
                <p14:nvPr/>
              </p14:nvContentPartPr>
              <p14:xfrm>
                <a:off x="6693052" y="2256512"/>
                <a:ext cx="167400" cy="1270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230F04F-C838-4CD3-B1A5-CDD48C3F856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675052" y="2238872"/>
                  <a:ext cx="2030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A56FE0F-310D-13DF-3E5E-F26A8A3147A8}"/>
                    </a:ext>
                  </a:extLst>
                </p14:cNvPr>
                <p14:cNvContentPartPr/>
                <p14:nvPr/>
              </p14:nvContentPartPr>
              <p14:xfrm>
                <a:off x="6202012" y="3201152"/>
                <a:ext cx="64800" cy="1000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A56FE0F-310D-13DF-3E5E-F26A8A3147A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184012" y="3183152"/>
                  <a:ext cx="1004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80BE65D-8FC8-EA7D-B40B-4C17EA508806}"/>
                    </a:ext>
                  </a:extLst>
                </p14:cNvPr>
                <p14:cNvContentPartPr/>
                <p14:nvPr/>
              </p14:nvContentPartPr>
              <p14:xfrm>
                <a:off x="6171772" y="3104312"/>
                <a:ext cx="16920" cy="504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80BE65D-8FC8-EA7D-B40B-4C17EA50880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153772" y="3086672"/>
                  <a:ext cx="525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2B4D9EA-0D0B-56F9-46DF-7081452078CA}"/>
                    </a:ext>
                  </a:extLst>
                </p14:cNvPr>
                <p14:cNvContentPartPr/>
                <p14:nvPr/>
              </p14:nvContentPartPr>
              <p14:xfrm>
                <a:off x="6308212" y="3116912"/>
                <a:ext cx="115560" cy="802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2B4D9EA-0D0B-56F9-46DF-7081452078C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290212" y="3098912"/>
                  <a:ext cx="1512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664C39F-1D50-D88E-760D-8CD8B4EBBA48}"/>
                    </a:ext>
                  </a:extLst>
                </p14:cNvPr>
                <p14:cNvContentPartPr/>
                <p14:nvPr/>
              </p14:nvContentPartPr>
              <p14:xfrm>
                <a:off x="6434212" y="2972192"/>
                <a:ext cx="108720" cy="1746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664C39F-1D50-D88E-760D-8CD8B4EBBA4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416212" y="2954192"/>
                  <a:ext cx="14436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A84B5BE-E4E5-865C-1EB5-8A76C4DB18CA}"/>
                    </a:ext>
                  </a:extLst>
                </p14:cNvPr>
                <p14:cNvContentPartPr/>
                <p14:nvPr/>
              </p14:nvContentPartPr>
              <p14:xfrm>
                <a:off x="6479212" y="2982632"/>
                <a:ext cx="74880" cy="982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A84B5BE-E4E5-865C-1EB5-8A76C4DB18C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461572" y="2964632"/>
                  <a:ext cx="1105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9DF4B47-3320-4E12-B3FF-529511FEBE8B}"/>
                    </a:ext>
                  </a:extLst>
                </p14:cNvPr>
                <p14:cNvContentPartPr/>
                <p14:nvPr/>
              </p14:nvContentPartPr>
              <p14:xfrm>
                <a:off x="6590092" y="2826032"/>
                <a:ext cx="195120" cy="2178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9DF4B47-3320-4E12-B3FF-529511FEBE8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572452" y="2808392"/>
                  <a:ext cx="23076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D4ADE14-4C06-92BB-D67C-2BA19231E711}"/>
                    </a:ext>
                  </a:extLst>
                </p14:cNvPr>
                <p14:cNvContentPartPr/>
                <p14:nvPr/>
              </p14:nvContentPartPr>
              <p14:xfrm>
                <a:off x="6887092" y="2691392"/>
                <a:ext cx="100440" cy="1663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D4ADE14-4C06-92BB-D67C-2BA19231E71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869092" y="2673392"/>
                  <a:ext cx="1360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9769478-6F88-EBFC-B9E4-88B0A9075EA5}"/>
                    </a:ext>
                  </a:extLst>
                </p14:cNvPr>
                <p14:cNvContentPartPr/>
                <p14:nvPr/>
              </p14:nvContentPartPr>
              <p14:xfrm>
                <a:off x="6937852" y="2620832"/>
                <a:ext cx="111240" cy="1094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9769478-6F88-EBFC-B9E4-88B0A9075EA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919852" y="2602832"/>
                  <a:ext cx="1468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C4FC7D9-0F96-4D38-EB88-D875F184DE03}"/>
                    </a:ext>
                  </a:extLst>
                </p14:cNvPr>
                <p14:cNvContentPartPr/>
                <p14:nvPr/>
              </p14:nvContentPartPr>
              <p14:xfrm>
                <a:off x="6907612" y="2506352"/>
                <a:ext cx="25920" cy="140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C4FC7D9-0F96-4D38-EB88-D875F184DE0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889972" y="2488352"/>
                  <a:ext cx="615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32A56EB-860D-9CB4-3258-85BFC679451B}"/>
                    </a:ext>
                  </a:extLst>
                </p14:cNvPr>
                <p14:cNvContentPartPr/>
                <p14:nvPr/>
              </p14:nvContentPartPr>
              <p14:xfrm>
                <a:off x="7034332" y="2448752"/>
                <a:ext cx="102240" cy="1663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32A56EB-860D-9CB4-3258-85BFC679451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016692" y="2430752"/>
                  <a:ext cx="1378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18734F4-58DA-EBFF-5D9A-5B5CAD16AAA8}"/>
                    </a:ext>
                  </a:extLst>
                </p14:cNvPr>
                <p14:cNvContentPartPr/>
                <p14:nvPr/>
              </p14:nvContentPartPr>
              <p14:xfrm>
                <a:off x="7082932" y="2456672"/>
                <a:ext cx="210960" cy="2034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18734F4-58DA-EBFF-5D9A-5B5CAD16AAA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064932" y="2439032"/>
                  <a:ext cx="2466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241E3F6-8912-1F5D-9654-DB4412989CEF}"/>
                    </a:ext>
                  </a:extLst>
                </p14:cNvPr>
                <p14:cNvContentPartPr/>
                <p14:nvPr/>
              </p14:nvContentPartPr>
              <p14:xfrm>
                <a:off x="7798252" y="3410312"/>
                <a:ext cx="30600" cy="489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241E3F6-8912-1F5D-9654-DB4412989CE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780252" y="3392672"/>
                  <a:ext cx="662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639B3AB-3446-05F3-C7D5-222728ED567E}"/>
                    </a:ext>
                  </a:extLst>
                </p14:cNvPr>
                <p14:cNvContentPartPr/>
                <p14:nvPr/>
              </p14:nvContentPartPr>
              <p14:xfrm>
                <a:off x="8597452" y="2636672"/>
                <a:ext cx="50760" cy="331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639B3AB-3446-05F3-C7D5-222728ED567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579452" y="2618672"/>
                  <a:ext cx="8640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39F6E07A-8533-110B-6EAF-40B9D382AF61}"/>
                    </a:ext>
                  </a:extLst>
                </p14:cNvPr>
                <p14:cNvContentPartPr/>
                <p14:nvPr/>
              </p14:nvContentPartPr>
              <p14:xfrm>
                <a:off x="9463972" y="1801112"/>
                <a:ext cx="21960" cy="709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39F6E07A-8533-110B-6EAF-40B9D382AF6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445972" y="1783112"/>
                  <a:ext cx="576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85BDF5C-6E4C-0B0B-C25E-2A3B7E83BA59}"/>
                    </a:ext>
                  </a:extLst>
                </p14:cNvPr>
                <p14:cNvContentPartPr/>
                <p14:nvPr/>
              </p14:nvContentPartPr>
              <p14:xfrm>
                <a:off x="7426732" y="1446152"/>
                <a:ext cx="2599560" cy="23461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85BDF5C-6E4C-0B0B-C25E-2A3B7E83BA5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408732" y="1428512"/>
                  <a:ext cx="2635200" cy="238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74A5152-8B32-550D-8385-CD52F2AB117B}"/>
                    </a:ext>
                  </a:extLst>
                </p14:cNvPr>
                <p14:cNvContentPartPr/>
                <p14:nvPr/>
              </p14:nvContentPartPr>
              <p14:xfrm>
                <a:off x="9855652" y="1393952"/>
                <a:ext cx="274320" cy="2534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74A5152-8B32-550D-8385-CD52F2AB117B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837652" y="1376312"/>
                  <a:ext cx="309960" cy="28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E3048D57-F34C-6014-CF8E-502F0ECB44D2}"/>
              </a:ext>
            </a:extLst>
          </p:cNvPr>
          <p:cNvGrpSpPr/>
          <p:nvPr/>
        </p:nvGrpSpPr>
        <p:grpSpPr>
          <a:xfrm>
            <a:off x="4800892" y="4041752"/>
            <a:ext cx="5753520" cy="2670120"/>
            <a:chOff x="4800892" y="4041752"/>
            <a:chExt cx="5753520" cy="267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EBEBAE8-C373-F038-C92F-DD0C85204BFD}"/>
                    </a:ext>
                  </a:extLst>
                </p14:cNvPr>
                <p14:cNvContentPartPr/>
                <p14:nvPr/>
              </p14:nvContentPartPr>
              <p14:xfrm>
                <a:off x="8430772" y="4195472"/>
                <a:ext cx="55800" cy="2660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EBEBAE8-C373-F038-C92F-DD0C85204BF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412772" y="4177832"/>
                  <a:ext cx="9144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114A3AE-576E-18CB-16A6-752CF2983965}"/>
                    </a:ext>
                  </a:extLst>
                </p14:cNvPr>
                <p14:cNvContentPartPr/>
                <p14:nvPr/>
              </p14:nvContentPartPr>
              <p14:xfrm>
                <a:off x="8433652" y="4161272"/>
                <a:ext cx="165960" cy="1854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114A3AE-576E-18CB-16A6-752CF298396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415652" y="4143632"/>
                  <a:ext cx="2016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6E87216-E9E1-16B5-2D8E-07C14B32E57A}"/>
                    </a:ext>
                  </a:extLst>
                </p14:cNvPr>
                <p14:cNvContentPartPr/>
                <p14:nvPr/>
              </p14:nvContentPartPr>
              <p14:xfrm>
                <a:off x="8677012" y="4281152"/>
                <a:ext cx="95760" cy="1116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6E87216-E9E1-16B5-2D8E-07C14B32E57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659372" y="4263512"/>
                  <a:ext cx="1314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3251338-7266-9F7A-CA53-FAB77009210C}"/>
                    </a:ext>
                  </a:extLst>
                </p14:cNvPr>
                <p14:cNvContentPartPr/>
                <p14:nvPr/>
              </p14:nvContentPartPr>
              <p14:xfrm>
                <a:off x="8828932" y="4229312"/>
                <a:ext cx="102240" cy="1454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3251338-7266-9F7A-CA53-FAB77009210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811292" y="4211672"/>
                  <a:ext cx="1378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AEACA6E-97B9-CC0F-1ECF-3C0137728AA2}"/>
                    </a:ext>
                  </a:extLst>
                </p14:cNvPr>
                <p14:cNvContentPartPr/>
                <p14:nvPr/>
              </p14:nvContentPartPr>
              <p14:xfrm>
                <a:off x="9054292" y="4204112"/>
                <a:ext cx="91800" cy="1393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AEACA6E-97B9-CC0F-1ECF-3C0137728AA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036292" y="4186112"/>
                  <a:ext cx="12744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473EC0D-0D3F-5AE5-D6B2-D1BDC65F058E}"/>
                    </a:ext>
                  </a:extLst>
                </p14:cNvPr>
                <p14:cNvContentPartPr/>
                <p14:nvPr/>
              </p14:nvContentPartPr>
              <p14:xfrm>
                <a:off x="9205132" y="4188272"/>
                <a:ext cx="65880" cy="1260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473EC0D-0D3F-5AE5-D6B2-D1BDC65F058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187132" y="4170272"/>
                  <a:ext cx="1015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2034DBF-F4B4-C195-D159-68182B380C57}"/>
                    </a:ext>
                  </a:extLst>
                </p14:cNvPr>
                <p14:cNvContentPartPr/>
                <p14:nvPr/>
              </p14:nvContentPartPr>
              <p14:xfrm>
                <a:off x="9391252" y="4177832"/>
                <a:ext cx="94320" cy="1378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2034DBF-F4B4-C195-D159-68182B380C5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373252" y="4159832"/>
                  <a:ext cx="1299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3030FFC-6AB7-26C2-3281-C1CBA289A0F9}"/>
                    </a:ext>
                  </a:extLst>
                </p14:cNvPr>
                <p14:cNvContentPartPr/>
                <p14:nvPr/>
              </p14:nvContentPartPr>
              <p14:xfrm>
                <a:off x="9507532" y="4185392"/>
                <a:ext cx="81000" cy="792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3030FFC-6AB7-26C2-3281-C1CBA289A0F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489892" y="4167752"/>
                  <a:ext cx="1166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3A90D13-5319-797E-BE0A-5CFB56A8FDF5}"/>
                    </a:ext>
                  </a:extLst>
                </p14:cNvPr>
                <p14:cNvContentPartPr/>
                <p14:nvPr/>
              </p14:nvContentPartPr>
              <p14:xfrm>
                <a:off x="9936652" y="4078472"/>
                <a:ext cx="147960" cy="1515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3A90D13-5319-797E-BE0A-5CFB56A8FDF5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918652" y="4060832"/>
                  <a:ext cx="1836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65F8FF1-AE7C-62F4-5B30-FFFD9DAB0C1B}"/>
                    </a:ext>
                  </a:extLst>
                </p14:cNvPr>
                <p14:cNvContentPartPr/>
                <p14:nvPr/>
              </p14:nvContentPartPr>
              <p14:xfrm>
                <a:off x="10159492" y="4152992"/>
                <a:ext cx="15480" cy="954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65F8FF1-AE7C-62F4-5B30-FFFD9DAB0C1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141492" y="4134992"/>
                  <a:ext cx="511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ED2F356-D26B-CBF8-D224-9755ED467E2E}"/>
                    </a:ext>
                  </a:extLst>
                </p14:cNvPr>
                <p14:cNvContentPartPr/>
                <p14:nvPr/>
              </p14:nvContentPartPr>
              <p14:xfrm>
                <a:off x="10132492" y="4041752"/>
                <a:ext cx="27720" cy="327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ED2F356-D26B-CBF8-D224-9755ED467E2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114492" y="4024112"/>
                  <a:ext cx="6336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04CF284-D841-BD17-56D8-845A7CAB9A37}"/>
                    </a:ext>
                  </a:extLst>
                </p14:cNvPr>
                <p14:cNvContentPartPr/>
                <p14:nvPr/>
              </p14:nvContentPartPr>
              <p14:xfrm>
                <a:off x="10229332" y="4117352"/>
                <a:ext cx="151200" cy="1234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04CF284-D841-BD17-56D8-845A7CAB9A3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211692" y="4099352"/>
                  <a:ext cx="1868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F0A3655-6651-75B2-8AD5-FA237B71BA8C}"/>
                    </a:ext>
                  </a:extLst>
                </p14:cNvPr>
                <p14:cNvContentPartPr/>
                <p14:nvPr/>
              </p14:nvContentPartPr>
              <p14:xfrm>
                <a:off x="10482052" y="4092872"/>
                <a:ext cx="72360" cy="1702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F0A3655-6651-75B2-8AD5-FA237B71BA8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464412" y="4075232"/>
                  <a:ext cx="1080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8F191B2-0E07-365F-34FD-44F8C046F562}"/>
                    </a:ext>
                  </a:extLst>
                </p14:cNvPr>
                <p14:cNvContentPartPr/>
                <p14:nvPr/>
              </p14:nvContentPartPr>
              <p14:xfrm>
                <a:off x="9313132" y="4678952"/>
                <a:ext cx="132120" cy="1558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8F191B2-0E07-365F-34FD-44F8C046F56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295492" y="4661312"/>
                  <a:ext cx="1677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3DF2FAE-F2B7-49B9-C6F2-75CD661008A0}"/>
                    </a:ext>
                  </a:extLst>
                </p14:cNvPr>
                <p14:cNvContentPartPr/>
                <p14:nvPr/>
              </p14:nvContentPartPr>
              <p14:xfrm>
                <a:off x="9502492" y="4722872"/>
                <a:ext cx="175680" cy="874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3DF2FAE-F2B7-49B9-C6F2-75CD661008A0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484492" y="4705232"/>
                  <a:ext cx="2113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BF1CB9F-7877-5EDB-2D0E-05672E101513}"/>
                    </a:ext>
                  </a:extLst>
                </p14:cNvPr>
                <p14:cNvContentPartPr/>
                <p14:nvPr/>
              </p14:nvContentPartPr>
              <p14:xfrm>
                <a:off x="9742252" y="4677872"/>
                <a:ext cx="68400" cy="871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BF1CB9F-7877-5EDB-2D0E-05672E10151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724252" y="4660232"/>
                  <a:ext cx="1040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8B879BC-A669-7FCF-AC80-C1487545EDF6}"/>
                    </a:ext>
                  </a:extLst>
                </p14:cNvPr>
                <p14:cNvContentPartPr/>
                <p14:nvPr/>
              </p14:nvContentPartPr>
              <p14:xfrm>
                <a:off x="9920452" y="4623512"/>
                <a:ext cx="84240" cy="1152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8B879BC-A669-7FCF-AC80-C1487545EDF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902452" y="4605512"/>
                  <a:ext cx="1198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C8B650F-5B63-FE45-0DE9-AFE4E62DF1F2}"/>
                    </a:ext>
                  </a:extLst>
                </p14:cNvPr>
                <p14:cNvContentPartPr/>
                <p14:nvPr/>
              </p14:nvContentPartPr>
              <p14:xfrm>
                <a:off x="10095052" y="4607672"/>
                <a:ext cx="293040" cy="982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C8B650F-5B63-FE45-0DE9-AFE4E62DF1F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077052" y="4590032"/>
                  <a:ext cx="3286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63D56F7-B95C-0B75-CF77-C84480025836}"/>
                    </a:ext>
                  </a:extLst>
                </p14:cNvPr>
                <p14:cNvContentPartPr/>
                <p14:nvPr/>
              </p14:nvContentPartPr>
              <p14:xfrm>
                <a:off x="10429492" y="4419392"/>
                <a:ext cx="102600" cy="1911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63D56F7-B95C-0B75-CF77-C8448002583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411492" y="4401392"/>
                  <a:ext cx="13824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A86D8CE-051D-D287-ACA4-DE5FDF42E87C}"/>
                    </a:ext>
                  </a:extLst>
                </p14:cNvPr>
                <p14:cNvContentPartPr/>
                <p14:nvPr/>
              </p14:nvContentPartPr>
              <p14:xfrm>
                <a:off x="10426252" y="4525232"/>
                <a:ext cx="97200" cy="586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A86D8CE-051D-D287-ACA4-DE5FDF42E87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408612" y="4507232"/>
                  <a:ext cx="1328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E1B4AAC-C1F5-FAC1-273E-D2E62AA8875D}"/>
                    </a:ext>
                  </a:extLst>
                </p14:cNvPr>
                <p14:cNvContentPartPr/>
                <p14:nvPr/>
              </p14:nvContentPartPr>
              <p14:xfrm>
                <a:off x="6350332" y="4632152"/>
                <a:ext cx="1046160" cy="6746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E1B4AAC-C1F5-FAC1-273E-D2E62AA8875D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332332" y="4614512"/>
                  <a:ext cx="1081800" cy="71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2590BFB-336C-FE2D-19C6-A80F83BC621C}"/>
                    </a:ext>
                  </a:extLst>
                </p14:cNvPr>
                <p14:cNvContentPartPr/>
                <p14:nvPr/>
              </p14:nvContentPartPr>
              <p14:xfrm>
                <a:off x="7463812" y="5022392"/>
                <a:ext cx="169920" cy="1958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2590BFB-336C-FE2D-19C6-A80F83BC621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446172" y="5004392"/>
                  <a:ext cx="2055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E70E2926-0148-664B-9F31-5A3AC61D59CE}"/>
                    </a:ext>
                  </a:extLst>
                </p14:cNvPr>
                <p14:cNvContentPartPr/>
                <p14:nvPr/>
              </p14:nvContentPartPr>
              <p14:xfrm>
                <a:off x="7703932" y="5064512"/>
                <a:ext cx="74520" cy="2080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E70E2926-0148-664B-9F31-5A3AC61D59CE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686292" y="5046872"/>
                  <a:ext cx="1101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07A03E71-285A-AB14-A141-76BC9E3EAB13}"/>
                    </a:ext>
                  </a:extLst>
                </p14:cNvPr>
                <p14:cNvContentPartPr/>
                <p14:nvPr/>
              </p14:nvContentPartPr>
              <p14:xfrm>
                <a:off x="7681252" y="5027072"/>
                <a:ext cx="223200" cy="2059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07A03E71-285A-AB14-A141-76BC9E3EAB1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663612" y="5009432"/>
                  <a:ext cx="25884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429FF96-D1A3-1F33-8CC1-F3BBA75F04F3}"/>
                    </a:ext>
                  </a:extLst>
                </p14:cNvPr>
                <p14:cNvContentPartPr/>
                <p14:nvPr/>
              </p14:nvContentPartPr>
              <p14:xfrm>
                <a:off x="6561652" y="6031472"/>
                <a:ext cx="311040" cy="5292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429FF96-D1A3-1F33-8CC1-F3BBA75F04F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543652" y="6013472"/>
                  <a:ext cx="346680" cy="56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54A3228E-2BF1-0DD3-87FD-0B275EF597D4}"/>
                    </a:ext>
                  </a:extLst>
                </p14:cNvPr>
                <p14:cNvContentPartPr/>
                <p14:nvPr/>
              </p14:nvContentPartPr>
              <p14:xfrm>
                <a:off x="6801772" y="6084392"/>
                <a:ext cx="711720" cy="4816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54A3228E-2BF1-0DD3-87FD-0B275EF597D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784132" y="6066752"/>
                  <a:ext cx="747360" cy="51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8E49DAE0-9963-806A-40D7-C53B1F336E95}"/>
                    </a:ext>
                  </a:extLst>
                </p14:cNvPr>
                <p14:cNvContentPartPr/>
                <p14:nvPr/>
              </p14:nvContentPartPr>
              <p14:xfrm>
                <a:off x="6447172" y="6553832"/>
                <a:ext cx="131400" cy="1065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8E49DAE0-9963-806A-40D7-C53B1F336E95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429532" y="6536192"/>
                  <a:ext cx="1670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45D09FA-C73B-5700-8E9A-72360EF9DF40}"/>
                    </a:ext>
                  </a:extLst>
                </p14:cNvPr>
                <p14:cNvContentPartPr/>
                <p14:nvPr/>
              </p14:nvContentPartPr>
              <p14:xfrm>
                <a:off x="7716532" y="6313352"/>
                <a:ext cx="231120" cy="2034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45D09FA-C73B-5700-8E9A-72360EF9DF40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698892" y="6295352"/>
                  <a:ext cx="2667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F637712A-7951-05FF-DD36-F3DA6AB14A30}"/>
                    </a:ext>
                  </a:extLst>
                </p14:cNvPr>
                <p14:cNvContentPartPr/>
                <p14:nvPr/>
              </p14:nvContentPartPr>
              <p14:xfrm>
                <a:off x="8040892" y="6410552"/>
                <a:ext cx="44640" cy="1310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F637712A-7951-05FF-DD36-F3DA6AB14A3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022892" y="6392912"/>
                  <a:ext cx="802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3DA5790-70C6-FB67-DC7A-A23B1AE4ABA0}"/>
                    </a:ext>
                  </a:extLst>
                </p14:cNvPr>
                <p14:cNvContentPartPr/>
                <p14:nvPr/>
              </p14:nvContentPartPr>
              <p14:xfrm>
                <a:off x="8046292" y="6372032"/>
                <a:ext cx="206280" cy="178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3DA5790-70C6-FB67-DC7A-A23B1AE4ABA0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028652" y="6354032"/>
                  <a:ext cx="2419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3ECB0991-1B4C-73D5-5FFE-B31BABC7FEB4}"/>
                    </a:ext>
                  </a:extLst>
                </p14:cNvPr>
                <p14:cNvContentPartPr/>
                <p14:nvPr/>
              </p14:nvContentPartPr>
              <p14:xfrm>
                <a:off x="6878452" y="6261872"/>
                <a:ext cx="12240" cy="75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3ECB0991-1B4C-73D5-5FFE-B31BABC7FEB4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860452" y="6244232"/>
                  <a:ext cx="478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74EAFFF7-53F9-343B-852A-ABA88C5B2E18}"/>
                    </a:ext>
                  </a:extLst>
                </p14:cNvPr>
                <p14:cNvContentPartPr/>
                <p14:nvPr/>
              </p14:nvContentPartPr>
              <p14:xfrm>
                <a:off x="7056652" y="6279512"/>
                <a:ext cx="13320" cy="18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74EAFFF7-53F9-343B-852A-ABA88C5B2E1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039012" y="6261512"/>
                  <a:ext cx="489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9A4E61F1-9546-0C63-83E8-B99E1877A452}"/>
                    </a:ext>
                  </a:extLst>
                </p14:cNvPr>
                <p14:cNvContentPartPr/>
                <p14:nvPr/>
              </p14:nvContentPartPr>
              <p14:xfrm>
                <a:off x="6697012" y="6440432"/>
                <a:ext cx="24480" cy="270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9A4E61F1-9546-0C63-83E8-B99E1877A45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679372" y="6422792"/>
                  <a:ext cx="601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20DD453-74BD-F291-2BC1-E36CBAB7DAB6}"/>
                    </a:ext>
                  </a:extLst>
                </p14:cNvPr>
                <p14:cNvContentPartPr/>
                <p14:nvPr/>
              </p14:nvContentPartPr>
              <p14:xfrm>
                <a:off x="6985372" y="6498752"/>
                <a:ext cx="60480" cy="82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20DD453-74BD-F291-2BC1-E36CBAB7DAB6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967732" y="6480752"/>
                  <a:ext cx="961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752D185C-0E10-AA62-81CB-DAFF9BC948B9}"/>
                    </a:ext>
                  </a:extLst>
                </p14:cNvPr>
                <p14:cNvContentPartPr/>
                <p14:nvPr/>
              </p14:nvContentPartPr>
              <p14:xfrm>
                <a:off x="7179052" y="6533672"/>
                <a:ext cx="17280" cy="158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752D185C-0E10-AA62-81CB-DAFF9BC948B9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161052" y="6516032"/>
                  <a:ext cx="529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65876686-2AA9-794D-A8E8-EC075F5F5F38}"/>
                    </a:ext>
                  </a:extLst>
                </p14:cNvPr>
                <p14:cNvContentPartPr/>
                <p14:nvPr/>
              </p14:nvContentPartPr>
              <p14:xfrm>
                <a:off x="6779092" y="6510632"/>
                <a:ext cx="27360" cy="345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65876686-2AA9-794D-A8E8-EC075F5F5F38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761092" y="6492632"/>
                  <a:ext cx="630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B9048609-A7B3-D456-0351-F96653039914}"/>
                    </a:ext>
                  </a:extLst>
                </p14:cNvPr>
                <p14:cNvContentPartPr/>
                <p14:nvPr/>
              </p14:nvContentPartPr>
              <p14:xfrm>
                <a:off x="6736972" y="6641672"/>
                <a:ext cx="27000" cy="234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B9048609-A7B3-D456-0351-F9665303991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718972" y="6624032"/>
                  <a:ext cx="626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CE9219A-25D2-780B-4388-62DA441098E7}"/>
                    </a:ext>
                  </a:extLst>
                </p14:cNvPr>
                <p14:cNvContentPartPr/>
                <p14:nvPr/>
              </p14:nvContentPartPr>
              <p14:xfrm>
                <a:off x="6969532" y="6340352"/>
                <a:ext cx="11880" cy="21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CE9219A-25D2-780B-4388-62DA441098E7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951532" y="6322352"/>
                  <a:ext cx="475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4D886937-D11F-84C4-552A-30777CF18E78}"/>
                    </a:ext>
                  </a:extLst>
                </p14:cNvPr>
                <p14:cNvContentPartPr/>
                <p14:nvPr/>
              </p14:nvContentPartPr>
              <p14:xfrm>
                <a:off x="7317292" y="6446912"/>
                <a:ext cx="39600" cy="90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4D886937-D11F-84C4-552A-30777CF18E78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299292" y="6428912"/>
                  <a:ext cx="752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2556F907-0BCA-87DC-9AB0-984FAB551FB0}"/>
                    </a:ext>
                  </a:extLst>
                </p14:cNvPr>
                <p14:cNvContentPartPr/>
                <p14:nvPr/>
              </p14:nvContentPartPr>
              <p14:xfrm>
                <a:off x="6902572" y="6532592"/>
                <a:ext cx="10080" cy="183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2556F907-0BCA-87DC-9AB0-984FAB551FB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884932" y="6514592"/>
                  <a:ext cx="457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4F67EAA4-A750-AE60-C061-F3081B069D91}"/>
                    </a:ext>
                  </a:extLst>
                </p14:cNvPr>
                <p14:cNvContentPartPr/>
                <p14:nvPr/>
              </p14:nvContentPartPr>
              <p14:xfrm>
                <a:off x="6925972" y="6708272"/>
                <a:ext cx="10080" cy="36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4F67EAA4-A750-AE60-C061-F3081B069D9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907972" y="6690272"/>
                  <a:ext cx="457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38843113-0197-DD33-1112-8EB4CF4D3AD8}"/>
                    </a:ext>
                  </a:extLst>
                </p14:cNvPr>
                <p14:cNvContentPartPr/>
                <p14:nvPr/>
              </p14:nvContentPartPr>
              <p14:xfrm>
                <a:off x="7116412" y="6466712"/>
                <a:ext cx="5040" cy="32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8843113-0197-DD33-1112-8EB4CF4D3AD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098412" y="6448712"/>
                  <a:ext cx="406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6A4F0151-8C97-100C-A85F-28C3171E35C7}"/>
                    </a:ext>
                  </a:extLst>
                </p14:cNvPr>
                <p14:cNvContentPartPr/>
                <p14:nvPr/>
              </p14:nvContentPartPr>
              <p14:xfrm>
                <a:off x="7287412" y="6619712"/>
                <a:ext cx="20160" cy="72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6A4F0151-8C97-100C-A85F-28C3171E35C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269772" y="6602072"/>
                  <a:ext cx="558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8A2BDFF7-D68D-45C0-9B8D-1F037C2DE5A4}"/>
                    </a:ext>
                  </a:extLst>
                </p14:cNvPr>
                <p14:cNvContentPartPr/>
                <p14:nvPr/>
              </p14:nvContentPartPr>
              <p14:xfrm>
                <a:off x="4800892" y="5310752"/>
                <a:ext cx="1762200" cy="7538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8A2BDFF7-D68D-45C0-9B8D-1F037C2DE5A4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783252" y="5292752"/>
                  <a:ext cx="1797840" cy="78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7DD3C672-31D4-DD3F-8F94-0793439FA795}"/>
                    </a:ext>
                  </a:extLst>
                </p14:cNvPr>
                <p14:cNvContentPartPr/>
                <p14:nvPr/>
              </p14:nvContentPartPr>
              <p14:xfrm>
                <a:off x="6514492" y="5933912"/>
                <a:ext cx="169200" cy="2300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7DD3C672-31D4-DD3F-8F94-0793439FA79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496492" y="5916272"/>
                  <a:ext cx="20484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70B55139-A6A1-E435-AEAA-103FB86C293B}"/>
                    </a:ext>
                  </a:extLst>
                </p14:cNvPr>
                <p14:cNvContentPartPr/>
                <p14:nvPr/>
              </p14:nvContentPartPr>
              <p14:xfrm>
                <a:off x="5581372" y="5234792"/>
                <a:ext cx="276120" cy="2152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70B55139-A6A1-E435-AEAA-103FB86C293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563732" y="5217152"/>
                  <a:ext cx="31176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BF96921-026F-C6FF-86B6-767C89105409}"/>
                    </a:ext>
                  </a:extLst>
                </p14:cNvPr>
                <p14:cNvContentPartPr/>
                <p14:nvPr/>
              </p14:nvContentPartPr>
              <p14:xfrm>
                <a:off x="5894932" y="5264672"/>
                <a:ext cx="156600" cy="835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BF96921-026F-C6FF-86B6-767C8910540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877292" y="5247032"/>
                  <a:ext cx="1922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C198C7B-622A-0D1D-DB9E-98755A81F753}"/>
                    </a:ext>
                  </a:extLst>
                </p14:cNvPr>
                <p14:cNvContentPartPr/>
                <p14:nvPr/>
              </p14:nvContentPartPr>
              <p14:xfrm>
                <a:off x="5999332" y="5189072"/>
                <a:ext cx="143640" cy="1965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C198C7B-622A-0D1D-DB9E-98755A81F75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981692" y="5171432"/>
                  <a:ext cx="17928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C4BE88C2-3437-CBE2-37DC-011033D90CE7}"/>
                    </a:ext>
                  </a:extLst>
                </p14:cNvPr>
                <p14:cNvContentPartPr/>
                <p14:nvPr/>
              </p14:nvContentPartPr>
              <p14:xfrm>
                <a:off x="7008412" y="5177552"/>
                <a:ext cx="293040" cy="8514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C4BE88C2-3437-CBE2-37DC-011033D90CE7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990412" y="5159912"/>
                  <a:ext cx="328680" cy="88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E7835C45-E6FE-EC84-D789-170DF6877B58}"/>
                    </a:ext>
                  </a:extLst>
                </p14:cNvPr>
                <p14:cNvContentPartPr/>
                <p14:nvPr/>
              </p14:nvContentPartPr>
              <p14:xfrm>
                <a:off x="6843532" y="5009792"/>
                <a:ext cx="36000" cy="352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E7835C45-E6FE-EC84-D789-170DF6877B58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6825532" y="4992152"/>
                  <a:ext cx="716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B00C7F6-1933-0961-7407-AFCDB98771D8}"/>
                    </a:ext>
                  </a:extLst>
                </p14:cNvPr>
                <p14:cNvContentPartPr/>
                <p14:nvPr/>
              </p14:nvContentPartPr>
              <p14:xfrm>
                <a:off x="6995092" y="4523072"/>
                <a:ext cx="105480" cy="3150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B00C7F6-1933-0961-7407-AFCDB98771D8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977092" y="4505072"/>
                  <a:ext cx="14112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E647208-C7DC-76D3-61B3-A1F6A2E4FCA1}"/>
                    </a:ext>
                  </a:extLst>
                </p14:cNvPr>
                <p14:cNvContentPartPr/>
                <p14:nvPr/>
              </p14:nvContentPartPr>
              <p14:xfrm>
                <a:off x="6916972" y="4737992"/>
                <a:ext cx="239040" cy="1180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E647208-C7DC-76D3-61B3-A1F6A2E4FCA1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899332" y="4720352"/>
                  <a:ext cx="2746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54D432B5-84EC-C9A1-8A62-C998EDD7B941}"/>
                    </a:ext>
                  </a:extLst>
                </p14:cNvPr>
                <p14:cNvContentPartPr/>
                <p14:nvPr/>
              </p14:nvContentPartPr>
              <p14:xfrm>
                <a:off x="7225852" y="4377632"/>
                <a:ext cx="204480" cy="1335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54D432B5-84EC-C9A1-8A62-C998EDD7B941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207852" y="4359632"/>
                  <a:ext cx="2401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652E1C98-C8E0-8D31-C27E-CCADB7A294F2}"/>
                    </a:ext>
                  </a:extLst>
                </p14:cNvPr>
                <p14:cNvContentPartPr/>
                <p14:nvPr/>
              </p14:nvContentPartPr>
              <p14:xfrm>
                <a:off x="7449052" y="4267472"/>
                <a:ext cx="349560" cy="2188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652E1C98-C8E0-8D31-C27E-CCADB7A294F2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431052" y="4249832"/>
                  <a:ext cx="38520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6C92805D-9C3E-5305-DE04-F3D0F7C02293}"/>
                    </a:ext>
                  </a:extLst>
                </p14:cNvPr>
                <p14:cNvContentPartPr/>
                <p14:nvPr/>
              </p14:nvContentPartPr>
              <p14:xfrm>
                <a:off x="7639492" y="4590392"/>
                <a:ext cx="177120" cy="1670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C92805D-9C3E-5305-DE04-F3D0F7C02293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621492" y="4572392"/>
                  <a:ext cx="2127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292BE9EF-0EC5-039A-5FA7-82C4C9F0ECFF}"/>
                    </a:ext>
                  </a:extLst>
                </p14:cNvPr>
                <p14:cNvContentPartPr/>
                <p14:nvPr/>
              </p14:nvContentPartPr>
              <p14:xfrm>
                <a:off x="7805092" y="4511192"/>
                <a:ext cx="41760" cy="1458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292BE9EF-0EC5-039A-5FA7-82C4C9F0ECFF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787092" y="4493552"/>
                  <a:ext cx="7740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A2A4481D-C373-65E3-7752-CB0789A1D484}"/>
                    </a:ext>
                  </a:extLst>
                </p14:cNvPr>
                <p14:cNvContentPartPr/>
                <p14:nvPr/>
              </p14:nvContentPartPr>
              <p14:xfrm>
                <a:off x="7883932" y="4573832"/>
                <a:ext cx="97920" cy="1335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A2A4481D-C373-65E3-7752-CB0789A1D484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865932" y="4555832"/>
                  <a:ext cx="1335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39776786-62ED-A491-43B0-C232A74455EE}"/>
                    </a:ext>
                  </a:extLst>
                </p14:cNvPr>
                <p14:cNvContentPartPr/>
                <p14:nvPr/>
              </p14:nvContentPartPr>
              <p14:xfrm>
                <a:off x="8030812" y="4578152"/>
                <a:ext cx="106560" cy="846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39776786-62ED-A491-43B0-C232A74455EE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012812" y="4560512"/>
                  <a:ext cx="1422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E5D6BD49-EEE1-74CA-4BA8-D7DFC8B85408}"/>
                    </a:ext>
                  </a:extLst>
                </p14:cNvPr>
                <p14:cNvContentPartPr/>
                <p14:nvPr/>
              </p14:nvContentPartPr>
              <p14:xfrm>
                <a:off x="8108212" y="4500392"/>
                <a:ext cx="47520" cy="1638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E5D6BD49-EEE1-74CA-4BA8-D7DFC8B85408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090572" y="4482392"/>
                  <a:ext cx="831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E6A4EFCB-6EC2-9B11-93CA-6287D7709A2A}"/>
                    </a:ext>
                  </a:extLst>
                </p14:cNvPr>
                <p14:cNvContentPartPr/>
                <p14:nvPr/>
              </p14:nvContentPartPr>
              <p14:xfrm>
                <a:off x="8125852" y="4572752"/>
                <a:ext cx="118800" cy="626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E6A4EFCB-6EC2-9B11-93CA-6287D7709A2A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108212" y="4554752"/>
                  <a:ext cx="1544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17ED26C6-F6AC-7845-36D8-4DCDB5ED158D}"/>
                    </a:ext>
                  </a:extLst>
                </p14:cNvPr>
                <p14:cNvContentPartPr/>
                <p14:nvPr/>
              </p14:nvContentPartPr>
              <p14:xfrm>
                <a:off x="8322052" y="4551512"/>
                <a:ext cx="185760" cy="1180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17ED26C6-F6AC-7845-36D8-4DCDB5ED158D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304052" y="4533512"/>
                  <a:ext cx="2214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D388BAB-CF8E-383A-524E-2C7F51419DD5}"/>
                    </a:ext>
                  </a:extLst>
                </p14:cNvPr>
                <p14:cNvContentPartPr/>
                <p14:nvPr/>
              </p14:nvContentPartPr>
              <p14:xfrm>
                <a:off x="7043332" y="6211472"/>
                <a:ext cx="197640" cy="2070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D388BAB-CF8E-383A-524E-2C7F51419DD5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025332" y="6193832"/>
                  <a:ext cx="23328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B7BA6DA-C46D-D724-096C-13CA5390A776}"/>
                    </a:ext>
                  </a:extLst>
                </p14:cNvPr>
                <p14:cNvContentPartPr/>
                <p14:nvPr/>
              </p14:nvContentPartPr>
              <p14:xfrm>
                <a:off x="7100572" y="6324512"/>
                <a:ext cx="46440" cy="93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B7BA6DA-C46D-D724-096C-13CA5390A776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7082932" y="6306872"/>
                  <a:ext cx="820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A3C9B948-FE97-4657-2ECC-E415BAE054CE}"/>
                    </a:ext>
                  </a:extLst>
                </p14:cNvPr>
                <p14:cNvContentPartPr/>
                <p14:nvPr/>
              </p14:nvContentPartPr>
              <p14:xfrm>
                <a:off x="7127932" y="6273752"/>
                <a:ext cx="28440" cy="784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A3C9B948-FE97-4657-2ECC-E415BAE054C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110292" y="6256112"/>
                  <a:ext cx="640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93579EFD-DB29-3403-47A2-6A09BF0202FD}"/>
                    </a:ext>
                  </a:extLst>
                </p14:cNvPr>
                <p14:cNvContentPartPr/>
                <p14:nvPr/>
              </p14:nvContentPartPr>
              <p14:xfrm>
                <a:off x="7391812" y="6018152"/>
                <a:ext cx="529920" cy="1864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93579EFD-DB29-3403-47A2-6A09BF0202FD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374172" y="6000152"/>
                  <a:ext cx="56556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E7DDFD00-F04F-75DF-02AE-67CF8A57EDF6}"/>
                    </a:ext>
                  </a:extLst>
                </p14:cNvPr>
                <p14:cNvContentPartPr/>
                <p14:nvPr/>
              </p14:nvContentPartPr>
              <p14:xfrm>
                <a:off x="7873132" y="5956232"/>
                <a:ext cx="59760" cy="979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E7DDFD00-F04F-75DF-02AE-67CF8A57EDF6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855492" y="5938592"/>
                  <a:ext cx="954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CB54ABAB-4A79-3E4F-958A-D9596EE97682}"/>
                    </a:ext>
                  </a:extLst>
                </p14:cNvPr>
                <p14:cNvContentPartPr/>
                <p14:nvPr/>
              </p14:nvContentPartPr>
              <p14:xfrm>
                <a:off x="8161492" y="5909432"/>
                <a:ext cx="179280" cy="1285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CB54ABAB-4A79-3E4F-958A-D9596EE97682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143852" y="5891792"/>
                  <a:ext cx="2149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B0329DDE-FBA2-2E99-45C1-B30560C433C7}"/>
                    </a:ext>
                  </a:extLst>
                </p14:cNvPr>
                <p14:cNvContentPartPr/>
                <p14:nvPr/>
              </p14:nvContentPartPr>
              <p14:xfrm>
                <a:off x="8424292" y="5920592"/>
                <a:ext cx="58680" cy="8136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B0329DDE-FBA2-2E99-45C1-B30560C433C7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8406652" y="5902952"/>
                  <a:ext cx="943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25D53DF5-0DB4-CEB8-E381-788656C1B646}"/>
                    </a:ext>
                  </a:extLst>
                </p14:cNvPr>
                <p14:cNvContentPartPr/>
                <p14:nvPr/>
              </p14:nvContentPartPr>
              <p14:xfrm>
                <a:off x="8541652" y="5793872"/>
                <a:ext cx="63360" cy="1904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25D53DF5-0DB4-CEB8-E381-788656C1B646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8523652" y="5775872"/>
                  <a:ext cx="990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36A64647-4FF5-67CD-6A63-899E3C0055CE}"/>
                    </a:ext>
                  </a:extLst>
                </p14:cNvPr>
                <p14:cNvContentPartPr/>
                <p14:nvPr/>
              </p14:nvContentPartPr>
              <p14:xfrm>
                <a:off x="8641372" y="5877752"/>
                <a:ext cx="87840" cy="10224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36A64647-4FF5-67CD-6A63-899E3C0055CE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8623372" y="5860112"/>
                  <a:ext cx="123480" cy="137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188655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AE10B-A865-2D6F-8709-22A4F4FA8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PD in our demo board</a:t>
            </a:r>
          </a:p>
        </p:txBody>
      </p:sp>
      <p:pic>
        <p:nvPicPr>
          <p:cNvPr id="6" name="Content Placeholder 5" descr="A close-up of a product&#10;&#10;Description automatically generated">
            <a:extLst>
              <a:ext uri="{FF2B5EF4-FFF2-40B4-BE49-F238E27FC236}">
                <a16:creationId xmlns:a16="http://schemas.microsoft.com/office/drawing/2014/main" id="{76A70E71-0388-61E4-4551-570E4B96C3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368" y="251219"/>
            <a:ext cx="4764422" cy="635556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3FCAA9-87C6-884D-61DD-B84403DA04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38</a:t>
            </a:fld>
            <a:endParaRPr lang="en-US" dirty="0">
              <a:latin typeface="PT Sans" panose="020B0503020203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1F7510-A44B-FC82-2325-1B2FD40DAA1C}"/>
              </a:ext>
            </a:extLst>
          </p:cNvPr>
          <p:cNvSpPr txBox="1"/>
          <p:nvPr/>
        </p:nvSpPr>
        <p:spPr>
          <a:xfrm>
            <a:off x="1411555" y="4291916"/>
            <a:ext cx="24072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PT Sans" panose="020B0503020203020204" pitchFamily="34" charset="0"/>
              </a:rPr>
              <a:t>https://www.vishay.com/docs/83493/vemd2023slx01.pdf</a:t>
            </a:r>
          </a:p>
        </p:txBody>
      </p:sp>
    </p:spTree>
    <p:extLst>
      <p:ext uri="{BB962C8B-B14F-4D97-AF65-F5344CB8AC3E}">
        <p14:creationId xmlns:p14="http://schemas.microsoft.com/office/powerpoint/2010/main" val="38345003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68A18-4D51-3314-7A3D-DFF0D7C7D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PD characteristics</a:t>
            </a:r>
          </a:p>
        </p:txBody>
      </p:sp>
      <p:pic>
        <p:nvPicPr>
          <p:cNvPr id="6" name="Content Placeholder 5" descr="A graph of a normal spectrum&#10;&#10;Description automatically generated">
            <a:extLst>
              <a:ext uri="{FF2B5EF4-FFF2-40B4-BE49-F238E27FC236}">
                <a16:creationId xmlns:a16="http://schemas.microsoft.com/office/drawing/2014/main" id="{63E65254-CBB8-017B-A90B-AAA18BB656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54" y="949944"/>
            <a:ext cx="4362645" cy="389263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1043C8-9149-AFA1-AF79-5041B01A5D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39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Picture 7" descr="A diagram of a temperature&#10;&#10;Description automatically generated">
            <a:extLst>
              <a:ext uri="{FF2B5EF4-FFF2-40B4-BE49-F238E27FC236}">
                <a16:creationId xmlns:a16="http://schemas.microsoft.com/office/drawing/2014/main" id="{9DD082E0-B1B7-C670-C6E8-9EDE459C9C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6918" y="1391181"/>
            <a:ext cx="6690940" cy="301016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617A8BA-06C5-C261-2837-49BC1788FE2A}"/>
              </a:ext>
            </a:extLst>
          </p:cNvPr>
          <p:cNvGrpSpPr/>
          <p:nvPr/>
        </p:nvGrpSpPr>
        <p:grpSpPr>
          <a:xfrm>
            <a:off x="3740303" y="4130588"/>
            <a:ext cx="838080" cy="278640"/>
            <a:chOff x="3740303" y="4130588"/>
            <a:chExt cx="838080" cy="27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C59C1AC-C3C2-52C7-64F4-04F4915971AE}"/>
                    </a:ext>
                  </a:extLst>
                </p14:cNvPr>
                <p14:cNvContentPartPr/>
                <p14:nvPr/>
              </p14:nvContentPartPr>
              <p14:xfrm>
                <a:off x="3740303" y="4187828"/>
                <a:ext cx="222120" cy="2181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C59C1AC-C3C2-52C7-64F4-04F4915971A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722663" y="4170188"/>
                  <a:ext cx="25776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804B39A-DAA1-5C09-4FFC-7DDC557CC15D}"/>
                    </a:ext>
                  </a:extLst>
                </p14:cNvPr>
                <p14:cNvContentPartPr/>
                <p14:nvPr/>
              </p14:nvContentPartPr>
              <p14:xfrm>
                <a:off x="3816983" y="4299428"/>
                <a:ext cx="88920" cy="1098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804B39A-DAA1-5C09-4FFC-7DDC557CC15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798983" y="4281428"/>
                  <a:ext cx="1245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06F4D3C-D7DE-F52A-3BA0-320BFA72E720}"/>
                    </a:ext>
                  </a:extLst>
                </p14:cNvPr>
                <p14:cNvContentPartPr/>
                <p14:nvPr/>
              </p14:nvContentPartPr>
              <p14:xfrm>
                <a:off x="4089503" y="4227068"/>
                <a:ext cx="379080" cy="388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06F4D3C-D7DE-F52A-3BA0-320BFA72E72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071863" y="4209068"/>
                  <a:ext cx="4147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49B47C9-A916-13FD-4C72-CC0CEC3C958C}"/>
                    </a:ext>
                  </a:extLst>
                </p14:cNvPr>
                <p14:cNvContentPartPr/>
                <p14:nvPr/>
              </p14:nvContentPartPr>
              <p14:xfrm>
                <a:off x="4446263" y="4130588"/>
                <a:ext cx="132120" cy="194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49B47C9-A916-13FD-4C72-CC0CEC3C958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428623" y="4112588"/>
                  <a:ext cx="167760" cy="23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84F3421-C816-621D-D851-A297A1820D01}"/>
              </a:ext>
            </a:extLst>
          </p:cNvPr>
          <p:cNvGrpSpPr/>
          <p:nvPr/>
        </p:nvGrpSpPr>
        <p:grpSpPr>
          <a:xfrm>
            <a:off x="90983" y="2049068"/>
            <a:ext cx="240840" cy="750240"/>
            <a:chOff x="90983" y="2049068"/>
            <a:chExt cx="240840" cy="75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7F92181-21EC-ECB2-E6F6-C4C7782DAC1E}"/>
                    </a:ext>
                  </a:extLst>
                </p14:cNvPr>
                <p14:cNvContentPartPr/>
                <p14:nvPr/>
              </p14:nvContentPartPr>
              <p14:xfrm>
                <a:off x="154703" y="2128628"/>
                <a:ext cx="46080" cy="6706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7F92181-21EC-ECB2-E6F6-C4C7782DAC1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6703" y="2110628"/>
                  <a:ext cx="81720" cy="70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4B4C253-B07C-32FD-09AD-2F1025101EAF}"/>
                    </a:ext>
                  </a:extLst>
                </p14:cNvPr>
                <p14:cNvContentPartPr/>
                <p14:nvPr/>
              </p14:nvContentPartPr>
              <p14:xfrm>
                <a:off x="90983" y="2049068"/>
                <a:ext cx="240840" cy="2430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4B4C253-B07C-32FD-09AD-2F1025101EA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3343" y="2031428"/>
                  <a:ext cx="276480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FAA6430-DED8-6E08-C99E-4706D8B3AA95}"/>
              </a:ext>
            </a:extLst>
          </p:cNvPr>
          <p:cNvGrpSpPr/>
          <p:nvPr/>
        </p:nvGrpSpPr>
        <p:grpSpPr>
          <a:xfrm>
            <a:off x="79463" y="3023228"/>
            <a:ext cx="197640" cy="250560"/>
            <a:chOff x="79463" y="3023228"/>
            <a:chExt cx="197640" cy="25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1E5F412-5DC6-6EF1-7C08-DF3A6FE18D93}"/>
                    </a:ext>
                  </a:extLst>
                </p14:cNvPr>
                <p14:cNvContentPartPr/>
                <p14:nvPr/>
              </p14:nvContentPartPr>
              <p14:xfrm>
                <a:off x="79463" y="3023228"/>
                <a:ext cx="106560" cy="1198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1E5F412-5DC6-6EF1-7C08-DF3A6FE18D9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1823" y="3005588"/>
                  <a:ext cx="1422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6EF68CF-6C88-A41E-247C-73E8C3377E3D}"/>
                    </a:ext>
                  </a:extLst>
                </p14:cNvPr>
                <p14:cNvContentPartPr/>
                <p14:nvPr/>
              </p14:nvContentPartPr>
              <p14:xfrm>
                <a:off x="178463" y="3128348"/>
                <a:ext cx="98640" cy="145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6EF68CF-6C88-A41E-247C-73E8C3377E3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60463" y="3110348"/>
                  <a:ext cx="134280" cy="181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9DFC177C-FD91-E95D-500C-33D2B1251725}"/>
                  </a:ext>
                </a:extLst>
              </p14:cNvPr>
              <p14:cNvContentPartPr/>
              <p14:nvPr/>
            </p14:nvContentPartPr>
            <p14:xfrm>
              <a:off x="96023" y="591788"/>
              <a:ext cx="597960" cy="529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9DFC177C-FD91-E95D-500C-33D2B125172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8383" y="573788"/>
                <a:ext cx="63360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44D32984-FACF-735B-BA2C-B29AAA7479F4}"/>
                  </a:ext>
                </a:extLst>
              </p14:cNvPr>
              <p14:cNvContentPartPr/>
              <p14:nvPr/>
            </p14:nvContentPartPr>
            <p14:xfrm>
              <a:off x="5913623" y="4040588"/>
              <a:ext cx="1638720" cy="745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44D32984-FACF-735B-BA2C-B29AAA7479F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907503" y="4034468"/>
                <a:ext cx="1650960" cy="8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08FB4E43-7D38-E80F-55F0-6E01D055CEF1}"/>
              </a:ext>
            </a:extLst>
          </p:cNvPr>
          <p:cNvGrpSpPr/>
          <p:nvPr/>
        </p:nvGrpSpPr>
        <p:grpSpPr>
          <a:xfrm>
            <a:off x="6018743" y="2104868"/>
            <a:ext cx="1613520" cy="1557720"/>
            <a:chOff x="6018743" y="2104868"/>
            <a:chExt cx="1613520" cy="155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2BD8B39-7908-A0CE-6188-58C775E47BB3}"/>
                    </a:ext>
                  </a:extLst>
                </p14:cNvPr>
                <p14:cNvContentPartPr/>
                <p14:nvPr/>
              </p14:nvContentPartPr>
              <p14:xfrm>
                <a:off x="6018743" y="2127908"/>
                <a:ext cx="1613520" cy="15346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2BD8B39-7908-A0CE-6188-58C775E47BB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012623" y="2121788"/>
                  <a:ext cx="1625760" cy="154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B508E0E-CCCE-72BC-62BD-AC9CBD3BB26F}"/>
                    </a:ext>
                  </a:extLst>
                </p14:cNvPr>
                <p14:cNvContentPartPr/>
                <p14:nvPr/>
              </p14:nvContentPartPr>
              <p14:xfrm>
                <a:off x="7418063" y="2104868"/>
                <a:ext cx="199080" cy="160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B508E0E-CCCE-72BC-62BD-AC9CBD3BB26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411943" y="2098748"/>
                  <a:ext cx="211320" cy="17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3B556C3-4AA4-B0C5-BEEE-FB8287073F10}"/>
              </a:ext>
            </a:extLst>
          </p:cNvPr>
          <p:cNvGrpSpPr/>
          <p:nvPr/>
        </p:nvGrpSpPr>
        <p:grpSpPr>
          <a:xfrm>
            <a:off x="5438423" y="809588"/>
            <a:ext cx="598680" cy="537120"/>
            <a:chOff x="5438423" y="809588"/>
            <a:chExt cx="598680" cy="53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7EB3F0B-E2A3-F799-6025-0B083F973834}"/>
                    </a:ext>
                  </a:extLst>
                </p14:cNvPr>
                <p14:cNvContentPartPr/>
                <p14:nvPr/>
              </p14:nvContentPartPr>
              <p14:xfrm>
                <a:off x="5438423" y="1124948"/>
                <a:ext cx="250920" cy="2217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7EB3F0B-E2A3-F799-6025-0B083F97383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420783" y="1106948"/>
                  <a:ext cx="28656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B71229F-DC4E-64A1-18C2-EB64279DB528}"/>
                    </a:ext>
                  </a:extLst>
                </p14:cNvPr>
                <p14:cNvContentPartPr/>
                <p14:nvPr/>
              </p14:nvContentPartPr>
              <p14:xfrm>
                <a:off x="5747663" y="836228"/>
                <a:ext cx="81000" cy="4435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B71229F-DC4E-64A1-18C2-EB64279DB52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730023" y="818228"/>
                  <a:ext cx="116640" cy="47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C39A971-8BBB-B234-5875-53188219A4C4}"/>
                    </a:ext>
                  </a:extLst>
                </p14:cNvPr>
                <p14:cNvContentPartPr/>
                <p14:nvPr/>
              </p14:nvContentPartPr>
              <p14:xfrm>
                <a:off x="5736863" y="809588"/>
                <a:ext cx="300240" cy="3290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C39A971-8BBB-B234-5875-53188219A4C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718863" y="791588"/>
                  <a:ext cx="33588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15CDFCC-B05F-F408-58F5-2769F649C53F}"/>
                    </a:ext>
                  </a:extLst>
                </p14:cNvPr>
                <p14:cNvContentPartPr/>
                <p14:nvPr/>
              </p14:nvContentPartPr>
              <p14:xfrm>
                <a:off x="5770703" y="986348"/>
                <a:ext cx="156240" cy="1393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15CDFCC-B05F-F408-58F5-2769F649C53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753063" y="968708"/>
                  <a:ext cx="191880" cy="17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EDE44F3-1ABF-22AA-8980-3DB01C36432D}"/>
              </a:ext>
            </a:extLst>
          </p:cNvPr>
          <p:cNvGrpSpPr/>
          <p:nvPr/>
        </p:nvGrpSpPr>
        <p:grpSpPr>
          <a:xfrm>
            <a:off x="5016503" y="172028"/>
            <a:ext cx="395280" cy="737640"/>
            <a:chOff x="5016503" y="172028"/>
            <a:chExt cx="395280" cy="73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13C5776-15A2-0A7F-6934-8EE4CD823C8D}"/>
                    </a:ext>
                  </a:extLst>
                </p14:cNvPr>
                <p14:cNvContentPartPr/>
                <p14:nvPr/>
              </p14:nvContentPartPr>
              <p14:xfrm>
                <a:off x="5016503" y="595388"/>
                <a:ext cx="130320" cy="3142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13C5776-15A2-0A7F-6934-8EE4CD823C8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998863" y="577748"/>
                  <a:ext cx="16596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96D0DB5-A0C6-F91F-182D-08B765B8B3BC}"/>
                    </a:ext>
                  </a:extLst>
                </p14:cNvPr>
                <p14:cNvContentPartPr/>
                <p14:nvPr/>
              </p14:nvContentPartPr>
              <p14:xfrm>
                <a:off x="5085983" y="599708"/>
                <a:ext cx="191880" cy="2012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96D0DB5-A0C6-F91F-182D-08B765B8B3B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068343" y="581708"/>
                  <a:ext cx="2275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3E728E1-1823-A7DA-474F-902DF808283C}"/>
                    </a:ext>
                  </a:extLst>
                </p14:cNvPr>
                <p14:cNvContentPartPr/>
                <p14:nvPr/>
              </p14:nvContentPartPr>
              <p14:xfrm>
                <a:off x="5178863" y="408908"/>
                <a:ext cx="96480" cy="475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3E728E1-1823-A7DA-474F-902DF808283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160863" y="391268"/>
                  <a:ext cx="1321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5559152-6436-FC93-F9F5-83F9B95AAD9C}"/>
                    </a:ext>
                  </a:extLst>
                </p14:cNvPr>
                <p14:cNvContentPartPr/>
                <p14:nvPr/>
              </p14:nvContentPartPr>
              <p14:xfrm>
                <a:off x="5262743" y="172028"/>
                <a:ext cx="149040" cy="3200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5559152-6436-FC93-F9F5-83F9B95AAD9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244743" y="154388"/>
                  <a:ext cx="184680" cy="35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7E34C30-6B21-A3C6-309F-9274C5C7FAB3}"/>
              </a:ext>
            </a:extLst>
          </p:cNvPr>
          <p:cNvGrpSpPr/>
          <p:nvPr/>
        </p:nvGrpSpPr>
        <p:grpSpPr>
          <a:xfrm>
            <a:off x="9232103" y="71948"/>
            <a:ext cx="612360" cy="1269360"/>
            <a:chOff x="9232103" y="71948"/>
            <a:chExt cx="612360" cy="126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1F3FBC0-729E-8548-6288-BBB983D69555}"/>
                    </a:ext>
                  </a:extLst>
                </p14:cNvPr>
                <p14:cNvContentPartPr/>
                <p14:nvPr/>
              </p14:nvContentPartPr>
              <p14:xfrm>
                <a:off x="9389063" y="1109828"/>
                <a:ext cx="2880" cy="231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1F3FBC0-729E-8548-6288-BBB983D6955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371063" y="1091828"/>
                  <a:ext cx="3852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C6B16CB-37DF-DD96-08FE-5A5404B947F5}"/>
                    </a:ext>
                  </a:extLst>
                </p14:cNvPr>
                <p14:cNvContentPartPr/>
                <p14:nvPr/>
              </p14:nvContentPartPr>
              <p14:xfrm>
                <a:off x="9356663" y="1065908"/>
                <a:ext cx="255960" cy="2318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C6B16CB-37DF-DD96-08FE-5A5404B947F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338663" y="1047908"/>
                  <a:ext cx="2916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2DF81F8-81C7-8C78-251E-D5D375209BA9}"/>
                    </a:ext>
                  </a:extLst>
                </p14:cNvPr>
                <p14:cNvContentPartPr/>
                <p14:nvPr/>
              </p14:nvContentPartPr>
              <p14:xfrm>
                <a:off x="9673823" y="820028"/>
                <a:ext cx="36000" cy="3463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2DF81F8-81C7-8C78-251E-D5D375209BA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656183" y="802028"/>
                  <a:ext cx="7164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2F57CDA-AD09-54A9-5976-4F33EEFA3A1B}"/>
                    </a:ext>
                  </a:extLst>
                </p14:cNvPr>
                <p14:cNvContentPartPr/>
                <p14:nvPr/>
              </p14:nvContentPartPr>
              <p14:xfrm>
                <a:off x="9692183" y="802028"/>
                <a:ext cx="152280" cy="291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2F57CDA-AD09-54A9-5976-4F33EEFA3A1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674543" y="784388"/>
                  <a:ext cx="18792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DA9FF82-9BD9-4F77-449C-93D292EA68F2}"/>
                    </a:ext>
                  </a:extLst>
                </p14:cNvPr>
                <p14:cNvContentPartPr/>
                <p14:nvPr/>
              </p14:nvContentPartPr>
              <p14:xfrm>
                <a:off x="9687863" y="981668"/>
                <a:ext cx="90360" cy="712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DA9FF82-9BD9-4F77-449C-93D292EA68F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669863" y="963668"/>
                  <a:ext cx="1260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A53A27C-EC94-E433-9391-A0C823E295BE}"/>
                    </a:ext>
                  </a:extLst>
                </p14:cNvPr>
                <p14:cNvContentPartPr/>
                <p14:nvPr/>
              </p14:nvContentPartPr>
              <p14:xfrm>
                <a:off x="9232103" y="457508"/>
                <a:ext cx="96840" cy="2718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A53A27C-EC94-E433-9391-A0C823E295B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214103" y="439868"/>
                  <a:ext cx="13248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22F2425-8CFA-282E-CE84-802A6014CF6D}"/>
                    </a:ext>
                  </a:extLst>
                </p14:cNvPr>
                <p14:cNvContentPartPr/>
                <p14:nvPr/>
              </p14:nvContentPartPr>
              <p14:xfrm>
                <a:off x="9349823" y="401348"/>
                <a:ext cx="168840" cy="2743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22F2425-8CFA-282E-CE84-802A6014CF6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332183" y="383708"/>
                  <a:ext cx="20448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EA9728D-1B2E-EDBE-B01C-1ECCB838D634}"/>
                    </a:ext>
                  </a:extLst>
                </p14:cNvPr>
                <p14:cNvContentPartPr/>
                <p14:nvPr/>
              </p14:nvContentPartPr>
              <p14:xfrm>
                <a:off x="9493103" y="284348"/>
                <a:ext cx="128520" cy="554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EA9728D-1B2E-EDBE-B01C-1ECCB838D63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475103" y="266348"/>
                  <a:ext cx="1641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D3662E4-3ABE-C34D-BD50-4A74601B3D8F}"/>
                    </a:ext>
                  </a:extLst>
                </p14:cNvPr>
                <p14:cNvContentPartPr/>
                <p14:nvPr/>
              </p14:nvContentPartPr>
              <p14:xfrm>
                <a:off x="9689663" y="71948"/>
                <a:ext cx="118440" cy="219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D3662E4-3ABE-C34D-BD50-4A74601B3D8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671663" y="53948"/>
                  <a:ext cx="154080" cy="255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597668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30E3E-502C-0C58-A609-389CD68D7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LED-PD combo</a:t>
            </a:r>
          </a:p>
        </p:txBody>
      </p:sp>
      <p:pic>
        <p:nvPicPr>
          <p:cNvPr id="6" name="Content Placeholder 5" descr="A diagram of a coupler&#10;&#10;Description automatically generated">
            <a:extLst>
              <a:ext uri="{FF2B5EF4-FFF2-40B4-BE49-F238E27FC236}">
                <a16:creationId xmlns:a16="http://schemas.microsoft.com/office/drawing/2014/main" id="{29F10539-DA98-FB3B-6CE5-169E9825A3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937" y="1677725"/>
            <a:ext cx="8930790" cy="302717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CC925A-D7D8-FA28-6701-BD1A09F955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40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ADB128A-A06B-BE4E-D9AF-2E4DC85A25C5}"/>
              </a:ext>
            </a:extLst>
          </p:cNvPr>
          <p:cNvGrpSpPr/>
          <p:nvPr/>
        </p:nvGrpSpPr>
        <p:grpSpPr>
          <a:xfrm>
            <a:off x="2142263" y="2486468"/>
            <a:ext cx="523800" cy="388440"/>
            <a:chOff x="2142263" y="2486468"/>
            <a:chExt cx="523800" cy="38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3379904-2DA6-57F1-574F-F538091BF57E}"/>
                    </a:ext>
                  </a:extLst>
                </p14:cNvPr>
                <p14:cNvContentPartPr/>
                <p14:nvPr/>
              </p14:nvContentPartPr>
              <p14:xfrm>
                <a:off x="2142263" y="2551628"/>
                <a:ext cx="183960" cy="3232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3379904-2DA6-57F1-574F-F538091BF57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124263" y="2533988"/>
                  <a:ext cx="21960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92088F7-707B-7AFF-CD2A-53E81AFBA7CE}"/>
                    </a:ext>
                  </a:extLst>
                </p14:cNvPr>
                <p14:cNvContentPartPr/>
                <p14:nvPr/>
              </p14:nvContentPartPr>
              <p14:xfrm>
                <a:off x="2301023" y="2554508"/>
                <a:ext cx="99720" cy="2052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92088F7-707B-7AFF-CD2A-53E81AFBA7C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283383" y="2536508"/>
                  <a:ext cx="1353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5F80F96-6C8F-B35B-9DF4-4954C7D8583F}"/>
                    </a:ext>
                  </a:extLst>
                </p14:cNvPr>
                <p14:cNvContentPartPr/>
                <p14:nvPr/>
              </p14:nvContentPartPr>
              <p14:xfrm>
                <a:off x="2312183" y="2524988"/>
                <a:ext cx="52200" cy="986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5F80F96-6C8F-B35B-9DF4-4954C7D8583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294543" y="2507348"/>
                  <a:ext cx="878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AEB567B-5C65-94D8-469F-DE263898DF00}"/>
                    </a:ext>
                  </a:extLst>
                </p14:cNvPr>
                <p14:cNvContentPartPr/>
                <p14:nvPr/>
              </p14:nvContentPartPr>
              <p14:xfrm>
                <a:off x="2391743" y="2618228"/>
                <a:ext cx="93600" cy="1569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AEB567B-5C65-94D8-469F-DE263898DF0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374103" y="2600588"/>
                  <a:ext cx="1292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53D3AFE-6E78-FC34-F4A1-12F1168AA01B}"/>
                    </a:ext>
                  </a:extLst>
                </p14:cNvPr>
                <p14:cNvContentPartPr/>
                <p14:nvPr/>
              </p14:nvContentPartPr>
              <p14:xfrm>
                <a:off x="2559863" y="2502668"/>
                <a:ext cx="69840" cy="214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53D3AFE-6E78-FC34-F4A1-12F1168AA01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541863" y="2485028"/>
                  <a:ext cx="1054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DDC0EDA-D316-090C-66A8-B0F5DE19AC4C}"/>
                    </a:ext>
                  </a:extLst>
                </p14:cNvPr>
                <p14:cNvContentPartPr/>
                <p14:nvPr/>
              </p14:nvContentPartPr>
              <p14:xfrm>
                <a:off x="2516303" y="2486468"/>
                <a:ext cx="149760" cy="205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DDC0EDA-D316-090C-66A8-B0F5DE19AC4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498663" y="2468468"/>
                  <a:ext cx="185400" cy="24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3FE3978-0B21-0E6E-E0F1-B93672EB684B}"/>
              </a:ext>
            </a:extLst>
          </p:cNvPr>
          <p:cNvGrpSpPr/>
          <p:nvPr/>
        </p:nvGrpSpPr>
        <p:grpSpPr>
          <a:xfrm>
            <a:off x="3534743" y="2331308"/>
            <a:ext cx="283680" cy="361080"/>
            <a:chOff x="3534743" y="2331308"/>
            <a:chExt cx="283680" cy="36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35E5374-9044-5A03-3454-7ED80EF6DDBD}"/>
                    </a:ext>
                  </a:extLst>
                </p14:cNvPr>
                <p14:cNvContentPartPr/>
                <p14:nvPr/>
              </p14:nvContentPartPr>
              <p14:xfrm>
                <a:off x="3546263" y="2435348"/>
                <a:ext cx="83880" cy="2570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35E5374-9044-5A03-3454-7ED80EF6DDB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528263" y="2417348"/>
                  <a:ext cx="11952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42A6490-522B-2B3C-133C-5DEAAEC78FA0}"/>
                    </a:ext>
                  </a:extLst>
                </p14:cNvPr>
                <p14:cNvContentPartPr/>
                <p14:nvPr/>
              </p14:nvContentPartPr>
              <p14:xfrm>
                <a:off x="3534743" y="2378828"/>
                <a:ext cx="75600" cy="129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42A6490-522B-2B3C-133C-5DEAAEC78FA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517103" y="2361188"/>
                  <a:ext cx="1112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137F5FD-9470-8B1E-A8D8-5901F00808AC}"/>
                    </a:ext>
                  </a:extLst>
                </p14:cNvPr>
                <p14:cNvContentPartPr/>
                <p14:nvPr/>
              </p14:nvContentPartPr>
              <p14:xfrm>
                <a:off x="3703943" y="2335268"/>
                <a:ext cx="73800" cy="2314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137F5FD-9470-8B1E-A8D8-5901F00808A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685943" y="2317628"/>
                  <a:ext cx="1094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AA73F05-D3E7-0BAD-E8F6-079EF77D80DD}"/>
                    </a:ext>
                  </a:extLst>
                </p14:cNvPr>
                <p14:cNvContentPartPr/>
                <p14:nvPr/>
              </p14:nvContentPartPr>
              <p14:xfrm>
                <a:off x="3670103" y="2331308"/>
                <a:ext cx="148320" cy="236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AA73F05-D3E7-0BAD-E8F6-079EF77D80D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652463" y="2313668"/>
                  <a:ext cx="183960" cy="272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16197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285750" indent="-285750">
          <a:buFont typeface="Arial" charset="0"/>
          <a:buChar char="•"/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23000</TotalTime>
  <Words>615</Words>
  <Application>Microsoft Office PowerPoint</Application>
  <PresentationFormat>Widescreen</PresentationFormat>
  <Paragraphs>114</Paragraphs>
  <Slides>40</Slides>
  <Notes>4</Notes>
  <HiddenSlides>0</HiddenSlides>
  <MMClips>1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8" baseType="lpstr">
      <vt:lpstr>PMingLiU</vt:lpstr>
      <vt:lpstr>Arial</vt:lpstr>
      <vt:lpstr>Calibri</vt:lpstr>
      <vt:lpstr>PT Sans</vt:lpstr>
      <vt:lpstr>Symbol</vt:lpstr>
      <vt:lpstr>Times New Roman</vt:lpstr>
      <vt:lpstr>Office Theme</vt:lpstr>
      <vt:lpstr>Equation</vt:lpstr>
      <vt:lpstr>ECE 105: Introduction to Electrical Engineering</vt:lpstr>
      <vt:lpstr>PowerPoint Presentation</vt:lpstr>
      <vt:lpstr>PowerPoint Presentation</vt:lpstr>
      <vt:lpstr>PowerPoint Presentation</vt:lpstr>
      <vt:lpstr>PowerPoint Presentation</vt:lpstr>
      <vt:lpstr>Qualitative discussion: n-MOSFET</vt:lpstr>
      <vt:lpstr>Quantitative ID-VDS Relationships – 1st attempt “Square Law”</vt:lpstr>
      <vt:lpstr>ID-VDS  characteristics for n-MOSFET</vt:lpstr>
      <vt:lpstr>P-MOSFET N-MOSFET IV Characteristics</vt:lpstr>
      <vt:lpstr>Threshold and Subthreshold</vt:lpstr>
      <vt:lpstr>Subthreshold Current</vt:lpstr>
      <vt:lpstr>The seven-segment display</vt:lpstr>
      <vt:lpstr>Light-based devices</vt:lpstr>
      <vt:lpstr>Artificially generating light</vt:lpstr>
      <vt:lpstr>LED emission spectra</vt:lpstr>
      <vt:lpstr>Direct vs indirect semiconductors</vt:lpstr>
      <vt:lpstr>LEDs are made out of non-silicon semiconductors</vt:lpstr>
      <vt:lpstr>LED symbols</vt:lpstr>
      <vt:lpstr>LED driver circuit</vt:lpstr>
      <vt:lpstr>LED driver circuit</vt:lpstr>
      <vt:lpstr>LED is a diode</vt:lpstr>
      <vt:lpstr>LED packages</vt:lpstr>
      <vt:lpstr>IV characteristics for LEDs</vt:lpstr>
      <vt:lpstr>Blue LED won the 2014 Nobel in Physics </vt:lpstr>
      <vt:lpstr>PowerPoint Presentation</vt:lpstr>
      <vt:lpstr>Steps to get the Blue LED</vt:lpstr>
      <vt:lpstr>InGaN LEDs</vt:lpstr>
      <vt:lpstr>LED colors – single color from on LED </vt:lpstr>
      <vt:lpstr>Changing emission colors – can you change color?</vt:lpstr>
      <vt:lpstr>How to get white light </vt:lpstr>
      <vt:lpstr>The LED in our demo board</vt:lpstr>
      <vt:lpstr>PowerPoint Presentation</vt:lpstr>
      <vt:lpstr>How does a photodiode work</vt:lpstr>
      <vt:lpstr>How does a photodiode work</vt:lpstr>
      <vt:lpstr>How does a photodiode work</vt:lpstr>
      <vt:lpstr>Photodiode</vt:lpstr>
      <vt:lpstr>IV of photodiode</vt:lpstr>
      <vt:lpstr>The PD in our demo board</vt:lpstr>
      <vt:lpstr>PD characteristics</vt:lpstr>
      <vt:lpstr>LED-PD combo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Yasser Khan</dc:creator>
  <cp:lastModifiedBy>Yasser Khan</cp:lastModifiedBy>
  <cp:revision>929</cp:revision>
  <cp:lastPrinted>2017-03-30T23:40:26Z</cp:lastPrinted>
  <dcterms:created xsi:type="dcterms:W3CDTF">2014-02-24T21:19:39Z</dcterms:created>
  <dcterms:modified xsi:type="dcterms:W3CDTF">2026-02-24T07:53:27Z</dcterms:modified>
</cp:coreProperties>
</file>