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1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18B6-790F-1ECB-A59F-0CC8512C1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DC94BF-D3B6-396D-A23D-9C81395E5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8702-99D8-3DAC-7686-1F659B05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3579-7413-9DAA-F6FC-F60E826A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33AF-BB1E-74EF-50AD-FE636E48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8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083E-98F8-E677-1EFC-5C2E3ED2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26DF9-4633-22D3-88AE-395D2999B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7D7FA-AC75-A22C-9774-6ABD110A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EF63-EEF6-0589-F918-8A5E6ECF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3E00-268E-94AE-70D7-650F69F2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8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4DCC-5D47-E60E-70E1-FEB51EE8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FB65-C09B-777F-7C36-DAF035171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BE9FA-4CEA-6A20-13A8-C001D444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C37B5-DBD2-D0A6-C4DE-3A78EE13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5C9D0-4DBE-543E-A66E-AC0D3A5C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72D3-B41B-80A0-5321-CE805F96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9803-0008-DDA3-B5FB-6F7A0638E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8DF28-9374-3D40-D19A-870D04B8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85851-D6AB-08FE-A093-CBFA3B8B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9D4E4-E87F-D229-BD5E-738A9EC8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625E5-DAF4-53F2-DD83-3DF41711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D1C3-4554-02D3-6C5A-93E63884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F81CD-55BD-652B-2C27-2BDDD9176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07549-66D3-F199-CFFC-6098598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3C05E-C313-6433-736B-3D530625D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3FB64-BF61-3259-6EFC-805CD6CA5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248BC-8F11-0002-8FEB-83AD9E8F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493F6-FB18-D2D0-C235-E65D6EBE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C3E31E-D082-3657-7B9E-677A77C9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0350-D703-89EE-238D-91536F8C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31EDC-FF41-3C3D-D209-B9AB7428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36E78-ED44-EC13-2247-155F5FC3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FE87A-D9C7-98E5-58C9-63BF3D92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5D1E9-C314-1461-7D3C-0EFC331D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23541-6D65-21D3-39DF-17DD478E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CB32-0C77-78EE-A346-4A7E452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1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84BC-07F7-B4FC-E25F-45D7D7BE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7EF5E-372E-3827-DD9B-CE954B8B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E2E58-815E-822F-6D4F-34733D733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3748B-BBE7-BF8B-A8D6-78A1A6F8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4600-D8CF-CA2E-B5EA-53C3D9E9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85663-DAA8-61E7-E201-01DCAD4E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9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5578-457F-38A6-4204-96025DB3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8CE10-1761-E029-E1FC-76A3A31B1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0EA90-4987-33F0-97E5-A519D3B44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FE7E0-E5BE-F100-9EB2-2A455328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00F3C-5DAE-B5F8-3944-DD0E0614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C0625-4147-0172-675F-6B497EC9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66A1-3E87-2ED5-CF7D-540F1DF42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11FCE-0249-FE0B-0A12-1BAFCD484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65756-4E27-2B9D-9A1C-99A97A78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E32D9-A941-44ED-0798-926EB4D2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02AE-EF35-39AB-7DB9-13DCFABC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7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C83B95-D8CC-5011-21ED-B292A7193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E1C53-7A3F-F64A-CA3C-7534F7EBA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8A837-8BFC-BC92-A50E-0396935D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E96D2-68EF-24C1-3C76-51972A9C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45670-331A-BD66-6628-C90CF815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2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6CB94-3FB4-F102-2AF0-13FB2925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A1915-4902-B5A4-C59B-2AE9DDCBF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D132E-354F-E063-A84A-10F393B88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8CCE0-DE49-4018-BB6C-BAAF2129A6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EDD6-4357-9A7C-68EE-1F1CB09E8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67E16-DDCB-18FB-F1B4-DD0790C92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3141C-7CD8-4998-B968-FBB67D16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4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62FA-BA59-595C-88E0-C1EC02A2E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28708-DED3-47AF-6A0A-DA491A967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4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pptAFEE</Template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Yasser Khan</dc:creator>
  <cp:lastModifiedBy>Yasser Khan</cp:lastModifiedBy>
  <cp:revision>1</cp:revision>
  <dcterms:created xsi:type="dcterms:W3CDTF">2026-02-25T04:11:50Z</dcterms:created>
  <dcterms:modified xsi:type="dcterms:W3CDTF">2026-02-25T04:25:47Z</dcterms:modified>
</cp:coreProperties>
</file>